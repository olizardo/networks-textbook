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Default Extension="xml" ContentType="application/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6.xml" ContentType="application/vnd.openxmlformats-officedocument.presentationml.slideLayout+xml"/>
  <Default Extension="bin" ContentType="application/vnd.openxmlformats-officedocument.presentationml.printerSettings"/>
  <Override PartName="/ppt/presentation.xml" ContentType="application/vnd.openxmlformats-officedocument.presentationml.presentation.main+xml"/>
  <Override PartName="/docProps/app.xml" ContentType="application/vnd.openxmlformats-officedocument.extended-properties+xml"/>
  <Default Extension="rels" ContentType="application/vnd.openxmlformats-package.relationships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jpeg" ContentType="image/jpeg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72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5620"/>
    <p:restoredTop sz="94660"/>
  </p:normalViewPr>
  <p:slideViewPr>
    <p:cSldViewPr snapToObjects="1">
      <p:cViewPr varScale="1">
        <p:scale>
          <a:sx n="137" d="100"/>
          <a:sy n="137" d="100"/>
        </p:scale>
        <p:origin x="-163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interSettings" Target="printerSettings/printerSettings1.bin"/><Relationship Id="rId6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B14A4A31-2942-EE4D-9C36-3B433DBF77FF}" type="datetimeFigureOut">
              <a:rPr lang="en-US" smtClean="0"/>
              <a:t>1/13/09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44BD0A71-6B4A-D341-96ED-6A15262B5A93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t>1/13/09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B14A4A31-2942-EE4D-9C36-3B433DBF77FF}" type="datetimeFigureOut">
              <a:rPr lang="en-US" smtClean="0"/>
              <a:t>1/13/09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44BD0A71-6B4A-D341-96ED-6A15262B5A9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t>1/13/09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t>1/13/09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t>1/13/09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t>1/13/09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t>1/13/09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t>1/13/09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t>1/13/09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t>1/13/09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14A4A31-2942-EE4D-9C36-3B433DBF77FF}" type="datetimeFigureOut">
              <a:rPr lang="en-US" smtClean="0"/>
              <a:t>1/13/09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4BD0A71-6B4A-D341-96ED-6A15262B5A93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Social Network Seminar</a:t>
            </a:r>
            <a:endParaRPr lang="en-US" dirty="0"/>
          </a:p>
        </p:txBody>
      </p:sp>
      <p:sp>
        <p:nvSpPr>
          <p:cNvPr id="6" name="Vertical Tex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Introductions:  Us &amp; You</a:t>
            </a:r>
          </a:p>
          <a:p>
            <a:r>
              <a:rPr lang="en-US" dirty="0" smtClean="0"/>
              <a:t>The Seminar</a:t>
            </a:r>
          </a:p>
          <a:p>
            <a:pPr lvl="1"/>
            <a:r>
              <a:rPr lang="en-US" dirty="0" smtClean="0"/>
              <a:t>Objectives</a:t>
            </a:r>
          </a:p>
          <a:p>
            <a:pPr lvl="1"/>
            <a:r>
              <a:rPr lang="en-US" dirty="0" smtClean="0"/>
              <a:t>Topics &amp; Readings</a:t>
            </a:r>
          </a:p>
          <a:p>
            <a:pPr lvl="1"/>
            <a:r>
              <a:rPr lang="en-US" dirty="0" smtClean="0"/>
              <a:t>Requirements</a:t>
            </a:r>
          </a:p>
          <a:p>
            <a:pPr lvl="1"/>
            <a:r>
              <a:rPr lang="en-US" dirty="0" smtClean="0"/>
              <a:t>Using Concourse</a:t>
            </a:r>
          </a:p>
          <a:p>
            <a:r>
              <a:rPr lang="en-US" dirty="0" smtClean="0"/>
              <a:t>Thinking Networks</a:t>
            </a:r>
          </a:p>
          <a:p>
            <a:pPr lvl="1"/>
            <a:r>
              <a:rPr lang="en-US" dirty="0" err="1" smtClean="0"/>
              <a:t>Hachen’s</a:t>
            </a:r>
            <a:r>
              <a:rPr lang="en-US" dirty="0" smtClean="0"/>
              <a:t> Reflections</a:t>
            </a:r>
          </a:p>
          <a:p>
            <a:pPr lvl="1"/>
            <a:r>
              <a:rPr lang="en-US" dirty="0" err="1" smtClean="0"/>
              <a:t>Lizardo’s</a:t>
            </a:r>
            <a:r>
              <a:rPr lang="en-US" dirty="0" smtClean="0"/>
              <a:t> Reflections</a:t>
            </a:r>
          </a:p>
          <a:p>
            <a:r>
              <a:rPr lang="en-US" dirty="0" smtClean="0"/>
              <a:t>Today’s Readings</a:t>
            </a:r>
          </a:p>
          <a:p>
            <a:r>
              <a:rPr lang="en-US" dirty="0" smtClean="0"/>
              <a:t>The Homework</a:t>
            </a:r>
          </a:p>
          <a:p>
            <a:r>
              <a:rPr lang="en-US" dirty="0" smtClean="0"/>
              <a:t>Next Time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ＭＳ 明朝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Origin.thmx</Template>
  <TotalTime>19</TotalTime>
  <Words>29</Words>
  <Application>Microsoft Macintosh PowerPoint</Application>
  <PresentationFormat>On-screen Show (4:3)</PresentationFormat>
  <Paragraphs>13</Paragraphs>
  <Slides>1</Slides>
  <Notes>0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Origin</vt:lpstr>
      <vt:lpstr>Social Network Seminar</vt:lpstr>
    </vt:vector>
  </TitlesOfParts>
  <Company>University of Notre Dame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Network Seminar</dc:title>
  <dc:creator>David Hachen</dc:creator>
  <cp:lastModifiedBy>David Hachen</cp:lastModifiedBy>
  <cp:revision>1</cp:revision>
  <dcterms:created xsi:type="dcterms:W3CDTF">2009-01-13T14:58:24Z</dcterms:created>
  <dcterms:modified xsi:type="dcterms:W3CDTF">2009-01-13T15:17:32Z</dcterms:modified>
</cp:coreProperties>
</file>