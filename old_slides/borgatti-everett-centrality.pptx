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4" autoAdjust="0"/>
    <p:restoredTop sz="94660"/>
  </p:normalViewPr>
  <p:slideViewPr>
    <p:cSldViewPr>
      <p:cViewPr>
        <p:scale>
          <a:sx n="80" d="100"/>
          <a:sy n="80" d="100"/>
        </p:scale>
        <p:origin x="-384" y="15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A68EAE-9FD4-4196-BC10-447769BC6D72}" type="doc">
      <dgm:prSet loTypeId="urn:microsoft.com/office/officeart/2005/8/layout/orgChart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A69EFB-56B0-4B75-B324-0E7C282B20BF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WALK POSITION?</a:t>
          </a:r>
          <a:endParaRPr lang="en-US" dirty="0">
            <a:solidFill>
              <a:schemeClr val="bg1"/>
            </a:solidFill>
          </a:endParaRPr>
        </a:p>
      </dgm:t>
    </dgm:pt>
    <dgm:pt modelId="{44F8DFFF-77F8-488F-B65D-8307B0CFB888}" type="parTrans" cxnId="{1255EA3A-065C-4EA5-AFB1-517F9AC2FE6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6AB5586-801C-4D13-B1A5-5CE8E9CA762F}" type="sibTrans" cxnId="{1255EA3A-065C-4EA5-AFB1-517F9AC2FE6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044A144-FAB5-4E5F-B346-C5D2A1AC5013}">
      <dgm:prSet phldrT="[Text]"/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Radial</a:t>
          </a:r>
          <a:endParaRPr lang="en-US" dirty="0">
            <a:solidFill>
              <a:schemeClr val="bg1"/>
            </a:solidFill>
          </a:endParaRPr>
        </a:p>
      </dgm:t>
    </dgm:pt>
    <dgm:pt modelId="{F0812E5D-A6BA-4FD1-BB9B-1D90FF8E263D}" type="parTrans" cxnId="{34EE5015-AD64-4797-9333-E1E4BFAC8EF3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0A632158-688E-48F4-8624-DAC0DCBB79E1}" type="sibTrans" cxnId="{34EE5015-AD64-4797-9333-E1E4BFAC8EF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89846F-A6DA-48FB-923F-6BEC1D9F2EBF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WALK PROPERTY?</a:t>
          </a:r>
          <a:endParaRPr lang="en-US" dirty="0">
            <a:solidFill>
              <a:schemeClr val="bg1"/>
            </a:solidFill>
          </a:endParaRPr>
        </a:p>
      </dgm:t>
    </dgm:pt>
    <dgm:pt modelId="{8CF5E9A2-4970-4A4E-AA27-6A3EDBDEA401}" type="parTrans" cxnId="{29B1D836-F5FD-42F1-B9BC-756583680FBF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5148D525-4D3F-4173-A50B-B3AD009DAF6E}" type="sibTrans" cxnId="{29B1D836-F5FD-42F1-B9BC-756583680FB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C72EF56-F989-4F48-A9AC-4405EF91FF9F}">
      <dgm:prSet phldrT="[Text]"/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Medial </a:t>
          </a:r>
          <a:endParaRPr lang="en-US" dirty="0">
            <a:solidFill>
              <a:schemeClr val="bg1"/>
            </a:solidFill>
          </a:endParaRPr>
        </a:p>
      </dgm:t>
    </dgm:pt>
    <dgm:pt modelId="{A2C6E94C-D786-4BEA-8CC8-ED3C7177519E}" type="parTrans" cxnId="{70A401F3-29D2-4E69-B536-4A52D1276191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39446453-5A5A-4194-9072-E033B85CDAE5}" type="sibTrans" cxnId="{70A401F3-29D2-4E69-B536-4A52D127619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AACDA4A-179D-421D-86C7-BCAC046AD3A7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WALK PROPERTY?</a:t>
          </a:r>
          <a:endParaRPr lang="en-US" dirty="0">
            <a:solidFill>
              <a:schemeClr val="bg1"/>
            </a:solidFill>
          </a:endParaRPr>
        </a:p>
      </dgm:t>
    </dgm:pt>
    <dgm:pt modelId="{1D92CA3A-20CF-4932-AC64-1282A9A8E12E}" type="parTrans" cxnId="{7ACA3144-21F3-4315-A274-F3FD140605BA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9097A3B6-2D9B-4746-BFFB-5EEEDC0D99F3}" type="sibTrans" cxnId="{7ACA3144-21F3-4315-A274-F3FD140605B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84B322-68C1-4FBD-8C54-4364F667F728}">
      <dgm:prSet/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Volume</a:t>
          </a:r>
          <a:endParaRPr lang="en-US" dirty="0">
            <a:solidFill>
              <a:schemeClr val="bg1"/>
            </a:solidFill>
          </a:endParaRPr>
        </a:p>
      </dgm:t>
    </dgm:pt>
    <dgm:pt modelId="{732F21FD-A573-46E0-A73A-FE86C85DECA2}" type="parTrans" cxnId="{480547AD-4D11-474D-8334-84970087BFFE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A13E3198-71BE-41A9-BC2E-5855EB799F8F}" type="sibTrans" cxnId="{480547AD-4D11-474D-8334-84970087BFF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FF6321E-126A-4E8F-9AAB-2349D36EEB36}">
      <dgm:prSet/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Length</a:t>
          </a:r>
          <a:endParaRPr lang="en-US" dirty="0">
            <a:solidFill>
              <a:schemeClr val="bg1"/>
            </a:solidFill>
          </a:endParaRPr>
        </a:p>
      </dgm:t>
    </dgm:pt>
    <dgm:pt modelId="{0BD14A17-2097-4BDA-8348-C84B01D6C382}" type="parTrans" cxnId="{AFF79108-52BD-4473-BA9F-38960BAE4297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0B099A3D-2A44-49AF-A446-649473EC1345}" type="sibTrans" cxnId="{AFF79108-52BD-4473-BA9F-38960BAE429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AA37ADD-CE7C-4657-AE2A-46696F23F134}">
      <dgm:prSet/>
      <dgm:spPr/>
      <dgm:t>
        <a:bodyPr/>
        <a:lstStyle/>
        <a:p>
          <a:pPr algn="ctr"/>
          <a:r>
            <a:rPr lang="en-US" dirty="0" smtClean="0">
              <a:solidFill>
                <a:schemeClr val="bg1"/>
              </a:solidFill>
            </a:rPr>
            <a:t>Volume</a:t>
          </a:r>
          <a:endParaRPr lang="en-US" dirty="0">
            <a:solidFill>
              <a:schemeClr val="bg1"/>
            </a:solidFill>
          </a:endParaRPr>
        </a:p>
      </dgm:t>
    </dgm:pt>
    <dgm:pt modelId="{7CEE02AB-BAED-4DD0-84F0-AD8E2C073296}" type="parTrans" cxnId="{2575526C-32D9-4C27-AC60-0BC5C4AC83B2}">
      <dgm:prSet/>
      <dgm:spPr/>
      <dgm:t>
        <a:bodyPr/>
        <a:lstStyle/>
        <a:p>
          <a:pPr algn="ctr"/>
          <a:endParaRPr lang="en-US">
            <a:solidFill>
              <a:schemeClr val="bg1"/>
            </a:solidFill>
          </a:endParaRPr>
        </a:p>
      </dgm:t>
    </dgm:pt>
    <dgm:pt modelId="{AE282BA2-0C30-46F3-BA01-6AEFD1FD5EA1}" type="sibTrans" cxnId="{2575526C-32D9-4C27-AC60-0BC5C4AC83B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A1291A9-DB87-44A1-83F8-BCB5CC7F4509}">
      <dgm:prSet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Length</a:t>
          </a:r>
          <a:endParaRPr lang="en-US" dirty="0">
            <a:solidFill>
              <a:schemeClr val="bg1"/>
            </a:solidFill>
          </a:endParaRPr>
        </a:p>
      </dgm:t>
    </dgm:pt>
    <dgm:pt modelId="{54AA85C6-8A3D-4369-9409-098D391851A5}" type="parTrans" cxnId="{BB7CE27E-10C8-4A24-A9FC-7C9796D67E8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0AFB78B-4D8D-46E7-968E-601AC276FA46}" type="sibTrans" cxnId="{BB7CE27E-10C8-4A24-A9FC-7C9796D67E8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C2104BF-84C2-4109-A70F-D63F8E603899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WALK TYPE?</a:t>
          </a:r>
          <a:endParaRPr lang="en-US" dirty="0">
            <a:solidFill>
              <a:schemeClr val="bg1"/>
            </a:solidFill>
          </a:endParaRPr>
        </a:p>
      </dgm:t>
    </dgm:pt>
    <dgm:pt modelId="{D17B0668-5347-401E-BD66-00A8B0520D8A}" type="parTrans" cxnId="{EF567ED2-5506-41B1-8B6D-893E4E45717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3BF8F43-6638-491F-9866-184528C22867}" type="sibTrans" cxnId="{EF567ED2-5506-41B1-8B6D-893E4E45717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AC5CF4F-E11A-4364-AA7E-DC177E9018A9}">
      <dgm:prSet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Restricted</a:t>
          </a:r>
          <a:endParaRPr lang="en-US" dirty="0">
            <a:solidFill>
              <a:schemeClr val="bg1"/>
            </a:solidFill>
          </a:endParaRPr>
        </a:p>
      </dgm:t>
    </dgm:pt>
    <dgm:pt modelId="{F7CA8BB2-42BC-4B68-8D77-F88100F22481}" type="parTrans" cxnId="{6CF8639C-DCEF-4D95-9B3A-78210FBBA60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45CB3DA-9F86-4203-B815-EFC74991F951}" type="sibTrans" cxnId="{6CF8639C-DCEF-4D95-9B3A-78210FBBA60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3C80281-FC24-4EFF-9467-AA4518E1E3D9}">
      <dgm:prSet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Unrestricted</a:t>
          </a:r>
          <a:endParaRPr lang="en-US" dirty="0">
            <a:solidFill>
              <a:schemeClr val="bg1"/>
            </a:solidFill>
          </a:endParaRPr>
        </a:p>
      </dgm:t>
    </dgm:pt>
    <dgm:pt modelId="{3EA62F77-856B-41C5-9147-A0621A6A1A62}" type="parTrans" cxnId="{1729F4FF-C461-40A2-A110-891087522D5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3AC9B48-A7D5-41E3-B03A-A069F52CA950}" type="sibTrans" cxnId="{1729F4FF-C461-40A2-A110-891087522D5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82F3A1C-9C9F-4D3C-8BD7-4F03C471EE4C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i="1" dirty="0" smtClean="0">
              <a:solidFill>
                <a:schemeClr val="bg1"/>
              </a:solidFill>
            </a:rPr>
            <a:t>K-path Centralities</a:t>
          </a:r>
          <a:endParaRPr lang="en-US" i="1" dirty="0">
            <a:solidFill>
              <a:schemeClr val="bg1"/>
            </a:solidFill>
          </a:endParaRPr>
        </a:p>
      </dgm:t>
    </dgm:pt>
    <dgm:pt modelId="{4D75BEB3-06E3-4D7B-8E4F-BB184C27A143}" type="parTrans" cxnId="{C9103369-F5AD-48D3-8580-78C4AD86C4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057E79-8599-46CB-8CDB-813265C33A8E}" type="sibTrans" cxnId="{C9103369-F5AD-48D3-8580-78C4AD86C4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F1E48A3-CFD4-4A18-A53D-F38BDD4B6615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i="1" dirty="0" smtClean="0">
              <a:solidFill>
                <a:schemeClr val="bg1"/>
              </a:solidFill>
            </a:rPr>
            <a:t>Katz’s Status Index</a:t>
          </a:r>
          <a:endParaRPr lang="en-US" i="1" dirty="0">
            <a:solidFill>
              <a:schemeClr val="bg1"/>
            </a:solidFill>
          </a:endParaRPr>
        </a:p>
      </dgm:t>
    </dgm:pt>
    <dgm:pt modelId="{32764BAD-2C06-42DA-90EE-36E0F5FF2D2A}" type="parTrans" cxnId="{1CFEDA61-E866-4A68-8EA1-FE65B87D14D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A671840-1EE7-44EB-98CE-AD50AAE7A420}" type="sibTrans" cxnId="{1CFEDA61-E866-4A68-8EA1-FE65B87D14D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2E87FE5-E0CF-442B-8B47-E86E0AD167FF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WALK TYPE?</a:t>
          </a:r>
          <a:endParaRPr lang="en-US" dirty="0">
            <a:solidFill>
              <a:schemeClr val="bg1"/>
            </a:solidFill>
          </a:endParaRPr>
        </a:p>
      </dgm:t>
    </dgm:pt>
    <dgm:pt modelId="{7F7B45AD-913C-4145-A5FD-B3BCD9EDABD5}" type="parTrans" cxnId="{7A11298F-F857-4B2F-A379-191B8D015E6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07F4D2B-AA75-4E5F-A058-79104C219D09}" type="sibTrans" cxnId="{7A11298F-F857-4B2F-A379-191B8D015E6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409B07-30DE-4019-82D5-A713090BB2CD}">
      <dgm:prSet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Restricted</a:t>
          </a:r>
          <a:endParaRPr lang="en-US" dirty="0">
            <a:solidFill>
              <a:schemeClr val="bg1"/>
            </a:solidFill>
          </a:endParaRPr>
        </a:p>
      </dgm:t>
    </dgm:pt>
    <dgm:pt modelId="{7A8DED11-34A8-4606-8AFD-41D7D6D8A48E}" type="parTrans" cxnId="{596912C0-8DE2-48E0-9F0F-531C126A95D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0C1DBB6-3218-4ED2-AB78-F7E2B7E6D128}" type="sibTrans" cxnId="{596912C0-8DE2-48E0-9F0F-531C126A95D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1FA7602-1691-4B70-B379-07D9CB8102B9}">
      <dgm:prSet/>
      <dgm:spPr/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Unrestricted</a:t>
          </a:r>
          <a:endParaRPr lang="en-US" dirty="0">
            <a:solidFill>
              <a:schemeClr val="bg1"/>
            </a:solidFill>
          </a:endParaRPr>
        </a:p>
      </dgm:t>
    </dgm:pt>
    <dgm:pt modelId="{B5443746-1857-49A0-B815-1AC5399D50C7}" type="parTrans" cxnId="{8B9CC0EB-7115-4178-9EB9-936A015BCEA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AA7B9AF-C551-4B79-AB91-04D3CB69940D}" type="sibTrans" cxnId="{8B9CC0EB-7115-4178-9EB9-936A015BCEA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F1AC6AD-A054-4517-A85E-E9434A5AE2B3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i="0" dirty="0" smtClean="0">
              <a:solidFill>
                <a:schemeClr val="bg1"/>
              </a:solidFill>
            </a:rPr>
            <a:t>WALK TYPE?</a:t>
          </a:r>
          <a:endParaRPr lang="en-US" b="1" i="0" dirty="0">
            <a:solidFill>
              <a:schemeClr val="bg1"/>
            </a:solidFill>
          </a:endParaRPr>
        </a:p>
      </dgm:t>
    </dgm:pt>
    <dgm:pt modelId="{21556659-D340-4890-8922-0D7A076A2215}" type="parTrans" cxnId="{77D9FD62-BBE9-40DE-936C-CDFEC78823E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765BD2C-17AD-4495-9325-6A40B8B52F25}" type="sibTrans" cxnId="{77D9FD62-BBE9-40DE-936C-CDFEC78823E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00729E4-AB69-4AE6-ABA3-03CA06C150FB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i="1" dirty="0" smtClean="0">
              <a:solidFill>
                <a:schemeClr val="bg1"/>
              </a:solidFill>
            </a:rPr>
            <a:t>Fragmentation Centralities (Geodesics)</a:t>
          </a:r>
          <a:endParaRPr lang="en-US" i="1" dirty="0">
            <a:solidFill>
              <a:schemeClr val="bg1"/>
            </a:solidFill>
          </a:endParaRPr>
        </a:p>
      </dgm:t>
    </dgm:pt>
    <dgm:pt modelId="{F35CDC8C-151D-4394-924A-8296D5A468D2}" type="parTrans" cxnId="{33C8521D-B425-4B97-8729-4130A80851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0EC2F00-4974-47CE-9B60-498F4FC35D8B}" type="sibTrans" cxnId="{33C8521D-B425-4B97-8729-4130A80851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B0F5106-1644-4684-909C-DAC4DDF07224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i="1" dirty="0" smtClean="0">
              <a:solidFill>
                <a:schemeClr val="bg1"/>
              </a:solidFill>
            </a:rPr>
            <a:t>Fragmentation Centralities (All Paths)</a:t>
          </a:r>
          <a:endParaRPr lang="en-US" i="1" dirty="0">
            <a:solidFill>
              <a:schemeClr val="bg1"/>
            </a:solidFill>
          </a:endParaRPr>
        </a:p>
      </dgm:t>
    </dgm:pt>
    <dgm:pt modelId="{1AE9DF58-AE13-43AF-9648-1E3083907E9D}" type="parTrans" cxnId="{5E9D8257-9AF1-4770-A410-2433CAAC73B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EBFF619-65B5-4D7B-8E18-5847E3F047F4}" type="sibTrans" cxnId="{5E9D8257-9AF1-4770-A410-2433CAAC73B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1D08E31-1645-455C-8E77-101273000CEA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WALK TYPE?</a:t>
          </a:r>
          <a:endParaRPr lang="en-US" b="1" dirty="0"/>
        </a:p>
      </dgm:t>
    </dgm:pt>
    <dgm:pt modelId="{C6932269-34A7-4DB1-B88B-7C3B3CA4A0C6}" type="parTrans" cxnId="{8E1520D9-934B-46A9-9DA9-55E28BBA4841}">
      <dgm:prSet/>
      <dgm:spPr/>
      <dgm:t>
        <a:bodyPr/>
        <a:lstStyle/>
        <a:p>
          <a:endParaRPr lang="en-US"/>
        </a:p>
      </dgm:t>
    </dgm:pt>
    <dgm:pt modelId="{002B18C4-ACD8-4327-9499-0282E8DFBE1A}" type="sibTrans" cxnId="{8E1520D9-934B-46A9-9DA9-55E28BBA4841}">
      <dgm:prSet/>
      <dgm:spPr/>
      <dgm:t>
        <a:bodyPr/>
        <a:lstStyle/>
        <a:p>
          <a:endParaRPr lang="en-US"/>
        </a:p>
      </dgm:t>
    </dgm:pt>
    <dgm:pt modelId="{FA0D53A9-61D0-426F-B309-E4DB4A3B0AB5}">
      <dgm:prSet/>
      <dgm:spPr/>
      <dgm:t>
        <a:bodyPr/>
        <a:lstStyle/>
        <a:p>
          <a:r>
            <a:rPr lang="en-US" dirty="0" smtClean="0"/>
            <a:t>Restricted</a:t>
          </a:r>
          <a:endParaRPr lang="en-US" dirty="0"/>
        </a:p>
      </dgm:t>
    </dgm:pt>
    <dgm:pt modelId="{2EBF9A67-A65B-467D-B50E-4B16D1C41058}" type="parTrans" cxnId="{178740AB-34DF-4B83-8637-362D2747CE7D}">
      <dgm:prSet/>
      <dgm:spPr/>
      <dgm:t>
        <a:bodyPr/>
        <a:lstStyle/>
        <a:p>
          <a:endParaRPr lang="en-US"/>
        </a:p>
      </dgm:t>
    </dgm:pt>
    <dgm:pt modelId="{5FD7C0DE-2BBD-4709-AE82-59A3D4B3285D}" type="sibTrans" cxnId="{178740AB-34DF-4B83-8637-362D2747CE7D}">
      <dgm:prSet/>
      <dgm:spPr/>
      <dgm:t>
        <a:bodyPr/>
        <a:lstStyle/>
        <a:p>
          <a:endParaRPr lang="en-US"/>
        </a:p>
      </dgm:t>
    </dgm:pt>
    <dgm:pt modelId="{5221EBC1-61A0-4FEB-AA14-9A4F34E513F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Freeman’s Betweenness</a:t>
          </a:r>
          <a:endParaRPr lang="en-US" dirty="0"/>
        </a:p>
      </dgm:t>
    </dgm:pt>
    <dgm:pt modelId="{594447D0-BA84-4872-8629-99DFBEFF260A}" type="parTrans" cxnId="{A27445B3-3F24-4E48-AB85-41A4F2C110B1}">
      <dgm:prSet/>
      <dgm:spPr/>
      <dgm:t>
        <a:bodyPr/>
        <a:lstStyle/>
        <a:p>
          <a:endParaRPr lang="en-US"/>
        </a:p>
      </dgm:t>
    </dgm:pt>
    <dgm:pt modelId="{35DFB2BC-39FE-46FD-91DB-1EA8FF373ADA}" type="sibTrans" cxnId="{A27445B3-3F24-4E48-AB85-41A4F2C110B1}">
      <dgm:prSet/>
      <dgm:spPr/>
      <dgm:t>
        <a:bodyPr/>
        <a:lstStyle/>
        <a:p>
          <a:endParaRPr lang="en-US"/>
        </a:p>
      </dgm:t>
    </dgm:pt>
    <dgm:pt modelId="{091264C1-3D7C-4601-94D2-B8128E3E86DA}">
      <dgm:prSet/>
      <dgm:spPr/>
      <dgm:t>
        <a:bodyPr/>
        <a:lstStyle/>
        <a:p>
          <a:r>
            <a:rPr lang="en-US" dirty="0" smtClean="0"/>
            <a:t>Unrestricted</a:t>
          </a:r>
          <a:endParaRPr lang="en-US" dirty="0"/>
        </a:p>
      </dgm:t>
    </dgm:pt>
    <dgm:pt modelId="{F267122B-4CE6-4FB7-A6FE-C0AA19E417B5}" type="parTrans" cxnId="{940307D6-8EA9-445A-AAE6-159B3A9855BB}">
      <dgm:prSet/>
      <dgm:spPr/>
      <dgm:t>
        <a:bodyPr/>
        <a:lstStyle/>
        <a:p>
          <a:endParaRPr lang="en-US"/>
        </a:p>
      </dgm:t>
    </dgm:pt>
    <dgm:pt modelId="{4C747390-7178-413D-8EED-DAC38A803E52}" type="sibTrans" cxnId="{940307D6-8EA9-445A-AAE6-159B3A9855BB}">
      <dgm:prSet/>
      <dgm:spPr/>
      <dgm:t>
        <a:bodyPr/>
        <a:lstStyle/>
        <a:p>
          <a:endParaRPr lang="en-US"/>
        </a:p>
      </dgm:t>
    </dgm:pt>
    <dgm:pt modelId="{DF48760C-5896-4C98-AA68-9181408083C2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Newman’s Random Walk Betweenness</a:t>
          </a:r>
          <a:endParaRPr lang="en-US" dirty="0"/>
        </a:p>
      </dgm:t>
    </dgm:pt>
    <dgm:pt modelId="{DED598BB-820C-456F-8B9A-E8A32592231E}" type="parTrans" cxnId="{2ED6BA28-5897-41A4-8A88-1C47BCF4693F}">
      <dgm:prSet/>
      <dgm:spPr/>
      <dgm:t>
        <a:bodyPr/>
        <a:lstStyle/>
        <a:p>
          <a:endParaRPr lang="en-US"/>
        </a:p>
      </dgm:t>
    </dgm:pt>
    <dgm:pt modelId="{BA756BC2-6039-41E7-AAD2-64D7030F1306}" type="sibTrans" cxnId="{2ED6BA28-5897-41A4-8A88-1C47BCF4693F}">
      <dgm:prSet/>
      <dgm:spPr/>
      <dgm:t>
        <a:bodyPr/>
        <a:lstStyle/>
        <a:p>
          <a:endParaRPr lang="en-US"/>
        </a:p>
      </dgm:t>
    </dgm:pt>
    <dgm:pt modelId="{90AF94CD-058C-4839-B52A-175188763B22}">
      <dgm:prSet/>
      <dgm:spPr/>
      <dgm:t>
        <a:bodyPr/>
        <a:lstStyle/>
        <a:p>
          <a:r>
            <a:rPr lang="en-US" dirty="0" smtClean="0"/>
            <a:t>Restricted</a:t>
          </a:r>
          <a:endParaRPr lang="en-US" dirty="0"/>
        </a:p>
      </dgm:t>
    </dgm:pt>
    <dgm:pt modelId="{827BDA3E-90B8-4137-934F-97A4F9BD4397}" type="parTrans" cxnId="{FFBFD2E9-F3D2-45E5-864A-7B36ADE95AC8}">
      <dgm:prSet/>
      <dgm:spPr/>
      <dgm:t>
        <a:bodyPr/>
        <a:lstStyle/>
        <a:p>
          <a:endParaRPr lang="en-US"/>
        </a:p>
      </dgm:t>
    </dgm:pt>
    <dgm:pt modelId="{4CDE10B5-0596-4BE8-A1EB-31BD28287EBA}" type="sibTrans" cxnId="{FFBFD2E9-F3D2-45E5-864A-7B36ADE95AC8}">
      <dgm:prSet/>
      <dgm:spPr/>
      <dgm:t>
        <a:bodyPr/>
        <a:lstStyle/>
        <a:p>
          <a:endParaRPr lang="en-US"/>
        </a:p>
      </dgm:t>
    </dgm:pt>
    <dgm:pt modelId="{90382911-F641-43AD-A5AF-AA51C62CEAE2}">
      <dgm:prSet/>
      <dgm:spPr/>
      <dgm:t>
        <a:bodyPr/>
        <a:lstStyle/>
        <a:p>
          <a:r>
            <a:rPr lang="en-US" dirty="0" smtClean="0"/>
            <a:t>Unrestricted</a:t>
          </a:r>
          <a:endParaRPr lang="en-US" dirty="0"/>
        </a:p>
      </dgm:t>
    </dgm:pt>
    <dgm:pt modelId="{8B25BF26-AD12-4B6E-8555-12EDBFC29A76}" type="parTrans" cxnId="{BE390A2F-C790-4AF8-B365-C0B82E4ABADD}">
      <dgm:prSet/>
      <dgm:spPr/>
      <dgm:t>
        <a:bodyPr/>
        <a:lstStyle/>
        <a:p>
          <a:endParaRPr lang="en-US"/>
        </a:p>
      </dgm:t>
    </dgm:pt>
    <dgm:pt modelId="{BEF527AB-7C23-4D4A-9AD5-6D56C577A448}" type="sibTrans" cxnId="{BE390A2F-C790-4AF8-B365-C0B82E4ABADD}">
      <dgm:prSet/>
      <dgm:spPr/>
      <dgm:t>
        <a:bodyPr/>
        <a:lstStyle/>
        <a:p>
          <a:endParaRPr lang="en-US"/>
        </a:p>
      </dgm:t>
    </dgm:pt>
    <dgm:pt modelId="{081B0E5C-7B14-4C2E-8F3C-CD02853E6AD6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Freeman’s Closeness</a:t>
          </a:r>
          <a:endParaRPr lang="en-US" dirty="0"/>
        </a:p>
      </dgm:t>
    </dgm:pt>
    <dgm:pt modelId="{B2808212-958E-47B8-8747-3C98991D60B2}" type="parTrans" cxnId="{92813A89-F5C9-4BF5-A171-FB9C577B2B96}">
      <dgm:prSet/>
      <dgm:spPr/>
      <dgm:t>
        <a:bodyPr/>
        <a:lstStyle/>
        <a:p>
          <a:endParaRPr lang="en-US"/>
        </a:p>
      </dgm:t>
    </dgm:pt>
    <dgm:pt modelId="{75032C48-685C-42FD-8CE9-5CBE3271982C}" type="sibTrans" cxnId="{92813A89-F5C9-4BF5-A171-FB9C577B2B96}">
      <dgm:prSet/>
      <dgm:spPr/>
      <dgm:t>
        <a:bodyPr/>
        <a:lstStyle/>
        <a:p>
          <a:endParaRPr lang="en-US"/>
        </a:p>
      </dgm:t>
    </dgm:pt>
    <dgm:pt modelId="{B53F08AD-2BE3-424A-B90F-E39A77E1B85D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err="1" smtClean="0"/>
            <a:t>Friedkin’s</a:t>
          </a:r>
          <a:r>
            <a:rPr lang="en-US" dirty="0" smtClean="0"/>
            <a:t> Immediate Effects</a:t>
          </a:r>
          <a:endParaRPr lang="en-US" dirty="0"/>
        </a:p>
      </dgm:t>
    </dgm:pt>
    <dgm:pt modelId="{053A8C47-1AB0-4354-90B3-2F11EB7CBD5F}" type="parTrans" cxnId="{7F840080-7DAE-4835-91FF-FE62AD079FFA}">
      <dgm:prSet/>
      <dgm:spPr/>
      <dgm:t>
        <a:bodyPr/>
        <a:lstStyle/>
        <a:p>
          <a:endParaRPr lang="en-US"/>
        </a:p>
      </dgm:t>
    </dgm:pt>
    <dgm:pt modelId="{80B503A3-8BF3-47AA-B442-534D22AC5C27}" type="sibTrans" cxnId="{7F840080-7DAE-4835-91FF-FE62AD079FFA}">
      <dgm:prSet/>
      <dgm:spPr/>
      <dgm:t>
        <a:bodyPr/>
        <a:lstStyle/>
        <a:p>
          <a:endParaRPr lang="en-US"/>
        </a:p>
      </dgm:t>
    </dgm:pt>
    <dgm:pt modelId="{934EFE15-CAA2-4FC2-AC60-4F58C03B2AFB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Flow Betweenness</a:t>
          </a:r>
          <a:endParaRPr lang="en-US" dirty="0"/>
        </a:p>
      </dgm:t>
    </dgm:pt>
    <dgm:pt modelId="{AEC535FA-CE44-40B2-8A12-0C79C261BE92}" type="parTrans" cxnId="{2FF644AA-A3B4-4FA5-A885-F2599EB56349}">
      <dgm:prSet/>
      <dgm:spPr/>
      <dgm:t>
        <a:bodyPr/>
        <a:lstStyle/>
        <a:p>
          <a:endParaRPr lang="en-US"/>
        </a:p>
      </dgm:t>
    </dgm:pt>
    <dgm:pt modelId="{76DB9F1C-4D1E-423F-AEFF-020D75F86CF8}" type="sibTrans" cxnId="{2FF644AA-A3B4-4FA5-A885-F2599EB56349}">
      <dgm:prSet/>
      <dgm:spPr/>
      <dgm:t>
        <a:bodyPr/>
        <a:lstStyle/>
        <a:p>
          <a:endParaRPr lang="en-US"/>
        </a:p>
      </dgm:t>
    </dgm:pt>
    <dgm:pt modelId="{2D71F84F-63B3-47C2-BBDC-4F3DA14152C1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K-</a:t>
          </a:r>
          <a:r>
            <a:rPr lang="en-US" smtClean="0"/>
            <a:t>betweenness</a:t>
          </a:r>
          <a:endParaRPr lang="en-US" dirty="0"/>
        </a:p>
      </dgm:t>
    </dgm:pt>
    <dgm:pt modelId="{BCA91724-14DE-4CDB-9C80-E06A5DA2C773}" type="parTrans" cxnId="{A9D6F91E-A599-4979-863A-09106A88EDC4}">
      <dgm:prSet/>
      <dgm:spPr/>
      <dgm:t>
        <a:bodyPr/>
        <a:lstStyle/>
        <a:p>
          <a:endParaRPr lang="en-US"/>
        </a:p>
      </dgm:t>
    </dgm:pt>
    <dgm:pt modelId="{D43F92E1-84B9-49DC-811F-B5A4DCBA5A06}" type="sibTrans" cxnId="{A9D6F91E-A599-4979-863A-09106A88EDC4}">
      <dgm:prSet/>
      <dgm:spPr/>
      <dgm:t>
        <a:bodyPr/>
        <a:lstStyle/>
        <a:p>
          <a:endParaRPr lang="en-US"/>
        </a:p>
      </dgm:t>
    </dgm:pt>
    <dgm:pt modelId="{DBE6938F-2127-4DC0-BD7E-16C448E5C773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err="1" smtClean="0"/>
            <a:t>Friedkin’s</a:t>
          </a:r>
          <a:r>
            <a:rPr lang="en-US" dirty="0" smtClean="0"/>
            <a:t> Total Effects</a:t>
          </a:r>
          <a:endParaRPr lang="en-US" dirty="0"/>
        </a:p>
      </dgm:t>
    </dgm:pt>
    <dgm:pt modelId="{CBBD7AFC-E22F-4910-AC26-652920E83715}" type="parTrans" cxnId="{CE1B835E-F8DF-4D81-A2FB-E47D21622934}">
      <dgm:prSet/>
      <dgm:spPr/>
      <dgm:t>
        <a:bodyPr/>
        <a:lstStyle/>
        <a:p>
          <a:endParaRPr lang="en-US"/>
        </a:p>
      </dgm:t>
    </dgm:pt>
    <dgm:pt modelId="{81B70E78-8F56-45D6-92F7-E168E70B1D0F}" type="sibTrans" cxnId="{CE1B835E-F8DF-4D81-A2FB-E47D21622934}">
      <dgm:prSet/>
      <dgm:spPr/>
      <dgm:t>
        <a:bodyPr/>
        <a:lstStyle/>
        <a:p>
          <a:endParaRPr lang="en-US"/>
        </a:p>
      </dgm:t>
    </dgm:pt>
    <dgm:pt modelId="{CC4054B4-5BB8-48E4-A833-CC41E737CD73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err="1" smtClean="0"/>
            <a:t>Bonacich’s</a:t>
          </a:r>
          <a:r>
            <a:rPr lang="en-US" dirty="0" smtClean="0"/>
            <a:t> Eigenvector Centrality</a:t>
          </a:r>
          <a:endParaRPr lang="en-US" dirty="0"/>
        </a:p>
      </dgm:t>
    </dgm:pt>
    <dgm:pt modelId="{96CB375D-665D-4993-A63F-56409D3821E5}" type="parTrans" cxnId="{FFAFABFA-A474-40DE-9D81-B083724DB2B9}">
      <dgm:prSet/>
      <dgm:spPr/>
      <dgm:t>
        <a:bodyPr/>
        <a:lstStyle/>
        <a:p>
          <a:endParaRPr lang="en-US"/>
        </a:p>
      </dgm:t>
    </dgm:pt>
    <dgm:pt modelId="{68837A95-F727-4F59-94E3-7316DF4F380B}" type="sibTrans" cxnId="{FFAFABFA-A474-40DE-9D81-B083724DB2B9}">
      <dgm:prSet/>
      <dgm:spPr/>
      <dgm:t>
        <a:bodyPr/>
        <a:lstStyle/>
        <a:p>
          <a:endParaRPr lang="en-US"/>
        </a:p>
      </dgm:t>
    </dgm:pt>
    <dgm:pt modelId="{A53D4027-31E7-4484-8F94-67B91441748A}" type="pres">
      <dgm:prSet presAssocID="{12A68EAE-9FD4-4196-BC10-447769BC6D7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5A86032-0812-4EDA-B324-AAEBDA54DC50}" type="pres">
      <dgm:prSet presAssocID="{5DA69EFB-56B0-4B75-B324-0E7C282B20BF}" presName="hierRoot1" presStyleCnt="0">
        <dgm:presLayoutVars>
          <dgm:hierBranch val="init"/>
        </dgm:presLayoutVars>
      </dgm:prSet>
      <dgm:spPr/>
    </dgm:pt>
    <dgm:pt modelId="{56B86765-3973-4A1B-B9FA-A9BAA044945F}" type="pres">
      <dgm:prSet presAssocID="{5DA69EFB-56B0-4B75-B324-0E7C282B20BF}" presName="rootComposite1" presStyleCnt="0"/>
      <dgm:spPr/>
    </dgm:pt>
    <dgm:pt modelId="{B6A7DC07-95E8-42D1-84C7-3D8107F8C08C}" type="pres">
      <dgm:prSet presAssocID="{5DA69EFB-56B0-4B75-B324-0E7C282B20B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EB9F0D-0D1A-4DF5-B816-B232ED1E9F2F}" type="pres">
      <dgm:prSet presAssocID="{5DA69EFB-56B0-4B75-B324-0E7C282B20B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5BD6FE9-F6DD-42FC-85CF-F811854A11B8}" type="pres">
      <dgm:prSet presAssocID="{5DA69EFB-56B0-4B75-B324-0E7C282B20BF}" presName="hierChild2" presStyleCnt="0"/>
      <dgm:spPr/>
    </dgm:pt>
    <dgm:pt modelId="{59AC7E1B-C58C-44FC-ABC8-C9B1D84C49DC}" type="pres">
      <dgm:prSet presAssocID="{F0812E5D-A6BA-4FD1-BB9B-1D90FF8E263D}" presName="Name37" presStyleLbl="parChTrans1D2" presStyleIdx="0" presStyleCnt="2"/>
      <dgm:spPr/>
      <dgm:t>
        <a:bodyPr/>
        <a:lstStyle/>
        <a:p>
          <a:endParaRPr lang="en-US"/>
        </a:p>
      </dgm:t>
    </dgm:pt>
    <dgm:pt modelId="{29F603F0-C6F4-4CE5-9155-0989483ED9D5}" type="pres">
      <dgm:prSet presAssocID="{2044A144-FAB5-4E5F-B346-C5D2A1AC5013}" presName="hierRoot2" presStyleCnt="0">
        <dgm:presLayoutVars>
          <dgm:hierBranch val="init"/>
        </dgm:presLayoutVars>
      </dgm:prSet>
      <dgm:spPr/>
    </dgm:pt>
    <dgm:pt modelId="{AA7DE216-42A3-40C6-8CB8-6B6037A3DE15}" type="pres">
      <dgm:prSet presAssocID="{2044A144-FAB5-4E5F-B346-C5D2A1AC5013}" presName="rootComposite" presStyleCnt="0"/>
      <dgm:spPr/>
    </dgm:pt>
    <dgm:pt modelId="{08829E75-3FC5-4D93-8B45-0211E68A6C54}" type="pres">
      <dgm:prSet presAssocID="{2044A144-FAB5-4E5F-B346-C5D2A1AC5013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7ED668A-BC3A-468F-A4FC-86299967D2A3}" type="pres">
      <dgm:prSet presAssocID="{2044A144-FAB5-4E5F-B346-C5D2A1AC5013}" presName="rootConnector" presStyleLbl="node2" presStyleIdx="0" presStyleCnt="2"/>
      <dgm:spPr/>
      <dgm:t>
        <a:bodyPr/>
        <a:lstStyle/>
        <a:p>
          <a:endParaRPr lang="en-US"/>
        </a:p>
      </dgm:t>
    </dgm:pt>
    <dgm:pt modelId="{F734E451-6611-4EC5-8FF8-3469D657A61D}" type="pres">
      <dgm:prSet presAssocID="{2044A144-FAB5-4E5F-B346-C5D2A1AC5013}" presName="hierChild4" presStyleCnt="0"/>
      <dgm:spPr/>
    </dgm:pt>
    <dgm:pt modelId="{B2C5357C-5910-4E6B-88EC-5FEC007005BB}" type="pres">
      <dgm:prSet presAssocID="{8CF5E9A2-4970-4A4E-AA27-6A3EDBDEA401}" presName="Name37" presStyleLbl="parChTrans1D3" presStyleIdx="0" presStyleCnt="2"/>
      <dgm:spPr/>
      <dgm:t>
        <a:bodyPr/>
        <a:lstStyle/>
        <a:p>
          <a:endParaRPr lang="en-US"/>
        </a:p>
      </dgm:t>
    </dgm:pt>
    <dgm:pt modelId="{ABCE306E-ED3F-4DFD-B5FD-5C208B741E7F}" type="pres">
      <dgm:prSet presAssocID="{6589846F-A6DA-48FB-923F-6BEC1D9F2EBF}" presName="hierRoot2" presStyleCnt="0">
        <dgm:presLayoutVars>
          <dgm:hierBranch val="init"/>
        </dgm:presLayoutVars>
      </dgm:prSet>
      <dgm:spPr/>
    </dgm:pt>
    <dgm:pt modelId="{90C2AC35-9D58-41EE-8796-8EDF09DA32C2}" type="pres">
      <dgm:prSet presAssocID="{6589846F-A6DA-48FB-923F-6BEC1D9F2EBF}" presName="rootComposite" presStyleCnt="0"/>
      <dgm:spPr/>
    </dgm:pt>
    <dgm:pt modelId="{A3E4D22E-A74F-4B59-9654-C8EDB9E9A7FB}" type="pres">
      <dgm:prSet presAssocID="{6589846F-A6DA-48FB-923F-6BEC1D9F2EBF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9BB36BE-50A1-41BD-B92E-F38BD4EB0AAC}" type="pres">
      <dgm:prSet presAssocID="{6589846F-A6DA-48FB-923F-6BEC1D9F2EBF}" presName="rootConnector" presStyleLbl="node3" presStyleIdx="0" presStyleCnt="2"/>
      <dgm:spPr/>
      <dgm:t>
        <a:bodyPr/>
        <a:lstStyle/>
        <a:p>
          <a:endParaRPr lang="en-US"/>
        </a:p>
      </dgm:t>
    </dgm:pt>
    <dgm:pt modelId="{14F486A0-FB05-4A9F-AA99-9D3DAD3F25AB}" type="pres">
      <dgm:prSet presAssocID="{6589846F-A6DA-48FB-923F-6BEC1D9F2EBF}" presName="hierChild4" presStyleCnt="0"/>
      <dgm:spPr/>
    </dgm:pt>
    <dgm:pt modelId="{4B5448A8-EBED-4B88-9966-B85259200A15}" type="pres">
      <dgm:prSet presAssocID="{732F21FD-A573-46E0-A73A-FE86C85DECA2}" presName="Name37" presStyleLbl="parChTrans1D4" presStyleIdx="0" presStyleCnt="28"/>
      <dgm:spPr/>
      <dgm:t>
        <a:bodyPr/>
        <a:lstStyle/>
        <a:p>
          <a:endParaRPr lang="en-US"/>
        </a:p>
      </dgm:t>
    </dgm:pt>
    <dgm:pt modelId="{F365F2D2-7AE1-404B-8916-B6F4BC056D82}" type="pres">
      <dgm:prSet presAssocID="{4184B322-68C1-4FBD-8C54-4364F667F728}" presName="hierRoot2" presStyleCnt="0">
        <dgm:presLayoutVars>
          <dgm:hierBranch val="init"/>
        </dgm:presLayoutVars>
      </dgm:prSet>
      <dgm:spPr/>
    </dgm:pt>
    <dgm:pt modelId="{7329562A-6E91-44C3-B291-D34FAE714969}" type="pres">
      <dgm:prSet presAssocID="{4184B322-68C1-4FBD-8C54-4364F667F728}" presName="rootComposite" presStyleCnt="0"/>
      <dgm:spPr/>
    </dgm:pt>
    <dgm:pt modelId="{58970394-98E4-4A44-9666-0DFFAF74949D}" type="pres">
      <dgm:prSet presAssocID="{4184B322-68C1-4FBD-8C54-4364F667F728}" presName="rootText" presStyleLbl="node4" presStyleIdx="0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1972F5-881E-4AFF-9FCB-925B33484E32}" type="pres">
      <dgm:prSet presAssocID="{4184B322-68C1-4FBD-8C54-4364F667F728}" presName="rootConnector" presStyleLbl="node4" presStyleIdx="0" presStyleCnt="28"/>
      <dgm:spPr/>
      <dgm:t>
        <a:bodyPr/>
        <a:lstStyle/>
        <a:p>
          <a:endParaRPr lang="en-US"/>
        </a:p>
      </dgm:t>
    </dgm:pt>
    <dgm:pt modelId="{7C34A076-AFC4-434A-A9C0-6FC68A9E0702}" type="pres">
      <dgm:prSet presAssocID="{4184B322-68C1-4FBD-8C54-4364F667F728}" presName="hierChild4" presStyleCnt="0"/>
      <dgm:spPr/>
    </dgm:pt>
    <dgm:pt modelId="{3ADE438B-AF1B-4917-9F3F-A56E4745C688}" type="pres">
      <dgm:prSet presAssocID="{D17B0668-5347-401E-BD66-00A8B0520D8A}" presName="Name37" presStyleLbl="parChTrans1D4" presStyleIdx="1" presStyleCnt="28"/>
      <dgm:spPr/>
      <dgm:t>
        <a:bodyPr/>
        <a:lstStyle/>
        <a:p>
          <a:endParaRPr lang="en-US"/>
        </a:p>
      </dgm:t>
    </dgm:pt>
    <dgm:pt modelId="{559E6762-D8F1-4439-96D6-C1122CAF19C9}" type="pres">
      <dgm:prSet presAssocID="{DC2104BF-84C2-4109-A70F-D63F8E603899}" presName="hierRoot2" presStyleCnt="0">
        <dgm:presLayoutVars>
          <dgm:hierBranch val="init"/>
        </dgm:presLayoutVars>
      </dgm:prSet>
      <dgm:spPr/>
    </dgm:pt>
    <dgm:pt modelId="{5EA13458-9869-41FD-98BE-C41B9B47F561}" type="pres">
      <dgm:prSet presAssocID="{DC2104BF-84C2-4109-A70F-D63F8E603899}" presName="rootComposite" presStyleCnt="0"/>
      <dgm:spPr/>
    </dgm:pt>
    <dgm:pt modelId="{7890925C-0E0D-46EA-A698-02E91CD539E6}" type="pres">
      <dgm:prSet presAssocID="{DC2104BF-84C2-4109-A70F-D63F8E603899}" presName="rootText" presStyleLbl="node4" presStyleIdx="1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0BE1E6-5D63-4176-BBF8-32465C7482F9}" type="pres">
      <dgm:prSet presAssocID="{DC2104BF-84C2-4109-A70F-D63F8E603899}" presName="rootConnector" presStyleLbl="node4" presStyleIdx="1" presStyleCnt="28"/>
      <dgm:spPr/>
      <dgm:t>
        <a:bodyPr/>
        <a:lstStyle/>
        <a:p>
          <a:endParaRPr lang="en-US"/>
        </a:p>
      </dgm:t>
    </dgm:pt>
    <dgm:pt modelId="{B71B5988-4804-4F9E-BE5F-9562219F0593}" type="pres">
      <dgm:prSet presAssocID="{DC2104BF-84C2-4109-A70F-D63F8E603899}" presName="hierChild4" presStyleCnt="0"/>
      <dgm:spPr/>
    </dgm:pt>
    <dgm:pt modelId="{6EC9EDE5-7DED-43F6-ABC0-D64843B73191}" type="pres">
      <dgm:prSet presAssocID="{F7CA8BB2-42BC-4B68-8D77-F88100F22481}" presName="Name37" presStyleLbl="parChTrans1D4" presStyleIdx="2" presStyleCnt="28"/>
      <dgm:spPr/>
      <dgm:t>
        <a:bodyPr/>
        <a:lstStyle/>
        <a:p>
          <a:endParaRPr lang="en-US"/>
        </a:p>
      </dgm:t>
    </dgm:pt>
    <dgm:pt modelId="{68D6F707-69A6-425D-A2D1-744DE146AA7F}" type="pres">
      <dgm:prSet presAssocID="{FAC5CF4F-E11A-4364-AA7E-DC177E9018A9}" presName="hierRoot2" presStyleCnt="0">
        <dgm:presLayoutVars>
          <dgm:hierBranch val="init"/>
        </dgm:presLayoutVars>
      </dgm:prSet>
      <dgm:spPr/>
    </dgm:pt>
    <dgm:pt modelId="{4108CEF6-FB04-42E6-8A6D-3D120C986F7A}" type="pres">
      <dgm:prSet presAssocID="{FAC5CF4F-E11A-4364-AA7E-DC177E9018A9}" presName="rootComposite" presStyleCnt="0"/>
      <dgm:spPr/>
    </dgm:pt>
    <dgm:pt modelId="{D0F6A80A-F3B2-4D17-A05D-F20B5DAB4AE0}" type="pres">
      <dgm:prSet presAssocID="{FAC5CF4F-E11A-4364-AA7E-DC177E9018A9}" presName="rootText" presStyleLbl="node4" presStyleIdx="2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85B82A7-E546-41C1-B729-84CCBB2FD96F}" type="pres">
      <dgm:prSet presAssocID="{FAC5CF4F-E11A-4364-AA7E-DC177E9018A9}" presName="rootConnector" presStyleLbl="node4" presStyleIdx="2" presStyleCnt="28"/>
      <dgm:spPr/>
      <dgm:t>
        <a:bodyPr/>
        <a:lstStyle/>
        <a:p>
          <a:endParaRPr lang="en-US"/>
        </a:p>
      </dgm:t>
    </dgm:pt>
    <dgm:pt modelId="{2AA2D1A8-028D-4B3F-9EE8-03B2E69812ED}" type="pres">
      <dgm:prSet presAssocID="{FAC5CF4F-E11A-4364-AA7E-DC177E9018A9}" presName="hierChild4" presStyleCnt="0"/>
      <dgm:spPr/>
    </dgm:pt>
    <dgm:pt modelId="{78519061-1745-4C64-834E-B032B43403D7}" type="pres">
      <dgm:prSet presAssocID="{4D75BEB3-06E3-4D7B-8E4F-BB184C27A143}" presName="Name37" presStyleLbl="parChTrans1D4" presStyleIdx="3" presStyleCnt="28"/>
      <dgm:spPr/>
      <dgm:t>
        <a:bodyPr/>
        <a:lstStyle/>
        <a:p>
          <a:endParaRPr lang="en-US"/>
        </a:p>
      </dgm:t>
    </dgm:pt>
    <dgm:pt modelId="{21635A03-CED1-42DF-81BF-06F85B46022F}" type="pres">
      <dgm:prSet presAssocID="{182F3A1C-9C9F-4D3C-8BD7-4F03C471EE4C}" presName="hierRoot2" presStyleCnt="0">
        <dgm:presLayoutVars>
          <dgm:hierBranch val="init"/>
        </dgm:presLayoutVars>
      </dgm:prSet>
      <dgm:spPr/>
    </dgm:pt>
    <dgm:pt modelId="{824D7EAD-8586-41DD-9DCA-62F37A7D982D}" type="pres">
      <dgm:prSet presAssocID="{182F3A1C-9C9F-4D3C-8BD7-4F03C471EE4C}" presName="rootComposite" presStyleCnt="0"/>
      <dgm:spPr/>
    </dgm:pt>
    <dgm:pt modelId="{F5A7D0D5-ED0B-4438-9F17-04A8A3DB9508}" type="pres">
      <dgm:prSet presAssocID="{182F3A1C-9C9F-4D3C-8BD7-4F03C471EE4C}" presName="rootText" presStyleLbl="node4" presStyleIdx="3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0550DE1-CF0D-41DF-9C87-F0871E8FCD44}" type="pres">
      <dgm:prSet presAssocID="{182F3A1C-9C9F-4D3C-8BD7-4F03C471EE4C}" presName="rootConnector" presStyleLbl="node4" presStyleIdx="3" presStyleCnt="28"/>
      <dgm:spPr/>
      <dgm:t>
        <a:bodyPr/>
        <a:lstStyle/>
        <a:p>
          <a:endParaRPr lang="en-US"/>
        </a:p>
      </dgm:t>
    </dgm:pt>
    <dgm:pt modelId="{01A444EB-ED9C-4830-8FE1-FF8B41E038E0}" type="pres">
      <dgm:prSet presAssocID="{182F3A1C-9C9F-4D3C-8BD7-4F03C471EE4C}" presName="hierChild4" presStyleCnt="0"/>
      <dgm:spPr/>
    </dgm:pt>
    <dgm:pt modelId="{B4E77AAE-E971-4A46-9263-5A5282BEF136}" type="pres">
      <dgm:prSet presAssocID="{182F3A1C-9C9F-4D3C-8BD7-4F03C471EE4C}" presName="hierChild5" presStyleCnt="0"/>
      <dgm:spPr/>
    </dgm:pt>
    <dgm:pt modelId="{8509D09F-9434-433E-B36D-DA27676726B9}" type="pres">
      <dgm:prSet presAssocID="{FAC5CF4F-E11A-4364-AA7E-DC177E9018A9}" presName="hierChild5" presStyleCnt="0"/>
      <dgm:spPr/>
    </dgm:pt>
    <dgm:pt modelId="{302F0A62-0F84-470E-8E8D-51065B3AFC3D}" type="pres">
      <dgm:prSet presAssocID="{3EA62F77-856B-41C5-9147-A0621A6A1A62}" presName="Name37" presStyleLbl="parChTrans1D4" presStyleIdx="4" presStyleCnt="28"/>
      <dgm:spPr/>
      <dgm:t>
        <a:bodyPr/>
        <a:lstStyle/>
        <a:p>
          <a:endParaRPr lang="en-US"/>
        </a:p>
      </dgm:t>
    </dgm:pt>
    <dgm:pt modelId="{3FBF639B-388D-4628-82BE-6E600F6D712D}" type="pres">
      <dgm:prSet presAssocID="{53C80281-FC24-4EFF-9467-AA4518E1E3D9}" presName="hierRoot2" presStyleCnt="0">
        <dgm:presLayoutVars>
          <dgm:hierBranch val="init"/>
        </dgm:presLayoutVars>
      </dgm:prSet>
      <dgm:spPr/>
    </dgm:pt>
    <dgm:pt modelId="{6C937ADF-E346-49A8-B264-BB4857EBF64B}" type="pres">
      <dgm:prSet presAssocID="{53C80281-FC24-4EFF-9467-AA4518E1E3D9}" presName="rootComposite" presStyleCnt="0"/>
      <dgm:spPr/>
    </dgm:pt>
    <dgm:pt modelId="{118B2826-A2E1-4CE0-86BD-D64C01759571}" type="pres">
      <dgm:prSet presAssocID="{53C80281-FC24-4EFF-9467-AA4518E1E3D9}" presName="rootText" presStyleLbl="node4" presStyleIdx="4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76C983-0A83-4653-8BF8-EEBB8473E223}" type="pres">
      <dgm:prSet presAssocID="{53C80281-FC24-4EFF-9467-AA4518E1E3D9}" presName="rootConnector" presStyleLbl="node4" presStyleIdx="4" presStyleCnt="28"/>
      <dgm:spPr/>
      <dgm:t>
        <a:bodyPr/>
        <a:lstStyle/>
        <a:p>
          <a:endParaRPr lang="en-US"/>
        </a:p>
      </dgm:t>
    </dgm:pt>
    <dgm:pt modelId="{9D2C5F62-978D-4A57-8A6A-E442094BD4B4}" type="pres">
      <dgm:prSet presAssocID="{53C80281-FC24-4EFF-9467-AA4518E1E3D9}" presName="hierChild4" presStyleCnt="0"/>
      <dgm:spPr/>
    </dgm:pt>
    <dgm:pt modelId="{DB5D0A8B-12CA-4A22-BF96-0C766EB7EDE4}" type="pres">
      <dgm:prSet presAssocID="{32764BAD-2C06-42DA-90EE-36E0F5FF2D2A}" presName="Name37" presStyleLbl="parChTrans1D4" presStyleIdx="5" presStyleCnt="28"/>
      <dgm:spPr/>
      <dgm:t>
        <a:bodyPr/>
        <a:lstStyle/>
        <a:p>
          <a:endParaRPr lang="en-US"/>
        </a:p>
      </dgm:t>
    </dgm:pt>
    <dgm:pt modelId="{E139D4A8-5E06-4BD0-8B31-1F2CF60A473C}" type="pres">
      <dgm:prSet presAssocID="{BF1E48A3-CFD4-4A18-A53D-F38BDD4B6615}" presName="hierRoot2" presStyleCnt="0">
        <dgm:presLayoutVars>
          <dgm:hierBranch val="init"/>
        </dgm:presLayoutVars>
      </dgm:prSet>
      <dgm:spPr/>
    </dgm:pt>
    <dgm:pt modelId="{2EF65C87-26E7-429D-AF69-E66C2BD7ED4C}" type="pres">
      <dgm:prSet presAssocID="{BF1E48A3-CFD4-4A18-A53D-F38BDD4B6615}" presName="rootComposite" presStyleCnt="0"/>
      <dgm:spPr/>
    </dgm:pt>
    <dgm:pt modelId="{3C297334-B1D7-4A85-B099-BE02EAF0149F}" type="pres">
      <dgm:prSet presAssocID="{BF1E48A3-CFD4-4A18-A53D-F38BDD4B6615}" presName="rootText" presStyleLbl="node4" presStyleIdx="5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3BB50-BC71-49B6-94F4-9770E7C20B44}" type="pres">
      <dgm:prSet presAssocID="{BF1E48A3-CFD4-4A18-A53D-F38BDD4B6615}" presName="rootConnector" presStyleLbl="node4" presStyleIdx="5" presStyleCnt="28"/>
      <dgm:spPr/>
      <dgm:t>
        <a:bodyPr/>
        <a:lstStyle/>
        <a:p>
          <a:endParaRPr lang="en-US"/>
        </a:p>
      </dgm:t>
    </dgm:pt>
    <dgm:pt modelId="{95A4C945-D943-4984-A30B-6689FC72EBE4}" type="pres">
      <dgm:prSet presAssocID="{BF1E48A3-CFD4-4A18-A53D-F38BDD4B6615}" presName="hierChild4" presStyleCnt="0"/>
      <dgm:spPr/>
    </dgm:pt>
    <dgm:pt modelId="{4C0F9123-4F85-4984-B246-04F0057F5288}" type="pres">
      <dgm:prSet presAssocID="{BF1E48A3-CFD4-4A18-A53D-F38BDD4B6615}" presName="hierChild5" presStyleCnt="0"/>
      <dgm:spPr/>
    </dgm:pt>
    <dgm:pt modelId="{17F7E7DF-DCE6-45F6-B577-0621D3AD9B43}" type="pres">
      <dgm:prSet presAssocID="{CBBD7AFC-E22F-4910-AC26-652920E83715}" presName="Name37" presStyleLbl="parChTrans1D4" presStyleIdx="6" presStyleCnt="28"/>
      <dgm:spPr/>
    </dgm:pt>
    <dgm:pt modelId="{E32A04E1-BF4E-4BB2-8AE1-330E01C8EF15}" type="pres">
      <dgm:prSet presAssocID="{DBE6938F-2127-4DC0-BD7E-16C448E5C773}" presName="hierRoot2" presStyleCnt="0">
        <dgm:presLayoutVars>
          <dgm:hierBranch val="init"/>
        </dgm:presLayoutVars>
      </dgm:prSet>
      <dgm:spPr/>
    </dgm:pt>
    <dgm:pt modelId="{82138A53-01BD-41E1-A5FA-64CD20AB142A}" type="pres">
      <dgm:prSet presAssocID="{DBE6938F-2127-4DC0-BD7E-16C448E5C773}" presName="rootComposite" presStyleCnt="0"/>
      <dgm:spPr/>
    </dgm:pt>
    <dgm:pt modelId="{F165A21F-F0C7-47E8-B347-CA2467F7E065}" type="pres">
      <dgm:prSet presAssocID="{DBE6938F-2127-4DC0-BD7E-16C448E5C773}" presName="rootText" presStyleLbl="node4" presStyleIdx="6" presStyleCnt="28">
        <dgm:presLayoutVars>
          <dgm:chPref val="3"/>
        </dgm:presLayoutVars>
      </dgm:prSet>
      <dgm:spPr/>
    </dgm:pt>
    <dgm:pt modelId="{FBF0080A-EF23-492E-9984-30902D47193C}" type="pres">
      <dgm:prSet presAssocID="{DBE6938F-2127-4DC0-BD7E-16C448E5C773}" presName="rootConnector" presStyleLbl="node4" presStyleIdx="6" presStyleCnt="28"/>
      <dgm:spPr/>
    </dgm:pt>
    <dgm:pt modelId="{6BD9685F-0D99-4777-A26B-3582362BAF83}" type="pres">
      <dgm:prSet presAssocID="{DBE6938F-2127-4DC0-BD7E-16C448E5C773}" presName="hierChild4" presStyleCnt="0"/>
      <dgm:spPr/>
    </dgm:pt>
    <dgm:pt modelId="{6301F3DF-06CF-4FD5-B3A0-69D479115460}" type="pres">
      <dgm:prSet presAssocID="{DBE6938F-2127-4DC0-BD7E-16C448E5C773}" presName="hierChild5" presStyleCnt="0"/>
      <dgm:spPr/>
    </dgm:pt>
    <dgm:pt modelId="{A8A53036-647A-4F30-A0F0-D5115FF938F1}" type="pres">
      <dgm:prSet presAssocID="{96CB375D-665D-4993-A63F-56409D3821E5}" presName="Name37" presStyleLbl="parChTrans1D4" presStyleIdx="7" presStyleCnt="28"/>
      <dgm:spPr/>
    </dgm:pt>
    <dgm:pt modelId="{FD531D85-E97B-49BD-AD88-5851841B77EA}" type="pres">
      <dgm:prSet presAssocID="{CC4054B4-5BB8-48E4-A833-CC41E737CD73}" presName="hierRoot2" presStyleCnt="0">
        <dgm:presLayoutVars>
          <dgm:hierBranch val="init"/>
        </dgm:presLayoutVars>
      </dgm:prSet>
      <dgm:spPr/>
    </dgm:pt>
    <dgm:pt modelId="{4EDC5FDA-144E-4DF8-8624-6A5C4A12F209}" type="pres">
      <dgm:prSet presAssocID="{CC4054B4-5BB8-48E4-A833-CC41E737CD73}" presName="rootComposite" presStyleCnt="0"/>
      <dgm:spPr/>
    </dgm:pt>
    <dgm:pt modelId="{A190D53D-778F-4C31-AC88-178122ED524C}" type="pres">
      <dgm:prSet presAssocID="{CC4054B4-5BB8-48E4-A833-CC41E737CD73}" presName="rootText" presStyleLbl="node4" presStyleIdx="7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36DC1A-743C-4E15-92DF-2C0BCFB4F123}" type="pres">
      <dgm:prSet presAssocID="{CC4054B4-5BB8-48E4-A833-CC41E737CD73}" presName="rootConnector" presStyleLbl="node4" presStyleIdx="7" presStyleCnt="28"/>
      <dgm:spPr/>
    </dgm:pt>
    <dgm:pt modelId="{FA03A4C1-731D-4263-8A31-4D2F44B9643F}" type="pres">
      <dgm:prSet presAssocID="{CC4054B4-5BB8-48E4-A833-CC41E737CD73}" presName="hierChild4" presStyleCnt="0"/>
      <dgm:spPr/>
    </dgm:pt>
    <dgm:pt modelId="{9B0B26EE-2DB9-4918-99DC-BEC64B6F739A}" type="pres">
      <dgm:prSet presAssocID="{CC4054B4-5BB8-48E4-A833-CC41E737CD73}" presName="hierChild5" presStyleCnt="0"/>
      <dgm:spPr/>
    </dgm:pt>
    <dgm:pt modelId="{CB3998D4-E044-4444-9927-557DA9ABA116}" type="pres">
      <dgm:prSet presAssocID="{53C80281-FC24-4EFF-9467-AA4518E1E3D9}" presName="hierChild5" presStyleCnt="0"/>
      <dgm:spPr/>
    </dgm:pt>
    <dgm:pt modelId="{A07468E8-3A79-4FAF-AD4D-C7FADD6E5781}" type="pres">
      <dgm:prSet presAssocID="{DC2104BF-84C2-4109-A70F-D63F8E603899}" presName="hierChild5" presStyleCnt="0"/>
      <dgm:spPr/>
    </dgm:pt>
    <dgm:pt modelId="{5E23D09E-72DD-4E98-8BD5-0CA6B77A3E90}" type="pres">
      <dgm:prSet presAssocID="{4184B322-68C1-4FBD-8C54-4364F667F728}" presName="hierChild5" presStyleCnt="0"/>
      <dgm:spPr/>
    </dgm:pt>
    <dgm:pt modelId="{15F9F8CC-776C-48CB-BE48-D0E8C9E0A1D5}" type="pres">
      <dgm:prSet presAssocID="{0BD14A17-2097-4BDA-8348-C84B01D6C382}" presName="Name37" presStyleLbl="parChTrans1D4" presStyleIdx="8" presStyleCnt="28"/>
      <dgm:spPr/>
      <dgm:t>
        <a:bodyPr/>
        <a:lstStyle/>
        <a:p>
          <a:endParaRPr lang="en-US"/>
        </a:p>
      </dgm:t>
    </dgm:pt>
    <dgm:pt modelId="{BCA42BEF-B6CD-41B4-913B-F67BD564BB97}" type="pres">
      <dgm:prSet presAssocID="{4FF6321E-126A-4E8F-9AAB-2349D36EEB36}" presName="hierRoot2" presStyleCnt="0">
        <dgm:presLayoutVars>
          <dgm:hierBranch val="init"/>
        </dgm:presLayoutVars>
      </dgm:prSet>
      <dgm:spPr/>
    </dgm:pt>
    <dgm:pt modelId="{BAFBB5E0-3B80-4362-B19C-52059664BF72}" type="pres">
      <dgm:prSet presAssocID="{4FF6321E-126A-4E8F-9AAB-2349D36EEB36}" presName="rootComposite" presStyleCnt="0"/>
      <dgm:spPr/>
    </dgm:pt>
    <dgm:pt modelId="{0FA11A12-FB40-49D2-A4C1-B48E8BABE117}" type="pres">
      <dgm:prSet presAssocID="{4FF6321E-126A-4E8F-9AAB-2349D36EEB36}" presName="rootText" presStyleLbl="node4" presStyleIdx="8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E76CCE9-CAA0-47DD-A739-1276E149DEB9}" type="pres">
      <dgm:prSet presAssocID="{4FF6321E-126A-4E8F-9AAB-2349D36EEB36}" presName="rootConnector" presStyleLbl="node4" presStyleIdx="8" presStyleCnt="28"/>
      <dgm:spPr/>
      <dgm:t>
        <a:bodyPr/>
        <a:lstStyle/>
        <a:p>
          <a:endParaRPr lang="en-US"/>
        </a:p>
      </dgm:t>
    </dgm:pt>
    <dgm:pt modelId="{225DBD06-BB97-4537-B9A3-14182541EC6F}" type="pres">
      <dgm:prSet presAssocID="{4FF6321E-126A-4E8F-9AAB-2349D36EEB36}" presName="hierChild4" presStyleCnt="0"/>
      <dgm:spPr/>
    </dgm:pt>
    <dgm:pt modelId="{86DA6C11-024D-40E0-A999-9C5FF2694399}" type="pres">
      <dgm:prSet presAssocID="{21556659-D340-4890-8922-0D7A076A2215}" presName="Name37" presStyleLbl="parChTrans1D4" presStyleIdx="9" presStyleCnt="28"/>
      <dgm:spPr/>
      <dgm:t>
        <a:bodyPr/>
        <a:lstStyle/>
        <a:p>
          <a:endParaRPr lang="en-US"/>
        </a:p>
      </dgm:t>
    </dgm:pt>
    <dgm:pt modelId="{5F6C4CAE-94A4-4F6F-9406-6D4D2A0C68EF}" type="pres">
      <dgm:prSet presAssocID="{0F1AC6AD-A054-4517-A85E-E9434A5AE2B3}" presName="hierRoot2" presStyleCnt="0">
        <dgm:presLayoutVars>
          <dgm:hierBranch val="init"/>
        </dgm:presLayoutVars>
      </dgm:prSet>
      <dgm:spPr/>
    </dgm:pt>
    <dgm:pt modelId="{C0CD9CF1-3263-4946-8F13-7FECED4C847B}" type="pres">
      <dgm:prSet presAssocID="{0F1AC6AD-A054-4517-A85E-E9434A5AE2B3}" presName="rootComposite" presStyleCnt="0"/>
      <dgm:spPr/>
    </dgm:pt>
    <dgm:pt modelId="{8C49FB70-BD25-4204-A27A-FFF453DCA83D}" type="pres">
      <dgm:prSet presAssocID="{0F1AC6AD-A054-4517-A85E-E9434A5AE2B3}" presName="rootText" presStyleLbl="node4" presStyleIdx="9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5D7D81-A5DD-45DC-9896-88E80275BCDD}" type="pres">
      <dgm:prSet presAssocID="{0F1AC6AD-A054-4517-A85E-E9434A5AE2B3}" presName="rootConnector" presStyleLbl="node4" presStyleIdx="9" presStyleCnt="28"/>
      <dgm:spPr/>
      <dgm:t>
        <a:bodyPr/>
        <a:lstStyle/>
        <a:p>
          <a:endParaRPr lang="en-US"/>
        </a:p>
      </dgm:t>
    </dgm:pt>
    <dgm:pt modelId="{C7378C74-5F8C-4FEE-BB47-A961F8724C16}" type="pres">
      <dgm:prSet presAssocID="{0F1AC6AD-A054-4517-A85E-E9434A5AE2B3}" presName="hierChild4" presStyleCnt="0"/>
      <dgm:spPr/>
    </dgm:pt>
    <dgm:pt modelId="{18D148C4-208F-4763-B694-FCC91BF1A8FF}" type="pres">
      <dgm:prSet presAssocID="{827BDA3E-90B8-4137-934F-97A4F9BD4397}" presName="Name37" presStyleLbl="parChTrans1D4" presStyleIdx="10" presStyleCnt="28"/>
      <dgm:spPr/>
    </dgm:pt>
    <dgm:pt modelId="{2000AE18-99F7-4FA4-BC22-FE73D12BC98B}" type="pres">
      <dgm:prSet presAssocID="{90AF94CD-058C-4839-B52A-175188763B22}" presName="hierRoot2" presStyleCnt="0">
        <dgm:presLayoutVars>
          <dgm:hierBranch val="init"/>
        </dgm:presLayoutVars>
      </dgm:prSet>
      <dgm:spPr/>
    </dgm:pt>
    <dgm:pt modelId="{CDE2767C-80B7-4BC9-96C0-94B3A67CEAA7}" type="pres">
      <dgm:prSet presAssocID="{90AF94CD-058C-4839-B52A-175188763B22}" presName="rootComposite" presStyleCnt="0"/>
      <dgm:spPr/>
    </dgm:pt>
    <dgm:pt modelId="{508FCFB3-9CE2-4939-9466-F20C2A9923E4}" type="pres">
      <dgm:prSet presAssocID="{90AF94CD-058C-4839-B52A-175188763B22}" presName="rootText" presStyleLbl="node4" presStyleIdx="10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76B183-8AC3-4C46-B771-3387BE0CD60E}" type="pres">
      <dgm:prSet presAssocID="{90AF94CD-058C-4839-B52A-175188763B22}" presName="rootConnector" presStyleLbl="node4" presStyleIdx="10" presStyleCnt="28"/>
      <dgm:spPr/>
    </dgm:pt>
    <dgm:pt modelId="{5424EFFD-EB85-4D84-A7D6-D8D3F7A80CE8}" type="pres">
      <dgm:prSet presAssocID="{90AF94CD-058C-4839-B52A-175188763B22}" presName="hierChild4" presStyleCnt="0"/>
      <dgm:spPr/>
    </dgm:pt>
    <dgm:pt modelId="{D2CC0C2D-4F03-4F72-BD63-9981598E931B}" type="pres">
      <dgm:prSet presAssocID="{B2808212-958E-47B8-8747-3C98991D60B2}" presName="Name37" presStyleLbl="parChTrans1D4" presStyleIdx="11" presStyleCnt="28"/>
      <dgm:spPr/>
    </dgm:pt>
    <dgm:pt modelId="{04DF71A0-5514-4753-BF16-78A13EB72F13}" type="pres">
      <dgm:prSet presAssocID="{081B0E5C-7B14-4C2E-8F3C-CD02853E6AD6}" presName="hierRoot2" presStyleCnt="0">
        <dgm:presLayoutVars>
          <dgm:hierBranch val="init"/>
        </dgm:presLayoutVars>
      </dgm:prSet>
      <dgm:spPr/>
    </dgm:pt>
    <dgm:pt modelId="{7E0D5D1C-3A6D-4B1C-9B3C-B2A203C23DB6}" type="pres">
      <dgm:prSet presAssocID="{081B0E5C-7B14-4C2E-8F3C-CD02853E6AD6}" presName="rootComposite" presStyleCnt="0"/>
      <dgm:spPr/>
    </dgm:pt>
    <dgm:pt modelId="{A39B2279-FA9C-4748-84B2-FA6C06C25F30}" type="pres">
      <dgm:prSet presAssocID="{081B0E5C-7B14-4C2E-8F3C-CD02853E6AD6}" presName="rootText" presStyleLbl="node4" presStyleIdx="11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7D14A8-C025-4C1E-AD57-7DDAAE68D702}" type="pres">
      <dgm:prSet presAssocID="{081B0E5C-7B14-4C2E-8F3C-CD02853E6AD6}" presName="rootConnector" presStyleLbl="node4" presStyleIdx="11" presStyleCnt="28"/>
      <dgm:spPr/>
    </dgm:pt>
    <dgm:pt modelId="{888A98BC-0C08-4FBD-B029-8C8D4D5CE5AC}" type="pres">
      <dgm:prSet presAssocID="{081B0E5C-7B14-4C2E-8F3C-CD02853E6AD6}" presName="hierChild4" presStyleCnt="0"/>
      <dgm:spPr/>
    </dgm:pt>
    <dgm:pt modelId="{F1C5DD99-6AD5-4856-9B55-66095252001A}" type="pres">
      <dgm:prSet presAssocID="{081B0E5C-7B14-4C2E-8F3C-CD02853E6AD6}" presName="hierChild5" presStyleCnt="0"/>
      <dgm:spPr/>
    </dgm:pt>
    <dgm:pt modelId="{3E2EFDDE-9999-433A-8F5C-8549868481FB}" type="pres">
      <dgm:prSet presAssocID="{90AF94CD-058C-4839-B52A-175188763B22}" presName="hierChild5" presStyleCnt="0"/>
      <dgm:spPr/>
    </dgm:pt>
    <dgm:pt modelId="{10DC3BA8-9F5F-4415-B858-ACB92F68B874}" type="pres">
      <dgm:prSet presAssocID="{8B25BF26-AD12-4B6E-8555-12EDBFC29A76}" presName="Name37" presStyleLbl="parChTrans1D4" presStyleIdx="12" presStyleCnt="28"/>
      <dgm:spPr/>
    </dgm:pt>
    <dgm:pt modelId="{071C6543-295E-4594-8EBA-093F53C0B4F9}" type="pres">
      <dgm:prSet presAssocID="{90382911-F641-43AD-A5AF-AA51C62CEAE2}" presName="hierRoot2" presStyleCnt="0">
        <dgm:presLayoutVars>
          <dgm:hierBranch val="init"/>
        </dgm:presLayoutVars>
      </dgm:prSet>
      <dgm:spPr/>
    </dgm:pt>
    <dgm:pt modelId="{0F70A150-856F-4F6E-8DA4-8878946EE1A5}" type="pres">
      <dgm:prSet presAssocID="{90382911-F641-43AD-A5AF-AA51C62CEAE2}" presName="rootComposite" presStyleCnt="0"/>
      <dgm:spPr/>
    </dgm:pt>
    <dgm:pt modelId="{7D8FFD96-3CEC-45EB-BBAE-AEC0B8C61D03}" type="pres">
      <dgm:prSet presAssocID="{90382911-F641-43AD-A5AF-AA51C62CEAE2}" presName="rootText" presStyleLbl="node4" presStyleIdx="12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9B3F4FC-FE1C-41C0-9F72-4C9C29F75CB1}" type="pres">
      <dgm:prSet presAssocID="{90382911-F641-43AD-A5AF-AA51C62CEAE2}" presName="rootConnector" presStyleLbl="node4" presStyleIdx="12" presStyleCnt="28"/>
      <dgm:spPr/>
    </dgm:pt>
    <dgm:pt modelId="{DEDD5CD5-1B9E-4888-B40A-F769C484B6EF}" type="pres">
      <dgm:prSet presAssocID="{90382911-F641-43AD-A5AF-AA51C62CEAE2}" presName="hierChild4" presStyleCnt="0"/>
      <dgm:spPr/>
    </dgm:pt>
    <dgm:pt modelId="{878CE096-C3A2-4DE7-BA5A-928347DD09EF}" type="pres">
      <dgm:prSet presAssocID="{053A8C47-1AB0-4354-90B3-2F11EB7CBD5F}" presName="Name37" presStyleLbl="parChTrans1D4" presStyleIdx="13" presStyleCnt="28"/>
      <dgm:spPr/>
    </dgm:pt>
    <dgm:pt modelId="{D0C107F7-BABF-4656-A37B-85A45518A1C0}" type="pres">
      <dgm:prSet presAssocID="{B53F08AD-2BE3-424A-B90F-E39A77E1B85D}" presName="hierRoot2" presStyleCnt="0">
        <dgm:presLayoutVars>
          <dgm:hierBranch val="init"/>
        </dgm:presLayoutVars>
      </dgm:prSet>
      <dgm:spPr/>
    </dgm:pt>
    <dgm:pt modelId="{B1DD6B7C-80CC-4C69-9A8B-CE134631FF94}" type="pres">
      <dgm:prSet presAssocID="{B53F08AD-2BE3-424A-B90F-E39A77E1B85D}" presName="rootComposite" presStyleCnt="0"/>
      <dgm:spPr/>
    </dgm:pt>
    <dgm:pt modelId="{C6435E6B-7FCF-40AE-A5C9-7E02CE347099}" type="pres">
      <dgm:prSet presAssocID="{B53F08AD-2BE3-424A-B90F-E39A77E1B85D}" presName="rootText" presStyleLbl="node4" presStyleIdx="13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CEFA31-15DB-4139-81CB-4530CE58E6B5}" type="pres">
      <dgm:prSet presAssocID="{B53F08AD-2BE3-424A-B90F-E39A77E1B85D}" presName="rootConnector" presStyleLbl="node4" presStyleIdx="13" presStyleCnt="28"/>
      <dgm:spPr/>
    </dgm:pt>
    <dgm:pt modelId="{6E0D5FC8-CE25-4CB1-8F34-9E34523F962B}" type="pres">
      <dgm:prSet presAssocID="{B53F08AD-2BE3-424A-B90F-E39A77E1B85D}" presName="hierChild4" presStyleCnt="0"/>
      <dgm:spPr/>
    </dgm:pt>
    <dgm:pt modelId="{A0A64E67-4A8D-42DD-ABCF-0609DE529A49}" type="pres">
      <dgm:prSet presAssocID="{B53F08AD-2BE3-424A-B90F-E39A77E1B85D}" presName="hierChild5" presStyleCnt="0"/>
      <dgm:spPr/>
    </dgm:pt>
    <dgm:pt modelId="{DA87AF91-CDC7-49B3-9BEB-C01C8048DEB1}" type="pres">
      <dgm:prSet presAssocID="{90382911-F641-43AD-A5AF-AA51C62CEAE2}" presName="hierChild5" presStyleCnt="0"/>
      <dgm:spPr/>
    </dgm:pt>
    <dgm:pt modelId="{9C8938A7-F067-42A9-A55B-429A9EBDAA2A}" type="pres">
      <dgm:prSet presAssocID="{0F1AC6AD-A054-4517-A85E-E9434A5AE2B3}" presName="hierChild5" presStyleCnt="0"/>
      <dgm:spPr/>
    </dgm:pt>
    <dgm:pt modelId="{3CE07781-DC1C-4530-A72B-7C3859E7AB27}" type="pres">
      <dgm:prSet presAssocID="{4FF6321E-126A-4E8F-9AAB-2349D36EEB36}" presName="hierChild5" presStyleCnt="0"/>
      <dgm:spPr/>
    </dgm:pt>
    <dgm:pt modelId="{D7C482C2-1F7A-4E68-A824-4528A3807CE2}" type="pres">
      <dgm:prSet presAssocID="{6589846F-A6DA-48FB-923F-6BEC1D9F2EBF}" presName="hierChild5" presStyleCnt="0"/>
      <dgm:spPr/>
    </dgm:pt>
    <dgm:pt modelId="{65050054-07E4-441D-BD4D-ED110888BDC2}" type="pres">
      <dgm:prSet presAssocID="{2044A144-FAB5-4E5F-B346-C5D2A1AC5013}" presName="hierChild5" presStyleCnt="0"/>
      <dgm:spPr/>
    </dgm:pt>
    <dgm:pt modelId="{77DF79CE-16DC-4E8A-BCFC-F7428D6C5595}" type="pres">
      <dgm:prSet presAssocID="{A2C6E94C-D786-4BEA-8CC8-ED3C7177519E}" presName="Name37" presStyleLbl="parChTrans1D2" presStyleIdx="1" presStyleCnt="2"/>
      <dgm:spPr/>
      <dgm:t>
        <a:bodyPr/>
        <a:lstStyle/>
        <a:p>
          <a:endParaRPr lang="en-US"/>
        </a:p>
      </dgm:t>
    </dgm:pt>
    <dgm:pt modelId="{2C047635-80C9-40A0-8622-1D75BFC2F1A1}" type="pres">
      <dgm:prSet presAssocID="{1C72EF56-F989-4F48-A9AC-4405EF91FF9F}" presName="hierRoot2" presStyleCnt="0">
        <dgm:presLayoutVars>
          <dgm:hierBranch val="init"/>
        </dgm:presLayoutVars>
      </dgm:prSet>
      <dgm:spPr/>
    </dgm:pt>
    <dgm:pt modelId="{48C30D91-EB29-4BBB-A5E0-6D54C427C886}" type="pres">
      <dgm:prSet presAssocID="{1C72EF56-F989-4F48-A9AC-4405EF91FF9F}" presName="rootComposite" presStyleCnt="0"/>
      <dgm:spPr/>
    </dgm:pt>
    <dgm:pt modelId="{9922F3AC-3AE3-46F5-9EB7-3A40518C8D8B}" type="pres">
      <dgm:prSet presAssocID="{1C72EF56-F989-4F48-A9AC-4405EF91FF9F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0EE482-ACD2-4262-A0E0-77282B47C074}" type="pres">
      <dgm:prSet presAssocID="{1C72EF56-F989-4F48-A9AC-4405EF91FF9F}" presName="rootConnector" presStyleLbl="node2" presStyleIdx="1" presStyleCnt="2"/>
      <dgm:spPr/>
      <dgm:t>
        <a:bodyPr/>
        <a:lstStyle/>
        <a:p>
          <a:endParaRPr lang="en-US"/>
        </a:p>
      </dgm:t>
    </dgm:pt>
    <dgm:pt modelId="{DBAD1F80-9719-4508-852C-3D09EB939D11}" type="pres">
      <dgm:prSet presAssocID="{1C72EF56-F989-4F48-A9AC-4405EF91FF9F}" presName="hierChild4" presStyleCnt="0"/>
      <dgm:spPr/>
    </dgm:pt>
    <dgm:pt modelId="{5208C4E0-D353-48F1-9733-E568A726818A}" type="pres">
      <dgm:prSet presAssocID="{1D92CA3A-20CF-4932-AC64-1282A9A8E12E}" presName="Name37" presStyleLbl="parChTrans1D3" presStyleIdx="1" presStyleCnt="2"/>
      <dgm:spPr/>
      <dgm:t>
        <a:bodyPr/>
        <a:lstStyle/>
        <a:p>
          <a:endParaRPr lang="en-US"/>
        </a:p>
      </dgm:t>
    </dgm:pt>
    <dgm:pt modelId="{88D2AC9A-B6DE-4391-8ADE-C790D1FEAA0A}" type="pres">
      <dgm:prSet presAssocID="{AAACDA4A-179D-421D-86C7-BCAC046AD3A7}" presName="hierRoot2" presStyleCnt="0">
        <dgm:presLayoutVars>
          <dgm:hierBranch val="init"/>
        </dgm:presLayoutVars>
      </dgm:prSet>
      <dgm:spPr/>
    </dgm:pt>
    <dgm:pt modelId="{A5071FE5-A7BD-4F60-B187-21AA25C15B58}" type="pres">
      <dgm:prSet presAssocID="{AAACDA4A-179D-421D-86C7-BCAC046AD3A7}" presName="rootComposite" presStyleCnt="0"/>
      <dgm:spPr/>
    </dgm:pt>
    <dgm:pt modelId="{8F5D2A10-5643-44E3-A3AE-7C862402F0AE}" type="pres">
      <dgm:prSet presAssocID="{AAACDA4A-179D-421D-86C7-BCAC046AD3A7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698C77-E434-4D8F-8A74-84A20548B87C}" type="pres">
      <dgm:prSet presAssocID="{AAACDA4A-179D-421D-86C7-BCAC046AD3A7}" presName="rootConnector" presStyleLbl="node3" presStyleIdx="1" presStyleCnt="2"/>
      <dgm:spPr/>
      <dgm:t>
        <a:bodyPr/>
        <a:lstStyle/>
        <a:p>
          <a:endParaRPr lang="en-US"/>
        </a:p>
      </dgm:t>
    </dgm:pt>
    <dgm:pt modelId="{EABB3078-827B-417A-948E-2905959804FA}" type="pres">
      <dgm:prSet presAssocID="{AAACDA4A-179D-421D-86C7-BCAC046AD3A7}" presName="hierChild4" presStyleCnt="0"/>
      <dgm:spPr/>
    </dgm:pt>
    <dgm:pt modelId="{1542F780-E312-440B-83E6-3D84F7B86C12}" type="pres">
      <dgm:prSet presAssocID="{7CEE02AB-BAED-4DD0-84F0-AD8E2C073296}" presName="Name37" presStyleLbl="parChTrans1D4" presStyleIdx="14" presStyleCnt="28"/>
      <dgm:spPr/>
      <dgm:t>
        <a:bodyPr/>
        <a:lstStyle/>
        <a:p>
          <a:endParaRPr lang="en-US"/>
        </a:p>
      </dgm:t>
    </dgm:pt>
    <dgm:pt modelId="{D53CA0C0-DB9C-463D-831E-F5AC2DD1EB45}" type="pres">
      <dgm:prSet presAssocID="{EAA37ADD-CE7C-4657-AE2A-46696F23F134}" presName="hierRoot2" presStyleCnt="0">
        <dgm:presLayoutVars>
          <dgm:hierBranch val="init"/>
        </dgm:presLayoutVars>
      </dgm:prSet>
      <dgm:spPr/>
    </dgm:pt>
    <dgm:pt modelId="{55F96061-985C-4819-9F1D-AF44480E930A}" type="pres">
      <dgm:prSet presAssocID="{EAA37ADD-CE7C-4657-AE2A-46696F23F134}" presName="rootComposite" presStyleCnt="0"/>
      <dgm:spPr/>
    </dgm:pt>
    <dgm:pt modelId="{48B42BB1-A46B-4927-BEFA-2FB542A83EFE}" type="pres">
      <dgm:prSet presAssocID="{EAA37ADD-CE7C-4657-AE2A-46696F23F134}" presName="rootText" presStyleLbl="node4" presStyleIdx="14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77A4EE-9ED6-4D4B-8152-9F8CF7A4FC93}" type="pres">
      <dgm:prSet presAssocID="{EAA37ADD-CE7C-4657-AE2A-46696F23F134}" presName="rootConnector" presStyleLbl="node4" presStyleIdx="14" presStyleCnt="28"/>
      <dgm:spPr/>
      <dgm:t>
        <a:bodyPr/>
        <a:lstStyle/>
        <a:p>
          <a:endParaRPr lang="en-US"/>
        </a:p>
      </dgm:t>
    </dgm:pt>
    <dgm:pt modelId="{DD801571-7D27-4BF8-BD31-24252E4B12D9}" type="pres">
      <dgm:prSet presAssocID="{EAA37ADD-CE7C-4657-AE2A-46696F23F134}" presName="hierChild4" presStyleCnt="0"/>
      <dgm:spPr/>
    </dgm:pt>
    <dgm:pt modelId="{1B8C8CAF-DBE2-4B95-B9A1-3F8C83974493}" type="pres">
      <dgm:prSet presAssocID="{C6932269-34A7-4DB1-B88B-7C3B3CA4A0C6}" presName="Name37" presStyleLbl="parChTrans1D4" presStyleIdx="15" presStyleCnt="28"/>
      <dgm:spPr/>
    </dgm:pt>
    <dgm:pt modelId="{D53EBD0F-FF7D-45A6-BC8F-A6A569F57AAE}" type="pres">
      <dgm:prSet presAssocID="{31D08E31-1645-455C-8E77-101273000CEA}" presName="hierRoot2" presStyleCnt="0">
        <dgm:presLayoutVars>
          <dgm:hierBranch val="init"/>
        </dgm:presLayoutVars>
      </dgm:prSet>
      <dgm:spPr/>
    </dgm:pt>
    <dgm:pt modelId="{88C0194C-9F0F-4A9A-A967-4C43B6A0B77D}" type="pres">
      <dgm:prSet presAssocID="{31D08E31-1645-455C-8E77-101273000CEA}" presName="rootComposite" presStyleCnt="0"/>
      <dgm:spPr/>
    </dgm:pt>
    <dgm:pt modelId="{D77E59A1-0AF4-4F2D-9F4E-8CD0FE7B1764}" type="pres">
      <dgm:prSet presAssocID="{31D08E31-1645-455C-8E77-101273000CEA}" presName="rootText" presStyleLbl="node4" presStyleIdx="15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CCA060-7170-4DF5-803B-9E24C0A1DDAA}" type="pres">
      <dgm:prSet presAssocID="{31D08E31-1645-455C-8E77-101273000CEA}" presName="rootConnector" presStyleLbl="node4" presStyleIdx="15" presStyleCnt="28"/>
      <dgm:spPr/>
    </dgm:pt>
    <dgm:pt modelId="{D0586F86-ECC8-4E51-9BD5-3A2C08351558}" type="pres">
      <dgm:prSet presAssocID="{31D08E31-1645-455C-8E77-101273000CEA}" presName="hierChild4" presStyleCnt="0"/>
      <dgm:spPr/>
    </dgm:pt>
    <dgm:pt modelId="{80970675-14EC-41C0-8D26-94525A39887C}" type="pres">
      <dgm:prSet presAssocID="{2EBF9A67-A65B-467D-B50E-4B16D1C41058}" presName="Name37" presStyleLbl="parChTrans1D4" presStyleIdx="16" presStyleCnt="28"/>
      <dgm:spPr/>
    </dgm:pt>
    <dgm:pt modelId="{BB3FD42D-F683-4116-AD3E-D3ABBB21E0E5}" type="pres">
      <dgm:prSet presAssocID="{FA0D53A9-61D0-426F-B309-E4DB4A3B0AB5}" presName="hierRoot2" presStyleCnt="0">
        <dgm:presLayoutVars>
          <dgm:hierBranch val="init"/>
        </dgm:presLayoutVars>
      </dgm:prSet>
      <dgm:spPr/>
    </dgm:pt>
    <dgm:pt modelId="{D697891A-D4BE-41DB-9ABD-F307FBCF623B}" type="pres">
      <dgm:prSet presAssocID="{FA0D53A9-61D0-426F-B309-E4DB4A3B0AB5}" presName="rootComposite" presStyleCnt="0"/>
      <dgm:spPr/>
    </dgm:pt>
    <dgm:pt modelId="{2E4C1510-FCBF-469B-91B9-9694876A058F}" type="pres">
      <dgm:prSet presAssocID="{FA0D53A9-61D0-426F-B309-E4DB4A3B0AB5}" presName="rootText" presStyleLbl="node4" presStyleIdx="16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D3BFB6-FDD2-411F-B0E0-5E4687E3970B}" type="pres">
      <dgm:prSet presAssocID="{FA0D53A9-61D0-426F-B309-E4DB4A3B0AB5}" presName="rootConnector" presStyleLbl="node4" presStyleIdx="16" presStyleCnt="28"/>
      <dgm:spPr/>
    </dgm:pt>
    <dgm:pt modelId="{1517B3B2-31CB-45D1-AD68-F4B1217537E1}" type="pres">
      <dgm:prSet presAssocID="{FA0D53A9-61D0-426F-B309-E4DB4A3B0AB5}" presName="hierChild4" presStyleCnt="0"/>
      <dgm:spPr/>
    </dgm:pt>
    <dgm:pt modelId="{4779AFF2-252E-44ED-8DE5-D7D8D9A99B02}" type="pres">
      <dgm:prSet presAssocID="{594447D0-BA84-4872-8629-99DFBEFF260A}" presName="Name37" presStyleLbl="parChTrans1D4" presStyleIdx="17" presStyleCnt="28"/>
      <dgm:spPr/>
    </dgm:pt>
    <dgm:pt modelId="{8972ABF9-7ABE-4D1B-AB68-B8E6CCDB6149}" type="pres">
      <dgm:prSet presAssocID="{5221EBC1-61A0-4FEB-AA14-9A4F34E513F9}" presName="hierRoot2" presStyleCnt="0">
        <dgm:presLayoutVars>
          <dgm:hierBranch val="init"/>
        </dgm:presLayoutVars>
      </dgm:prSet>
      <dgm:spPr/>
    </dgm:pt>
    <dgm:pt modelId="{6038ED48-B17A-4471-A028-35A87A6DCC4F}" type="pres">
      <dgm:prSet presAssocID="{5221EBC1-61A0-4FEB-AA14-9A4F34E513F9}" presName="rootComposite" presStyleCnt="0"/>
      <dgm:spPr/>
    </dgm:pt>
    <dgm:pt modelId="{F6BA6A4E-DE80-479A-A508-BF9536D368C8}" type="pres">
      <dgm:prSet presAssocID="{5221EBC1-61A0-4FEB-AA14-9A4F34E513F9}" presName="rootText" presStyleLbl="node4" presStyleIdx="17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EC4217-0FB7-4697-A23D-DFFD6DACDD1C}" type="pres">
      <dgm:prSet presAssocID="{5221EBC1-61A0-4FEB-AA14-9A4F34E513F9}" presName="rootConnector" presStyleLbl="node4" presStyleIdx="17" presStyleCnt="28"/>
      <dgm:spPr/>
    </dgm:pt>
    <dgm:pt modelId="{6D4D01CF-7AF2-4DA8-BC52-0B3D98B010FD}" type="pres">
      <dgm:prSet presAssocID="{5221EBC1-61A0-4FEB-AA14-9A4F34E513F9}" presName="hierChild4" presStyleCnt="0"/>
      <dgm:spPr/>
    </dgm:pt>
    <dgm:pt modelId="{10393444-FC56-493E-AFAE-AE8C5D707182}" type="pres">
      <dgm:prSet presAssocID="{5221EBC1-61A0-4FEB-AA14-9A4F34E513F9}" presName="hierChild5" presStyleCnt="0"/>
      <dgm:spPr/>
    </dgm:pt>
    <dgm:pt modelId="{09EAE3E2-3155-4187-8FC6-69D7E433353D}" type="pres">
      <dgm:prSet presAssocID="{AEC535FA-CE44-40B2-8A12-0C79C261BE92}" presName="Name37" presStyleLbl="parChTrans1D4" presStyleIdx="18" presStyleCnt="28"/>
      <dgm:spPr/>
    </dgm:pt>
    <dgm:pt modelId="{7368951F-177F-408D-B396-C650EB9F5B43}" type="pres">
      <dgm:prSet presAssocID="{934EFE15-CAA2-4FC2-AC60-4F58C03B2AFB}" presName="hierRoot2" presStyleCnt="0">
        <dgm:presLayoutVars>
          <dgm:hierBranch val="init"/>
        </dgm:presLayoutVars>
      </dgm:prSet>
      <dgm:spPr/>
    </dgm:pt>
    <dgm:pt modelId="{45CFB667-3F19-4101-B8DC-9EAB5FFE8757}" type="pres">
      <dgm:prSet presAssocID="{934EFE15-CAA2-4FC2-AC60-4F58C03B2AFB}" presName="rootComposite" presStyleCnt="0"/>
      <dgm:spPr/>
    </dgm:pt>
    <dgm:pt modelId="{B79D4EC8-B4E9-4460-AD6C-E191265D25F3}" type="pres">
      <dgm:prSet presAssocID="{934EFE15-CAA2-4FC2-AC60-4F58C03B2AFB}" presName="rootText" presStyleLbl="node4" presStyleIdx="18" presStyleCnt="28">
        <dgm:presLayoutVars>
          <dgm:chPref val="3"/>
        </dgm:presLayoutVars>
      </dgm:prSet>
      <dgm:spPr/>
    </dgm:pt>
    <dgm:pt modelId="{52EC94AD-3876-4469-8567-3ECEF52C9B67}" type="pres">
      <dgm:prSet presAssocID="{934EFE15-CAA2-4FC2-AC60-4F58C03B2AFB}" presName="rootConnector" presStyleLbl="node4" presStyleIdx="18" presStyleCnt="28"/>
      <dgm:spPr/>
    </dgm:pt>
    <dgm:pt modelId="{A09A775B-CFD2-446F-8D05-2C617897ECC6}" type="pres">
      <dgm:prSet presAssocID="{934EFE15-CAA2-4FC2-AC60-4F58C03B2AFB}" presName="hierChild4" presStyleCnt="0"/>
      <dgm:spPr/>
    </dgm:pt>
    <dgm:pt modelId="{F6E6FAEF-BE5D-4A79-9FEC-B54B620100D7}" type="pres">
      <dgm:prSet presAssocID="{934EFE15-CAA2-4FC2-AC60-4F58C03B2AFB}" presName="hierChild5" presStyleCnt="0"/>
      <dgm:spPr/>
    </dgm:pt>
    <dgm:pt modelId="{42468CCD-0670-4AEC-94E6-0EB0EAB41BB8}" type="pres">
      <dgm:prSet presAssocID="{BCA91724-14DE-4CDB-9C80-E06A5DA2C773}" presName="Name37" presStyleLbl="parChTrans1D4" presStyleIdx="19" presStyleCnt="28"/>
      <dgm:spPr/>
    </dgm:pt>
    <dgm:pt modelId="{DDD7733E-D31B-4DE5-8420-E11D9AC13FFA}" type="pres">
      <dgm:prSet presAssocID="{2D71F84F-63B3-47C2-BBDC-4F3DA14152C1}" presName="hierRoot2" presStyleCnt="0">
        <dgm:presLayoutVars>
          <dgm:hierBranch val="init"/>
        </dgm:presLayoutVars>
      </dgm:prSet>
      <dgm:spPr/>
    </dgm:pt>
    <dgm:pt modelId="{B8D0B775-4E1A-48D5-8F6F-3B5639911B3D}" type="pres">
      <dgm:prSet presAssocID="{2D71F84F-63B3-47C2-BBDC-4F3DA14152C1}" presName="rootComposite" presStyleCnt="0"/>
      <dgm:spPr/>
    </dgm:pt>
    <dgm:pt modelId="{138AE015-89A2-4F9E-8A34-621C01DC4970}" type="pres">
      <dgm:prSet presAssocID="{2D71F84F-63B3-47C2-BBDC-4F3DA14152C1}" presName="rootText" presStyleLbl="node4" presStyleIdx="19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F48A3B-1B86-49AF-B964-2C4D13321C57}" type="pres">
      <dgm:prSet presAssocID="{2D71F84F-63B3-47C2-BBDC-4F3DA14152C1}" presName="rootConnector" presStyleLbl="node4" presStyleIdx="19" presStyleCnt="28"/>
      <dgm:spPr/>
    </dgm:pt>
    <dgm:pt modelId="{FDA0F679-A06C-4CAD-80DB-E8AA2BFF1C0D}" type="pres">
      <dgm:prSet presAssocID="{2D71F84F-63B3-47C2-BBDC-4F3DA14152C1}" presName="hierChild4" presStyleCnt="0"/>
      <dgm:spPr/>
    </dgm:pt>
    <dgm:pt modelId="{499DAB0C-5AA7-468A-B20E-923DFEE70C8B}" type="pres">
      <dgm:prSet presAssocID="{2D71F84F-63B3-47C2-BBDC-4F3DA14152C1}" presName="hierChild5" presStyleCnt="0"/>
      <dgm:spPr/>
    </dgm:pt>
    <dgm:pt modelId="{A8625240-F7A7-4FD7-8DC6-26BFFB6D0D9D}" type="pres">
      <dgm:prSet presAssocID="{FA0D53A9-61D0-426F-B309-E4DB4A3B0AB5}" presName="hierChild5" presStyleCnt="0"/>
      <dgm:spPr/>
    </dgm:pt>
    <dgm:pt modelId="{78654A82-E5E8-4D84-8763-C5D849DE58B6}" type="pres">
      <dgm:prSet presAssocID="{F267122B-4CE6-4FB7-A6FE-C0AA19E417B5}" presName="Name37" presStyleLbl="parChTrans1D4" presStyleIdx="20" presStyleCnt="28"/>
      <dgm:spPr/>
    </dgm:pt>
    <dgm:pt modelId="{A253EC3E-D029-4CD5-8B3B-0753686A552F}" type="pres">
      <dgm:prSet presAssocID="{091264C1-3D7C-4601-94D2-B8128E3E86DA}" presName="hierRoot2" presStyleCnt="0">
        <dgm:presLayoutVars>
          <dgm:hierBranch val="init"/>
        </dgm:presLayoutVars>
      </dgm:prSet>
      <dgm:spPr/>
    </dgm:pt>
    <dgm:pt modelId="{6C44B615-020A-4965-AD0D-486A6C7B17A9}" type="pres">
      <dgm:prSet presAssocID="{091264C1-3D7C-4601-94D2-B8128E3E86DA}" presName="rootComposite" presStyleCnt="0"/>
      <dgm:spPr/>
    </dgm:pt>
    <dgm:pt modelId="{A8BDC014-C5F5-44A5-B5DA-F3A4BE91229E}" type="pres">
      <dgm:prSet presAssocID="{091264C1-3D7C-4601-94D2-B8128E3E86DA}" presName="rootText" presStyleLbl="node4" presStyleIdx="20" presStyleCnt="28">
        <dgm:presLayoutVars>
          <dgm:chPref val="3"/>
        </dgm:presLayoutVars>
      </dgm:prSet>
      <dgm:spPr/>
    </dgm:pt>
    <dgm:pt modelId="{D814C3F0-1A73-4A07-854D-7F0CDDEDE51F}" type="pres">
      <dgm:prSet presAssocID="{091264C1-3D7C-4601-94D2-B8128E3E86DA}" presName="rootConnector" presStyleLbl="node4" presStyleIdx="20" presStyleCnt="28"/>
      <dgm:spPr/>
    </dgm:pt>
    <dgm:pt modelId="{423F2EDE-DA85-4BBD-9D0A-044ABCA5F962}" type="pres">
      <dgm:prSet presAssocID="{091264C1-3D7C-4601-94D2-B8128E3E86DA}" presName="hierChild4" presStyleCnt="0"/>
      <dgm:spPr/>
    </dgm:pt>
    <dgm:pt modelId="{A0DFBA1E-416B-49B9-BD55-CF04C9C77F8B}" type="pres">
      <dgm:prSet presAssocID="{DED598BB-820C-456F-8B9A-E8A32592231E}" presName="Name37" presStyleLbl="parChTrans1D4" presStyleIdx="21" presStyleCnt="28"/>
      <dgm:spPr/>
    </dgm:pt>
    <dgm:pt modelId="{142029F5-297F-4593-9B63-1968C8FCD318}" type="pres">
      <dgm:prSet presAssocID="{DF48760C-5896-4C98-AA68-9181408083C2}" presName="hierRoot2" presStyleCnt="0">
        <dgm:presLayoutVars>
          <dgm:hierBranch val="init"/>
        </dgm:presLayoutVars>
      </dgm:prSet>
      <dgm:spPr/>
    </dgm:pt>
    <dgm:pt modelId="{C487D4A8-7AD5-414D-8FDC-3B6525A65681}" type="pres">
      <dgm:prSet presAssocID="{DF48760C-5896-4C98-AA68-9181408083C2}" presName="rootComposite" presStyleCnt="0"/>
      <dgm:spPr/>
    </dgm:pt>
    <dgm:pt modelId="{6352E365-59EC-4F81-87DB-343C736514E7}" type="pres">
      <dgm:prSet presAssocID="{DF48760C-5896-4C98-AA68-9181408083C2}" presName="rootText" presStyleLbl="node4" presStyleIdx="21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108E63-9677-47F0-8C0A-FB65CD39219B}" type="pres">
      <dgm:prSet presAssocID="{DF48760C-5896-4C98-AA68-9181408083C2}" presName="rootConnector" presStyleLbl="node4" presStyleIdx="21" presStyleCnt="28"/>
      <dgm:spPr/>
    </dgm:pt>
    <dgm:pt modelId="{572D364A-2EB4-4C40-BB2D-F1B4B456B492}" type="pres">
      <dgm:prSet presAssocID="{DF48760C-5896-4C98-AA68-9181408083C2}" presName="hierChild4" presStyleCnt="0"/>
      <dgm:spPr/>
    </dgm:pt>
    <dgm:pt modelId="{F845473F-C5AB-4987-AB80-F018DAF15E2C}" type="pres">
      <dgm:prSet presAssocID="{DF48760C-5896-4C98-AA68-9181408083C2}" presName="hierChild5" presStyleCnt="0"/>
      <dgm:spPr/>
    </dgm:pt>
    <dgm:pt modelId="{4DB996B8-D8D2-4304-8056-796FFEB82782}" type="pres">
      <dgm:prSet presAssocID="{091264C1-3D7C-4601-94D2-B8128E3E86DA}" presName="hierChild5" presStyleCnt="0"/>
      <dgm:spPr/>
    </dgm:pt>
    <dgm:pt modelId="{051E843E-1827-4E81-9536-68323CE1F0EE}" type="pres">
      <dgm:prSet presAssocID="{31D08E31-1645-455C-8E77-101273000CEA}" presName="hierChild5" presStyleCnt="0"/>
      <dgm:spPr/>
    </dgm:pt>
    <dgm:pt modelId="{2E15AFA0-A337-400C-9F5B-57D146566367}" type="pres">
      <dgm:prSet presAssocID="{EAA37ADD-CE7C-4657-AE2A-46696F23F134}" presName="hierChild5" presStyleCnt="0"/>
      <dgm:spPr/>
    </dgm:pt>
    <dgm:pt modelId="{DFB3E27F-1F43-41C1-BA66-F6F468B400AA}" type="pres">
      <dgm:prSet presAssocID="{54AA85C6-8A3D-4369-9409-098D391851A5}" presName="Name37" presStyleLbl="parChTrans1D4" presStyleIdx="22" presStyleCnt="28"/>
      <dgm:spPr/>
      <dgm:t>
        <a:bodyPr/>
        <a:lstStyle/>
        <a:p>
          <a:endParaRPr lang="en-US"/>
        </a:p>
      </dgm:t>
    </dgm:pt>
    <dgm:pt modelId="{3CD61AC4-635D-4843-8B89-ADC421A37AFB}" type="pres">
      <dgm:prSet presAssocID="{6A1291A9-DB87-44A1-83F8-BCB5CC7F4509}" presName="hierRoot2" presStyleCnt="0">
        <dgm:presLayoutVars>
          <dgm:hierBranch val="init"/>
        </dgm:presLayoutVars>
      </dgm:prSet>
      <dgm:spPr/>
    </dgm:pt>
    <dgm:pt modelId="{9E38B67A-4FDD-4EDC-86CF-A7198508B16A}" type="pres">
      <dgm:prSet presAssocID="{6A1291A9-DB87-44A1-83F8-BCB5CC7F4509}" presName="rootComposite" presStyleCnt="0"/>
      <dgm:spPr/>
    </dgm:pt>
    <dgm:pt modelId="{6847EC33-9AC0-4C78-AC81-C3C4EF785179}" type="pres">
      <dgm:prSet presAssocID="{6A1291A9-DB87-44A1-83F8-BCB5CC7F4509}" presName="rootText" presStyleLbl="node4" presStyleIdx="22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89E436-8B10-45C4-A3B6-4A2EC829798C}" type="pres">
      <dgm:prSet presAssocID="{6A1291A9-DB87-44A1-83F8-BCB5CC7F4509}" presName="rootConnector" presStyleLbl="node4" presStyleIdx="22" presStyleCnt="28"/>
      <dgm:spPr/>
      <dgm:t>
        <a:bodyPr/>
        <a:lstStyle/>
        <a:p>
          <a:endParaRPr lang="en-US"/>
        </a:p>
      </dgm:t>
    </dgm:pt>
    <dgm:pt modelId="{F4F0A430-7B9B-4BC6-91BB-7807B1A759AD}" type="pres">
      <dgm:prSet presAssocID="{6A1291A9-DB87-44A1-83F8-BCB5CC7F4509}" presName="hierChild4" presStyleCnt="0"/>
      <dgm:spPr/>
    </dgm:pt>
    <dgm:pt modelId="{1F2C98A8-019B-4001-9EEF-5200D3975538}" type="pres">
      <dgm:prSet presAssocID="{7F7B45AD-913C-4145-A5FD-B3BCD9EDABD5}" presName="Name37" presStyleLbl="parChTrans1D4" presStyleIdx="23" presStyleCnt="28"/>
      <dgm:spPr/>
      <dgm:t>
        <a:bodyPr/>
        <a:lstStyle/>
        <a:p>
          <a:endParaRPr lang="en-US"/>
        </a:p>
      </dgm:t>
    </dgm:pt>
    <dgm:pt modelId="{64643F12-117F-44A7-AB73-2AAE91AEC05E}" type="pres">
      <dgm:prSet presAssocID="{A2E87FE5-E0CF-442B-8B47-E86E0AD167FF}" presName="hierRoot2" presStyleCnt="0">
        <dgm:presLayoutVars>
          <dgm:hierBranch val="init"/>
        </dgm:presLayoutVars>
      </dgm:prSet>
      <dgm:spPr/>
    </dgm:pt>
    <dgm:pt modelId="{B70B3D52-3D13-4885-8F89-6EEC1D32F54C}" type="pres">
      <dgm:prSet presAssocID="{A2E87FE5-E0CF-442B-8B47-E86E0AD167FF}" presName="rootComposite" presStyleCnt="0"/>
      <dgm:spPr/>
    </dgm:pt>
    <dgm:pt modelId="{41A3D6EC-3BB4-4E82-B983-50674F2AC319}" type="pres">
      <dgm:prSet presAssocID="{A2E87FE5-E0CF-442B-8B47-E86E0AD167FF}" presName="rootText" presStyleLbl="node4" presStyleIdx="23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609C4E-1010-499F-9BEE-D79109B7C404}" type="pres">
      <dgm:prSet presAssocID="{A2E87FE5-E0CF-442B-8B47-E86E0AD167FF}" presName="rootConnector" presStyleLbl="node4" presStyleIdx="23" presStyleCnt="28"/>
      <dgm:spPr/>
      <dgm:t>
        <a:bodyPr/>
        <a:lstStyle/>
        <a:p>
          <a:endParaRPr lang="en-US"/>
        </a:p>
      </dgm:t>
    </dgm:pt>
    <dgm:pt modelId="{4030A166-7FD2-4FC9-A619-9A54C8524C6C}" type="pres">
      <dgm:prSet presAssocID="{A2E87FE5-E0CF-442B-8B47-E86E0AD167FF}" presName="hierChild4" presStyleCnt="0"/>
      <dgm:spPr/>
    </dgm:pt>
    <dgm:pt modelId="{27B4F5C9-BD6E-4716-A3D3-150E81118E56}" type="pres">
      <dgm:prSet presAssocID="{7A8DED11-34A8-4606-8AFD-41D7D6D8A48E}" presName="Name37" presStyleLbl="parChTrans1D4" presStyleIdx="24" presStyleCnt="28"/>
      <dgm:spPr/>
      <dgm:t>
        <a:bodyPr/>
        <a:lstStyle/>
        <a:p>
          <a:endParaRPr lang="en-US"/>
        </a:p>
      </dgm:t>
    </dgm:pt>
    <dgm:pt modelId="{86646D82-E947-4A81-9173-DCEAA46C0BBC}" type="pres">
      <dgm:prSet presAssocID="{1F409B07-30DE-4019-82D5-A713090BB2CD}" presName="hierRoot2" presStyleCnt="0">
        <dgm:presLayoutVars>
          <dgm:hierBranch val="init"/>
        </dgm:presLayoutVars>
      </dgm:prSet>
      <dgm:spPr/>
    </dgm:pt>
    <dgm:pt modelId="{AB0714C8-61AA-489F-AB00-7307CD324BF4}" type="pres">
      <dgm:prSet presAssocID="{1F409B07-30DE-4019-82D5-A713090BB2CD}" presName="rootComposite" presStyleCnt="0"/>
      <dgm:spPr/>
    </dgm:pt>
    <dgm:pt modelId="{0C861410-92F0-477C-9A3E-97070956A280}" type="pres">
      <dgm:prSet presAssocID="{1F409B07-30DE-4019-82D5-A713090BB2CD}" presName="rootText" presStyleLbl="node4" presStyleIdx="24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1E0E7A-A961-446C-9A08-A1E20AABAA1A}" type="pres">
      <dgm:prSet presAssocID="{1F409B07-30DE-4019-82D5-A713090BB2CD}" presName="rootConnector" presStyleLbl="node4" presStyleIdx="24" presStyleCnt="28"/>
      <dgm:spPr/>
      <dgm:t>
        <a:bodyPr/>
        <a:lstStyle/>
        <a:p>
          <a:endParaRPr lang="en-US"/>
        </a:p>
      </dgm:t>
    </dgm:pt>
    <dgm:pt modelId="{92379ED1-49A5-4666-80AF-7BD20AEF0FC8}" type="pres">
      <dgm:prSet presAssocID="{1F409B07-30DE-4019-82D5-A713090BB2CD}" presName="hierChild4" presStyleCnt="0"/>
      <dgm:spPr/>
    </dgm:pt>
    <dgm:pt modelId="{0EBBB146-67D5-4B4E-981D-37C679156097}" type="pres">
      <dgm:prSet presAssocID="{F35CDC8C-151D-4394-924A-8296D5A468D2}" presName="Name37" presStyleLbl="parChTrans1D4" presStyleIdx="25" presStyleCnt="28"/>
      <dgm:spPr/>
      <dgm:t>
        <a:bodyPr/>
        <a:lstStyle/>
        <a:p>
          <a:endParaRPr lang="en-US"/>
        </a:p>
      </dgm:t>
    </dgm:pt>
    <dgm:pt modelId="{BB8EEC7E-D891-4C58-9AD2-8D1574A0242A}" type="pres">
      <dgm:prSet presAssocID="{F00729E4-AB69-4AE6-ABA3-03CA06C150FB}" presName="hierRoot2" presStyleCnt="0">
        <dgm:presLayoutVars>
          <dgm:hierBranch val="init"/>
        </dgm:presLayoutVars>
      </dgm:prSet>
      <dgm:spPr/>
    </dgm:pt>
    <dgm:pt modelId="{5E34750A-D165-4244-B60E-BDA7483D0031}" type="pres">
      <dgm:prSet presAssocID="{F00729E4-AB69-4AE6-ABA3-03CA06C150FB}" presName="rootComposite" presStyleCnt="0"/>
      <dgm:spPr/>
    </dgm:pt>
    <dgm:pt modelId="{6C261933-2E8D-4A8F-8A63-3BD5139D9EBC}" type="pres">
      <dgm:prSet presAssocID="{F00729E4-AB69-4AE6-ABA3-03CA06C150FB}" presName="rootText" presStyleLbl="node4" presStyleIdx="25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04496B-2FB1-4DAB-B54B-44165F445B7B}" type="pres">
      <dgm:prSet presAssocID="{F00729E4-AB69-4AE6-ABA3-03CA06C150FB}" presName="rootConnector" presStyleLbl="node4" presStyleIdx="25" presStyleCnt="28"/>
      <dgm:spPr/>
      <dgm:t>
        <a:bodyPr/>
        <a:lstStyle/>
        <a:p>
          <a:endParaRPr lang="en-US"/>
        </a:p>
      </dgm:t>
    </dgm:pt>
    <dgm:pt modelId="{F70914F0-9123-4BE5-92A5-FE1565FC3EF7}" type="pres">
      <dgm:prSet presAssocID="{F00729E4-AB69-4AE6-ABA3-03CA06C150FB}" presName="hierChild4" presStyleCnt="0"/>
      <dgm:spPr/>
    </dgm:pt>
    <dgm:pt modelId="{A62F15A4-8B5C-4713-A0CF-D4C05207FEB2}" type="pres">
      <dgm:prSet presAssocID="{F00729E4-AB69-4AE6-ABA3-03CA06C150FB}" presName="hierChild5" presStyleCnt="0"/>
      <dgm:spPr/>
    </dgm:pt>
    <dgm:pt modelId="{DED696D7-175C-4E61-AE4F-8F1C397464A4}" type="pres">
      <dgm:prSet presAssocID="{1F409B07-30DE-4019-82D5-A713090BB2CD}" presName="hierChild5" presStyleCnt="0"/>
      <dgm:spPr/>
    </dgm:pt>
    <dgm:pt modelId="{232D7953-254B-4FA5-A7F3-26CD20366772}" type="pres">
      <dgm:prSet presAssocID="{B5443746-1857-49A0-B815-1AC5399D50C7}" presName="Name37" presStyleLbl="parChTrans1D4" presStyleIdx="26" presStyleCnt="28"/>
      <dgm:spPr/>
      <dgm:t>
        <a:bodyPr/>
        <a:lstStyle/>
        <a:p>
          <a:endParaRPr lang="en-US"/>
        </a:p>
      </dgm:t>
    </dgm:pt>
    <dgm:pt modelId="{52D4B861-3FE4-479E-B680-DD14A7F782E3}" type="pres">
      <dgm:prSet presAssocID="{71FA7602-1691-4B70-B379-07D9CB8102B9}" presName="hierRoot2" presStyleCnt="0">
        <dgm:presLayoutVars>
          <dgm:hierBranch val="init"/>
        </dgm:presLayoutVars>
      </dgm:prSet>
      <dgm:spPr/>
    </dgm:pt>
    <dgm:pt modelId="{34C91188-CB26-4575-AB74-C33F6CF5E86C}" type="pres">
      <dgm:prSet presAssocID="{71FA7602-1691-4B70-B379-07D9CB8102B9}" presName="rootComposite" presStyleCnt="0"/>
      <dgm:spPr/>
    </dgm:pt>
    <dgm:pt modelId="{4837C636-FB55-4518-8434-8586608B5020}" type="pres">
      <dgm:prSet presAssocID="{71FA7602-1691-4B70-B379-07D9CB8102B9}" presName="rootText" presStyleLbl="node4" presStyleIdx="26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CEE11B-61DF-41F8-BED1-A0E9423FF043}" type="pres">
      <dgm:prSet presAssocID="{71FA7602-1691-4B70-B379-07D9CB8102B9}" presName="rootConnector" presStyleLbl="node4" presStyleIdx="26" presStyleCnt="28"/>
      <dgm:spPr/>
      <dgm:t>
        <a:bodyPr/>
        <a:lstStyle/>
        <a:p>
          <a:endParaRPr lang="en-US"/>
        </a:p>
      </dgm:t>
    </dgm:pt>
    <dgm:pt modelId="{6BEF8670-1F12-4EBB-8E33-CA77ACC5C103}" type="pres">
      <dgm:prSet presAssocID="{71FA7602-1691-4B70-B379-07D9CB8102B9}" presName="hierChild4" presStyleCnt="0"/>
      <dgm:spPr/>
    </dgm:pt>
    <dgm:pt modelId="{A5CE1F86-2B20-484C-BDC2-9B311F9D1F7A}" type="pres">
      <dgm:prSet presAssocID="{1AE9DF58-AE13-43AF-9648-1E3083907E9D}" presName="Name37" presStyleLbl="parChTrans1D4" presStyleIdx="27" presStyleCnt="28"/>
      <dgm:spPr/>
      <dgm:t>
        <a:bodyPr/>
        <a:lstStyle/>
        <a:p>
          <a:endParaRPr lang="en-US"/>
        </a:p>
      </dgm:t>
    </dgm:pt>
    <dgm:pt modelId="{4BE7897A-1FBF-4827-98AA-BD5446711571}" type="pres">
      <dgm:prSet presAssocID="{6B0F5106-1644-4684-909C-DAC4DDF07224}" presName="hierRoot2" presStyleCnt="0">
        <dgm:presLayoutVars>
          <dgm:hierBranch val="init"/>
        </dgm:presLayoutVars>
      </dgm:prSet>
      <dgm:spPr/>
    </dgm:pt>
    <dgm:pt modelId="{353398E7-B67E-4F11-B0F2-32E302CAE961}" type="pres">
      <dgm:prSet presAssocID="{6B0F5106-1644-4684-909C-DAC4DDF07224}" presName="rootComposite" presStyleCnt="0"/>
      <dgm:spPr/>
    </dgm:pt>
    <dgm:pt modelId="{54C392C1-4F85-4DA5-BA77-303C96ECB40B}" type="pres">
      <dgm:prSet presAssocID="{6B0F5106-1644-4684-909C-DAC4DDF07224}" presName="rootText" presStyleLbl="node4" presStyleIdx="27" presStyleCnt="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D0D3B4-A4D4-4539-ACC5-3BBCDDACB555}" type="pres">
      <dgm:prSet presAssocID="{6B0F5106-1644-4684-909C-DAC4DDF07224}" presName="rootConnector" presStyleLbl="node4" presStyleIdx="27" presStyleCnt="28"/>
      <dgm:spPr/>
      <dgm:t>
        <a:bodyPr/>
        <a:lstStyle/>
        <a:p>
          <a:endParaRPr lang="en-US"/>
        </a:p>
      </dgm:t>
    </dgm:pt>
    <dgm:pt modelId="{6E2F33C5-6AC3-44F7-9086-DD1F6112A12B}" type="pres">
      <dgm:prSet presAssocID="{6B0F5106-1644-4684-909C-DAC4DDF07224}" presName="hierChild4" presStyleCnt="0"/>
      <dgm:spPr/>
    </dgm:pt>
    <dgm:pt modelId="{CAB65E94-8E24-4958-94DC-3DD4117CF038}" type="pres">
      <dgm:prSet presAssocID="{6B0F5106-1644-4684-909C-DAC4DDF07224}" presName="hierChild5" presStyleCnt="0"/>
      <dgm:spPr/>
    </dgm:pt>
    <dgm:pt modelId="{AAD9C3A3-16AA-47BB-B374-DCFC0FA45888}" type="pres">
      <dgm:prSet presAssocID="{71FA7602-1691-4B70-B379-07D9CB8102B9}" presName="hierChild5" presStyleCnt="0"/>
      <dgm:spPr/>
    </dgm:pt>
    <dgm:pt modelId="{16559DBF-11A8-4C5E-9F80-052E85412F51}" type="pres">
      <dgm:prSet presAssocID="{A2E87FE5-E0CF-442B-8B47-E86E0AD167FF}" presName="hierChild5" presStyleCnt="0"/>
      <dgm:spPr/>
    </dgm:pt>
    <dgm:pt modelId="{5EBFB65B-5BAC-4133-95F8-524C7DC0ACA5}" type="pres">
      <dgm:prSet presAssocID="{6A1291A9-DB87-44A1-83F8-BCB5CC7F4509}" presName="hierChild5" presStyleCnt="0"/>
      <dgm:spPr/>
    </dgm:pt>
    <dgm:pt modelId="{1AC2F2EA-352B-4B45-BC88-BF8543B1633A}" type="pres">
      <dgm:prSet presAssocID="{AAACDA4A-179D-421D-86C7-BCAC046AD3A7}" presName="hierChild5" presStyleCnt="0"/>
      <dgm:spPr/>
    </dgm:pt>
    <dgm:pt modelId="{145D8B6B-6EE3-47A1-A712-ED43B7C53A16}" type="pres">
      <dgm:prSet presAssocID="{1C72EF56-F989-4F48-A9AC-4405EF91FF9F}" presName="hierChild5" presStyleCnt="0"/>
      <dgm:spPr/>
    </dgm:pt>
    <dgm:pt modelId="{6F2FD0C5-77B7-4496-B905-7AA564882B4E}" type="pres">
      <dgm:prSet presAssocID="{5DA69EFB-56B0-4B75-B324-0E7C282B20BF}" presName="hierChild3" presStyleCnt="0"/>
      <dgm:spPr/>
    </dgm:pt>
  </dgm:ptLst>
  <dgm:cxnLst>
    <dgm:cxn modelId="{E8FD4B5A-AE0B-4798-AFE3-A17019A59CE2}" type="presOf" srcId="{90AF94CD-058C-4839-B52A-175188763B22}" destId="{AE76B183-8AC3-4C46-B771-3387BE0CD60E}" srcOrd="1" destOrd="0" presId="urn:microsoft.com/office/officeart/2005/8/layout/orgChart1"/>
    <dgm:cxn modelId="{0F04E0A0-4998-4F56-8546-AAD11DEB345B}" type="presOf" srcId="{3EA62F77-856B-41C5-9147-A0621A6A1A62}" destId="{302F0A62-0F84-470E-8E8D-51065B3AFC3D}" srcOrd="0" destOrd="0" presId="urn:microsoft.com/office/officeart/2005/8/layout/orgChart1"/>
    <dgm:cxn modelId="{178740AB-34DF-4B83-8637-362D2747CE7D}" srcId="{31D08E31-1645-455C-8E77-101273000CEA}" destId="{FA0D53A9-61D0-426F-B309-E4DB4A3B0AB5}" srcOrd="0" destOrd="0" parTransId="{2EBF9A67-A65B-467D-B50E-4B16D1C41058}" sibTransId="{5FD7C0DE-2BBD-4709-AE82-59A3D4B3285D}"/>
    <dgm:cxn modelId="{2FF644AA-A3B4-4FA5-A885-F2599EB56349}" srcId="{FA0D53A9-61D0-426F-B309-E4DB4A3B0AB5}" destId="{934EFE15-CAA2-4FC2-AC60-4F58C03B2AFB}" srcOrd="1" destOrd="0" parTransId="{AEC535FA-CE44-40B2-8A12-0C79C261BE92}" sibTransId="{76DB9F1C-4D1E-423F-AEFF-020D75F86CF8}"/>
    <dgm:cxn modelId="{47F31874-EA97-45A6-88CC-7A0685C1CB5D}" type="presOf" srcId="{091264C1-3D7C-4601-94D2-B8128E3E86DA}" destId="{D814C3F0-1A73-4A07-854D-7F0CDDEDE51F}" srcOrd="1" destOrd="0" presId="urn:microsoft.com/office/officeart/2005/8/layout/orgChart1"/>
    <dgm:cxn modelId="{AFF79108-52BD-4473-BA9F-38960BAE4297}" srcId="{6589846F-A6DA-48FB-923F-6BEC1D9F2EBF}" destId="{4FF6321E-126A-4E8F-9AAB-2349D36EEB36}" srcOrd="1" destOrd="0" parTransId="{0BD14A17-2097-4BDA-8348-C84B01D6C382}" sibTransId="{0B099A3D-2A44-49AF-A446-649473EC1345}"/>
    <dgm:cxn modelId="{7CB504E8-382E-484B-952E-021328536067}" type="presOf" srcId="{BCA91724-14DE-4CDB-9C80-E06A5DA2C773}" destId="{42468CCD-0670-4AEC-94E6-0EB0EAB41BB8}" srcOrd="0" destOrd="0" presId="urn:microsoft.com/office/officeart/2005/8/layout/orgChart1"/>
    <dgm:cxn modelId="{33C8521D-B425-4B97-8729-4130A808514A}" srcId="{1F409B07-30DE-4019-82D5-A713090BB2CD}" destId="{F00729E4-AB69-4AE6-ABA3-03CA06C150FB}" srcOrd="0" destOrd="0" parTransId="{F35CDC8C-151D-4394-924A-8296D5A468D2}" sibTransId="{40EC2F00-4974-47CE-9B60-498F4FC35D8B}"/>
    <dgm:cxn modelId="{D7C8484F-E8F4-4901-94A8-F84D50F136E8}" type="presOf" srcId="{F35CDC8C-151D-4394-924A-8296D5A468D2}" destId="{0EBBB146-67D5-4B4E-981D-37C679156097}" srcOrd="0" destOrd="0" presId="urn:microsoft.com/office/officeart/2005/8/layout/orgChart1"/>
    <dgm:cxn modelId="{2CE48049-57E0-4411-BB66-5EDE8F5AB283}" type="presOf" srcId="{AAACDA4A-179D-421D-86C7-BCAC046AD3A7}" destId="{2C698C77-E434-4D8F-8A74-84A20548B87C}" srcOrd="1" destOrd="0" presId="urn:microsoft.com/office/officeart/2005/8/layout/orgChart1"/>
    <dgm:cxn modelId="{7C750B2A-AE0E-4242-8D88-95805BDDD53F}" type="presOf" srcId="{F00729E4-AB69-4AE6-ABA3-03CA06C150FB}" destId="{6C261933-2E8D-4A8F-8A63-3BD5139D9EBC}" srcOrd="0" destOrd="0" presId="urn:microsoft.com/office/officeart/2005/8/layout/orgChart1"/>
    <dgm:cxn modelId="{EF567ED2-5506-41B1-8B6D-893E4E457177}" srcId="{4184B322-68C1-4FBD-8C54-4364F667F728}" destId="{DC2104BF-84C2-4109-A70F-D63F8E603899}" srcOrd="0" destOrd="0" parTransId="{D17B0668-5347-401E-BD66-00A8B0520D8A}" sibTransId="{23BF8F43-6638-491F-9866-184528C22867}"/>
    <dgm:cxn modelId="{BE390A2F-C790-4AF8-B365-C0B82E4ABADD}" srcId="{0F1AC6AD-A054-4517-A85E-E9434A5AE2B3}" destId="{90382911-F641-43AD-A5AF-AA51C62CEAE2}" srcOrd="1" destOrd="0" parTransId="{8B25BF26-AD12-4B6E-8555-12EDBFC29A76}" sibTransId="{BEF527AB-7C23-4D4A-9AD5-6D56C577A448}"/>
    <dgm:cxn modelId="{159DB8A6-69A2-4E43-8468-148E3E08B57A}" type="presOf" srcId="{90AF94CD-058C-4839-B52A-175188763B22}" destId="{508FCFB3-9CE2-4939-9466-F20C2A9923E4}" srcOrd="0" destOrd="0" presId="urn:microsoft.com/office/officeart/2005/8/layout/orgChart1"/>
    <dgm:cxn modelId="{77D9FD62-BBE9-40DE-936C-CDFEC78823E9}" srcId="{4FF6321E-126A-4E8F-9AAB-2349D36EEB36}" destId="{0F1AC6AD-A054-4517-A85E-E9434A5AE2B3}" srcOrd="0" destOrd="0" parTransId="{21556659-D340-4890-8922-0D7A076A2215}" sibTransId="{C765BD2C-17AD-4495-9325-6A40B8B52F25}"/>
    <dgm:cxn modelId="{9C92EF4E-698F-4746-9945-1A497531C09F}" type="presOf" srcId="{091264C1-3D7C-4601-94D2-B8128E3E86DA}" destId="{A8BDC014-C5F5-44A5-B5DA-F3A4BE91229E}" srcOrd="0" destOrd="0" presId="urn:microsoft.com/office/officeart/2005/8/layout/orgChart1"/>
    <dgm:cxn modelId="{F857D120-A093-4071-928F-20A8BEBFE9F3}" type="presOf" srcId="{FA0D53A9-61D0-426F-B309-E4DB4A3B0AB5}" destId="{91D3BFB6-FDD2-411F-B0E0-5E4687E3970B}" srcOrd="1" destOrd="0" presId="urn:microsoft.com/office/officeart/2005/8/layout/orgChart1"/>
    <dgm:cxn modelId="{D40069EB-B677-4C2A-96AA-95A5B3FB6047}" type="presOf" srcId="{DF48760C-5896-4C98-AA68-9181408083C2}" destId="{6352E365-59EC-4F81-87DB-343C736514E7}" srcOrd="0" destOrd="0" presId="urn:microsoft.com/office/officeart/2005/8/layout/orgChart1"/>
    <dgm:cxn modelId="{F2349746-BD89-4ED5-9E54-2188C3C342B4}" type="presOf" srcId="{53C80281-FC24-4EFF-9467-AA4518E1E3D9}" destId="{1176C983-0A83-4653-8BF8-EEBB8473E223}" srcOrd="1" destOrd="0" presId="urn:microsoft.com/office/officeart/2005/8/layout/orgChart1"/>
    <dgm:cxn modelId="{9172991E-15DC-436C-809D-CED171758DE9}" type="presOf" srcId="{4FF6321E-126A-4E8F-9AAB-2349D36EEB36}" destId="{BE76CCE9-CAA0-47DD-A739-1276E149DEB9}" srcOrd="1" destOrd="0" presId="urn:microsoft.com/office/officeart/2005/8/layout/orgChart1"/>
    <dgm:cxn modelId="{7262B049-0FA7-417E-9B55-F3928FB3427D}" type="presOf" srcId="{6589846F-A6DA-48FB-923F-6BEC1D9F2EBF}" destId="{A9BB36BE-50A1-41BD-B92E-F38BD4EB0AAC}" srcOrd="1" destOrd="0" presId="urn:microsoft.com/office/officeart/2005/8/layout/orgChart1"/>
    <dgm:cxn modelId="{53016327-7E73-49A3-A39D-91A0CA72A811}" type="presOf" srcId="{2044A144-FAB5-4E5F-B346-C5D2A1AC5013}" destId="{B7ED668A-BC3A-468F-A4FC-86299967D2A3}" srcOrd="1" destOrd="0" presId="urn:microsoft.com/office/officeart/2005/8/layout/orgChart1"/>
    <dgm:cxn modelId="{8B9CC0EB-7115-4178-9EB9-936A015BCEAE}" srcId="{A2E87FE5-E0CF-442B-8B47-E86E0AD167FF}" destId="{71FA7602-1691-4B70-B379-07D9CB8102B9}" srcOrd="1" destOrd="0" parTransId="{B5443746-1857-49A0-B815-1AC5399D50C7}" sibTransId="{1AA7B9AF-C551-4B79-AB91-04D3CB69940D}"/>
    <dgm:cxn modelId="{7DDFDC49-4D20-449B-85C6-CEA8BA6CAF6A}" type="presOf" srcId="{EAA37ADD-CE7C-4657-AE2A-46696F23F134}" destId="{48B42BB1-A46B-4927-BEFA-2FB542A83EFE}" srcOrd="0" destOrd="0" presId="urn:microsoft.com/office/officeart/2005/8/layout/orgChart1"/>
    <dgm:cxn modelId="{58CC1DB6-4C08-46DE-97E5-D86DF60AEDAB}" type="presOf" srcId="{31D08E31-1645-455C-8E77-101273000CEA}" destId="{F5CCA060-7170-4DF5-803B-9E24C0A1DDAA}" srcOrd="1" destOrd="0" presId="urn:microsoft.com/office/officeart/2005/8/layout/orgChart1"/>
    <dgm:cxn modelId="{7D7C59B6-53DD-4501-B520-1E371DC92F72}" type="presOf" srcId="{0F1AC6AD-A054-4517-A85E-E9434A5AE2B3}" destId="{8C49FB70-BD25-4204-A27A-FFF453DCA83D}" srcOrd="0" destOrd="0" presId="urn:microsoft.com/office/officeart/2005/8/layout/orgChart1"/>
    <dgm:cxn modelId="{64EEC2F1-F9FA-4586-8E1A-4B9985D58BD9}" type="presOf" srcId="{1F409B07-30DE-4019-82D5-A713090BB2CD}" destId="{3F1E0E7A-A961-446C-9A08-A1E20AABAA1A}" srcOrd="1" destOrd="0" presId="urn:microsoft.com/office/officeart/2005/8/layout/orgChart1"/>
    <dgm:cxn modelId="{2ED6BA28-5897-41A4-8A88-1C47BCF4693F}" srcId="{091264C1-3D7C-4601-94D2-B8128E3E86DA}" destId="{DF48760C-5896-4C98-AA68-9181408083C2}" srcOrd="0" destOrd="0" parTransId="{DED598BB-820C-456F-8B9A-E8A32592231E}" sibTransId="{BA756BC2-6039-41E7-AAD2-64D7030F1306}"/>
    <dgm:cxn modelId="{592655A5-4E05-4B05-A518-E5EC466527BC}" type="presOf" srcId="{F00729E4-AB69-4AE6-ABA3-03CA06C150FB}" destId="{0804496B-2FB1-4DAB-B54B-44165F445B7B}" srcOrd="1" destOrd="0" presId="urn:microsoft.com/office/officeart/2005/8/layout/orgChart1"/>
    <dgm:cxn modelId="{F5F3E6BE-964D-48A3-9834-BEF272911DCA}" type="presOf" srcId="{081B0E5C-7B14-4C2E-8F3C-CD02853E6AD6}" destId="{A39B2279-FA9C-4748-84B2-FA6C06C25F30}" srcOrd="0" destOrd="0" presId="urn:microsoft.com/office/officeart/2005/8/layout/orgChart1"/>
    <dgm:cxn modelId="{A78A1DCC-0880-4ED3-8CD5-BDC6A6E6AFC5}" type="presOf" srcId="{90382911-F641-43AD-A5AF-AA51C62CEAE2}" destId="{7D8FFD96-3CEC-45EB-BBAE-AEC0B8C61D03}" srcOrd="0" destOrd="0" presId="urn:microsoft.com/office/officeart/2005/8/layout/orgChart1"/>
    <dgm:cxn modelId="{FEF7C44D-71FC-4531-9CB7-234C2E9A66E0}" type="presOf" srcId="{A2E87FE5-E0CF-442B-8B47-E86E0AD167FF}" destId="{41A3D6EC-3BB4-4E82-B983-50674F2AC319}" srcOrd="0" destOrd="0" presId="urn:microsoft.com/office/officeart/2005/8/layout/orgChart1"/>
    <dgm:cxn modelId="{F8D4F3DE-5287-4FFD-8ABD-7C5FEA391708}" type="presOf" srcId="{5221EBC1-61A0-4FEB-AA14-9A4F34E513F9}" destId="{F6BA6A4E-DE80-479A-A508-BF9536D368C8}" srcOrd="0" destOrd="0" presId="urn:microsoft.com/office/officeart/2005/8/layout/orgChart1"/>
    <dgm:cxn modelId="{7ACA3144-21F3-4315-A274-F3FD140605BA}" srcId="{1C72EF56-F989-4F48-A9AC-4405EF91FF9F}" destId="{AAACDA4A-179D-421D-86C7-BCAC046AD3A7}" srcOrd="0" destOrd="0" parTransId="{1D92CA3A-20CF-4932-AC64-1282A9A8E12E}" sibTransId="{9097A3B6-2D9B-4746-BFFB-5EEEDC0D99F3}"/>
    <dgm:cxn modelId="{321C1B64-F81A-467C-86A6-21565B7222E3}" type="presOf" srcId="{182F3A1C-9C9F-4D3C-8BD7-4F03C471EE4C}" destId="{F5A7D0D5-ED0B-4438-9F17-04A8A3DB9508}" srcOrd="0" destOrd="0" presId="urn:microsoft.com/office/officeart/2005/8/layout/orgChart1"/>
    <dgm:cxn modelId="{FFBFD2E9-F3D2-45E5-864A-7B36ADE95AC8}" srcId="{0F1AC6AD-A054-4517-A85E-E9434A5AE2B3}" destId="{90AF94CD-058C-4839-B52A-175188763B22}" srcOrd="0" destOrd="0" parTransId="{827BDA3E-90B8-4137-934F-97A4F9BD4397}" sibTransId="{4CDE10B5-0596-4BE8-A1EB-31BD28287EBA}"/>
    <dgm:cxn modelId="{92813A89-F5C9-4BF5-A171-FB9C577B2B96}" srcId="{90AF94CD-058C-4839-B52A-175188763B22}" destId="{081B0E5C-7B14-4C2E-8F3C-CD02853E6AD6}" srcOrd="0" destOrd="0" parTransId="{B2808212-958E-47B8-8747-3C98991D60B2}" sibTransId="{75032C48-685C-42FD-8CE9-5CBE3271982C}"/>
    <dgm:cxn modelId="{7F840080-7DAE-4835-91FF-FE62AD079FFA}" srcId="{90382911-F641-43AD-A5AF-AA51C62CEAE2}" destId="{B53F08AD-2BE3-424A-B90F-E39A77E1B85D}" srcOrd="0" destOrd="0" parTransId="{053A8C47-1AB0-4354-90B3-2F11EB7CBD5F}" sibTransId="{80B503A3-8BF3-47AA-B442-534D22AC5C27}"/>
    <dgm:cxn modelId="{15BF8FAE-EA41-4F0B-A71C-B2E8D2F92C13}" type="presOf" srcId="{54AA85C6-8A3D-4369-9409-098D391851A5}" destId="{DFB3E27F-1F43-41C1-BA66-F6F468B400AA}" srcOrd="0" destOrd="0" presId="urn:microsoft.com/office/officeart/2005/8/layout/orgChart1"/>
    <dgm:cxn modelId="{FAB06500-C8BF-492B-81BE-3B84D85A2DF3}" type="presOf" srcId="{AEC535FA-CE44-40B2-8A12-0C79C261BE92}" destId="{09EAE3E2-3155-4187-8FC6-69D7E433353D}" srcOrd="0" destOrd="0" presId="urn:microsoft.com/office/officeart/2005/8/layout/orgChart1"/>
    <dgm:cxn modelId="{5E9D8257-9AF1-4770-A410-2433CAAC73B9}" srcId="{71FA7602-1691-4B70-B379-07D9CB8102B9}" destId="{6B0F5106-1644-4684-909C-DAC4DDF07224}" srcOrd="0" destOrd="0" parTransId="{1AE9DF58-AE13-43AF-9648-1E3083907E9D}" sibTransId="{6EBFF619-65B5-4D7B-8E18-5847E3F047F4}"/>
    <dgm:cxn modelId="{1CFEDA61-E866-4A68-8EA1-FE65B87D14DF}" srcId="{53C80281-FC24-4EFF-9467-AA4518E1E3D9}" destId="{BF1E48A3-CFD4-4A18-A53D-F38BDD4B6615}" srcOrd="0" destOrd="0" parTransId="{32764BAD-2C06-42DA-90EE-36E0F5FF2D2A}" sibTransId="{BA671840-1EE7-44EB-98CE-AD50AAE7A420}"/>
    <dgm:cxn modelId="{A27445B3-3F24-4E48-AB85-41A4F2C110B1}" srcId="{FA0D53A9-61D0-426F-B309-E4DB4A3B0AB5}" destId="{5221EBC1-61A0-4FEB-AA14-9A4F34E513F9}" srcOrd="0" destOrd="0" parTransId="{594447D0-BA84-4872-8629-99DFBEFF260A}" sibTransId="{35DFB2BC-39FE-46FD-91DB-1EA8FF373ADA}"/>
    <dgm:cxn modelId="{C9103369-F5AD-48D3-8580-78C4AD86C45D}" srcId="{FAC5CF4F-E11A-4364-AA7E-DC177E9018A9}" destId="{182F3A1C-9C9F-4D3C-8BD7-4F03C471EE4C}" srcOrd="0" destOrd="0" parTransId="{4D75BEB3-06E3-4D7B-8E4F-BB184C27A143}" sibTransId="{85057E79-8599-46CB-8CDB-813265C33A8E}"/>
    <dgm:cxn modelId="{8E1520D9-934B-46A9-9DA9-55E28BBA4841}" srcId="{EAA37ADD-CE7C-4657-AE2A-46696F23F134}" destId="{31D08E31-1645-455C-8E77-101273000CEA}" srcOrd="0" destOrd="0" parTransId="{C6932269-34A7-4DB1-B88B-7C3B3CA4A0C6}" sibTransId="{002B18C4-ACD8-4327-9499-0282E8DFBE1A}"/>
    <dgm:cxn modelId="{596912C0-8DE2-48E0-9F0F-531C126A95D3}" srcId="{A2E87FE5-E0CF-442B-8B47-E86E0AD167FF}" destId="{1F409B07-30DE-4019-82D5-A713090BB2CD}" srcOrd="0" destOrd="0" parTransId="{7A8DED11-34A8-4606-8AFD-41D7D6D8A48E}" sibTransId="{20C1DBB6-3218-4ED2-AB78-F7E2B7E6D128}"/>
    <dgm:cxn modelId="{F46C6D36-8F28-44A4-B755-58A565F51000}" type="presOf" srcId="{1AE9DF58-AE13-43AF-9648-1E3083907E9D}" destId="{A5CE1F86-2B20-484C-BDC2-9B311F9D1F7A}" srcOrd="0" destOrd="0" presId="urn:microsoft.com/office/officeart/2005/8/layout/orgChart1"/>
    <dgm:cxn modelId="{7BC07D14-565B-4110-A642-21CC903720F5}" type="presOf" srcId="{B2808212-958E-47B8-8747-3C98991D60B2}" destId="{D2CC0C2D-4F03-4F72-BD63-9981598E931B}" srcOrd="0" destOrd="0" presId="urn:microsoft.com/office/officeart/2005/8/layout/orgChart1"/>
    <dgm:cxn modelId="{5F489DC9-5D91-489D-ABF1-4B34A3B53E30}" type="presOf" srcId="{7A8DED11-34A8-4606-8AFD-41D7D6D8A48E}" destId="{27B4F5C9-BD6E-4716-A3D3-150E81118E56}" srcOrd="0" destOrd="0" presId="urn:microsoft.com/office/officeart/2005/8/layout/orgChart1"/>
    <dgm:cxn modelId="{BB4AB198-CB59-4930-AFA1-4882A95B12E0}" type="presOf" srcId="{B53F08AD-2BE3-424A-B90F-E39A77E1B85D}" destId="{C6435E6B-7FCF-40AE-A5C9-7E02CE347099}" srcOrd="0" destOrd="0" presId="urn:microsoft.com/office/officeart/2005/8/layout/orgChart1"/>
    <dgm:cxn modelId="{F235B059-0DDB-4034-8C2F-1069CD9928F5}" type="presOf" srcId="{A2E87FE5-E0CF-442B-8B47-E86E0AD167FF}" destId="{AD609C4E-1010-499F-9BEE-D79109B7C404}" srcOrd="1" destOrd="0" presId="urn:microsoft.com/office/officeart/2005/8/layout/orgChart1"/>
    <dgm:cxn modelId="{218E40A4-DC20-44A0-98B1-D299EE043BBF}" type="presOf" srcId="{B5443746-1857-49A0-B815-1AC5399D50C7}" destId="{232D7953-254B-4FA5-A7F3-26CD20366772}" srcOrd="0" destOrd="0" presId="urn:microsoft.com/office/officeart/2005/8/layout/orgChart1"/>
    <dgm:cxn modelId="{26918625-6D09-4FA2-9F97-82B5DE5ED774}" type="presOf" srcId="{A2C6E94C-D786-4BEA-8CC8-ED3C7177519E}" destId="{77DF79CE-16DC-4E8A-BCFC-F7428D6C5595}" srcOrd="0" destOrd="0" presId="urn:microsoft.com/office/officeart/2005/8/layout/orgChart1"/>
    <dgm:cxn modelId="{CBC82B42-F92A-4339-8C19-A7F2C0976A1E}" type="presOf" srcId="{1F409B07-30DE-4019-82D5-A713090BB2CD}" destId="{0C861410-92F0-477C-9A3E-97070956A280}" srcOrd="0" destOrd="0" presId="urn:microsoft.com/office/officeart/2005/8/layout/orgChart1"/>
    <dgm:cxn modelId="{67AF29A0-4319-48A1-8BE9-D6D6564D447B}" type="presOf" srcId="{DC2104BF-84C2-4109-A70F-D63F8E603899}" destId="{2A0BE1E6-5D63-4176-BBF8-32465C7482F9}" srcOrd="1" destOrd="0" presId="urn:microsoft.com/office/officeart/2005/8/layout/orgChart1"/>
    <dgm:cxn modelId="{3C6A771B-7B6A-43FB-BF1E-82E4DD7EE8C4}" type="presOf" srcId="{12A68EAE-9FD4-4196-BC10-447769BC6D72}" destId="{A53D4027-31E7-4484-8F94-67B91441748A}" srcOrd="0" destOrd="0" presId="urn:microsoft.com/office/officeart/2005/8/layout/orgChart1"/>
    <dgm:cxn modelId="{5415565B-492A-4E08-B4D7-C4EB83C0519C}" type="presOf" srcId="{4184B322-68C1-4FBD-8C54-4364F667F728}" destId="{58970394-98E4-4A44-9666-0DFFAF74949D}" srcOrd="0" destOrd="0" presId="urn:microsoft.com/office/officeart/2005/8/layout/orgChart1"/>
    <dgm:cxn modelId="{3BA42417-496A-4C56-9596-166E58C81B9D}" type="presOf" srcId="{31D08E31-1645-455C-8E77-101273000CEA}" destId="{D77E59A1-0AF4-4F2D-9F4E-8CD0FE7B1764}" srcOrd="0" destOrd="0" presId="urn:microsoft.com/office/officeart/2005/8/layout/orgChart1"/>
    <dgm:cxn modelId="{1255EA3A-065C-4EA5-AFB1-517F9AC2FE68}" srcId="{12A68EAE-9FD4-4196-BC10-447769BC6D72}" destId="{5DA69EFB-56B0-4B75-B324-0E7C282B20BF}" srcOrd="0" destOrd="0" parTransId="{44F8DFFF-77F8-488F-B65D-8307B0CFB888}" sibTransId="{A6AB5586-801C-4D13-B1A5-5CE8E9CA762F}"/>
    <dgm:cxn modelId="{BC329416-4081-42F4-AF85-7BEF301ADFB3}" type="presOf" srcId="{32764BAD-2C06-42DA-90EE-36E0F5FF2D2A}" destId="{DB5D0A8B-12CA-4A22-BF96-0C766EB7EDE4}" srcOrd="0" destOrd="0" presId="urn:microsoft.com/office/officeart/2005/8/layout/orgChart1"/>
    <dgm:cxn modelId="{850D5507-501C-4CF9-83A5-96B74BF66377}" type="presOf" srcId="{6A1291A9-DB87-44A1-83F8-BCB5CC7F4509}" destId="{6847EC33-9AC0-4C78-AC81-C3C4EF785179}" srcOrd="0" destOrd="0" presId="urn:microsoft.com/office/officeart/2005/8/layout/orgChart1"/>
    <dgm:cxn modelId="{6CF8639C-DCEF-4D95-9B3A-78210FBBA601}" srcId="{DC2104BF-84C2-4109-A70F-D63F8E603899}" destId="{FAC5CF4F-E11A-4364-AA7E-DC177E9018A9}" srcOrd="0" destOrd="0" parTransId="{F7CA8BB2-42BC-4B68-8D77-F88100F22481}" sibTransId="{045CB3DA-9F86-4203-B815-EFC74991F951}"/>
    <dgm:cxn modelId="{1DE9A6E4-9078-446D-8367-64F5C5F2009E}" type="presOf" srcId="{FAC5CF4F-E11A-4364-AA7E-DC177E9018A9}" destId="{D0F6A80A-F3B2-4D17-A05D-F20B5DAB4AE0}" srcOrd="0" destOrd="0" presId="urn:microsoft.com/office/officeart/2005/8/layout/orgChart1"/>
    <dgm:cxn modelId="{4EE793BE-6547-4FA9-A218-1DAF4C17A295}" type="presOf" srcId="{DBE6938F-2127-4DC0-BD7E-16C448E5C773}" destId="{F165A21F-F0C7-47E8-B347-CA2467F7E065}" srcOrd="0" destOrd="0" presId="urn:microsoft.com/office/officeart/2005/8/layout/orgChart1"/>
    <dgm:cxn modelId="{436F2924-BD68-4209-B801-781520790E20}" type="presOf" srcId="{CC4054B4-5BB8-48E4-A833-CC41E737CD73}" destId="{A190D53D-778F-4C31-AC88-178122ED524C}" srcOrd="0" destOrd="0" presId="urn:microsoft.com/office/officeart/2005/8/layout/orgChart1"/>
    <dgm:cxn modelId="{87DBEE7C-591A-4E5A-A81C-6FA9C0A15495}" type="presOf" srcId="{6B0F5106-1644-4684-909C-DAC4DDF07224}" destId="{54C392C1-4F85-4DA5-BA77-303C96ECB40B}" srcOrd="0" destOrd="0" presId="urn:microsoft.com/office/officeart/2005/8/layout/orgChart1"/>
    <dgm:cxn modelId="{8C55F263-D515-4E00-BFB2-BB9C2E0A569C}" type="presOf" srcId="{90382911-F641-43AD-A5AF-AA51C62CEAE2}" destId="{59B3F4FC-FE1C-41C0-9F72-4C9C29F75CB1}" srcOrd="1" destOrd="0" presId="urn:microsoft.com/office/officeart/2005/8/layout/orgChart1"/>
    <dgm:cxn modelId="{591389FE-5056-4943-B110-282E1665EF66}" type="presOf" srcId="{7F7B45AD-913C-4145-A5FD-B3BCD9EDABD5}" destId="{1F2C98A8-019B-4001-9EEF-5200D3975538}" srcOrd="0" destOrd="0" presId="urn:microsoft.com/office/officeart/2005/8/layout/orgChart1"/>
    <dgm:cxn modelId="{C9AF743B-C2F8-4899-9B37-9B764DD8A925}" type="presOf" srcId="{1C72EF56-F989-4F48-A9AC-4405EF91FF9F}" destId="{CB0EE482-ACD2-4262-A0E0-77282B47C074}" srcOrd="1" destOrd="0" presId="urn:microsoft.com/office/officeart/2005/8/layout/orgChart1"/>
    <dgm:cxn modelId="{573544BF-2AAD-4C77-B4D6-899436F9EC28}" type="presOf" srcId="{FAC5CF4F-E11A-4364-AA7E-DC177E9018A9}" destId="{185B82A7-E546-41C1-B729-84CCBB2FD96F}" srcOrd="1" destOrd="0" presId="urn:microsoft.com/office/officeart/2005/8/layout/orgChart1"/>
    <dgm:cxn modelId="{2FCFA757-5871-4405-8FEB-EBDBB999A9D1}" type="presOf" srcId="{934EFE15-CAA2-4FC2-AC60-4F58C03B2AFB}" destId="{52EC94AD-3876-4469-8567-3ECEF52C9B67}" srcOrd="1" destOrd="0" presId="urn:microsoft.com/office/officeart/2005/8/layout/orgChart1"/>
    <dgm:cxn modelId="{F2EBF937-808D-4251-AE21-80815DA9D758}" type="presOf" srcId="{1D92CA3A-20CF-4932-AC64-1282A9A8E12E}" destId="{5208C4E0-D353-48F1-9733-E568A726818A}" srcOrd="0" destOrd="0" presId="urn:microsoft.com/office/officeart/2005/8/layout/orgChart1"/>
    <dgm:cxn modelId="{0F7C981C-6A8A-42A9-9835-2DD2F60AC5CE}" type="presOf" srcId="{827BDA3E-90B8-4137-934F-97A4F9BD4397}" destId="{18D148C4-208F-4763-B694-FCC91BF1A8FF}" srcOrd="0" destOrd="0" presId="urn:microsoft.com/office/officeart/2005/8/layout/orgChart1"/>
    <dgm:cxn modelId="{A9D6F91E-A599-4979-863A-09106A88EDC4}" srcId="{FA0D53A9-61D0-426F-B309-E4DB4A3B0AB5}" destId="{2D71F84F-63B3-47C2-BBDC-4F3DA14152C1}" srcOrd="2" destOrd="0" parTransId="{BCA91724-14DE-4CDB-9C80-E06A5DA2C773}" sibTransId="{D43F92E1-84B9-49DC-811F-B5A4DCBA5A06}"/>
    <dgm:cxn modelId="{7B66C7F0-DFFF-41D5-A2AE-5DB7AC42276C}" type="presOf" srcId="{2044A144-FAB5-4E5F-B346-C5D2A1AC5013}" destId="{08829E75-3FC5-4D93-8B45-0211E68A6C54}" srcOrd="0" destOrd="0" presId="urn:microsoft.com/office/officeart/2005/8/layout/orgChart1"/>
    <dgm:cxn modelId="{FC950BBA-9294-48CC-AE9D-5AEEFDEFC5E9}" type="presOf" srcId="{2EBF9A67-A65B-467D-B50E-4B16D1C41058}" destId="{80970675-14EC-41C0-8D26-94525A39887C}" srcOrd="0" destOrd="0" presId="urn:microsoft.com/office/officeart/2005/8/layout/orgChart1"/>
    <dgm:cxn modelId="{0C5E0D1E-E72E-44EF-BF44-7DE8C09AF2F0}" type="presOf" srcId="{4FF6321E-126A-4E8F-9AAB-2349D36EEB36}" destId="{0FA11A12-FB40-49D2-A4C1-B48E8BABE117}" srcOrd="0" destOrd="0" presId="urn:microsoft.com/office/officeart/2005/8/layout/orgChart1"/>
    <dgm:cxn modelId="{4A0EA4E5-80AD-4322-9682-AABEC4B06209}" type="presOf" srcId="{EAA37ADD-CE7C-4657-AE2A-46696F23F134}" destId="{3E77A4EE-9ED6-4D4B-8152-9F8CF7A4FC93}" srcOrd="1" destOrd="0" presId="urn:microsoft.com/office/officeart/2005/8/layout/orgChart1"/>
    <dgm:cxn modelId="{D1708571-35BD-46A4-8F02-26C5B66052F6}" type="presOf" srcId="{053A8C47-1AB0-4354-90B3-2F11EB7CBD5F}" destId="{878CE096-C3A2-4DE7-BA5A-928347DD09EF}" srcOrd="0" destOrd="0" presId="urn:microsoft.com/office/officeart/2005/8/layout/orgChart1"/>
    <dgm:cxn modelId="{FB6E43AA-0862-491A-90AF-1DA4B89186DC}" type="presOf" srcId="{2D71F84F-63B3-47C2-BBDC-4F3DA14152C1}" destId="{74F48A3B-1B86-49AF-B964-2C4D13321C57}" srcOrd="1" destOrd="0" presId="urn:microsoft.com/office/officeart/2005/8/layout/orgChart1"/>
    <dgm:cxn modelId="{34EE5015-AD64-4797-9333-E1E4BFAC8EF3}" srcId="{5DA69EFB-56B0-4B75-B324-0E7C282B20BF}" destId="{2044A144-FAB5-4E5F-B346-C5D2A1AC5013}" srcOrd="0" destOrd="0" parTransId="{F0812E5D-A6BA-4FD1-BB9B-1D90FF8E263D}" sibTransId="{0A632158-688E-48F4-8624-DAC0DCBB79E1}"/>
    <dgm:cxn modelId="{4B4EBC38-E049-429B-B80E-4C00A09DD32C}" type="presOf" srcId="{5221EBC1-61A0-4FEB-AA14-9A4F34E513F9}" destId="{8CEC4217-0FB7-4697-A23D-DFFD6DACDD1C}" srcOrd="1" destOrd="0" presId="urn:microsoft.com/office/officeart/2005/8/layout/orgChart1"/>
    <dgm:cxn modelId="{A2AD40DE-4653-4969-BAAF-65EB42CEE671}" type="presOf" srcId="{C6932269-34A7-4DB1-B88B-7C3B3CA4A0C6}" destId="{1B8C8CAF-DBE2-4B95-B9A1-3F8C83974493}" srcOrd="0" destOrd="0" presId="urn:microsoft.com/office/officeart/2005/8/layout/orgChart1"/>
    <dgm:cxn modelId="{C9BC07DD-E757-4DF7-975C-D2050834D2E6}" type="presOf" srcId="{BF1E48A3-CFD4-4A18-A53D-F38BDD4B6615}" destId="{8A33BB50-BC71-49B6-94F4-9770E7C20B44}" srcOrd="1" destOrd="0" presId="urn:microsoft.com/office/officeart/2005/8/layout/orgChart1"/>
    <dgm:cxn modelId="{891A667B-968D-4327-9B46-32D999A1CC87}" type="presOf" srcId="{7CEE02AB-BAED-4DD0-84F0-AD8E2C073296}" destId="{1542F780-E312-440B-83E6-3D84F7B86C12}" srcOrd="0" destOrd="0" presId="urn:microsoft.com/office/officeart/2005/8/layout/orgChart1"/>
    <dgm:cxn modelId="{CE1B835E-F8DF-4D81-A2FB-E47D21622934}" srcId="{53C80281-FC24-4EFF-9467-AA4518E1E3D9}" destId="{DBE6938F-2127-4DC0-BD7E-16C448E5C773}" srcOrd="1" destOrd="0" parTransId="{CBBD7AFC-E22F-4910-AC26-652920E83715}" sibTransId="{81B70E78-8F56-45D6-92F7-E168E70B1D0F}"/>
    <dgm:cxn modelId="{F06BE093-B8DA-4498-888B-AB0AE7BE89E5}" type="presOf" srcId="{5DA69EFB-56B0-4B75-B324-0E7C282B20BF}" destId="{B6A7DC07-95E8-42D1-84C7-3D8107F8C08C}" srcOrd="0" destOrd="0" presId="urn:microsoft.com/office/officeart/2005/8/layout/orgChart1"/>
    <dgm:cxn modelId="{849ED72B-F7E6-458E-B6C4-974097D0A6F0}" type="presOf" srcId="{DF48760C-5896-4C98-AA68-9181408083C2}" destId="{7F108E63-9677-47F0-8C0A-FB65CD39219B}" srcOrd="1" destOrd="0" presId="urn:microsoft.com/office/officeart/2005/8/layout/orgChart1"/>
    <dgm:cxn modelId="{A2E70534-FA25-46E8-8246-07CA02D3E756}" type="presOf" srcId="{081B0E5C-7B14-4C2E-8F3C-CD02853E6AD6}" destId="{907D14A8-C025-4C1E-AD57-7DDAAE68D702}" srcOrd="1" destOrd="0" presId="urn:microsoft.com/office/officeart/2005/8/layout/orgChart1"/>
    <dgm:cxn modelId="{9E054A61-BECA-4FF2-9F90-6194ABF9F1EE}" type="presOf" srcId="{8B25BF26-AD12-4B6E-8555-12EDBFC29A76}" destId="{10DC3BA8-9F5F-4415-B858-ACB92F68B874}" srcOrd="0" destOrd="0" presId="urn:microsoft.com/office/officeart/2005/8/layout/orgChart1"/>
    <dgm:cxn modelId="{DB8AE5D4-58C1-42FD-923C-17A99590F34F}" type="presOf" srcId="{DBE6938F-2127-4DC0-BD7E-16C448E5C773}" destId="{FBF0080A-EF23-492E-9984-30902D47193C}" srcOrd="1" destOrd="0" presId="urn:microsoft.com/office/officeart/2005/8/layout/orgChart1"/>
    <dgm:cxn modelId="{F6E2D0BE-9B4C-4EE8-8953-600A7915602E}" type="presOf" srcId="{0BD14A17-2097-4BDA-8348-C84B01D6C382}" destId="{15F9F8CC-776C-48CB-BE48-D0E8C9E0A1D5}" srcOrd="0" destOrd="0" presId="urn:microsoft.com/office/officeart/2005/8/layout/orgChart1"/>
    <dgm:cxn modelId="{591274BB-0426-4D54-B2A3-F01C585A49E2}" type="presOf" srcId="{182F3A1C-9C9F-4D3C-8BD7-4F03C471EE4C}" destId="{40550DE1-CF0D-41DF-9C87-F0871E8FCD44}" srcOrd="1" destOrd="0" presId="urn:microsoft.com/office/officeart/2005/8/layout/orgChart1"/>
    <dgm:cxn modelId="{4ABC6F6B-75C3-4B8D-8BEB-30EFED59F7F0}" type="presOf" srcId="{8CF5E9A2-4970-4A4E-AA27-6A3EDBDEA401}" destId="{B2C5357C-5910-4E6B-88EC-5FEC007005BB}" srcOrd="0" destOrd="0" presId="urn:microsoft.com/office/officeart/2005/8/layout/orgChart1"/>
    <dgm:cxn modelId="{D9B9C2A8-E576-4F2D-90A7-2EF3379992FC}" type="presOf" srcId="{1C72EF56-F989-4F48-A9AC-4405EF91FF9F}" destId="{9922F3AC-3AE3-46F5-9EB7-3A40518C8D8B}" srcOrd="0" destOrd="0" presId="urn:microsoft.com/office/officeart/2005/8/layout/orgChart1"/>
    <dgm:cxn modelId="{05AF2896-4E4C-49BA-B177-20BC1B54C581}" type="presOf" srcId="{96CB375D-665D-4993-A63F-56409D3821E5}" destId="{A8A53036-647A-4F30-A0F0-D5115FF938F1}" srcOrd="0" destOrd="0" presId="urn:microsoft.com/office/officeart/2005/8/layout/orgChart1"/>
    <dgm:cxn modelId="{940307D6-8EA9-445A-AAE6-159B3A9855BB}" srcId="{31D08E31-1645-455C-8E77-101273000CEA}" destId="{091264C1-3D7C-4601-94D2-B8128E3E86DA}" srcOrd="1" destOrd="0" parTransId="{F267122B-4CE6-4FB7-A6FE-C0AA19E417B5}" sibTransId="{4C747390-7178-413D-8EED-DAC38A803E52}"/>
    <dgm:cxn modelId="{4F7D3920-693C-48DB-9517-06F30A121B5A}" type="presOf" srcId="{F267122B-4CE6-4FB7-A6FE-C0AA19E417B5}" destId="{78654A82-E5E8-4D84-8763-C5D849DE58B6}" srcOrd="0" destOrd="0" presId="urn:microsoft.com/office/officeart/2005/8/layout/orgChart1"/>
    <dgm:cxn modelId="{4A321528-7C8B-4005-8BDE-1ACD28B0A6FF}" type="presOf" srcId="{F0812E5D-A6BA-4FD1-BB9B-1D90FF8E263D}" destId="{59AC7E1B-C58C-44FC-ABC8-C9B1D84C49DC}" srcOrd="0" destOrd="0" presId="urn:microsoft.com/office/officeart/2005/8/layout/orgChart1"/>
    <dgm:cxn modelId="{DAB378FE-E9A1-4C88-B999-BF7BDF7F5BBA}" type="presOf" srcId="{4184B322-68C1-4FBD-8C54-4364F667F728}" destId="{D51972F5-881E-4AFF-9FCB-925B33484E32}" srcOrd="1" destOrd="0" presId="urn:microsoft.com/office/officeart/2005/8/layout/orgChart1"/>
    <dgm:cxn modelId="{4E6576F4-0279-4262-A131-98567BFEA83B}" type="presOf" srcId="{CC4054B4-5BB8-48E4-A833-CC41E737CD73}" destId="{2736DC1A-743C-4E15-92DF-2C0BCFB4F123}" srcOrd="1" destOrd="0" presId="urn:microsoft.com/office/officeart/2005/8/layout/orgChart1"/>
    <dgm:cxn modelId="{54CF2F48-7CE4-4271-99A5-230FCAA8C3CC}" type="presOf" srcId="{732F21FD-A573-46E0-A73A-FE86C85DECA2}" destId="{4B5448A8-EBED-4B88-9966-B85259200A15}" srcOrd="0" destOrd="0" presId="urn:microsoft.com/office/officeart/2005/8/layout/orgChart1"/>
    <dgm:cxn modelId="{DF422CD2-34D1-491E-856B-493A720AE1BD}" type="presOf" srcId="{DC2104BF-84C2-4109-A70F-D63F8E603899}" destId="{7890925C-0E0D-46EA-A698-02E91CD539E6}" srcOrd="0" destOrd="0" presId="urn:microsoft.com/office/officeart/2005/8/layout/orgChart1"/>
    <dgm:cxn modelId="{78A133E0-01D0-4AF3-AF7B-2CC37F7E1ADF}" type="presOf" srcId="{6B0F5106-1644-4684-909C-DAC4DDF07224}" destId="{9CD0D3B4-A4D4-4539-ACC5-3BBCDDACB555}" srcOrd="1" destOrd="0" presId="urn:microsoft.com/office/officeart/2005/8/layout/orgChart1"/>
    <dgm:cxn modelId="{DB6B5971-5189-4796-8224-D2A11F5524C7}" type="presOf" srcId="{D17B0668-5347-401E-BD66-00A8B0520D8A}" destId="{3ADE438B-AF1B-4917-9F3F-A56E4745C688}" srcOrd="0" destOrd="0" presId="urn:microsoft.com/office/officeart/2005/8/layout/orgChart1"/>
    <dgm:cxn modelId="{29B1D836-F5FD-42F1-B9BC-756583680FBF}" srcId="{2044A144-FAB5-4E5F-B346-C5D2A1AC5013}" destId="{6589846F-A6DA-48FB-923F-6BEC1D9F2EBF}" srcOrd="0" destOrd="0" parTransId="{8CF5E9A2-4970-4A4E-AA27-6A3EDBDEA401}" sibTransId="{5148D525-4D3F-4173-A50B-B3AD009DAF6E}"/>
    <dgm:cxn modelId="{BB7CE27E-10C8-4A24-A9FC-7C9796D67E86}" srcId="{AAACDA4A-179D-421D-86C7-BCAC046AD3A7}" destId="{6A1291A9-DB87-44A1-83F8-BCB5CC7F4509}" srcOrd="1" destOrd="0" parTransId="{54AA85C6-8A3D-4369-9409-098D391851A5}" sibTransId="{70AFB78B-4D8D-46E7-968E-601AC276FA46}"/>
    <dgm:cxn modelId="{1D4EDF64-A4C4-46EB-9B05-29494B41C2E9}" type="presOf" srcId="{4D75BEB3-06E3-4D7B-8E4F-BB184C27A143}" destId="{78519061-1745-4C64-834E-B032B43403D7}" srcOrd="0" destOrd="0" presId="urn:microsoft.com/office/officeart/2005/8/layout/orgChart1"/>
    <dgm:cxn modelId="{EE25EF61-55B0-4990-B3B8-C805D66033F6}" type="presOf" srcId="{6589846F-A6DA-48FB-923F-6BEC1D9F2EBF}" destId="{A3E4D22E-A74F-4B59-9654-C8EDB9E9A7FB}" srcOrd="0" destOrd="0" presId="urn:microsoft.com/office/officeart/2005/8/layout/orgChart1"/>
    <dgm:cxn modelId="{0B808554-C87B-4432-8D0C-139A06EE78E1}" type="presOf" srcId="{DED598BB-820C-456F-8B9A-E8A32592231E}" destId="{A0DFBA1E-416B-49B9-BD55-CF04C9C77F8B}" srcOrd="0" destOrd="0" presId="urn:microsoft.com/office/officeart/2005/8/layout/orgChart1"/>
    <dgm:cxn modelId="{480547AD-4D11-474D-8334-84970087BFFE}" srcId="{6589846F-A6DA-48FB-923F-6BEC1D9F2EBF}" destId="{4184B322-68C1-4FBD-8C54-4364F667F728}" srcOrd="0" destOrd="0" parTransId="{732F21FD-A573-46E0-A73A-FE86C85DECA2}" sibTransId="{A13E3198-71BE-41A9-BC2E-5855EB799F8F}"/>
    <dgm:cxn modelId="{F48E82AE-AF7E-414D-813C-356B9090BEE4}" type="presOf" srcId="{FA0D53A9-61D0-426F-B309-E4DB4A3B0AB5}" destId="{2E4C1510-FCBF-469B-91B9-9694876A058F}" srcOrd="0" destOrd="0" presId="urn:microsoft.com/office/officeart/2005/8/layout/orgChart1"/>
    <dgm:cxn modelId="{7A11298F-F857-4B2F-A379-191B8D015E6B}" srcId="{6A1291A9-DB87-44A1-83F8-BCB5CC7F4509}" destId="{A2E87FE5-E0CF-442B-8B47-E86E0AD167FF}" srcOrd="0" destOrd="0" parTransId="{7F7B45AD-913C-4145-A5FD-B3BCD9EDABD5}" sibTransId="{807F4D2B-AA75-4E5F-A058-79104C219D09}"/>
    <dgm:cxn modelId="{6A3191FF-BD27-4E31-A6E1-1D2E89DB3FB3}" type="presOf" srcId="{BF1E48A3-CFD4-4A18-A53D-F38BDD4B6615}" destId="{3C297334-B1D7-4A85-B099-BE02EAF0149F}" srcOrd="0" destOrd="0" presId="urn:microsoft.com/office/officeart/2005/8/layout/orgChart1"/>
    <dgm:cxn modelId="{2026F0C5-C733-4286-B6EA-22596D797B97}" type="presOf" srcId="{2D71F84F-63B3-47C2-BBDC-4F3DA14152C1}" destId="{138AE015-89A2-4F9E-8A34-621C01DC4970}" srcOrd="0" destOrd="0" presId="urn:microsoft.com/office/officeart/2005/8/layout/orgChart1"/>
    <dgm:cxn modelId="{2575526C-32D9-4C27-AC60-0BC5C4AC83B2}" srcId="{AAACDA4A-179D-421D-86C7-BCAC046AD3A7}" destId="{EAA37ADD-CE7C-4657-AE2A-46696F23F134}" srcOrd="0" destOrd="0" parTransId="{7CEE02AB-BAED-4DD0-84F0-AD8E2C073296}" sibTransId="{AE282BA2-0C30-46F3-BA01-6AEFD1FD5EA1}"/>
    <dgm:cxn modelId="{654340AD-9453-434F-8DFD-D8749CB34C50}" type="presOf" srcId="{CBBD7AFC-E22F-4910-AC26-652920E83715}" destId="{17F7E7DF-DCE6-45F6-B577-0621D3AD9B43}" srcOrd="0" destOrd="0" presId="urn:microsoft.com/office/officeart/2005/8/layout/orgChart1"/>
    <dgm:cxn modelId="{1FAE0D68-0BCF-4684-8BBB-EEF8008E89D4}" type="presOf" srcId="{AAACDA4A-179D-421D-86C7-BCAC046AD3A7}" destId="{8F5D2A10-5643-44E3-A3AE-7C862402F0AE}" srcOrd="0" destOrd="0" presId="urn:microsoft.com/office/officeart/2005/8/layout/orgChart1"/>
    <dgm:cxn modelId="{70A401F3-29D2-4E69-B536-4A52D1276191}" srcId="{5DA69EFB-56B0-4B75-B324-0E7C282B20BF}" destId="{1C72EF56-F989-4F48-A9AC-4405EF91FF9F}" srcOrd="1" destOrd="0" parTransId="{A2C6E94C-D786-4BEA-8CC8-ED3C7177519E}" sibTransId="{39446453-5A5A-4194-9072-E033B85CDAE5}"/>
    <dgm:cxn modelId="{46A49F79-A8CE-4EA4-A825-E0C785CD27D5}" type="presOf" srcId="{71FA7602-1691-4B70-B379-07D9CB8102B9}" destId="{4837C636-FB55-4518-8434-8586608B5020}" srcOrd="0" destOrd="0" presId="urn:microsoft.com/office/officeart/2005/8/layout/orgChart1"/>
    <dgm:cxn modelId="{3301DCCC-1A06-4B13-8401-5FF4378296DB}" type="presOf" srcId="{71FA7602-1691-4B70-B379-07D9CB8102B9}" destId="{A3CEE11B-61DF-41F8-BED1-A0E9423FF043}" srcOrd="1" destOrd="0" presId="urn:microsoft.com/office/officeart/2005/8/layout/orgChart1"/>
    <dgm:cxn modelId="{D7B63AC6-CC65-44AE-BED9-D63CACFC63B8}" type="presOf" srcId="{B53F08AD-2BE3-424A-B90F-E39A77E1B85D}" destId="{EFCEFA31-15DB-4139-81CB-4530CE58E6B5}" srcOrd="1" destOrd="0" presId="urn:microsoft.com/office/officeart/2005/8/layout/orgChart1"/>
    <dgm:cxn modelId="{1729F4FF-C461-40A2-A110-891087522D59}" srcId="{DC2104BF-84C2-4109-A70F-D63F8E603899}" destId="{53C80281-FC24-4EFF-9467-AA4518E1E3D9}" srcOrd="1" destOrd="0" parTransId="{3EA62F77-856B-41C5-9147-A0621A6A1A62}" sibTransId="{A3AC9B48-A7D5-41E3-B03A-A069F52CA950}"/>
    <dgm:cxn modelId="{EEC0FEE6-2B69-43FE-B719-0E13FE1F0D16}" type="presOf" srcId="{0F1AC6AD-A054-4517-A85E-E9434A5AE2B3}" destId="{095D7D81-A5DD-45DC-9896-88E80275BCDD}" srcOrd="1" destOrd="0" presId="urn:microsoft.com/office/officeart/2005/8/layout/orgChart1"/>
    <dgm:cxn modelId="{FD31B682-AF9E-43B7-9A3A-AE4C3DB72769}" type="presOf" srcId="{53C80281-FC24-4EFF-9467-AA4518E1E3D9}" destId="{118B2826-A2E1-4CE0-86BD-D64C01759571}" srcOrd="0" destOrd="0" presId="urn:microsoft.com/office/officeart/2005/8/layout/orgChart1"/>
    <dgm:cxn modelId="{DC2C16E1-6BB1-48F0-B4E1-853A806D3ED3}" type="presOf" srcId="{F7CA8BB2-42BC-4B68-8D77-F88100F22481}" destId="{6EC9EDE5-7DED-43F6-ABC0-D64843B73191}" srcOrd="0" destOrd="0" presId="urn:microsoft.com/office/officeart/2005/8/layout/orgChart1"/>
    <dgm:cxn modelId="{525E3D32-F43D-4B9F-9605-9D87A07EA94E}" type="presOf" srcId="{934EFE15-CAA2-4FC2-AC60-4F58C03B2AFB}" destId="{B79D4EC8-B4E9-4460-AD6C-E191265D25F3}" srcOrd="0" destOrd="0" presId="urn:microsoft.com/office/officeart/2005/8/layout/orgChart1"/>
    <dgm:cxn modelId="{6433E711-9BC1-4A90-B247-4B46CBD2D96F}" type="presOf" srcId="{21556659-D340-4890-8922-0D7A076A2215}" destId="{86DA6C11-024D-40E0-A999-9C5FF2694399}" srcOrd="0" destOrd="0" presId="urn:microsoft.com/office/officeart/2005/8/layout/orgChart1"/>
    <dgm:cxn modelId="{11F68547-39B7-436B-ABF4-E3C32F14985F}" type="presOf" srcId="{594447D0-BA84-4872-8629-99DFBEFF260A}" destId="{4779AFF2-252E-44ED-8DE5-D7D8D9A99B02}" srcOrd="0" destOrd="0" presId="urn:microsoft.com/office/officeart/2005/8/layout/orgChart1"/>
    <dgm:cxn modelId="{1FB65D2C-90C9-4E3C-B98A-2913F1A37FE8}" type="presOf" srcId="{5DA69EFB-56B0-4B75-B324-0E7C282B20BF}" destId="{97EB9F0D-0D1A-4DF5-B816-B232ED1E9F2F}" srcOrd="1" destOrd="0" presId="urn:microsoft.com/office/officeart/2005/8/layout/orgChart1"/>
    <dgm:cxn modelId="{C77F7DBD-43CE-498D-BDEC-335497175C97}" type="presOf" srcId="{6A1291A9-DB87-44A1-83F8-BCB5CC7F4509}" destId="{A189E436-8B10-45C4-A3B6-4A2EC829798C}" srcOrd="1" destOrd="0" presId="urn:microsoft.com/office/officeart/2005/8/layout/orgChart1"/>
    <dgm:cxn modelId="{FFAFABFA-A474-40DE-9D81-B083724DB2B9}" srcId="{53C80281-FC24-4EFF-9467-AA4518E1E3D9}" destId="{CC4054B4-5BB8-48E4-A833-CC41E737CD73}" srcOrd="2" destOrd="0" parTransId="{96CB375D-665D-4993-A63F-56409D3821E5}" sibTransId="{68837A95-F727-4F59-94E3-7316DF4F380B}"/>
    <dgm:cxn modelId="{E918A848-BEAB-44D1-9BB9-658AB2526BFF}" type="presParOf" srcId="{A53D4027-31E7-4484-8F94-67B91441748A}" destId="{05A86032-0812-4EDA-B324-AAEBDA54DC50}" srcOrd="0" destOrd="0" presId="urn:microsoft.com/office/officeart/2005/8/layout/orgChart1"/>
    <dgm:cxn modelId="{76F79E73-5A90-4474-A6DF-BFA783CEE66E}" type="presParOf" srcId="{05A86032-0812-4EDA-B324-AAEBDA54DC50}" destId="{56B86765-3973-4A1B-B9FA-A9BAA044945F}" srcOrd="0" destOrd="0" presId="urn:microsoft.com/office/officeart/2005/8/layout/orgChart1"/>
    <dgm:cxn modelId="{2A45CB5D-23F9-4E2D-9BDD-C6CD5EA9262C}" type="presParOf" srcId="{56B86765-3973-4A1B-B9FA-A9BAA044945F}" destId="{B6A7DC07-95E8-42D1-84C7-3D8107F8C08C}" srcOrd="0" destOrd="0" presId="urn:microsoft.com/office/officeart/2005/8/layout/orgChart1"/>
    <dgm:cxn modelId="{BD2BCEDF-4B8B-4F02-A39B-F598BC0D7138}" type="presParOf" srcId="{56B86765-3973-4A1B-B9FA-A9BAA044945F}" destId="{97EB9F0D-0D1A-4DF5-B816-B232ED1E9F2F}" srcOrd="1" destOrd="0" presId="urn:microsoft.com/office/officeart/2005/8/layout/orgChart1"/>
    <dgm:cxn modelId="{9FD8E32A-C1B9-4826-BF29-B940BD23C95A}" type="presParOf" srcId="{05A86032-0812-4EDA-B324-AAEBDA54DC50}" destId="{65BD6FE9-F6DD-42FC-85CF-F811854A11B8}" srcOrd="1" destOrd="0" presId="urn:microsoft.com/office/officeart/2005/8/layout/orgChart1"/>
    <dgm:cxn modelId="{F3FEC889-A47A-4660-A9F2-AF8462D4F940}" type="presParOf" srcId="{65BD6FE9-F6DD-42FC-85CF-F811854A11B8}" destId="{59AC7E1B-C58C-44FC-ABC8-C9B1D84C49DC}" srcOrd="0" destOrd="0" presId="urn:microsoft.com/office/officeart/2005/8/layout/orgChart1"/>
    <dgm:cxn modelId="{68B04CC0-4122-4709-B815-E71576F41B00}" type="presParOf" srcId="{65BD6FE9-F6DD-42FC-85CF-F811854A11B8}" destId="{29F603F0-C6F4-4CE5-9155-0989483ED9D5}" srcOrd="1" destOrd="0" presId="urn:microsoft.com/office/officeart/2005/8/layout/orgChart1"/>
    <dgm:cxn modelId="{6FA4FC95-BAF5-461D-A1C5-FB62091007E3}" type="presParOf" srcId="{29F603F0-C6F4-4CE5-9155-0989483ED9D5}" destId="{AA7DE216-42A3-40C6-8CB8-6B6037A3DE15}" srcOrd="0" destOrd="0" presId="urn:microsoft.com/office/officeart/2005/8/layout/orgChart1"/>
    <dgm:cxn modelId="{BD711DCC-24FE-46B9-9BBE-24D6B77C6357}" type="presParOf" srcId="{AA7DE216-42A3-40C6-8CB8-6B6037A3DE15}" destId="{08829E75-3FC5-4D93-8B45-0211E68A6C54}" srcOrd="0" destOrd="0" presId="urn:microsoft.com/office/officeart/2005/8/layout/orgChart1"/>
    <dgm:cxn modelId="{A3861C5C-A763-4240-9099-BBEAFE409A50}" type="presParOf" srcId="{AA7DE216-42A3-40C6-8CB8-6B6037A3DE15}" destId="{B7ED668A-BC3A-468F-A4FC-86299967D2A3}" srcOrd="1" destOrd="0" presId="urn:microsoft.com/office/officeart/2005/8/layout/orgChart1"/>
    <dgm:cxn modelId="{D1E765A2-46E2-4B19-9C60-2AC144A302AC}" type="presParOf" srcId="{29F603F0-C6F4-4CE5-9155-0989483ED9D5}" destId="{F734E451-6611-4EC5-8FF8-3469D657A61D}" srcOrd="1" destOrd="0" presId="urn:microsoft.com/office/officeart/2005/8/layout/orgChart1"/>
    <dgm:cxn modelId="{78CD7EA3-EA54-45B9-AEFE-BC47D100E6E9}" type="presParOf" srcId="{F734E451-6611-4EC5-8FF8-3469D657A61D}" destId="{B2C5357C-5910-4E6B-88EC-5FEC007005BB}" srcOrd="0" destOrd="0" presId="urn:microsoft.com/office/officeart/2005/8/layout/orgChart1"/>
    <dgm:cxn modelId="{3B0883AB-F597-4D39-8499-60C724026248}" type="presParOf" srcId="{F734E451-6611-4EC5-8FF8-3469D657A61D}" destId="{ABCE306E-ED3F-4DFD-B5FD-5C208B741E7F}" srcOrd="1" destOrd="0" presId="urn:microsoft.com/office/officeart/2005/8/layout/orgChart1"/>
    <dgm:cxn modelId="{7EE4B5C9-42D1-4FC5-BC1E-A2BDA85517DD}" type="presParOf" srcId="{ABCE306E-ED3F-4DFD-B5FD-5C208B741E7F}" destId="{90C2AC35-9D58-41EE-8796-8EDF09DA32C2}" srcOrd="0" destOrd="0" presId="urn:microsoft.com/office/officeart/2005/8/layout/orgChart1"/>
    <dgm:cxn modelId="{43DF3262-041E-4888-AB50-1BC6CB7F64D3}" type="presParOf" srcId="{90C2AC35-9D58-41EE-8796-8EDF09DA32C2}" destId="{A3E4D22E-A74F-4B59-9654-C8EDB9E9A7FB}" srcOrd="0" destOrd="0" presId="urn:microsoft.com/office/officeart/2005/8/layout/orgChart1"/>
    <dgm:cxn modelId="{253F3023-AC8A-4BCD-8E8A-35E6308B5BB9}" type="presParOf" srcId="{90C2AC35-9D58-41EE-8796-8EDF09DA32C2}" destId="{A9BB36BE-50A1-41BD-B92E-F38BD4EB0AAC}" srcOrd="1" destOrd="0" presId="urn:microsoft.com/office/officeart/2005/8/layout/orgChart1"/>
    <dgm:cxn modelId="{E325A2E2-361F-48FE-9804-09173D706C73}" type="presParOf" srcId="{ABCE306E-ED3F-4DFD-B5FD-5C208B741E7F}" destId="{14F486A0-FB05-4A9F-AA99-9D3DAD3F25AB}" srcOrd="1" destOrd="0" presId="urn:microsoft.com/office/officeart/2005/8/layout/orgChart1"/>
    <dgm:cxn modelId="{55732231-E12E-4050-96DE-932335EE7CA2}" type="presParOf" srcId="{14F486A0-FB05-4A9F-AA99-9D3DAD3F25AB}" destId="{4B5448A8-EBED-4B88-9966-B85259200A15}" srcOrd="0" destOrd="0" presId="urn:microsoft.com/office/officeart/2005/8/layout/orgChart1"/>
    <dgm:cxn modelId="{FDA8E5A5-0A02-4948-8847-9E6064794205}" type="presParOf" srcId="{14F486A0-FB05-4A9F-AA99-9D3DAD3F25AB}" destId="{F365F2D2-7AE1-404B-8916-B6F4BC056D82}" srcOrd="1" destOrd="0" presId="urn:microsoft.com/office/officeart/2005/8/layout/orgChart1"/>
    <dgm:cxn modelId="{377BFE81-BE91-45DB-9CA3-B41426323DB8}" type="presParOf" srcId="{F365F2D2-7AE1-404B-8916-B6F4BC056D82}" destId="{7329562A-6E91-44C3-B291-D34FAE714969}" srcOrd="0" destOrd="0" presId="urn:microsoft.com/office/officeart/2005/8/layout/orgChart1"/>
    <dgm:cxn modelId="{64A69462-371F-42CA-B669-A62F178F421C}" type="presParOf" srcId="{7329562A-6E91-44C3-B291-D34FAE714969}" destId="{58970394-98E4-4A44-9666-0DFFAF74949D}" srcOrd="0" destOrd="0" presId="urn:microsoft.com/office/officeart/2005/8/layout/orgChart1"/>
    <dgm:cxn modelId="{6A355A00-6902-43C2-8267-94B969C4F382}" type="presParOf" srcId="{7329562A-6E91-44C3-B291-D34FAE714969}" destId="{D51972F5-881E-4AFF-9FCB-925B33484E32}" srcOrd="1" destOrd="0" presId="urn:microsoft.com/office/officeart/2005/8/layout/orgChart1"/>
    <dgm:cxn modelId="{C1CDFE75-95A9-4593-A851-86656B602840}" type="presParOf" srcId="{F365F2D2-7AE1-404B-8916-B6F4BC056D82}" destId="{7C34A076-AFC4-434A-A9C0-6FC68A9E0702}" srcOrd="1" destOrd="0" presId="urn:microsoft.com/office/officeart/2005/8/layout/orgChart1"/>
    <dgm:cxn modelId="{D4555E02-721C-48C0-8A2E-9B853F6E0475}" type="presParOf" srcId="{7C34A076-AFC4-434A-A9C0-6FC68A9E0702}" destId="{3ADE438B-AF1B-4917-9F3F-A56E4745C688}" srcOrd="0" destOrd="0" presId="urn:microsoft.com/office/officeart/2005/8/layout/orgChart1"/>
    <dgm:cxn modelId="{4DD75256-F086-4026-9626-88B952A0E6E7}" type="presParOf" srcId="{7C34A076-AFC4-434A-A9C0-6FC68A9E0702}" destId="{559E6762-D8F1-4439-96D6-C1122CAF19C9}" srcOrd="1" destOrd="0" presId="urn:microsoft.com/office/officeart/2005/8/layout/orgChart1"/>
    <dgm:cxn modelId="{1E70903B-7DF3-41FD-8ED1-D6C54EB1CE04}" type="presParOf" srcId="{559E6762-D8F1-4439-96D6-C1122CAF19C9}" destId="{5EA13458-9869-41FD-98BE-C41B9B47F561}" srcOrd="0" destOrd="0" presId="urn:microsoft.com/office/officeart/2005/8/layout/orgChart1"/>
    <dgm:cxn modelId="{C23145DE-D24F-4B63-8037-BA464BD79C24}" type="presParOf" srcId="{5EA13458-9869-41FD-98BE-C41B9B47F561}" destId="{7890925C-0E0D-46EA-A698-02E91CD539E6}" srcOrd="0" destOrd="0" presId="urn:microsoft.com/office/officeart/2005/8/layout/orgChart1"/>
    <dgm:cxn modelId="{272D9B0C-DE9E-459F-B4DA-973F6644AFE5}" type="presParOf" srcId="{5EA13458-9869-41FD-98BE-C41B9B47F561}" destId="{2A0BE1E6-5D63-4176-BBF8-32465C7482F9}" srcOrd="1" destOrd="0" presId="urn:microsoft.com/office/officeart/2005/8/layout/orgChart1"/>
    <dgm:cxn modelId="{7A7570BB-5BF2-4A94-A85A-CF5D1AD10FF1}" type="presParOf" srcId="{559E6762-D8F1-4439-96D6-C1122CAF19C9}" destId="{B71B5988-4804-4F9E-BE5F-9562219F0593}" srcOrd="1" destOrd="0" presId="urn:microsoft.com/office/officeart/2005/8/layout/orgChart1"/>
    <dgm:cxn modelId="{638817CA-5CE0-4595-9610-B7CBBE147664}" type="presParOf" srcId="{B71B5988-4804-4F9E-BE5F-9562219F0593}" destId="{6EC9EDE5-7DED-43F6-ABC0-D64843B73191}" srcOrd="0" destOrd="0" presId="urn:microsoft.com/office/officeart/2005/8/layout/orgChart1"/>
    <dgm:cxn modelId="{A320CAF1-3506-4FD5-A450-5F8BFF09A6E0}" type="presParOf" srcId="{B71B5988-4804-4F9E-BE5F-9562219F0593}" destId="{68D6F707-69A6-425D-A2D1-744DE146AA7F}" srcOrd="1" destOrd="0" presId="urn:microsoft.com/office/officeart/2005/8/layout/orgChart1"/>
    <dgm:cxn modelId="{CB6D3256-E975-404E-9981-04EDB6DE24FD}" type="presParOf" srcId="{68D6F707-69A6-425D-A2D1-744DE146AA7F}" destId="{4108CEF6-FB04-42E6-8A6D-3D120C986F7A}" srcOrd="0" destOrd="0" presId="urn:microsoft.com/office/officeart/2005/8/layout/orgChart1"/>
    <dgm:cxn modelId="{0C53D7F6-F26B-411A-B638-1A8FFA0C96C0}" type="presParOf" srcId="{4108CEF6-FB04-42E6-8A6D-3D120C986F7A}" destId="{D0F6A80A-F3B2-4D17-A05D-F20B5DAB4AE0}" srcOrd="0" destOrd="0" presId="urn:microsoft.com/office/officeart/2005/8/layout/orgChart1"/>
    <dgm:cxn modelId="{7087C67A-3BC2-4DA8-B74C-0320974B1929}" type="presParOf" srcId="{4108CEF6-FB04-42E6-8A6D-3D120C986F7A}" destId="{185B82A7-E546-41C1-B729-84CCBB2FD96F}" srcOrd="1" destOrd="0" presId="urn:microsoft.com/office/officeart/2005/8/layout/orgChart1"/>
    <dgm:cxn modelId="{105BACA5-D351-431F-82E8-818F96D6187E}" type="presParOf" srcId="{68D6F707-69A6-425D-A2D1-744DE146AA7F}" destId="{2AA2D1A8-028D-4B3F-9EE8-03B2E69812ED}" srcOrd="1" destOrd="0" presId="urn:microsoft.com/office/officeart/2005/8/layout/orgChart1"/>
    <dgm:cxn modelId="{62BDF44D-8806-428D-BCB0-4B4E8F36898F}" type="presParOf" srcId="{2AA2D1A8-028D-4B3F-9EE8-03B2E69812ED}" destId="{78519061-1745-4C64-834E-B032B43403D7}" srcOrd="0" destOrd="0" presId="urn:microsoft.com/office/officeart/2005/8/layout/orgChart1"/>
    <dgm:cxn modelId="{C2B92E40-E359-420B-A54E-AD794F6EC1E0}" type="presParOf" srcId="{2AA2D1A8-028D-4B3F-9EE8-03B2E69812ED}" destId="{21635A03-CED1-42DF-81BF-06F85B46022F}" srcOrd="1" destOrd="0" presId="urn:microsoft.com/office/officeart/2005/8/layout/orgChart1"/>
    <dgm:cxn modelId="{3A6FFF3E-4F36-4158-93E8-42CC1CC3341E}" type="presParOf" srcId="{21635A03-CED1-42DF-81BF-06F85B46022F}" destId="{824D7EAD-8586-41DD-9DCA-62F37A7D982D}" srcOrd="0" destOrd="0" presId="urn:microsoft.com/office/officeart/2005/8/layout/orgChart1"/>
    <dgm:cxn modelId="{18C339A7-225D-4F3D-9A9F-E2F8BA9D0639}" type="presParOf" srcId="{824D7EAD-8586-41DD-9DCA-62F37A7D982D}" destId="{F5A7D0D5-ED0B-4438-9F17-04A8A3DB9508}" srcOrd="0" destOrd="0" presId="urn:microsoft.com/office/officeart/2005/8/layout/orgChart1"/>
    <dgm:cxn modelId="{BF58E17B-24BF-4B19-8435-89F84515BEAE}" type="presParOf" srcId="{824D7EAD-8586-41DD-9DCA-62F37A7D982D}" destId="{40550DE1-CF0D-41DF-9C87-F0871E8FCD44}" srcOrd="1" destOrd="0" presId="urn:microsoft.com/office/officeart/2005/8/layout/orgChart1"/>
    <dgm:cxn modelId="{26DA4B2B-D854-4949-A2A3-D9715C3BDF61}" type="presParOf" srcId="{21635A03-CED1-42DF-81BF-06F85B46022F}" destId="{01A444EB-ED9C-4830-8FE1-FF8B41E038E0}" srcOrd="1" destOrd="0" presId="urn:microsoft.com/office/officeart/2005/8/layout/orgChart1"/>
    <dgm:cxn modelId="{96AAE7FF-C757-4A67-A495-2EA3A2379E08}" type="presParOf" srcId="{21635A03-CED1-42DF-81BF-06F85B46022F}" destId="{B4E77AAE-E971-4A46-9263-5A5282BEF136}" srcOrd="2" destOrd="0" presId="urn:microsoft.com/office/officeart/2005/8/layout/orgChart1"/>
    <dgm:cxn modelId="{9192219B-C21F-45BB-AC3A-9E88B8EE67D6}" type="presParOf" srcId="{68D6F707-69A6-425D-A2D1-744DE146AA7F}" destId="{8509D09F-9434-433E-B36D-DA27676726B9}" srcOrd="2" destOrd="0" presId="urn:microsoft.com/office/officeart/2005/8/layout/orgChart1"/>
    <dgm:cxn modelId="{80731B58-2038-4B0B-8A52-2E8F7810D85B}" type="presParOf" srcId="{B71B5988-4804-4F9E-BE5F-9562219F0593}" destId="{302F0A62-0F84-470E-8E8D-51065B3AFC3D}" srcOrd="2" destOrd="0" presId="urn:microsoft.com/office/officeart/2005/8/layout/orgChart1"/>
    <dgm:cxn modelId="{80F96F00-C733-44C0-90EE-6BC31DE1D9FE}" type="presParOf" srcId="{B71B5988-4804-4F9E-BE5F-9562219F0593}" destId="{3FBF639B-388D-4628-82BE-6E600F6D712D}" srcOrd="3" destOrd="0" presId="urn:microsoft.com/office/officeart/2005/8/layout/orgChart1"/>
    <dgm:cxn modelId="{4CA0B828-A246-4FBF-B58B-E7F0AC45FD61}" type="presParOf" srcId="{3FBF639B-388D-4628-82BE-6E600F6D712D}" destId="{6C937ADF-E346-49A8-B264-BB4857EBF64B}" srcOrd="0" destOrd="0" presId="urn:microsoft.com/office/officeart/2005/8/layout/orgChart1"/>
    <dgm:cxn modelId="{710A4467-3E4F-47EE-A653-C197ECDBEB5D}" type="presParOf" srcId="{6C937ADF-E346-49A8-B264-BB4857EBF64B}" destId="{118B2826-A2E1-4CE0-86BD-D64C01759571}" srcOrd="0" destOrd="0" presId="urn:microsoft.com/office/officeart/2005/8/layout/orgChart1"/>
    <dgm:cxn modelId="{B62685DF-89E8-43EE-8ECC-A65D1426961D}" type="presParOf" srcId="{6C937ADF-E346-49A8-B264-BB4857EBF64B}" destId="{1176C983-0A83-4653-8BF8-EEBB8473E223}" srcOrd="1" destOrd="0" presId="urn:microsoft.com/office/officeart/2005/8/layout/orgChart1"/>
    <dgm:cxn modelId="{8B84BCD7-6BE2-425A-A7B4-C2C6F60A8864}" type="presParOf" srcId="{3FBF639B-388D-4628-82BE-6E600F6D712D}" destId="{9D2C5F62-978D-4A57-8A6A-E442094BD4B4}" srcOrd="1" destOrd="0" presId="urn:microsoft.com/office/officeart/2005/8/layout/orgChart1"/>
    <dgm:cxn modelId="{E1BD6A67-DCF8-4D44-ACB4-4C5DB2356FDD}" type="presParOf" srcId="{9D2C5F62-978D-4A57-8A6A-E442094BD4B4}" destId="{DB5D0A8B-12CA-4A22-BF96-0C766EB7EDE4}" srcOrd="0" destOrd="0" presId="urn:microsoft.com/office/officeart/2005/8/layout/orgChart1"/>
    <dgm:cxn modelId="{9639067A-33E7-42E5-B4B2-9660D8E5E809}" type="presParOf" srcId="{9D2C5F62-978D-4A57-8A6A-E442094BD4B4}" destId="{E139D4A8-5E06-4BD0-8B31-1F2CF60A473C}" srcOrd="1" destOrd="0" presId="urn:microsoft.com/office/officeart/2005/8/layout/orgChart1"/>
    <dgm:cxn modelId="{ABC3BBDD-6D35-4FD1-A85F-E8C00FEAFA04}" type="presParOf" srcId="{E139D4A8-5E06-4BD0-8B31-1F2CF60A473C}" destId="{2EF65C87-26E7-429D-AF69-E66C2BD7ED4C}" srcOrd="0" destOrd="0" presId="urn:microsoft.com/office/officeart/2005/8/layout/orgChart1"/>
    <dgm:cxn modelId="{B54B3BC2-13B5-4F97-9270-A7F56229F218}" type="presParOf" srcId="{2EF65C87-26E7-429D-AF69-E66C2BD7ED4C}" destId="{3C297334-B1D7-4A85-B099-BE02EAF0149F}" srcOrd="0" destOrd="0" presId="urn:microsoft.com/office/officeart/2005/8/layout/orgChart1"/>
    <dgm:cxn modelId="{A1C927C8-5DE4-4B0D-B420-EEE50AED83AC}" type="presParOf" srcId="{2EF65C87-26E7-429D-AF69-E66C2BD7ED4C}" destId="{8A33BB50-BC71-49B6-94F4-9770E7C20B44}" srcOrd="1" destOrd="0" presId="urn:microsoft.com/office/officeart/2005/8/layout/orgChart1"/>
    <dgm:cxn modelId="{8FF2D4BF-682F-4214-BD47-B91E7B62C073}" type="presParOf" srcId="{E139D4A8-5E06-4BD0-8B31-1F2CF60A473C}" destId="{95A4C945-D943-4984-A30B-6689FC72EBE4}" srcOrd="1" destOrd="0" presId="urn:microsoft.com/office/officeart/2005/8/layout/orgChart1"/>
    <dgm:cxn modelId="{A1C8D113-D3CB-43D9-BF7D-50EC63D1779B}" type="presParOf" srcId="{E139D4A8-5E06-4BD0-8B31-1F2CF60A473C}" destId="{4C0F9123-4F85-4984-B246-04F0057F5288}" srcOrd="2" destOrd="0" presId="urn:microsoft.com/office/officeart/2005/8/layout/orgChart1"/>
    <dgm:cxn modelId="{7F249CAA-087C-41F9-9E4F-CDC3D962FA1A}" type="presParOf" srcId="{9D2C5F62-978D-4A57-8A6A-E442094BD4B4}" destId="{17F7E7DF-DCE6-45F6-B577-0621D3AD9B43}" srcOrd="2" destOrd="0" presId="urn:microsoft.com/office/officeart/2005/8/layout/orgChart1"/>
    <dgm:cxn modelId="{FA7F2CB7-C05D-4733-A0C0-1F6E7D6C2741}" type="presParOf" srcId="{9D2C5F62-978D-4A57-8A6A-E442094BD4B4}" destId="{E32A04E1-BF4E-4BB2-8AE1-330E01C8EF15}" srcOrd="3" destOrd="0" presId="urn:microsoft.com/office/officeart/2005/8/layout/orgChart1"/>
    <dgm:cxn modelId="{3EC546EB-42BD-4DCC-9D9C-18ACEA9B50DD}" type="presParOf" srcId="{E32A04E1-BF4E-4BB2-8AE1-330E01C8EF15}" destId="{82138A53-01BD-41E1-A5FA-64CD20AB142A}" srcOrd="0" destOrd="0" presId="urn:microsoft.com/office/officeart/2005/8/layout/orgChart1"/>
    <dgm:cxn modelId="{A025D6D1-87F3-406E-BE99-C0A34B45ECC5}" type="presParOf" srcId="{82138A53-01BD-41E1-A5FA-64CD20AB142A}" destId="{F165A21F-F0C7-47E8-B347-CA2467F7E065}" srcOrd="0" destOrd="0" presId="urn:microsoft.com/office/officeart/2005/8/layout/orgChart1"/>
    <dgm:cxn modelId="{0E6C98B3-8683-4124-9369-FAC8CC95486A}" type="presParOf" srcId="{82138A53-01BD-41E1-A5FA-64CD20AB142A}" destId="{FBF0080A-EF23-492E-9984-30902D47193C}" srcOrd="1" destOrd="0" presId="urn:microsoft.com/office/officeart/2005/8/layout/orgChart1"/>
    <dgm:cxn modelId="{0BCCF06C-2126-4EB7-9B8F-DE80662FB439}" type="presParOf" srcId="{E32A04E1-BF4E-4BB2-8AE1-330E01C8EF15}" destId="{6BD9685F-0D99-4777-A26B-3582362BAF83}" srcOrd="1" destOrd="0" presId="urn:microsoft.com/office/officeart/2005/8/layout/orgChart1"/>
    <dgm:cxn modelId="{6E8C664C-E2A4-4180-ACD6-1459D2FCDD41}" type="presParOf" srcId="{E32A04E1-BF4E-4BB2-8AE1-330E01C8EF15}" destId="{6301F3DF-06CF-4FD5-B3A0-69D479115460}" srcOrd="2" destOrd="0" presId="urn:microsoft.com/office/officeart/2005/8/layout/orgChart1"/>
    <dgm:cxn modelId="{5C59FD4C-F34B-4063-A8BE-97D0E61E0588}" type="presParOf" srcId="{9D2C5F62-978D-4A57-8A6A-E442094BD4B4}" destId="{A8A53036-647A-4F30-A0F0-D5115FF938F1}" srcOrd="4" destOrd="0" presId="urn:microsoft.com/office/officeart/2005/8/layout/orgChart1"/>
    <dgm:cxn modelId="{8EC6FA2E-AFAA-4ECE-AC73-0FE2AFB92C82}" type="presParOf" srcId="{9D2C5F62-978D-4A57-8A6A-E442094BD4B4}" destId="{FD531D85-E97B-49BD-AD88-5851841B77EA}" srcOrd="5" destOrd="0" presId="urn:microsoft.com/office/officeart/2005/8/layout/orgChart1"/>
    <dgm:cxn modelId="{EEB95B30-8FD3-4274-A841-4032C35DE566}" type="presParOf" srcId="{FD531D85-E97B-49BD-AD88-5851841B77EA}" destId="{4EDC5FDA-144E-4DF8-8624-6A5C4A12F209}" srcOrd="0" destOrd="0" presId="urn:microsoft.com/office/officeart/2005/8/layout/orgChart1"/>
    <dgm:cxn modelId="{BEE0D9D9-395A-4106-8464-947B56A4EB18}" type="presParOf" srcId="{4EDC5FDA-144E-4DF8-8624-6A5C4A12F209}" destId="{A190D53D-778F-4C31-AC88-178122ED524C}" srcOrd="0" destOrd="0" presId="urn:microsoft.com/office/officeart/2005/8/layout/orgChart1"/>
    <dgm:cxn modelId="{528F38E1-A41C-4C09-A8F6-71B67D033A44}" type="presParOf" srcId="{4EDC5FDA-144E-4DF8-8624-6A5C4A12F209}" destId="{2736DC1A-743C-4E15-92DF-2C0BCFB4F123}" srcOrd="1" destOrd="0" presId="urn:microsoft.com/office/officeart/2005/8/layout/orgChart1"/>
    <dgm:cxn modelId="{8FE0370A-5A57-4284-A206-FC1F426CA44F}" type="presParOf" srcId="{FD531D85-E97B-49BD-AD88-5851841B77EA}" destId="{FA03A4C1-731D-4263-8A31-4D2F44B9643F}" srcOrd="1" destOrd="0" presId="urn:microsoft.com/office/officeart/2005/8/layout/orgChart1"/>
    <dgm:cxn modelId="{B89AD3D9-7E07-4673-AB87-CF152D7F70F7}" type="presParOf" srcId="{FD531D85-E97B-49BD-AD88-5851841B77EA}" destId="{9B0B26EE-2DB9-4918-99DC-BEC64B6F739A}" srcOrd="2" destOrd="0" presId="urn:microsoft.com/office/officeart/2005/8/layout/orgChart1"/>
    <dgm:cxn modelId="{BE804EC1-9103-4AB5-831C-5FCD366F9D47}" type="presParOf" srcId="{3FBF639B-388D-4628-82BE-6E600F6D712D}" destId="{CB3998D4-E044-4444-9927-557DA9ABA116}" srcOrd="2" destOrd="0" presId="urn:microsoft.com/office/officeart/2005/8/layout/orgChart1"/>
    <dgm:cxn modelId="{C2B99E21-3989-4B32-BCED-C721D87C7312}" type="presParOf" srcId="{559E6762-D8F1-4439-96D6-C1122CAF19C9}" destId="{A07468E8-3A79-4FAF-AD4D-C7FADD6E5781}" srcOrd="2" destOrd="0" presId="urn:microsoft.com/office/officeart/2005/8/layout/orgChart1"/>
    <dgm:cxn modelId="{B3BB80B3-2D8D-4AE0-AFE0-C9AEEDDC2346}" type="presParOf" srcId="{F365F2D2-7AE1-404B-8916-B6F4BC056D82}" destId="{5E23D09E-72DD-4E98-8BD5-0CA6B77A3E90}" srcOrd="2" destOrd="0" presId="urn:microsoft.com/office/officeart/2005/8/layout/orgChart1"/>
    <dgm:cxn modelId="{2504028C-47A2-4E9F-B3C9-B7177963B7B1}" type="presParOf" srcId="{14F486A0-FB05-4A9F-AA99-9D3DAD3F25AB}" destId="{15F9F8CC-776C-48CB-BE48-D0E8C9E0A1D5}" srcOrd="2" destOrd="0" presId="urn:microsoft.com/office/officeart/2005/8/layout/orgChart1"/>
    <dgm:cxn modelId="{E53910E1-B8E5-4126-AEF6-C43B2D3A6CD4}" type="presParOf" srcId="{14F486A0-FB05-4A9F-AA99-9D3DAD3F25AB}" destId="{BCA42BEF-B6CD-41B4-913B-F67BD564BB97}" srcOrd="3" destOrd="0" presId="urn:microsoft.com/office/officeart/2005/8/layout/orgChart1"/>
    <dgm:cxn modelId="{54DD63DF-9E33-4572-BC79-E9F452199092}" type="presParOf" srcId="{BCA42BEF-B6CD-41B4-913B-F67BD564BB97}" destId="{BAFBB5E0-3B80-4362-B19C-52059664BF72}" srcOrd="0" destOrd="0" presId="urn:microsoft.com/office/officeart/2005/8/layout/orgChart1"/>
    <dgm:cxn modelId="{77944B77-287D-4485-ACDE-4C88FB1B47AB}" type="presParOf" srcId="{BAFBB5E0-3B80-4362-B19C-52059664BF72}" destId="{0FA11A12-FB40-49D2-A4C1-B48E8BABE117}" srcOrd="0" destOrd="0" presId="urn:microsoft.com/office/officeart/2005/8/layout/orgChart1"/>
    <dgm:cxn modelId="{03474838-0C4F-41BD-AA1E-DF1C9A4C53AD}" type="presParOf" srcId="{BAFBB5E0-3B80-4362-B19C-52059664BF72}" destId="{BE76CCE9-CAA0-47DD-A739-1276E149DEB9}" srcOrd="1" destOrd="0" presId="urn:microsoft.com/office/officeart/2005/8/layout/orgChart1"/>
    <dgm:cxn modelId="{968E0D37-A80D-4D54-961B-C1E376B929BB}" type="presParOf" srcId="{BCA42BEF-B6CD-41B4-913B-F67BD564BB97}" destId="{225DBD06-BB97-4537-B9A3-14182541EC6F}" srcOrd="1" destOrd="0" presId="urn:microsoft.com/office/officeart/2005/8/layout/orgChart1"/>
    <dgm:cxn modelId="{4E02663F-8A3A-4386-B3F7-A1A65403F92E}" type="presParOf" srcId="{225DBD06-BB97-4537-B9A3-14182541EC6F}" destId="{86DA6C11-024D-40E0-A999-9C5FF2694399}" srcOrd="0" destOrd="0" presId="urn:microsoft.com/office/officeart/2005/8/layout/orgChart1"/>
    <dgm:cxn modelId="{F13162B1-123D-4851-A2F6-E2741284F0DF}" type="presParOf" srcId="{225DBD06-BB97-4537-B9A3-14182541EC6F}" destId="{5F6C4CAE-94A4-4F6F-9406-6D4D2A0C68EF}" srcOrd="1" destOrd="0" presId="urn:microsoft.com/office/officeart/2005/8/layout/orgChart1"/>
    <dgm:cxn modelId="{A90C6575-4C1E-455B-969A-1D214D93E399}" type="presParOf" srcId="{5F6C4CAE-94A4-4F6F-9406-6D4D2A0C68EF}" destId="{C0CD9CF1-3263-4946-8F13-7FECED4C847B}" srcOrd="0" destOrd="0" presId="urn:microsoft.com/office/officeart/2005/8/layout/orgChart1"/>
    <dgm:cxn modelId="{BC0304FE-647C-40B4-83FF-853FEBDAEE1E}" type="presParOf" srcId="{C0CD9CF1-3263-4946-8F13-7FECED4C847B}" destId="{8C49FB70-BD25-4204-A27A-FFF453DCA83D}" srcOrd="0" destOrd="0" presId="urn:microsoft.com/office/officeart/2005/8/layout/orgChart1"/>
    <dgm:cxn modelId="{B5372334-236B-4018-B37C-B030E6ED65B6}" type="presParOf" srcId="{C0CD9CF1-3263-4946-8F13-7FECED4C847B}" destId="{095D7D81-A5DD-45DC-9896-88E80275BCDD}" srcOrd="1" destOrd="0" presId="urn:microsoft.com/office/officeart/2005/8/layout/orgChart1"/>
    <dgm:cxn modelId="{846EEF1C-40DA-4252-87D4-6FE1D5507481}" type="presParOf" srcId="{5F6C4CAE-94A4-4F6F-9406-6D4D2A0C68EF}" destId="{C7378C74-5F8C-4FEE-BB47-A961F8724C16}" srcOrd="1" destOrd="0" presId="urn:microsoft.com/office/officeart/2005/8/layout/orgChart1"/>
    <dgm:cxn modelId="{5A581DFC-BA7D-4A8F-B476-4F66F4E5CCFB}" type="presParOf" srcId="{C7378C74-5F8C-4FEE-BB47-A961F8724C16}" destId="{18D148C4-208F-4763-B694-FCC91BF1A8FF}" srcOrd="0" destOrd="0" presId="urn:microsoft.com/office/officeart/2005/8/layout/orgChart1"/>
    <dgm:cxn modelId="{AB63FEDA-7F28-4162-92A0-5EB6C7FE5BFD}" type="presParOf" srcId="{C7378C74-5F8C-4FEE-BB47-A961F8724C16}" destId="{2000AE18-99F7-4FA4-BC22-FE73D12BC98B}" srcOrd="1" destOrd="0" presId="urn:microsoft.com/office/officeart/2005/8/layout/orgChart1"/>
    <dgm:cxn modelId="{3C805956-2817-48F8-8985-F6909FACEFB3}" type="presParOf" srcId="{2000AE18-99F7-4FA4-BC22-FE73D12BC98B}" destId="{CDE2767C-80B7-4BC9-96C0-94B3A67CEAA7}" srcOrd="0" destOrd="0" presId="urn:microsoft.com/office/officeart/2005/8/layout/orgChart1"/>
    <dgm:cxn modelId="{DB9D25A3-D048-4F68-922C-29854CEEA0FC}" type="presParOf" srcId="{CDE2767C-80B7-4BC9-96C0-94B3A67CEAA7}" destId="{508FCFB3-9CE2-4939-9466-F20C2A9923E4}" srcOrd="0" destOrd="0" presId="urn:microsoft.com/office/officeart/2005/8/layout/orgChart1"/>
    <dgm:cxn modelId="{715DA1A2-1238-4EB0-8644-366BC26AFAAF}" type="presParOf" srcId="{CDE2767C-80B7-4BC9-96C0-94B3A67CEAA7}" destId="{AE76B183-8AC3-4C46-B771-3387BE0CD60E}" srcOrd="1" destOrd="0" presId="urn:microsoft.com/office/officeart/2005/8/layout/orgChart1"/>
    <dgm:cxn modelId="{71617964-BB56-414F-B1D0-DB8EEC3F43AC}" type="presParOf" srcId="{2000AE18-99F7-4FA4-BC22-FE73D12BC98B}" destId="{5424EFFD-EB85-4D84-A7D6-D8D3F7A80CE8}" srcOrd="1" destOrd="0" presId="urn:microsoft.com/office/officeart/2005/8/layout/orgChart1"/>
    <dgm:cxn modelId="{AC2C1029-6B90-481E-9758-614E8C691A3E}" type="presParOf" srcId="{5424EFFD-EB85-4D84-A7D6-D8D3F7A80CE8}" destId="{D2CC0C2D-4F03-4F72-BD63-9981598E931B}" srcOrd="0" destOrd="0" presId="urn:microsoft.com/office/officeart/2005/8/layout/orgChart1"/>
    <dgm:cxn modelId="{DC642D52-6FBD-45C4-A261-80DBF91F677A}" type="presParOf" srcId="{5424EFFD-EB85-4D84-A7D6-D8D3F7A80CE8}" destId="{04DF71A0-5514-4753-BF16-78A13EB72F13}" srcOrd="1" destOrd="0" presId="urn:microsoft.com/office/officeart/2005/8/layout/orgChart1"/>
    <dgm:cxn modelId="{A9A0DB9A-3F60-4A95-B7F4-AC00D117B98D}" type="presParOf" srcId="{04DF71A0-5514-4753-BF16-78A13EB72F13}" destId="{7E0D5D1C-3A6D-4B1C-9B3C-B2A203C23DB6}" srcOrd="0" destOrd="0" presId="urn:microsoft.com/office/officeart/2005/8/layout/orgChart1"/>
    <dgm:cxn modelId="{AE7B47C4-D49B-4DBA-90F6-A826D804E3F1}" type="presParOf" srcId="{7E0D5D1C-3A6D-4B1C-9B3C-B2A203C23DB6}" destId="{A39B2279-FA9C-4748-84B2-FA6C06C25F30}" srcOrd="0" destOrd="0" presId="urn:microsoft.com/office/officeart/2005/8/layout/orgChart1"/>
    <dgm:cxn modelId="{3D8AC232-688B-4B95-AC4C-ADCAB3CD5DEA}" type="presParOf" srcId="{7E0D5D1C-3A6D-4B1C-9B3C-B2A203C23DB6}" destId="{907D14A8-C025-4C1E-AD57-7DDAAE68D702}" srcOrd="1" destOrd="0" presId="urn:microsoft.com/office/officeart/2005/8/layout/orgChart1"/>
    <dgm:cxn modelId="{B241EDA0-FA55-48D3-B751-52DCCB080649}" type="presParOf" srcId="{04DF71A0-5514-4753-BF16-78A13EB72F13}" destId="{888A98BC-0C08-4FBD-B029-8C8D4D5CE5AC}" srcOrd="1" destOrd="0" presId="urn:microsoft.com/office/officeart/2005/8/layout/orgChart1"/>
    <dgm:cxn modelId="{9874AC2A-2FBC-4E13-99CA-7BD2466CB06C}" type="presParOf" srcId="{04DF71A0-5514-4753-BF16-78A13EB72F13}" destId="{F1C5DD99-6AD5-4856-9B55-66095252001A}" srcOrd="2" destOrd="0" presId="urn:microsoft.com/office/officeart/2005/8/layout/orgChart1"/>
    <dgm:cxn modelId="{4ADB8D4C-3518-496A-8173-F14DE1AFA4AC}" type="presParOf" srcId="{2000AE18-99F7-4FA4-BC22-FE73D12BC98B}" destId="{3E2EFDDE-9999-433A-8F5C-8549868481FB}" srcOrd="2" destOrd="0" presId="urn:microsoft.com/office/officeart/2005/8/layout/orgChart1"/>
    <dgm:cxn modelId="{7E27D69F-0CD4-4367-8046-CF791F3E2C54}" type="presParOf" srcId="{C7378C74-5F8C-4FEE-BB47-A961F8724C16}" destId="{10DC3BA8-9F5F-4415-B858-ACB92F68B874}" srcOrd="2" destOrd="0" presId="urn:microsoft.com/office/officeart/2005/8/layout/orgChart1"/>
    <dgm:cxn modelId="{B1651E96-A509-4CC6-A3CE-AA920150527D}" type="presParOf" srcId="{C7378C74-5F8C-4FEE-BB47-A961F8724C16}" destId="{071C6543-295E-4594-8EBA-093F53C0B4F9}" srcOrd="3" destOrd="0" presId="urn:microsoft.com/office/officeart/2005/8/layout/orgChart1"/>
    <dgm:cxn modelId="{6628B9D1-5716-4E87-A591-8DD5EF5F9338}" type="presParOf" srcId="{071C6543-295E-4594-8EBA-093F53C0B4F9}" destId="{0F70A150-856F-4F6E-8DA4-8878946EE1A5}" srcOrd="0" destOrd="0" presId="urn:microsoft.com/office/officeart/2005/8/layout/orgChart1"/>
    <dgm:cxn modelId="{37A70A8D-886B-49E5-95A6-C6A7A697E8B1}" type="presParOf" srcId="{0F70A150-856F-4F6E-8DA4-8878946EE1A5}" destId="{7D8FFD96-3CEC-45EB-BBAE-AEC0B8C61D03}" srcOrd="0" destOrd="0" presId="urn:microsoft.com/office/officeart/2005/8/layout/orgChart1"/>
    <dgm:cxn modelId="{96D10FA0-2AB2-470C-A3D5-6B22F742B7CE}" type="presParOf" srcId="{0F70A150-856F-4F6E-8DA4-8878946EE1A5}" destId="{59B3F4FC-FE1C-41C0-9F72-4C9C29F75CB1}" srcOrd="1" destOrd="0" presId="urn:microsoft.com/office/officeart/2005/8/layout/orgChart1"/>
    <dgm:cxn modelId="{1A284788-1264-4CDF-990A-0C1E5AA1E732}" type="presParOf" srcId="{071C6543-295E-4594-8EBA-093F53C0B4F9}" destId="{DEDD5CD5-1B9E-4888-B40A-F769C484B6EF}" srcOrd="1" destOrd="0" presId="urn:microsoft.com/office/officeart/2005/8/layout/orgChart1"/>
    <dgm:cxn modelId="{0038C7FE-E7D3-4B2B-B733-B1DAD2CD7312}" type="presParOf" srcId="{DEDD5CD5-1B9E-4888-B40A-F769C484B6EF}" destId="{878CE096-C3A2-4DE7-BA5A-928347DD09EF}" srcOrd="0" destOrd="0" presId="urn:microsoft.com/office/officeart/2005/8/layout/orgChart1"/>
    <dgm:cxn modelId="{223AF2E2-54BB-48C6-A1B5-3C1C1128A678}" type="presParOf" srcId="{DEDD5CD5-1B9E-4888-B40A-F769C484B6EF}" destId="{D0C107F7-BABF-4656-A37B-85A45518A1C0}" srcOrd="1" destOrd="0" presId="urn:microsoft.com/office/officeart/2005/8/layout/orgChart1"/>
    <dgm:cxn modelId="{2F845998-7D6F-48EF-A0D0-6592E0396828}" type="presParOf" srcId="{D0C107F7-BABF-4656-A37B-85A45518A1C0}" destId="{B1DD6B7C-80CC-4C69-9A8B-CE134631FF94}" srcOrd="0" destOrd="0" presId="urn:microsoft.com/office/officeart/2005/8/layout/orgChart1"/>
    <dgm:cxn modelId="{A21F70A0-2DE8-41C6-A6DD-0A7E999C6CFB}" type="presParOf" srcId="{B1DD6B7C-80CC-4C69-9A8B-CE134631FF94}" destId="{C6435E6B-7FCF-40AE-A5C9-7E02CE347099}" srcOrd="0" destOrd="0" presId="urn:microsoft.com/office/officeart/2005/8/layout/orgChart1"/>
    <dgm:cxn modelId="{137A8261-9F55-4062-AEF8-ACA79947E17F}" type="presParOf" srcId="{B1DD6B7C-80CC-4C69-9A8B-CE134631FF94}" destId="{EFCEFA31-15DB-4139-81CB-4530CE58E6B5}" srcOrd="1" destOrd="0" presId="urn:microsoft.com/office/officeart/2005/8/layout/orgChart1"/>
    <dgm:cxn modelId="{876460A2-98E3-4712-8D40-04FF188DFC37}" type="presParOf" srcId="{D0C107F7-BABF-4656-A37B-85A45518A1C0}" destId="{6E0D5FC8-CE25-4CB1-8F34-9E34523F962B}" srcOrd="1" destOrd="0" presId="urn:microsoft.com/office/officeart/2005/8/layout/orgChart1"/>
    <dgm:cxn modelId="{2D035F3C-AFD9-4166-BD70-377FB0892256}" type="presParOf" srcId="{D0C107F7-BABF-4656-A37B-85A45518A1C0}" destId="{A0A64E67-4A8D-42DD-ABCF-0609DE529A49}" srcOrd="2" destOrd="0" presId="urn:microsoft.com/office/officeart/2005/8/layout/orgChart1"/>
    <dgm:cxn modelId="{A050A097-2675-49CD-AD63-E35429BD2A2D}" type="presParOf" srcId="{071C6543-295E-4594-8EBA-093F53C0B4F9}" destId="{DA87AF91-CDC7-49B3-9BEB-C01C8048DEB1}" srcOrd="2" destOrd="0" presId="urn:microsoft.com/office/officeart/2005/8/layout/orgChart1"/>
    <dgm:cxn modelId="{8F359FF2-8662-4BA7-A0CF-C7F2950A0DF7}" type="presParOf" srcId="{5F6C4CAE-94A4-4F6F-9406-6D4D2A0C68EF}" destId="{9C8938A7-F067-42A9-A55B-429A9EBDAA2A}" srcOrd="2" destOrd="0" presId="urn:microsoft.com/office/officeart/2005/8/layout/orgChart1"/>
    <dgm:cxn modelId="{C566800F-B842-48BF-8284-5ADA847A134B}" type="presParOf" srcId="{BCA42BEF-B6CD-41B4-913B-F67BD564BB97}" destId="{3CE07781-DC1C-4530-A72B-7C3859E7AB27}" srcOrd="2" destOrd="0" presId="urn:microsoft.com/office/officeart/2005/8/layout/orgChart1"/>
    <dgm:cxn modelId="{E5B419E8-CD42-420D-AFAF-51C191D8C8C9}" type="presParOf" srcId="{ABCE306E-ED3F-4DFD-B5FD-5C208B741E7F}" destId="{D7C482C2-1F7A-4E68-A824-4528A3807CE2}" srcOrd="2" destOrd="0" presId="urn:microsoft.com/office/officeart/2005/8/layout/orgChart1"/>
    <dgm:cxn modelId="{6FC7EEDD-C9B6-4151-B207-C4A37807265D}" type="presParOf" srcId="{29F603F0-C6F4-4CE5-9155-0989483ED9D5}" destId="{65050054-07E4-441D-BD4D-ED110888BDC2}" srcOrd="2" destOrd="0" presId="urn:microsoft.com/office/officeart/2005/8/layout/orgChart1"/>
    <dgm:cxn modelId="{A1EC4A24-6D46-4435-AD9C-DD47383A92FE}" type="presParOf" srcId="{65BD6FE9-F6DD-42FC-85CF-F811854A11B8}" destId="{77DF79CE-16DC-4E8A-BCFC-F7428D6C5595}" srcOrd="2" destOrd="0" presId="urn:microsoft.com/office/officeart/2005/8/layout/orgChart1"/>
    <dgm:cxn modelId="{8164A0B2-1958-4220-BCC4-417DE28E98BB}" type="presParOf" srcId="{65BD6FE9-F6DD-42FC-85CF-F811854A11B8}" destId="{2C047635-80C9-40A0-8622-1D75BFC2F1A1}" srcOrd="3" destOrd="0" presId="urn:microsoft.com/office/officeart/2005/8/layout/orgChart1"/>
    <dgm:cxn modelId="{5CB35C15-6C99-48B2-9012-9DC59EF5D15D}" type="presParOf" srcId="{2C047635-80C9-40A0-8622-1D75BFC2F1A1}" destId="{48C30D91-EB29-4BBB-A5E0-6D54C427C886}" srcOrd="0" destOrd="0" presId="urn:microsoft.com/office/officeart/2005/8/layout/orgChart1"/>
    <dgm:cxn modelId="{F4196918-7582-4992-8436-1E959624B38A}" type="presParOf" srcId="{48C30D91-EB29-4BBB-A5E0-6D54C427C886}" destId="{9922F3AC-3AE3-46F5-9EB7-3A40518C8D8B}" srcOrd="0" destOrd="0" presId="urn:microsoft.com/office/officeart/2005/8/layout/orgChart1"/>
    <dgm:cxn modelId="{151AFCFD-0252-487C-94F9-BD212F907496}" type="presParOf" srcId="{48C30D91-EB29-4BBB-A5E0-6D54C427C886}" destId="{CB0EE482-ACD2-4262-A0E0-77282B47C074}" srcOrd="1" destOrd="0" presId="urn:microsoft.com/office/officeart/2005/8/layout/orgChart1"/>
    <dgm:cxn modelId="{9A3ADBC4-EF65-4852-867F-F46DE41C992D}" type="presParOf" srcId="{2C047635-80C9-40A0-8622-1D75BFC2F1A1}" destId="{DBAD1F80-9719-4508-852C-3D09EB939D11}" srcOrd="1" destOrd="0" presId="urn:microsoft.com/office/officeart/2005/8/layout/orgChart1"/>
    <dgm:cxn modelId="{BD46CC0F-CCB4-40A9-BF8E-F4D8EA8F1D7E}" type="presParOf" srcId="{DBAD1F80-9719-4508-852C-3D09EB939D11}" destId="{5208C4E0-D353-48F1-9733-E568A726818A}" srcOrd="0" destOrd="0" presId="urn:microsoft.com/office/officeart/2005/8/layout/orgChart1"/>
    <dgm:cxn modelId="{D386B847-1CD8-4FF9-A529-60E5E57091F7}" type="presParOf" srcId="{DBAD1F80-9719-4508-852C-3D09EB939D11}" destId="{88D2AC9A-B6DE-4391-8ADE-C790D1FEAA0A}" srcOrd="1" destOrd="0" presId="urn:microsoft.com/office/officeart/2005/8/layout/orgChart1"/>
    <dgm:cxn modelId="{8B155AAF-4751-4F61-A575-9B0433CCD836}" type="presParOf" srcId="{88D2AC9A-B6DE-4391-8ADE-C790D1FEAA0A}" destId="{A5071FE5-A7BD-4F60-B187-21AA25C15B58}" srcOrd="0" destOrd="0" presId="urn:microsoft.com/office/officeart/2005/8/layout/orgChart1"/>
    <dgm:cxn modelId="{D27A81DC-BE2A-4518-9C7D-A2B92EDC26FD}" type="presParOf" srcId="{A5071FE5-A7BD-4F60-B187-21AA25C15B58}" destId="{8F5D2A10-5643-44E3-A3AE-7C862402F0AE}" srcOrd="0" destOrd="0" presId="urn:microsoft.com/office/officeart/2005/8/layout/orgChart1"/>
    <dgm:cxn modelId="{E39A5972-5BD5-47D9-930A-5E5F798297FA}" type="presParOf" srcId="{A5071FE5-A7BD-4F60-B187-21AA25C15B58}" destId="{2C698C77-E434-4D8F-8A74-84A20548B87C}" srcOrd="1" destOrd="0" presId="urn:microsoft.com/office/officeart/2005/8/layout/orgChart1"/>
    <dgm:cxn modelId="{E4C227BC-BA0F-4166-8B33-BA46E7EE0F04}" type="presParOf" srcId="{88D2AC9A-B6DE-4391-8ADE-C790D1FEAA0A}" destId="{EABB3078-827B-417A-948E-2905959804FA}" srcOrd="1" destOrd="0" presId="urn:microsoft.com/office/officeart/2005/8/layout/orgChart1"/>
    <dgm:cxn modelId="{4D5FFF95-5BF0-4200-BA52-171381D36F43}" type="presParOf" srcId="{EABB3078-827B-417A-948E-2905959804FA}" destId="{1542F780-E312-440B-83E6-3D84F7B86C12}" srcOrd="0" destOrd="0" presId="urn:microsoft.com/office/officeart/2005/8/layout/orgChart1"/>
    <dgm:cxn modelId="{E5713BE5-2201-4578-B76E-C4847357F414}" type="presParOf" srcId="{EABB3078-827B-417A-948E-2905959804FA}" destId="{D53CA0C0-DB9C-463D-831E-F5AC2DD1EB45}" srcOrd="1" destOrd="0" presId="urn:microsoft.com/office/officeart/2005/8/layout/orgChart1"/>
    <dgm:cxn modelId="{23E02139-78B5-40AF-A364-024ED63EA325}" type="presParOf" srcId="{D53CA0C0-DB9C-463D-831E-F5AC2DD1EB45}" destId="{55F96061-985C-4819-9F1D-AF44480E930A}" srcOrd="0" destOrd="0" presId="urn:microsoft.com/office/officeart/2005/8/layout/orgChart1"/>
    <dgm:cxn modelId="{74D24CA8-F21C-4AF6-AB96-D71E7C1E7C8E}" type="presParOf" srcId="{55F96061-985C-4819-9F1D-AF44480E930A}" destId="{48B42BB1-A46B-4927-BEFA-2FB542A83EFE}" srcOrd="0" destOrd="0" presId="urn:microsoft.com/office/officeart/2005/8/layout/orgChart1"/>
    <dgm:cxn modelId="{C88C79FC-FD0F-480B-B913-CB7C76192297}" type="presParOf" srcId="{55F96061-985C-4819-9F1D-AF44480E930A}" destId="{3E77A4EE-9ED6-4D4B-8152-9F8CF7A4FC93}" srcOrd="1" destOrd="0" presId="urn:microsoft.com/office/officeart/2005/8/layout/orgChart1"/>
    <dgm:cxn modelId="{89987392-6C7F-401D-BF46-1A3B57660D2F}" type="presParOf" srcId="{D53CA0C0-DB9C-463D-831E-F5AC2DD1EB45}" destId="{DD801571-7D27-4BF8-BD31-24252E4B12D9}" srcOrd="1" destOrd="0" presId="urn:microsoft.com/office/officeart/2005/8/layout/orgChart1"/>
    <dgm:cxn modelId="{AC5E3133-EEEF-40E3-B182-93FBAA558658}" type="presParOf" srcId="{DD801571-7D27-4BF8-BD31-24252E4B12D9}" destId="{1B8C8CAF-DBE2-4B95-B9A1-3F8C83974493}" srcOrd="0" destOrd="0" presId="urn:microsoft.com/office/officeart/2005/8/layout/orgChart1"/>
    <dgm:cxn modelId="{A88CF5D9-8588-48D7-8C2D-77C1C2EC46B7}" type="presParOf" srcId="{DD801571-7D27-4BF8-BD31-24252E4B12D9}" destId="{D53EBD0F-FF7D-45A6-BC8F-A6A569F57AAE}" srcOrd="1" destOrd="0" presId="urn:microsoft.com/office/officeart/2005/8/layout/orgChart1"/>
    <dgm:cxn modelId="{3DA2407F-E8C2-40E6-8353-1A07AADD0621}" type="presParOf" srcId="{D53EBD0F-FF7D-45A6-BC8F-A6A569F57AAE}" destId="{88C0194C-9F0F-4A9A-A967-4C43B6A0B77D}" srcOrd="0" destOrd="0" presId="urn:microsoft.com/office/officeart/2005/8/layout/orgChart1"/>
    <dgm:cxn modelId="{D64F3806-2A03-46BD-8657-B318CB656A13}" type="presParOf" srcId="{88C0194C-9F0F-4A9A-A967-4C43B6A0B77D}" destId="{D77E59A1-0AF4-4F2D-9F4E-8CD0FE7B1764}" srcOrd="0" destOrd="0" presId="urn:microsoft.com/office/officeart/2005/8/layout/orgChart1"/>
    <dgm:cxn modelId="{8E33767D-3881-4FA5-8242-C032C1D8375E}" type="presParOf" srcId="{88C0194C-9F0F-4A9A-A967-4C43B6A0B77D}" destId="{F5CCA060-7170-4DF5-803B-9E24C0A1DDAA}" srcOrd="1" destOrd="0" presId="urn:microsoft.com/office/officeart/2005/8/layout/orgChart1"/>
    <dgm:cxn modelId="{7B8A565C-46AD-43C9-99C2-8E04C8BE9304}" type="presParOf" srcId="{D53EBD0F-FF7D-45A6-BC8F-A6A569F57AAE}" destId="{D0586F86-ECC8-4E51-9BD5-3A2C08351558}" srcOrd="1" destOrd="0" presId="urn:microsoft.com/office/officeart/2005/8/layout/orgChart1"/>
    <dgm:cxn modelId="{84EE724B-0D0D-4369-8F05-F75B76B2EB2C}" type="presParOf" srcId="{D0586F86-ECC8-4E51-9BD5-3A2C08351558}" destId="{80970675-14EC-41C0-8D26-94525A39887C}" srcOrd="0" destOrd="0" presId="urn:microsoft.com/office/officeart/2005/8/layout/orgChart1"/>
    <dgm:cxn modelId="{3958C006-022A-434C-84E6-A6D6B276365E}" type="presParOf" srcId="{D0586F86-ECC8-4E51-9BD5-3A2C08351558}" destId="{BB3FD42D-F683-4116-AD3E-D3ABBB21E0E5}" srcOrd="1" destOrd="0" presId="urn:microsoft.com/office/officeart/2005/8/layout/orgChart1"/>
    <dgm:cxn modelId="{1DC19FBF-C77A-4C6B-AF22-9345E6E5440E}" type="presParOf" srcId="{BB3FD42D-F683-4116-AD3E-D3ABBB21E0E5}" destId="{D697891A-D4BE-41DB-9ABD-F307FBCF623B}" srcOrd="0" destOrd="0" presId="urn:microsoft.com/office/officeart/2005/8/layout/orgChart1"/>
    <dgm:cxn modelId="{1C2B7D44-F0D1-4B8D-86E9-1A2DC16F2693}" type="presParOf" srcId="{D697891A-D4BE-41DB-9ABD-F307FBCF623B}" destId="{2E4C1510-FCBF-469B-91B9-9694876A058F}" srcOrd="0" destOrd="0" presId="urn:microsoft.com/office/officeart/2005/8/layout/orgChart1"/>
    <dgm:cxn modelId="{C53017F4-5890-42BD-9943-2F03B8C7F766}" type="presParOf" srcId="{D697891A-D4BE-41DB-9ABD-F307FBCF623B}" destId="{91D3BFB6-FDD2-411F-B0E0-5E4687E3970B}" srcOrd="1" destOrd="0" presId="urn:microsoft.com/office/officeart/2005/8/layout/orgChart1"/>
    <dgm:cxn modelId="{3F41630B-C410-4B79-B6E2-705DFAC5D3C1}" type="presParOf" srcId="{BB3FD42D-F683-4116-AD3E-D3ABBB21E0E5}" destId="{1517B3B2-31CB-45D1-AD68-F4B1217537E1}" srcOrd="1" destOrd="0" presId="urn:microsoft.com/office/officeart/2005/8/layout/orgChart1"/>
    <dgm:cxn modelId="{7224A54C-3FC3-4BD8-9F08-CDE181B6A082}" type="presParOf" srcId="{1517B3B2-31CB-45D1-AD68-F4B1217537E1}" destId="{4779AFF2-252E-44ED-8DE5-D7D8D9A99B02}" srcOrd="0" destOrd="0" presId="urn:microsoft.com/office/officeart/2005/8/layout/orgChart1"/>
    <dgm:cxn modelId="{0E117C5A-C6D1-4ACE-9718-F590A220E188}" type="presParOf" srcId="{1517B3B2-31CB-45D1-AD68-F4B1217537E1}" destId="{8972ABF9-7ABE-4D1B-AB68-B8E6CCDB6149}" srcOrd="1" destOrd="0" presId="urn:microsoft.com/office/officeart/2005/8/layout/orgChart1"/>
    <dgm:cxn modelId="{E14FB8FD-3B0F-4EE1-8838-5FBB2467522A}" type="presParOf" srcId="{8972ABF9-7ABE-4D1B-AB68-B8E6CCDB6149}" destId="{6038ED48-B17A-4471-A028-35A87A6DCC4F}" srcOrd="0" destOrd="0" presId="urn:microsoft.com/office/officeart/2005/8/layout/orgChart1"/>
    <dgm:cxn modelId="{D1FAB86F-4BA0-4B31-A55E-FFBFF76064B8}" type="presParOf" srcId="{6038ED48-B17A-4471-A028-35A87A6DCC4F}" destId="{F6BA6A4E-DE80-479A-A508-BF9536D368C8}" srcOrd="0" destOrd="0" presId="urn:microsoft.com/office/officeart/2005/8/layout/orgChart1"/>
    <dgm:cxn modelId="{B72B08E7-BB90-4EA4-B405-7F2942C0D7C9}" type="presParOf" srcId="{6038ED48-B17A-4471-A028-35A87A6DCC4F}" destId="{8CEC4217-0FB7-4697-A23D-DFFD6DACDD1C}" srcOrd="1" destOrd="0" presId="urn:microsoft.com/office/officeart/2005/8/layout/orgChart1"/>
    <dgm:cxn modelId="{9F09FD27-DE0B-409A-AE1F-CD4813F091DB}" type="presParOf" srcId="{8972ABF9-7ABE-4D1B-AB68-B8E6CCDB6149}" destId="{6D4D01CF-7AF2-4DA8-BC52-0B3D98B010FD}" srcOrd="1" destOrd="0" presId="urn:microsoft.com/office/officeart/2005/8/layout/orgChart1"/>
    <dgm:cxn modelId="{35EAF2EC-F934-4FCA-B2AC-3802ED0B8C23}" type="presParOf" srcId="{8972ABF9-7ABE-4D1B-AB68-B8E6CCDB6149}" destId="{10393444-FC56-493E-AFAE-AE8C5D707182}" srcOrd="2" destOrd="0" presId="urn:microsoft.com/office/officeart/2005/8/layout/orgChart1"/>
    <dgm:cxn modelId="{65FEA8E8-656A-4B0D-83B8-16BABBA17D31}" type="presParOf" srcId="{1517B3B2-31CB-45D1-AD68-F4B1217537E1}" destId="{09EAE3E2-3155-4187-8FC6-69D7E433353D}" srcOrd="2" destOrd="0" presId="urn:microsoft.com/office/officeart/2005/8/layout/orgChart1"/>
    <dgm:cxn modelId="{247E2F18-7A9D-4D15-83CF-D5FFF1374862}" type="presParOf" srcId="{1517B3B2-31CB-45D1-AD68-F4B1217537E1}" destId="{7368951F-177F-408D-B396-C650EB9F5B43}" srcOrd="3" destOrd="0" presId="urn:microsoft.com/office/officeart/2005/8/layout/orgChart1"/>
    <dgm:cxn modelId="{180FCDBB-A426-4792-AA08-F20FE1F8F295}" type="presParOf" srcId="{7368951F-177F-408D-B396-C650EB9F5B43}" destId="{45CFB667-3F19-4101-B8DC-9EAB5FFE8757}" srcOrd="0" destOrd="0" presId="urn:microsoft.com/office/officeart/2005/8/layout/orgChart1"/>
    <dgm:cxn modelId="{C52A30B8-F274-43BB-8342-00CA229A5CB0}" type="presParOf" srcId="{45CFB667-3F19-4101-B8DC-9EAB5FFE8757}" destId="{B79D4EC8-B4E9-4460-AD6C-E191265D25F3}" srcOrd="0" destOrd="0" presId="urn:microsoft.com/office/officeart/2005/8/layout/orgChart1"/>
    <dgm:cxn modelId="{7281EA91-84E6-4C91-9E99-4AEB66F6DC9B}" type="presParOf" srcId="{45CFB667-3F19-4101-B8DC-9EAB5FFE8757}" destId="{52EC94AD-3876-4469-8567-3ECEF52C9B67}" srcOrd="1" destOrd="0" presId="urn:microsoft.com/office/officeart/2005/8/layout/orgChart1"/>
    <dgm:cxn modelId="{6D91B6AA-7419-4342-8B8F-8025D57F6AB8}" type="presParOf" srcId="{7368951F-177F-408D-B396-C650EB9F5B43}" destId="{A09A775B-CFD2-446F-8D05-2C617897ECC6}" srcOrd="1" destOrd="0" presId="urn:microsoft.com/office/officeart/2005/8/layout/orgChart1"/>
    <dgm:cxn modelId="{4486FCC3-E352-4F13-BCE3-F615C73A638F}" type="presParOf" srcId="{7368951F-177F-408D-B396-C650EB9F5B43}" destId="{F6E6FAEF-BE5D-4A79-9FEC-B54B620100D7}" srcOrd="2" destOrd="0" presId="urn:microsoft.com/office/officeart/2005/8/layout/orgChart1"/>
    <dgm:cxn modelId="{DD951447-9594-48B1-9602-C20A4E8C8A9A}" type="presParOf" srcId="{1517B3B2-31CB-45D1-AD68-F4B1217537E1}" destId="{42468CCD-0670-4AEC-94E6-0EB0EAB41BB8}" srcOrd="4" destOrd="0" presId="urn:microsoft.com/office/officeart/2005/8/layout/orgChart1"/>
    <dgm:cxn modelId="{2BC5EA7C-C97E-4223-A8C0-00094F0507C0}" type="presParOf" srcId="{1517B3B2-31CB-45D1-AD68-F4B1217537E1}" destId="{DDD7733E-D31B-4DE5-8420-E11D9AC13FFA}" srcOrd="5" destOrd="0" presId="urn:microsoft.com/office/officeart/2005/8/layout/orgChart1"/>
    <dgm:cxn modelId="{A55C24C5-8FAB-4DC4-81B0-393FE3A8616F}" type="presParOf" srcId="{DDD7733E-D31B-4DE5-8420-E11D9AC13FFA}" destId="{B8D0B775-4E1A-48D5-8F6F-3B5639911B3D}" srcOrd="0" destOrd="0" presId="urn:microsoft.com/office/officeart/2005/8/layout/orgChart1"/>
    <dgm:cxn modelId="{D72D3D8C-53C6-4E08-894E-F865FB3D170E}" type="presParOf" srcId="{B8D0B775-4E1A-48D5-8F6F-3B5639911B3D}" destId="{138AE015-89A2-4F9E-8A34-621C01DC4970}" srcOrd="0" destOrd="0" presId="urn:microsoft.com/office/officeart/2005/8/layout/orgChart1"/>
    <dgm:cxn modelId="{E720228C-E234-4D10-98F0-945A6BB3C372}" type="presParOf" srcId="{B8D0B775-4E1A-48D5-8F6F-3B5639911B3D}" destId="{74F48A3B-1B86-49AF-B964-2C4D13321C57}" srcOrd="1" destOrd="0" presId="urn:microsoft.com/office/officeart/2005/8/layout/orgChart1"/>
    <dgm:cxn modelId="{6FA47445-2C45-4E36-8277-06D351F58340}" type="presParOf" srcId="{DDD7733E-D31B-4DE5-8420-E11D9AC13FFA}" destId="{FDA0F679-A06C-4CAD-80DB-E8AA2BFF1C0D}" srcOrd="1" destOrd="0" presId="urn:microsoft.com/office/officeart/2005/8/layout/orgChart1"/>
    <dgm:cxn modelId="{E3DBE4EE-46D7-4BCA-9C71-941BA4444F45}" type="presParOf" srcId="{DDD7733E-D31B-4DE5-8420-E11D9AC13FFA}" destId="{499DAB0C-5AA7-468A-B20E-923DFEE70C8B}" srcOrd="2" destOrd="0" presId="urn:microsoft.com/office/officeart/2005/8/layout/orgChart1"/>
    <dgm:cxn modelId="{615A1AAD-D7D3-4D53-BAE8-26643D3A16F8}" type="presParOf" srcId="{BB3FD42D-F683-4116-AD3E-D3ABBB21E0E5}" destId="{A8625240-F7A7-4FD7-8DC6-26BFFB6D0D9D}" srcOrd="2" destOrd="0" presId="urn:microsoft.com/office/officeart/2005/8/layout/orgChart1"/>
    <dgm:cxn modelId="{E7503DA7-32A4-4479-847A-3EA866166CE4}" type="presParOf" srcId="{D0586F86-ECC8-4E51-9BD5-3A2C08351558}" destId="{78654A82-E5E8-4D84-8763-C5D849DE58B6}" srcOrd="2" destOrd="0" presId="urn:microsoft.com/office/officeart/2005/8/layout/orgChart1"/>
    <dgm:cxn modelId="{A17A77CC-4A86-46AC-BFA2-144F8AF08EF4}" type="presParOf" srcId="{D0586F86-ECC8-4E51-9BD5-3A2C08351558}" destId="{A253EC3E-D029-4CD5-8B3B-0753686A552F}" srcOrd="3" destOrd="0" presId="urn:microsoft.com/office/officeart/2005/8/layout/orgChart1"/>
    <dgm:cxn modelId="{3FFD3639-5699-49E6-BA5F-F5AF22392584}" type="presParOf" srcId="{A253EC3E-D029-4CD5-8B3B-0753686A552F}" destId="{6C44B615-020A-4965-AD0D-486A6C7B17A9}" srcOrd="0" destOrd="0" presId="urn:microsoft.com/office/officeart/2005/8/layout/orgChart1"/>
    <dgm:cxn modelId="{6897D2F7-3C37-4A52-ACEA-75F9BD7C8A1F}" type="presParOf" srcId="{6C44B615-020A-4965-AD0D-486A6C7B17A9}" destId="{A8BDC014-C5F5-44A5-B5DA-F3A4BE91229E}" srcOrd="0" destOrd="0" presId="urn:microsoft.com/office/officeart/2005/8/layout/orgChart1"/>
    <dgm:cxn modelId="{0C8AE94F-012B-4F38-B333-E225A14371BC}" type="presParOf" srcId="{6C44B615-020A-4965-AD0D-486A6C7B17A9}" destId="{D814C3F0-1A73-4A07-854D-7F0CDDEDE51F}" srcOrd="1" destOrd="0" presId="urn:microsoft.com/office/officeart/2005/8/layout/orgChart1"/>
    <dgm:cxn modelId="{A93AAD45-E00C-41E1-9754-D16D894E2108}" type="presParOf" srcId="{A253EC3E-D029-4CD5-8B3B-0753686A552F}" destId="{423F2EDE-DA85-4BBD-9D0A-044ABCA5F962}" srcOrd="1" destOrd="0" presId="urn:microsoft.com/office/officeart/2005/8/layout/orgChart1"/>
    <dgm:cxn modelId="{59E7D4B9-4155-4B2D-BB8C-B77079A62046}" type="presParOf" srcId="{423F2EDE-DA85-4BBD-9D0A-044ABCA5F962}" destId="{A0DFBA1E-416B-49B9-BD55-CF04C9C77F8B}" srcOrd="0" destOrd="0" presId="urn:microsoft.com/office/officeart/2005/8/layout/orgChart1"/>
    <dgm:cxn modelId="{0FAA9109-D625-4004-95A7-FBEEF37D0C70}" type="presParOf" srcId="{423F2EDE-DA85-4BBD-9D0A-044ABCA5F962}" destId="{142029F5-297F-4593-9B63-1968C8FCD318}" srcOrd="1" destOrd="0" presId="urn:microsoft.com/office/officeart/2005/8/layout/orgChart1"/>
    <dgm:cxn modelId="{10EFA721-5223-4590-9C5E-3DD7DA9C6F99}" type="presParOf" srcId="{142029F5-297F-4593-9B63-1968C8FCD318}" destId="{C487D4A8-7AD5-414D-8FDC-3B6525A65681}" srcOrd="0" destOrd="0" presId="urn:microsoft.com/office/officeart/2005/8/layout/orgChart1"/>
    <dgm:cxn modelId="{EDA212A8-2793-43C5-B45A-3D4C4278275D}" type="presParOf" srcId="{C487D4A8-7AD5-414D-8FDC-3B6525A65681}" destId="{6352E365-59EC-4F81-87DB-343C736514E7}" srcOrd="0" destOrd="0" presId="urn:microsoft.com/office/officeart/2005/8/layout/orgChart1"/>
    <dgm:cxn modelId="{649288AE-A060-4CB3-8D63-CC46812C823F}" type="presParOf" srcId="{C487D4A8-7AD5-414D-8FDC-3B6525A65681}" destId="{7F108E63-9677-47F0-8C0A-FB65CD39219B}" srcOrd="1" destOrd="0" presId="urn:microsoft.com/office/officeart/2005/8/layout/orgChart1"/>
    <dgm:cxn modelId="{07AB0332-AF2A-47A8-892B-0D1114B3AF16}" type="presParOf" srcId="{142029F5-297F-4593-9B63-1968C8FCD318}" destId="{572D364A-2EB4-4C40-BB2D-F1B4B456B492}" srcOrd="1" destOrd="0" presId="urn:microsoft.com/office/officeart/2005/8/layout/orgChart1"/>
    <dgm:cxn modelId="{56F0F8BD-9EDC-4FD2-8BFF-9B238A0A60C7}" type="presParOf" srcId="{142029F5-297F-4593-9B63-1968C8FCD318}" destId="{F845473F-C5AB-4987-AB80-F018DAF15E2C}" srcOrd="2" destOrd="0" presId="urn:microsoft.com/office/officeart/2005/8/layout/orgChart1"/>
    <dgm:cxn modelId="{56757281-3893-43F5-8FBD-946525E32383}" type="presParOf" srcId="{A253EC3E-D029-4CD5-8B3B-0753686A552F}" destId="{4DB996B8-D8D2-4304-8056-796FFEB82782}" srcOrd="2" destOrd="0" presId="urn:microsoft.com/office/officeart/2005/8/layout/orgChart1"/>
    <dgm:cxn modelId="{7D53DF86-0A13-4143-93ED-952D6268231B}" type="presParOf" srcId="{D53EBD0F-FF7D-45A6-BC8F-A6A569F57AAE}" destId="{051E843E-1827-4E81-9536-68323CE1F0EE}" srcOrd="2" destOrd="0" presId="urn:microsoft.com/office/officeart/2005/8/layout/orgChart1"/>
    <dgm:cxn modelId="{F9497B16-3338-42C0-8C77-9A28AB903D8F}" type="presParOf" srcId="{D53CA0C0-DB9C-463D-831E-F5AC2DD1EB45}" destId="{2E15AFA0-A337-400C-9F5B-57D146566367}" srcOrd="2" destOrd="0" presId="urn:microsoft.com/office/officeart/2005/8/layout/orgChart1"/>
    <dgm:cxn modelId="{60E880DF-2CF4-4C46-A0B0-6B573B741A9E}" type="presParOf" srcId="{EABB3078-827B-417A-948E-2905959804FA}" destId="{DFB3E27F-1F43-41C1-BA66-F6F468B400AA}" srcOrd="2" destOrd="0" presId="urn:microsoft.com/office/officeart/2005/8/layout/orgChart1"/>
    <dgm:cxn modelId="{F64B009D-70F5-4CA8-A3C2-4CEE0DCE666C}" type="presParOf" srcId="{EABB3078-827B-417A-948E-2905959804FA}" destId="{3CD61AC4-635D-4843-8B89-ADC421A37AFB}" srcOrd="3" destOrd="0" presId="urn:microsoft.com/office/officeart/2005/8/layout/orgChart1"/>
    <dgm:cxn modelId="{6952D1F1-9354-4F15-9D96-A465ADC7DC69}" type="presParOf" srcId="{3CD61AC4-635D-4843-8B89-ADC421A37AFB}" destId="{9E38B67A-4FDD-4EDC-86CF-A7198508B16A}" srcOrd="0" destOrd="0" presId="urn:microsoft.com/office/officeart/2005/8/layout/orgChart1"/>
    <dgm:cxn modelId="{038690BD-7C3F-4559-9799-262F2F031B05}" type="presParOf" srcId="{9E38B67A-4FDD-4EDC-86CF-A7198508B16A}" destId="{6847EC33-9AC0-4C78-AC81-C3C4EF785179}" srcOrd="0" destOrd="0" presId="urn:microsoft.com/office/officeart/2005/8/layout/orgChart1"/>
    <dgm:cxn modelId="{70A0A097-3D32-4136-801F-142A36210D81}" type="presParOf" srcId="{9E38B67A-4FDD-4EDC-86CF-A7198508B16A}" destId="{A189E436-8B10-45C4-A3B6-4A2EC829798C}" srcOrd="1" destOrd="0" presId="urn:microsoft.com/office/officeart/2005/8/layout/orgChart1"/>
    <dgm:cxn modelId="{B9E5A6D7-89C8-4BE5-9B20-C2937F55BE27}" type="presParOf" srcId="{3CD61AC4-635D-4843-8B89-ADC421A37AFB}" destId="{F4F0A430-7B9B-4BC6-91BB-7807B1A759AD}" srcOrd="1" destOrd="0" presId="urn:microsoft.com/office/officeart/2005/8/layout/orgChart1"/>
    <dgm:cxn modelId="{E9D3F1B0-F6C4-44E6-9A9C-7839EA0A36E9}" type="presParOf" srcId="{F4F0A430-7B9B-4BC6-91BB-7807B1A759AD}" destId="{1F2C98A8-019B-4001-9EEF-5200D3975538}" srcOrd="0" destOrd="0" presId="urn:microsoft.com/office/officeart/2005/8/layout/orgChart1"/>
    <dgm:cxn modelId="{2C4F6D8A-A7C8-4484-8502-0A9D51C6BA20}" type="presParOf" srcId="{F4F0A430-7B9B-4BC6-91BB-7807B1A759AD}" destId="{64643F12-117F-44A7-AB73-2AAE91AEC05E}" srcOrd="1" destOrd="0" presId="urn:microsoft.com/office/officeart/2005/8/layout/orgChart1"/>
    <dgm:cxn modelId="{D69B4A48-E522-48AF-B8BD-C334D9DB7818}" type="presParOf" srcId="{64643F12-117F-44A7-AB73-2AAE91AEC05E}" destId="{B70B3D52-3D13-4885-8F89-6EEC1D32F54C}" srcOrd="0" destOrd="0" presId="urn:microsoft.com/office/officeart/2005/8/layout/orgChart1"/>
    <dgm:cxn modelId="{A426A64C-6C3B-4A07-94D4-459957082038}" type="presParOf" srcId="{B70B3D52-3D13-4885-8F89-6EEC1D32F54C}" destId="{41A3D6EC-3BB4-4E82-B983-50674F2AC319}" srcOrd="0" destOrd="0" presId="urn:microsoft.com/office/officeart/2005/8/layout/orgChart1"/>
    <dgm:cxn modelId="{86EAAE80-5E34-4B24-8CB8-D7A3B93CF430}" type="presParOf" srcId="{B70B3D52-3D13-4885-8F89-6EEC1D32F54C}" destId="{AD609C4E-1010-499F-9BEE-D79109B7C404}" srcOrd="1" destOrd="0" presId="urn:microsoft.com/office/officeart/2005/8/layout/orgChart1"/>
    <dgm:cxn modelId="{35979CE3-7A09-431B-9BCE-2A038FC45536}" type="presParOf" srcId="{64643F12-117F-44A7-AB73-2AAE91AEC05E}" destId="{4030A166-7FD2-4FC9-A619-9A54C8524C6C}" srcOrd="1" destOrd="0" presId="urn:microsoft.com/office/officeart/2005/8/layout/orgChart1"/>
    <dgm:cxn modelId="{455836DA-D961-41B5-82D6-4E1D39EBA9F7}" type="presParOf" srcId="{4030A166-7FD2-4FC9-A619-9A54C8524C6C}" destId="{27B4F5C9-BD6E-4716-A3D3-150E81118E56}" srcOrd="0" destOrd="0" presId="urn:microsoft.com/office/officeart/2005/8/layout/orgChart1"/>
    <dgm:cxn modelId="{2DD8182F-78A0-41CC-BA4D-016CD133303C}" type="presParOf" srcId="{4030A166-7FD2-4FC9-A619-9A54C8524C6C}" destId="{86646D82-E947-4A81-9173-DCEAA46C0BBC}" srcOrd="1" destOrd="0" presId="urn:microsoft.com/office/officeart/2005/8/layout/orgChart1"/>
    <dgm:cxn modelId="{5E6822A0-5D80-48FA-AAD0-BB09DF64FDD7}" type="presParOf" srcId="{86646D82-E947-4A81-9173-DCEAA46C0BBC}" destId="{AB0714C8-61AA-489F-AB00-7307CD324BF4}" srcOrd="0" destOrd="0" presId="urn:microsoft.com/office/officeart/2005/8/layout/orgChart1"/>
    <dgm:cxn modelId="{E83D4FD2-0CD4-4175-8E35-6D49F560822D}" type="presParOf" srcId="{AB0714C8-61AA-489F-AB00-7307CD324BF4}" destId="{0C861410-92F0-477C-9A3E-97070956A280}" srcOrd="0" destOrd="0" presId="urn:microsoft.com/office/officeart/2005/8/layout/orgChart1"/>
    <dgm:cxn modelId="{20CBC211-B5D4-44DB-A19C-9EE098A86D3A}" type="presParOf" srcId="{AB0714C8-61AA-489F-AB00-7307CD324BF4}" destId="{3F1E0E7A-A961-446C-9A08-A1E20AABAA1A}" srcOrd="1" destOrd="0" presId="urn:microsoft.com/office/officeart/2005/8/layout/orgChart1"/>
    <dgm:cxn modelId="{EE20A636-3F6B-4AB7-9200-9BC0B755CBBC}" type="presParOf" srcId="{86646D82-E947-4A81-9173-DCEAA46C0BBC}" destId="{92379ED1-49A5-4666-80AF-7BD20AEF0FC8}" srcOrd="1" destOrd="0" presId="urn:microsoft.com/office/officeart/2005/8/layout/orgChart1"/>
    <dgm:cxn modelId="{605E7900-7F94-45A7-BF59-C04AE2FC69A8}" type="presParOf" srcId="{92379ED1-49A5-4666-80AF-7BD20AEF0FC8}" destId="{0EBBB146-67D5-4B4E-981D-37C679156097}" srcOrd="0" destOrd="0" presId="urn:microsoft.com/office/officeart/2005/8/layout/orgChart1"/>
    <dgm:cxn modelId="{69FD5BED-3657-4C10-BD03-AA80B5114ABE}" type="presParOf" srcId="{92379ED1-49A5-4666-80AF-7BD20AEF0FC8}" destId="{BB8EEC7E-D891-4C58-9AD2-8D1574A0242A}" srcOrd="1" destOrd="0" presId="urn:microsoft.com/office/officeart/2005/8/layout/orgChart1"/>
    <dgm:cxn modelId="{84A092AD-8549-4156-A8D6-5A1493A5FF2D}" type="presParOf" srcId="{BB8EEC7E-D891-4C58-9AD2-8D1574A0242A}" destId="{5E34750A-D165-4244-B60E-BDA7483D0031}" srcOrd="0" destOrd="0" presId="urn:microsoft.com/office/officeart/2005/8/layout/orgChart1"/>
    <dgm:cxn modelId="{EE236005-8276-4A0A-BCAE-EDECEFB7FD09}" type="presParOf" srcId="{5E34750A-D165-4244-B60E-BDA7483D0031}" destId="{6C261933-2E8D-4A8F-8A63-3BD5139D9EBC}" srcOrd="0" destOrd="0" presId="urn:microsoft.com/office/officeart/2005/8/layout/orgChart1"/>
    <dgm:cxn modelId="{669A1076-3F76-4CBE-B276-4F45F52A0A58}" type="presParOf" srcId="{5E34750A-D165-4244-B60E-BDA7483D0031}" destId="{0804496B-2FB1-4DAB-B54B-44165F445B7B}" srcOrd="1" destOrd="0" presId="urn:microsoft.com/office/officeart/2005/8/layout/orgChart1"/>
    <dgm:cxn modelId="{8D5EE01D-B267-4012-9861-8288D3C1DD2E}" type="presParOf" srcId="{BB8EEC7E-D891-4C58-9AD2-8D1574A0242A}" destId="{F70914F0-9123-4BE5-92A5-FE1565FC3EF7}" srcOrd="1" destOrd="0" presId="urn:microsoft.com/office/officeart/2005/8/layout/orgChart1"/>
    <dgm:cxn modelId="{47CBAD11-DC83-4B6C-A297-36F9DDFE506B}" type="presParOf" srcId="{BB8EEC7E-D891-4C58-9AD2-8D1574A0242A}" destId="{A62F15A4-8B5C-4713-A0CF-D4C05207FEB2}" srcOrd="2" destOrd="0" presId="urn:microsoft.com/office/officeart/2005/8/layout/orgChart1"/>
    <dgm:cxn modelId="{8C0A2518-7B52-4A3B-8F1B-3FE971537E81}" type="presParOf" srcId="{86646D82-E947-4A81-9173-DCEAA46C0BBC}" destId="{DED696D7-175C-4E61-AE4F-8F1C397464A4}" srcOrd="2" destOrd="0" presId="urn:microsoft.com/office/officeart/2005/8/layout/orgChart1"/>
    <dgm:cxn modelId="{21D8C5F9-05D9-44F3-BF1A-F903EE5AED2F}" type="presParOf" srcId="{4030A166-7FD2-4FC9-A619-9A54C8524C6C}" destId="{232D7953-254B-4FA5-A7F3-26CD20366772}" srcOrd="2" destOrd="0" presId="urn:microsoft.com/office/officeart/2005/8/layout/orgChart1"/>
    <dgm:cxn modelId="{C793A18C-8071-4269-99B5-B81D0CCDEEC5}" type="presParOf" srcId="{4030A166-7FD2-4FC9-A619-9A54C8524C6C}" destId="{52D4B861-3FE4-479E-B680-DD14A7F782E3}" srcOrd="3" destOrd="0" presId="urn:microsoft.com/office/officeart/2005/8/layout/orgChart1"/>
    <dgm:cxn modelId="{271917B6-B358-44D5-A9AA-9C445A6154A6}" type="presParOf" srcId="{52D4B861-3FE4-479E-B680-DD14A7F782E3}" destId="{34C91188-CB26-4575-AB74-C33F6CF5E86C}" srcOrd="0" destOrd="0" presId="urn:microsoft.com/office/officeart/2005/8/layout/orgChart1"/>
    <dgm:cxn modelId="{CB47E25B-AFD5-4B3A-8772-4E370F286AFF}" type="presParOf" srcId="{34C91188-CB26-4575-AB74-C33F6CF5E86C}" destId="{4837C636-FB55-4518-8434-8586608B5020}" srcOrd="0" destOrd="0" presId="urn:microsoft.com/office/officeart/2005/8/layout/orgChart1"/>
    <dgm:cxn modelId="{E7D02C55-70B8-4434-BCC2-EAD5175D0D0D}" type="presParOf" srcId="{34C91188-CB26-4575-AB74-C33F6CF5E86C}" destId="{A3CEE11B-61DF-41F8-BED1-A0E9423FF043}" srcOrd="1" destOrd="0" presId="urn:microsoft.com/office/officeart/2005/8/layout/orgChart1"/>
    <dgm:cxn modelId="{514E42A8-8B9A-4205-AB07-FC7F8538073D}" type="presParOf" srcId="{52D4B861-3FE4-479E-B680-DD14A7F782E3}" destId="{6BEF8670-1F12-4EBB-8E33-CA77ACC5C103}" srcOrd="1" destOrd="0" presId="urn:microsoft.com/office/officeart/2005/8/layout/orgChart1"/>
    <dgm:cxn modelId="{619CDEB7-0E2A-41C4-8514-C597942908E1}" type="presParOf" srcId="{6BEF8670-1F12-4EBB-8E33-CA77ACC5C103}" destId="{A5CE1F86-2B20-484C-BDC2-9B311F9D1F7A}" srcOrd="0" destOrd="0" presId="urn:microsoft.com/office/officeart/2005/8/layout/orgChart1"/>
    <dgm:cxn modelId="{E76C66AD-F4FA-44A2-B1A1-602A48F63E3C}" type="presParOf" srcId="{6BEF8670-1F12-4EBB-8E33-CA77ACC5C103}" destId="{4BE7897A-1FBF-4827-98AA-BD5446711571}" srcOrd="1" destOrd="0" presId="urn:microsoft.com/office/officeart/2005/8/layout/orgChart1"/>
    <dgm:cxn modelId="{8682DF94-61C4-4D78-B12E-6B0F9B438FFA}" type="presParOf" srcId="{4BE7897A-1FBF-4827-98AA-BD5446711571}" destId="{353398E7-B67E-4F11-B0F2-32E302CAE961}" srcOrd="0" destOrd="0" presId="urn:microsoft.com/office/officeart/2005/8/layout/orgChart1"/>
    <dgm:cxn modelId="{FEFCB0FC-CB24-4E0F-B32B-66E5F0A3C2FF}" type="presParOf" srcId="{353398E7-B67E-4F11-B0F2-32E302CAE961}" destId="{54C392C1-4F85-4DA5-BA77-303C96ECB40B}" srcOrd="0" destOrd="0" presId="urn:microsoft.com/office/officeart/2005/8/layout/orgChart1"/>
    <dgm:cxn modelId="{D93EDF07-98D5-42AF-B833-9A2B9895F134}" type="presParOf" srcId="{353398E7-B67E-4F11-B0F2-32E302CAE961}" destId="{9CD0D3B4-A4D4-4539-ACC5-3BBCDDACB555}" srcOrd="1" destOrd="0" presId="urn:microsoft.com/office/officeart/2005/8/layout/orgChart1"/>
    <dgm:cxn modelId="{A4ADD5C0-949A-4631-B5CF-FBEF5A4DF68C}" type="presParOf" srcId="{4BE7897A-1FBF-4827-98AA-BD5446711571}" destId="{6E2F33C5-6AC3-44F7-9086-DD1F6112A12B}" srcOrd="1" destOrd="0" presId="urn:microsoft.com/office/officeart/2005/8/layout/orgChart1"/>
    <dgm:cxn modelId="{10CBDF41-4F83-44D2-833E-402C539253AD}" type="presParOf" srcId="{4BE7897A-1FBF-4827-98AA-BD5446711571}" destId="{CAB65E94-8E24-4958-94DC-3DD4117CF038}" srcOrd="2" destOrd="0" presId="urn:microsoft.com/office/officeart/2005/8/layout/orgChart1"/>
    <dgm:cxn modelId="{B80443EE-A907-41F8-8225-96C634D25FB5}" type="presParOf" srcId="{52D4B861-3FE4-479E-B680-DD14A7F782E3}" destId="{AAD9C3A3-16AA-47BB-B374-DCFC0FA45888}" srcOrd="2" destOrd="0" presId="urn:microsoft.com/office/officeart/2005/8/layout/orgChart1"/>
    <dgm:cxn modelId="{33F37F3A-8977-43F8-B044-AD7363E18D46}" type="presParOf" srcId="{64643F12-117F-44A7-AB73-2AAE91AEC05E}" destId="{16559DBF-11A8-4C5E-9F80-052E85412F51}" srcOrd="2" destOrd="0" presId="urn:microsoft.com/office/officeart/2005/8/layout/orgChart1"/>
    <dgm:cxn modelId="{F75E5419-4890-4837-938C-4BB8C5AFE678}" type="presParOf" srcId="{3CD61AC4-635D-4843-8B89-ADC421A37AFB}" destId="{5EBFB65B-5BAC-4133-95F8-524C7DC0ACA5}" srcOrd="2" destOrd="0" presId="urn:microsoft.com/office/officeart/2005/8/layout/orgChart1"/>
    <dgm:cxn modelId="{256C7EB4-13B9-4C68-B0F2-4C177204D1AD}" type="presParOf" srcId="{88D2AC9A-B6DE-4391-8ADE-C790D1FEAA0A}" destId="{1AC2F2EA-352B-4B45-BC88-BF8543B1633A}" srcOrd="2" destOrd="0" presId="urn:microsoft.com/office/officeart/2005/8/layout/orgChart1"/>
    <dgm:cxn modelId="{1EAF6466-DADF-486E-8379-A74F252532FB}" type="presParOf" srcId="{2C047635-80C9-40A0-8622-1D75BFC2F1A1}" destId="{145D8B6B-6EE3-47A1-A712-ED43B7C53A16}" srcOrd="2" destOrd="0" presId="urn:microsoft.com/office/officeart/2005/8/layout/orgChart1"/>
    <dgm:cxn modelId="{70FA7DC1-6D00-4F91-9339-338D92E9BF36}" type="presParOf" srcId="{05A86032-0812-4EDA-B324-AAEBDA54DC50}" destId="{6F2FD0C5-77B7-4496-B905-7AA564882B4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5CE1F86-2B20-484C-BDC2-9B311F9D1F7A}">
      <dsp:nvSpPr>
        <dsp:cNvPr id="0" name=""/>
        <dsp:cNvSpPr/>
      </dsp:nvSpPr>
      <dsp:spPr>
        <a:xfrm>
          <a:off x="8060912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2D7953-254B-4FA5-A7F3-26CD20366772}">
      <dsp:nvSpPr>
        <dsp:cNvPr id="0" name=""/>
        <dsp:cNvSpPr/>
      </dsp:nvSpPr>
      <dsp:spPr>
        <a:xfrm>
          <a:off x="7868129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568946" y="98742"/>
              </a:lnTo>
              <a:lnTo>
                <a:pt x="568946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BB146-67D5-4B4E-981D-37C679156097}">
      <dsp:nvSpPr>
        <dsp:cNvPr id="0" name=""/>
        <dsp:cNvSpPr/>
      </dsp:nvSpPr>
      <dsp:spPr>
        <a:xfrm>
          <a:off x="6923019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B4F5C9-BD6E-4716-A3D3-150E81118E56}">
      <dsp:nvSpPr>
        <dsp:cNvPr id="0" name=""/>
        <dsp:cNvSpPr/>
      </dsp:nvSpPr>
      <dsp:spPr>
        <a:xfrm>
          <a:off x="7299182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568946" y="0"/>
              </a:moveTo>
              <a:lnTo>
                <a:pt x="568946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C98A8-019B-4001-9EEF-5200D3975538}">
      <dsp:nvSpPr>
        <dsp:cNvPr id="0" name=""/>
        <dsp:cNvSpPr/>
      </dsp:nvSpPr>
      <dsp:spPr>
        <a:xfrm>
          <a:off x="7822409" y="2996412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B3E27F-1F43-41C1-BA66-F6F468B400AA}">
      <dsp:nvSpPr>
        <dsp:cNvPr id="0" name=""/>
        <dsp:cNvSpPr/>
      </dsp:nvSpPr>
      <dsp:spPr>
        <a:xfrm>
          <a:off x="6730235" y="2328722"/>
          <a:ext cx="1137893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1137893" y="98742"/>
              </a:lnTo>
              <a:lnTo>
                <a:pt x="1137893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FBA1E-416B-49B9-BD55-CF04C9C77F8B}">
      <dsp:nvSpPr>
        <dsp:cNvPr id="0" name=""/>
        <dsp:cNvSpPr/>
      </dsp:nvSpPr>
      <dsp:spPr>
        <a:xfrm>
          <a:off x="5785125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54A82-E5E8-4D84-8763-C5D849DE58B6}">
      <dsp:nvSpPr>
        <dsp:cNvPr id="0" name=""/>
        <dsp:cNvSpPr/>
      </dsp:nvSpPr>
      <dsp:spPr>
        <a:xfrm>
          <a:off x="5592342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568946" y="98742"/>
              </a:lnTo>
              <a:lnTo>
                <a:pt x="568946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468CCD-0670-4AEC-94E6-0EB0EAB41BB8}">
      <dsp:nvSpPr>
        <dsp:cNvPr id="0" name=""/>
        <dsp:cNvSpPr/>
      </dsp:nvSpPr>
      <dsp:spPr>
        <a:xfrm>
          <a:off x="4647232" y="4331791"/>
          <a:ext cx="141061" cy="1767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7966"/>
              </a:lnTo>
              <a:lnTo>
                <a:pt x="141061" y="176796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EAE3E2-3155-4187-8FC6-69D7E433353D}">
      <dsp:nvSpPr>
        <dsp:cNvPr id="0" name=""/>
        <dsp:cNvSpPr/>
      </dsp:nvSpPr>
      <dsp:spPr>
        <a:xfrm>
          <a:off x="4647232" y="4331791"/>
          <a:ext cx="141061" cy="11002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0277"/>
              </a:lnTo>
              <a:lnTo>
                <a:pt x="141061" y="11002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9AFF2-252E-44ED-8DE5-D7D8D9A99B02}">
      <dsp:nvSpPr>
        <dsp:cNvPr id="0" name=""/>
        <dsp:cNvSpPr/>
      </dsp:nvSpPr>
      <dsp:spPr>
        <a:xfrm>
          <a:off x="4647232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70675-14EC-41C0-8D26-94525A39887C}">
      <dsp:nvSpPr>
        <dsp:cNvPr id="0" name=""/>
        <dsp:cNvSpPr/>
      </dsp:nvSpPr>
      <dsp:spPr>
        <a:xfrm>
          <a:off x="5023395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568946" y="0"/>
              </a:moveTo>
              <a:lnTo>
                <a:pt x="568946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C8CAF-DBE2-4B95-B9A1-3F8C83974493}">
      <dsp:nvSpPr>
        <dsp:cNvPr id="0" name=""/>
        <dsp:cNvSpPr/>
      </dsp:nvSpPr>
      <dsp:spPr>
        <a:xfrm>
          <a:off x="5546622" y="2996412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42F780-E312-440B-83E6-3D84F7B86C12}">
      <dsp:nvSpPr>
        <dsp:cNvPr id="0" name=""/>
        <dsp:cNvSpPr/>
      </dsp:nvSpPr>
      <dsp:spPr>
        <a:xfrm>
          <a:off x="5592342" y="2328722"/>
          <a:ext cx="1137893" cy="197485"/>
        </a:xfrm>
        <a:custGeom>
          <a:avLst/>
          <a:gdLst/>
          <a:ahLst/>
          <a:cxnLst/>
          <a:rect l="0" t="0" r="0" b="0"/>
          <a:pathLst>
            <a:path>
              <a:moveTo>
                <a:pt x="1137893" y="0"/>
              </a:moveTo>
              <a:lnTo>
                <a:pt x="1137893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08C4E0-D353-48F1-9733-E568A726818A}">
      <dsp:nvSpPr>
        <dsp:cNvPr id="0" name=""/>
        <dsp:cNvSpPr/>
      </dsp:nvSpPr>
      <dsp:spPr>
        <a:xfrm>
          <a:off x="6684515" y="1661033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DF79CE-16DC-4E8A-BCFC-F7428D6C5595}">
      <dsp:nvSpPr>
        <dsp:cNvPr id="0" name=""/>
        <dsp:cNvSpPr/>
      </dsp:nvSpPr>
      <dsp:spPr>
        <a:xfrm>
          <a:off x="4454449" y="993344"/>
          <a:ext cx="2275786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2275786" y="98742"/>
              </a:lnTo>
              <a:lnTo>
                <a:pt x="2275786" y="1974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8CE096-C3A2-4DE7-BA5A-928347DD09EF}">
      <dsp:nvSpPr>
        <dsp:cNvPr id="0" name=""/>
        <dsp:cNvSpPr/>
      </dsp:nvSpPr>
      <dsp:spPr>
        <a:xfrm>
          <a:off x="3509339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DC3BA8-9F5F-4415-B858-ACB92F68B874}">
      <dsp:nvSpPr>
        <dsp:cNvPr id="0" name=""/>
        <dsp:cNvSpPr/>
      </dsp:nvSpPr>
      <dsp:spPr>
        <a:xfrm>
          <a:off x="3316555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568946" y="98742"/>
              </a:lnTo>
              <a:lnTo>
                <a:pt x="568946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C0C2D-4F03-4F72-BD63-9981598E931B}">
      <dsp:nvSpPr>
        <dsp:cNvPr id="0" name=""/>
        <dsp:cNvSpPr/>
      </dsp:nvSpPr>
      <dsp:spPr>
        <a:xfrm>
          <a:off x="2371445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148C4-208F-4763-B694-FCC91BF1A8FF}">
      <dsp:nvSpPr>
        <dsp:cNvPr id="0" name=""/>
        <dsp:cNvSpPr/>
      </dsp:nvSpPr>
      <dsp:spPr>
        <a:xfrm>
          <a:off x="2747609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568946" y="0"/>
              </a:moveTo>
              <a:lnTo>
                <a:pt x="568946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A6C11-024D-40E0-A999-9C5FF2694399}">
      <dsp:nvSpPr>
        <dsp:cNvPr id="0" name=""/>
        <dsp:cNvSpPr/>
      </dsp:nvSpPr>
      <dsp:spPr>
        <a:xfrm>
          <a:off x="3270835" y="2996412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9F8CC-776C-48CB-BE48-D0E8C9E0A1D5}">
      <dsp:nvSpPr>
        <dsp:cNvPr id="0" name=""/>
        <dsp:cNvSpPr/>
      </dsp:nvSpPr>
      <dsp:spPr>
        <a:xfrm>
          <a:off x="2178662" y="2328722"/>
          <a:ext cx="1137893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1137893" y="98742"/>
              </a:lnTo>
              <a:lnTo>
                <a:pt x="1137893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A53036-647A-4F30-A0F0-D5115FF938F1}">
      <dsp:nvSpPr>
        <dsp:cNvPr id="0" name=""/>
        <dsp:cNvSpPr/>
      </dsp:nvSpPr>
      <dsp:spPr>
        <a:xfrm>
          <a:off x="1233552" y="4331791"/>
          <a:ext cx="141061" cy="1767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7966"/>
              </a:lnTo>
              <a:lnTo>
                <a:pt x="141061" y="176796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F7E7DF-DCE6-45F6-B577-0621D3AD9B43}">
      <dsp:nvSpPr>
        <dsp:cNvPr id="0" name=""/>
        <dsp:cNvSpPr/>
      </dsp:nvSpPr>
      <dsp:spPr>
        <a:xfrm>
          <a:off x="1233552" y="4331791"/>
          <a:ext cx="141061" cy="11002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0277"/>
              </a:lnTo>
              <a:lnTo>
                <a:pt x="141061" y="11002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5D0A8B-12CA-4A22-BF96-0C766EB7EDE4}">
      <dsp:nvSpPr>
        <dsp:cNvPr id="0" name=""/>
        <dsp:cNvSpPr/>
      </dsp:nvSpPr>
      <dsp:spPr>
        <a:xfrm>
          <a:off x="1233552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2F0A62-0F84-470E-8E8D-51065B3AFC3D}">
      <dsp:nvSpPr>
        <dsp:cNvPr id="0" name=""/>
        <dsp:cNvSpPr/>
      </dsp:nvSpPr>
      <dsp:spPr>
        <a:xfrm>
          <a:off x="1040769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742"/>
              </a:lnTo>
              <a:lnTo>
                <a:pt x="568946" y="98742"/>
              </a:lnTo>
              <a:lnTo>
                <a:pt x="568946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519061-1745-4C64-834E-B032B43403D7}">
      <dsp:nvSpPr>
        <dsp:cNvPr id="0" name=""/>
        <dsp:cNvSpPr/>
      </dsp:nvSpPr>
      <dsp:spPr>
        <a:xfrm>
          <a:off x="95659" y="4331791"/>
          <a:ext cx="141061" cy="432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2587"/>
              </a:lnTo>
              <a:lnTo>
                <a:pt x="141061" y="4325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C9EDE5-7DED-43F6-ABC0-D64843B73191}">
      <dsp:nvSpPr>
        <dsp:cNvPr id="0" name=""/>
        <dsp:cNvSpPr/>
      </dsp:nvSpPr>
      <dsp:spPr>
        <a:xfrm>
          <a:off x="471822" y="3664101"/>
          <a:ext cx="568946" cy="197485"/>
        </a:xfrm>
        <a:custGeom>
          <a:avLst/>
          <a:gdLst/>
          <a:ahLst/>
          <a:cxnLst/>
          <a:rect l="0" t="0" r="0" b="0"/>
          <a:pathLst>
            <a:path>
              <a:moveTo>
                <a:pt x="568946" y="0"/>
              </a:moveTo>
              <a:lnTo>
                <a:pt x="568946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E438B-AF1B-4917-9F3F-A56E4745C688}">
      <dsp:nvSpPr>
        <dsp:cNvPr id="0" name=""/>
        <dsp:cNvSpPr/>
      </dsp:nvSpPr>
      <dsp:spPr>
        <a:xfrm>
          <a:off x="995049" y="2996412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448A8-EBED-4B88-9966-B85259200A15}">
      <dsp:nvSpPr>
        <dsp:cNvPr id="0" name=""/>
        <dsp:cNvSpPr/>
      </dsp:nvSpPr>
      <dsp:spPr>
        <a:xfrm>
          <a:off x="1040769" y="2328722"/>
          <a:ext cx="1137893" cy="197485"/>
        </a:xfrm>
        <a:custGeom>
          <a:avLst/>
          <a:gdLst/>
          <a:ahLst/>
          <a:cxnLst/>
          <a:rect l="0" t="0" r="0" b="0"/>
          <a:pathLst>
            <a:path>
              <a:moveTo>
                <a:pt x="1137893" y="0"/>
              </a:moveTo>
              <a:lnTo>
                <a:pt x="1137893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C5357C-5910-4E6B-88EC-5FEC007005BB}">
      <dsp:nvSpPr>
        <dsp:cNvPr id="0" name=""/>
        <dsp:cNvSpPr/>
      </dsp:nvSpPr>
      <dsp:spPr>
        <a:xfrm>
          <a:off x="2132942" y="1661033"/>
          <a:ext cx="91440" cy="1974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48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C7E1B-C58C-44FC-ABC8-C9B1D84C49DC}">
      <dsp:nvSpPr>
        <dsp:cNvPr id="0" name=""/>
        <dsp:cNvSpPr/>
      </dsp:nvSpPr>
      <dsp:spPr>
        <a:xfrm>
          <a:off x="2178662" y="993344"/>
          <a:ext cx="2275786" cy="197485"/>
        </a:xfrm>
        <a:custGeom>
          <a:avLst/>
          <a:gdLst/>
          <a:ahLst/>
          <a:cxnLst/>
          <a:rect l="0" t="0" r="0" b="0"/>
          <a:pathLst>
            <a:path>
              <a:moveTo>
                <a:pt x="2275786" y="0"/>
              </a:moveTo>
              <a:lnTo>
                <a:pt x="2275786" y="98742"/>
              </a:lnTo>
              <a:lnTo>
                <a:pt x="0" y="98742"/>
              </a:lnTo>
              <a:lnTo>
                <a:pt x="0" y="1974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A7DC07-95E8-42D1-84C7-3D8107F8C08C}">
      <dsp:nvSpPr>
        <dsp:cNvPr id="0" name=""/>
        <dsp:cNvSpPr/>
      </dsp:nvSpPr>
      <dsp:spPr>
        <a:xfrm>
          <a:off x="3984245" y="523140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WALK POSITION?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3984245" y="523140"/>
        <a:ext cx="940407" cy="470203"/>
      </dsp:txXfrm>
    </dsp:sp>
    <dsp:sp modelId="{08829E75-3FC5-4D93-8B45-0211E68A6C54}">
      <dsp:nvSpPr>
        <dsp:cNvPr id="0" name=""/>
        <dsp:cNvSpPr/>
      </dsp:nvSpPr>
      <dsp:spPr>
        <a:xfrm>
          <a:off x="1708458" y="1190829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Radial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708458" y="1190829"/>
        <a:ext cx="940407" cy="470203"/>
      </dsp:txXfrm>
    </dsp:sp>
    <dsp:sp modelId="{A3E4D22E-A74F-4B59-9654-C8EDB9E9A7FB}">
      <dsp:nvSpPr>
        <dsp:cNvPr id="0" name=""/>
        <dsp:cNvSpPr/>
      </dsp:nvSpPr>
      <dsp:spPr>
        <a:xfrm>
          <a:off x="1708458" y="1858519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WALK PROPERTY?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708458" y="1858519"/>
        <a:ext cx="940407" cy="470203"/>
      </dsp:txXfrm>
    </dsp:sp>
    <dsp:sp modelId="{58970394-98E4-4A44-9666-0DFFAF74949D}">
      <dsp:nvSpPr>
        <dsp:cNvPr id="0" name=""/>
        <dsp:cNvSpPr/>
      </dsp:nvSpPr>
      <dsp:spPr>
        <a:xfrm>
          <a:off x="570565" y="2526208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Volume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570565" y="2526208"/>
        <a:ext cx="940407" cy="470203"/>
      </dsp:txXfrm>
    </dsp:sp>
    <dsp:sp modelId="{7890925C-0E0D-46EA-A698-02E91CD539E6}">
      <dsp:nvSpPr>
        <dsp:cNvPr id="0" name=""/>
        <dsp:cNvSpPr/>
      </dsp:nvSpPr>
      <dsp:spPr>
        <a:xfrm>
          <a:off x="570565" y="3193898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WALK TYPE?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570565" y="3193898"/>
        <a:ext cx="940407" cy="470203"/>
      </dsp:txXfrm>
    </dsp:sp>
    <dsp:sp modelId="{D0F6A80A-F3B2-4D17-A05D-F20B5DAB4AE0}">
      <dsp:nvSpPr>
        <dsp:cNvPr id="0" name=""/>
        <dsp:cNvSpPr/>
      </dsp:nvSpPr>
      <dsp:spPr>
        <a:xfrm>
          <a:off x="1618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Restricted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618" y="3861587"/>
        <a:ext cx="940407" cy="470203"/>
      </dsp:txXfrm>
    </dsp:sp>
    <dsp:sp modelId="{F5A7D0D5-ED0B-4438-9F17-04A8A3DB9508}">
      <dsp:nvSpPr>
        <dsp:cNvPr id="0" name=""/>
        <dsp:cNvSpPr/>
      </dsp:nvSpPr>
      <dsp:spPr>
        <a:xfrm>
          <a:off x="236720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i="1" kern="1200" dirty="0" smtClean="0">
              <a:solidFill>
                <a:schemeClr val="bg1"/>
              </a:solidFill>
            </a:rPr>
            <a:t>K-path Centralities</a:t>
          </a:r>
          <a:endParaRPr lang="en-US" sz="1000" i="1" kern="1200" dirty="0">
            <a:solidFill>
              <a:schemeClr val="bg1"/>
            </a:solidFill>
          </a:endParaRPr>
        </a:p>
      </dsp:txBody>
      <dsp:txXfrm>
        <a:off x="236720" y="4529277"/>
        <a:ext cx="940407" cy="470203"/>
      </dsp:txXfrm>
    </dsp:sp>
    <dsp:sp modelId="{118B2826-A2E1-4CE0-86BD-D64C01759571}">
      <dsp:nvSpPr>
        <dsp:cNvPr id="0" name=""/>
        <dsp:cNvSpPr/>
      </dsp:nvSpPr>
      <dsp:spPr>
        <a:xfrm>
          <a:off x="1139511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Unrestricted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139511" y="3861587"/>
        <a:ext cx="940407" cy="470203"/>
      </dsp:txXfrm>
    </dsp:sp>
    <dsp:sp modelId="{3C297334-B1D7-4A85-B099-BE02EAF0149F}">
      <dsp:nvSpPr>
        <dsp:cNvPr id="0" name=""/>
        <dsp:cNvSpPr/>
      </dsp:nvSpPr>
      <dsp:spPr>
        <a:xfrm>
          <a:off x="1374613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i="1" kern="1200" dirty="0" smtClean="0">
              <a:solidFill>
                <a:schemeClr val="bg1"/>
              </a:solidFill>
            </a:rPr>
            <a:t>Katz’s Status Index</a:t>
          </a:r>
          <a:endParaRPr lang="en-US" sz="1000" i="1" kern="1200" dirty="0">
            <a:solidFill>
              <a:schemeClr val="bg1"/>
            </a:solidFill>
          </a:endParaRPr>
        </a:p>
      </dsp:txBody>
      <dsp:txXfrm>
        <a:off x="1374613" y="4529277"/>
        <a:ext cx="940407" cy="470203"/>
      </dsp:txXfrm>
    </dsp:sp>
    <dsp:sp modelId="{F165A21F-F0C7-47E8-B347-CA2467F7E065}">
      <dsp:nvSpPr>
        <dsp:cNvPr id="0" name=""/>
        <dsp:cNvSpPr/>
      </dsp:nvSpPr>
      <dsp:spPr>
        <a:xfrm>
          <a:off x="1374613" y="5196966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Friedkin’s</a:t>
          </a:r>
          <a:r>
            <a:rPr lang="en-US" sz="1000" kern="1200" dirty="0" smtClean="0"/>
            <a:t> Total Effects</a:t>
          </a:r>
          <a:endParaRPr lang="en-US" sz="1000" kern="1200" dirty="0"/>
        </a:p>
      </dsp:txBody>
      <dsp:txXfrm>
        <a:off x="1374613" y="5196966"/>
        <a:ext cx="940407" cy="470203"/>
      </dsp:txXfrm>
    </dsp:sp>
    <dsp:sp modelId="{A190D53D-778F-4C31-AC88-178122ED524C}">
      <dsp:nvSpPr>
        <dsp:cNvPr id="0" name=""/>
        <dsp:cNvSpPr/>
      </dsp:nvSpPr>
      <dsp:spPr>
        <a:xfrm>
          <a:off x="1374613" y="5864655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Bonacich’s</a:t>
          </a:r>
          <a:r>
            <a:rPr lang="en-US" sz="1000" kern="1200" dirty="0" smtClean="0"/>
            <a:t> Eigenvector Centrality</a:t>
          </a:r>
          <a:endParaRPr lang="en-US" sz="1000" kern="1200" dirty="0"/>
        </a:p>
      </dsp:txBody>
      <dsp:txXfrm>
        <a:off x="1374613" y="5864655"/>
        <a:ext cx="940407" cy="470203"/>
      </dsp:txXfrm>
    </dsp:sp>
    <dsp:sp modelId="{0FA11A12-FB40-49D2-A4C1-B48E8BABE117}">
      <dsp:nvSpPr>
        <dsp:cNvPr id="0" name=""/>
        <dsp:cNvSpPr/>
      </dsp:nvSpPr>
      <dsp:spPr>
        <a:xfrm>
          <a:off x="2846351" y="2526208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Length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2846351" y="2526208"/>
        <a:ext cx="940407" cy="470203"/>
      </dsp:txXfrm>
    </dsp:sp>
    <dsp:sp modelId="{8C49FB70-BD25-4204-A27A-FFF453DCA83D}">
      <dsp:nvSpPr>
        <dsp:cNvPr id="0" name=""/>
        <dsp:cNvSpPr/>
      </dsp:nvSpPr>
      <dsp:spPr>
        <a:xfrm>
          <a:off x="2846351" y="3193898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i="0" kern="1200" dirty="0" smtClean="0">
              <a:solidFill>
                <a:schemeClr val="bg1"/>
              </a:solidFill>
            </a:rPr>
            <a:t>WALK TYPE?</a:t>
          </a:r>
          <a:endParaRPr lang="en-US" sz="1000" b="1" i="0" kern="1200" dirty="0">
            <a:solidFill>
              <a:schemeClr val="bg1"/>
            </a:solidFill>
          </a:endParaRPr>
        </a:p>
      </dsp:txBody>
      <dsp:txXfrm>
        <a:off x="2846351" y="3193898"/>
        <a:ext cx="940407" cy="470203"/>
      </dsp:txXfrm>
    </dsp:sp>
    <dsp:sp modelId="{508FCFB3-9CE2-4939-9466-F20C2A9923E4}">
      <dsp:nvSpPr>
        <dsp:cNvPr id="0" name=""/>
        <dsp:cNvSpPr/>
      </dsp:nvSpPr>
      <dsp:spPr>
        <a:xfrm>
          <a:off x="2277405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Restricted</a:t>
          </a:r>
          <a:endParaRPr lang="en-US" sz="1000" kern="1200" dirty="0"/>
        </a:p>
      </dsp:txBody>
      <dsp:txXfrm>
        <a:off x="2277405" y="3861587"/>
        <a:ext cx="940407" cy="470203"/>
      </dsp:txXfrm>
    </dsp:sp>
    <dsp:sp modelId="{A39B2279-FA9C-4748-84B2-FA6C06C25F30}">
      <dsp:nvSpPr>
        <dsp:cNvPr id="0" name=""/>
        <dsp:cNvSpPr/>
      </dsp:nvSpPr>
      <dsp:spPr>
        <a:xfrm>
          <a:off x="2512507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Freeman’s Closeness</a:t>
          </a:r>
          <a:endParaRPr lang="en-US" sz="1000" kern="1200" dirty="0"/>
        </a:p>
      </dsp:txBody>
      <dsp:txXfrm>
        <a:off x="2512507" y="4529277"/>
        <a:ext cx="940407" cy="470203"/>
      </dsp:txXfrm>
    </dsp:sp>
    <dsp:sp modelId="{7D8FFD96-3CEC-45EB-BBAE-AEC0B8C61D03}">
      <dsp:nvSpPr>
        <dsp:cNvPr id="0" name=""/>
        <dsp:cNvSpPr/>
      </dsp:nvSpPr>
      <dsp:spPr>
        <a:xfrm>
          <a:off x="3415298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Unrestricted</a:t>
          </a:r>
          <a:endParaRPr lang="en-US" sz="1000" kern="1200" dirty="0"/>
        </a:p>
      </dsp:txBody>
      <dsp:txXfrm>
        <a:off x="3415298" y="3861587"/>
        <a:ext cx="940407" cy="470203"/>
      </dsp:txXfrm>
    </dsp:sp>
    <dsp:sp modelId="{C6435E6B-7FCF-40AE-A5C9-7E02CE347099}">
      <dsp:nvSpPr>
        <dsp:cNvPr id="0" name=""/>
        <dsp:cNvSpPr/>
      </dsp:nvSpPr>
      <dsp:spPr>
        <a:xfrm>
          <a:off x="3650400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Friedkin’s</a:t>
          </a:r>
          <a:r>
            <a:rPr lang="en-US" sz="1000" kern="1200" dirty="0" smtClean="0"/>
            <a:t> Immediate Effects</a:t>
          </a:r>
          <a:endParaRPr lang="en-US" sz="1000" kern="1200" dirty="0"/>
        </a:p>
      </dsp:txBody>
      <dsp:txXfrm>
        <a:off x="3650400" y="4529277"/>
        <a:ext cx="940407" cy="470203"/>
      </dsp:txXfrm>
    </dsp:sp>
    <dsp:sp modelId="{9922F3AC-3AE3-46F5-9EB7-3A40518C8D8B}">
      <dsp:nvSpPr>
        <dsp:cNvPr id="0" name=""/>
        <dsp:cNvSpPr/>
      </dsp:nvSpPr>
      <dsp:spPr>
        <a:xfrm>
          <a:off x="6260031" y="1190829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Medial 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6260031" y="1190829"/>
        <a:ext cx="940407" cy="470203"/>
      </dsp:txXfrm>
    </dsp:sp>
    <dsp:sp modelId="{8F5D2A10-5643-44E3-A3AE-7C862402F0AE}">
      <dsp:nvSpPr>
        <dsp:cNvPr id="0" name=""/>
        <dsp:cNvSpPr/>
      </dsp:nvSpPr>
      <dsp:spPr>
        <a:xfrm>
          <a:off x="6260031" y="1858519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WALK PROPERTY?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6260031" y="1858519"/>
        <a:ext cx="940407" cy="470203"/>
      </dsp:txXfrm>
    </dsp:sp>
    <dsp:sp modelId="{48B42BB1-A46B-4927-BEFA-2FB542A83EFE}">
      <dsp:nvSpPr>
        <dsp:cNvPr id="0" name=""/>
        <dsp:cNvSpPr/>
      </dsp:nvSpPr>
      <dsp:spPr>
        <a:xfrm>
          <a:off x="5122138" y="2526208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Volume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5122138" y="2526208"/>
        <a:ext cx="940407" cy="470203"/>
      </dsp:txXfrm>
    </dsp:sp>
    <dsp:sp modelId="{D77E59A1-0AF4-4F2D-9F4E-8CD0FE7B1764}">
      <dsp:nvSpPr>
        <dsp:cNvPr id="0" name=""/>
        <dsp:cNvSpPr/>
      </dsp:nvSpPr>
      <dsp:spPr>
        <a:xfrm>
          <a:off x="5122138" y="3193898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 smtClean="0"/>
            <a:t>WALK TYPE?</a:t>
          </a:r>
          <a:endParaRPr lang="en-US" sz="1000" b="1" kern="1200" dirty="0"/>
        </a:p>
      </dsp:txBody>
      <dsp:txXfrm>
        <a:off x="5122138" y="3193898"/>
        <a:ext cx="940407" cy="470203"/>
      </dsp:txXfrm>
    </dsp:sp>
    <dsp:sp modelId="{2E4C1510-FCBF-469B-91B9-9694876A058F}">
      <dsp:nvSpPr>
        <dsp:cNvPr id="0" name=""/>
        <dsp:cNvSpPr/>
      </dsp:nvSpPr>
      <dsp:spPr>
        <a:xfrm>
          <a:off x="4553191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Restricted</a:t>
          </a:r>
          <a:endParaRPr lang="en-US" sz="1000" kern="1200" dirty="0"/>
        </a:p>
      </dsp:txBody>
      <dsp:txXfrm>
        <a:off x="4553191" y="3861587"/>
        <a:ext cx="940407" cy="470203"/>
      </dsp:txXfrm>
    </dsp:sp>
    <dsp:sp modelId="{F6BA6A4E-DE80-479A-A508-BF9536D368C8}">
      <dsp:nvSpPr>
        <dsp:cNvPr id="0" name=""/>
        <dsp:cNvSpPr/>
      </dsp:nvSpPr>
      <dsp:spPr>
        <a:xfrm>
          <a:off x="4788293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Freeman’s Betweenness</a:t>
          </a:r>
          <a:endParaRPr lang="en-US" sz="1000" kern="1200" dirty="0"/>
        </a:p>
      </dsp:txBody>
      <dsp:txXfrm>
        <a:off x="4788293" y="4529277"/>
        <a:ext cx="940407" cy="470203"/>
      </dsp:txXfrm>
    </dsp:sp>
    <dsp:sp modelId="{B79D4EC8-B4E9-4460-AD6C-E191265D25F3}">
      <dsp:nvSpPr>
        <dsp:cNvPr id="0" name=""/>
        <dsp:cNvSpPr/>
      </dsp:nvSpPr>
      <dsp:spPr>
        <a:xfrm>
          <a:off x="4788293" y="5196966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Flow Betweenness</a:t>
          </a:r>
          <a:endParaRPr lang="en-US" sz="1000" kern="1200" dirty="0"/>
        </a:p>
      </dsp:txBody>
      <dsp:txXfrm>
        <a:off x="4788293" y="5196966"/>
        <a:ext cx="940407" cy="470203"/>
      </dsp:txXfrm>
    </dsp:sp>
    <dsp:sp modelId="{138AE015-89A2-4F9E-8A34-621C01DC4970}">
      <dsp:nvSpPr>
        <dsp:cNvPr id="0" name=""/>
        <dsp:cNvSpPr/>
      </dsp:nvSpPr>
      <dsp:spPr>
        <a:xfrm>
          <a:off x="4788293" y="5864655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K-</a:t>
          </a:r>
          <a:r>
            <a:rPr lang="en-US" sz="1000" kern="1200" smtClean="0"/>
            <a:t>betweenness</a:t>
          </a:r>
          <a:endParaRPr lang="en-US" sz="1000" kern="1200" dirty="0"/>
        </a:p>
      </dsp:txBody>
      <dsp:txXfrm>
        <a:off x="4788293" y="5864655"/>
        <a:ext cx="940407" cy="470203"/>
      </dsp:txXfrm>
    </dsp:sp>
    <dsp:sp modelId="{A8BDC014-C5F5-44A5-B5DA-F3A4BE91229E}">
      <dsp:nvSpPr>
        <dsp:cNvPr id="0" name=""/>
        <dsp:cNvSpPr/>
      </dsp:nvSpPr>
      <dsp:spPr>
        <a:xfrm>
          <a:off x="5691085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Unrestricted</a:t>
          </a:r>
          <a:endParaRPr lang="en-US" sz="1000" kern="1200" dirty="0"/>
        </a:p>
      </dsp:txBody>
      <dsp:txXfrm>
        <a:off x="5691085" y="3861587"/>
        <a:ext cx="940407" cy="470203"/>
      </dsp:txXfrm>
    </dsp:sp>
    <dsp:sp modelId="{6352E365-59EC-4F81-87DB-343C736514E7}">
      <dsp:nvSpPr>
        <dsp:cNvPr id="0" name=""/>
        <dsp:cNvSpPr/>
      </dsp:nvSpPr>
      <dsp:spPr>
        <a:xfrm>
          <a:off x="5926187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Newman’s Random Walk Betweenness</a:t>
          </a:r>
          <a:endParaRPr lang="en-US" sz="1000" kern="1200" dirty="0"/>
        </a:p>
      </dsp:txBody>
      <dsp:txXfrm>
        <a:off x="5926187" y="4529277"/>
        <a:ext cx="940407" cy="470203"/>
      </dsp:txXfrm>
    </dsp:sp>
    <dsp:sp modelId="{6847EC33-9AC0-4C78-AC81-C3C4EF785179}">
      <dsp:nvSpPr>
        <dsp:cNvPr id="0" name=""/>
        <dsp:cNvSpPr/>
      </dsp:nvSpPr>
      <dsp:spPr>
        <a:xfrm>
          <a:off x="7397925" y="2526208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Length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7397925" y="2526208"/>
        <a:ext cx="940407" cy="470203"/>
      </dsp:txXfrm>
    </dsp:sp>
    <dsp:sp modelId="{41A3D6EC-3BB4-4E82-B983-50674F2AC319}">
      <dsp:nvSpPr>
        <dsp:cNvPr id="0" name=""/>
        <dsp:cNvSpPr/>
      </dsp:nvSpPr>
      <dsp:spPr>
        <a:xfrm>
          <a:off x="7397925" y="3193898"/>
          <a:ext cx="940407" cy="470203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WALK TYPE?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7397925" y="3193898"/>
        <a:ext cx="940407" cy="470203"/>
      </dsp:txXfrm>
    </dsp:sp>
    <dsp:sp modelId="{0C861410-92F0-477C-9A3E-97070956A280}">
      <dsp:nvSpPr>
        <dsp:cNvPr id="0" name=""/>
        <dsp:cNvSpPr/>
      </dsp:nvSpPr>
      <dsp:spPr>
        <a:xfrm>
          <a:off x="6828978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Restricted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6828978" y="3861587"/>
        <a:ext cx="940407" cy="470203"/>
      </dsp:txXfrm>
    </dsp:sp>
    <dsp:sp modelId="{6C261933-2E8D-4A8F-8A63-3BD5139D9EBC}">
      <dsp:nvSpPr>
        <dsp:cNvPr id="0" name=""/>
        <dsp:cNvSpPr/>
      </dsp:nvSpPr>
      <dsp:spPr>
        <a:xfrm>
          <a:off x="7064080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i="1" kern="1200" dirty="0" smtClean="0">
              <a:solidFill>
                <a:schemeClr val="bg1"/>
              </a:solidFill>
            </a:rPr>
            <a:t>Fragmentation Centralities (Geodesics)</a:t>
          </a:r>
          <a:endParaRPr lang="en-US" sz="1000" i="1" kern="1200" dirty="0">
            <a:solidFill>
              <a:schemeClr val="bg1"/>
            </a:solidFill>
          </a:endParaRPr>
        </a:p>
      </dsp:txBody>
      <dsp:txXfrm>
        <a:off x="7064080" y="4529277"/>
        <a:ext cx="940407" cy="470203"/>
      </dsp:txXfrm>
    </dsp:sp>
    <dsp:sp modelId="{4837C636-FB55-4518-8434-8586608B5020}">
      <dsp:nvSpPr>
        <dsp:cNvPr id="0" name=""/>
        <dsp:cNvSpPr/>
      </dsp:nvSpPr>
      <dsp:spPr>
        <a:xfrm>
          <a:off x="7966871" y="3861587"/>
          <a:ext cx="940407" cy="47020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solidFill>
                <a:schemeClr val="bg1"/>
              </a:solidFill>
            </a:rPr>
            <a:t>Unrestricted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7966871" y="3861587"/>
        <a:ext cx="940407" cy="470203"/>
      </dsp:txXfrm>
    </dsp:sp>
    <dsp:sp modelId="{54C392C1-4F85-4DA5-BA77-303C96ECB40B}">
      <dsp:nvSpPr>
        <dsp:cNvPr id="0" name=""/>
        <dsp:cNvSpPr/>
      </dsp:nvSpPr>
      <dsp:spPr>
        <a:xfrm>
          <a:off x="8201973" y="4529277"/>
          <a:ext cx="940407" cy="470203"/>
        </a:xfrm>
        <a:prstGeom prst="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i="1" kern="1200" dirty="0" smtClean="0">
              <a:solidFill>
                <a:schemeClr val="bg1"/>
              </a:solidFill>
            </a:rPr>
            <a:t>Fragmentation Centralities (All Paths)</a:t>
          </a:r>
          <a:endParaRPr lang="en-US" sz="1000" i="1" kern="1200" dirty="0">
            <a:solidFill>
              <a:schemeClr val="bg1"/>
            </a:solidFill>
          </a:endParaRPr>
        </a:p>
      </dsp:txBody>
      <dsp:txXfrm>
        <a:off x="8201973" y="4529277"/>
        <a:ext cx="940407" cy="4702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094C-0E41-4614-B24F-C838964BDD69}" type="datetimeFigureOut">
              <a:rPr lang="en-US" smtClean="0"/>
              <a:t>1/20/2013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6909-7F86-47AC-B7B4-CD010EC3DD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9D6909-7F86-47AC-B7B4-CD010EC3DDA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E0949-0FFF-46B4-B44D-A2A15A341FDC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B0FDB-59E0-43C1-890E-12A539B01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91E80-3237-4AB1-B115-652D5DEA4275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7E686-5325-4282-87A8-D79418D50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3990C-B100-4AB2-A54F-394C958EAFB1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F0DB9-3A6A-4DBA-8200-6575DE23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10A2B-EFE8-4321-8744-693FD7949861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28ACF-A381-4EF5-ADCE-37FFBE4F9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1D5BE-D88D-49F7-90B7-E217671DD0AF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8AE3-3119-4EC2-A89D-CFE81D9A2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7D6F4-C0AB-4A0A-B896-2E4FBF1C324B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BF719-2913-4935-B267-11FE0474C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42154-9D3D-4132-873A-9C488D83D772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D8807-767B-4670-A87C-32927FAB38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F35EF-4497-44D4-9D3D-9E8F4F943982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3FF95-8FAD-4611-BD15-646120649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D9C60-E3B7-4632-BDC0-918B953808DA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DDB98-016C-4A02-B405-84F7672C18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06FFA-FF5B-442E-B0F1-75028F280EF0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4ABC8-5C03-4301-9A78-3BAB6D6896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5FF3D2-908A-48EF-8D67-EDAFF7556D1E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9276-D819-4335-8798-9BA869CF1D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D1B8A2F-8916-48EF-899A-B4EB4477F297}" type="datetimeFigureOut">
              <a:rPr lang="en-US"/>
              <a:pPr>
                <a:defRPr/>
              </a:pPr>
              <a:t>1/20/2013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7057BA3-CC6B-4D2F-ACBE-8B32D6BDF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eft Brace 5"/>
          <p:cNvSpPr/>
          <p:nvPr/>
        </p:nvSpPr>
        <p:spPr>
          <a:xfrm>
            <a:off x="1214439" y="357188"/>
            <a:ext cx="928687" cy="60007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99" name="TextBox 6"/>
          <p:cNvSpPr txBox="1">
            <a:spLocks noChangeArrowheads="1"/>
          </p:cNvSpPr>
          <p:nvPr/>
        </p:nvSpPr>
        <p:spPr bwMode="auto">
          <a:xfrm>
            <a:off x="142876" y="2786063"/>
            <a:ext cx="12858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Centrality Measure</a:t>
            </a:r>
          </a:p>
          <a:p>
            <a:r>
              <a:rPr lang="en-US">
                <a:latin typeface="Calibri" pitchFamily="34" charset="0"/>
              </a:rPr>
              <a:t>Decision Tree </a:t>
            </a:r>
          </a:p>
        </p:txBody>
      </p:sp>
      <p:sp>
        <p:nvSpPr>
          <p:cNvPr id="4100" name="TextBox 7"/>
          <p:cNvSpPr txBox="1">
            <a:spLocks noChangeArrowheads="1"/>
          </p:cNvSpPr>
          <p:nvPr/>
        </p:nvSpPr>
        <p:spPr bwMode="auto">
          <a:xfrm>
            <a:off x="4643439" y="428626"/>
            <a:ext cx="2857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K-path (degree) centrality</a:t>
            </a:r>
          </a:p>
        </p:txBody>
      </p:sp>
      <p:sp>
        <p:nvSpPr>
          <p:cNvPr id="9" name="Left Brace 8"/>
          <p:cNvSpPr/>
          <p:nvPr/>
        </p:nvSpPr>
        <p:spPr>
          <a:xfrm>
            <a:off x="7286626" y="214314"/>
            <a:ext cx="285751" cy="9286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2" name="TextBox 9"/>
          <p:cNvSpPr txBox="1">
            <a:spLocks noChangeArrowheads="1"/>
          </p:cNvSpPr>
          <p:nvPr/>
        </p:nvSpPr>
        <p:spPr bwMode="auto">
          <a:xfrm>
            <a:off x="7429501" y="214314"/>
            <a:ext cx="157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Edge-disjoint</a:t>
            </a:r>
          </a:p>
        </p:txBody>
      </p:sp>
      <p:sp>
        <p:nvSpPr>
          <p:cNvPr id="4103" name="TextBox 10"/>
          <p:cNvSpPr txBox="1">
            <a:spLocks noChangeArrowheads="1"/>
          </p:cNvSpPr>
          <p:nvPr/>
        </p:nvSpPr>
        <p:spPr bwMode="auto">
          <a:xfrm>
            <a:off x="7429501" y="785814"/>
            <a:ext cx="157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Vertex-disjoint</a:t>
            </a:r>
          </a:p>
        </p:txBody>
      </p:sp>
      <p:sp>
        <p:nvSpPr>
          <p:cNvPr id="4104" name="TextBox 11"/>
          <p:cNvSpPr txBox="1">
            <a:spLocks noChangeArrowheads="1"/>
          </p:cNvSpPr>
          <p:nvPr/>
        </p:nvSpPr>
        <p:spPr bwMode="auto">
          <a:xfrm>
            <a:off x="2786064" y="714375"/>
            <a:ext cx="2428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Volume</a:t>
            </a:r>
            <a:r>
              <a:rPr lang="en-US">
                <a:latin typeface="Calibri" pitchFamily="34" charset="0"/>
              </a:rPr>
              <a:t> Measures</a:t>
            </a:r>
          </a:p>
        </p:txBody>
      </p:sp>
      <p:sp>
        <p:nvSpPr>
          <p:cNvPr id="13" name="Left Brace 12"/>
          <p:cNvSpPr/>
          <p:nvPr/>
        </p:nvSpPr>
        <p:spPr>
          <a:xfrm>
            <a:off x="4572001" y="428626"/>
            <a:ext cx="214313" cy="9286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6" name="TextBox 13"/>
          <p:cNvSpPr txBox="1">
            <a:spLocks noChangeArrowheads="1"/>
          </p:cNvSpPr>
          <p:nvPr/>
        </p:nvSpPr>
        <p:spPr bwMode="auto">
          <a:xfrm>
            <a:off x="4643437" y="714375"/>
            <a:ext cx="22145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Eigenvector centrality</a:t>
            </a:r>
          </a:p>
        </p:txBody>
      </p:sp>
      <p:sp>
        <p:nvSpPr>
          <p:cNvPr id="4107" name="TextBox 14"/>
          <p:cNvSpPr txBox="1">
            <a:spLocks noChangeArrowheads="1"/>
          </p:cNvSpPr>
          <p:nvPr/>
        </p:nvSpPr>
        <p:spPr bwMode="auto">
          <a:xfrm>
            <a:off x="2786063" y="2071689"/>
            <a:ext cx="1928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Length</a:t>
            </a:r>
            <a:r>
              <a:rPr lang="en-US">
                <a:latin typeface="Calibri" pitchFamily="34" charset="0"/>
              </a:rPr>
              <a:t> Measures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4500563" y="1714500"/>
            <a:ext cx="285751" cy="1143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9" name="TextBox 16"/>
          <p:cNvSpPr txBox="1">
            <a:spLocks noChangeArrowheads="1"/>
          </p:cNvSpPr>
          <p:nvPr/>
        </p:nvSpPr>
        <p:spPr bwMode="auto">
          <a:xfrm>
            <a:off x="4643439" y="1643064"/>
            <a:ext cx="32146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Freeman’s Closeness Centrality</a:t>
            </a:r>
          </a:p>
        </p:txBody>
      </p:sp>
      <p:sp>
        <p:nvSpPr>
          <p:cNvPr id="4110" name="TextBox 17"/>
          <p:cNvSpPr txBox="1">
            <a:spLocks noChangeArrowheads="1"/>
          </p:cNvSpPr>
          <p:nvPr/>
        </p:nvSpPr>
        <p:spPr bwMode="auto">
          <a:xfrm>
            <a:off x="4643437" y="1928814"/>
            <a:ext cx="22145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Centroid Centrality</a:t>
            </a:r>
          </a:p>
        </p:txBody>
      </p:sp>
      <p:sp>
        <p:nvSpPr>
          <p:cNvPr id="4111" name="TextBox 18"/>
          <p:cNvSpPr txBox="1">
            <a:spLocks noChangeArrowheads="1"/>
          </p:cNvSpPr>
          <p:nvPr/>
        </p:nvSpPr>
        <p:spPr bwMode="auto">
          <a:xfrm>
            <a:off x="4643439" y="2500314"/>
            <a:ext cx="4000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Euclidian (metric distance) Centrality</a:t>
            </a:r>
          </a:p>
        </p:txBody>
      </p:sp>
      <p:sp>
        <p:nvSpPr>
          <p:cNvPr id="4112" name="TextBox 19"/>
          <p:cNvSpPr txBox="1">
            <a:spLocks noChangeArrowheads="1"/>
          </p:cNvSpPr>
          <p:nvPr/>
        </p:nvSpPr>
        <p:spPr bwMode="auto">
          <a:xfrm>
            <a:off x="1643063" y="1500188"/>
            <a:ext cx="1143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Radial </a:t>
            </a:r>
          </a:p>
          <a:p>
            <a:r>
              <a:rPr lang="en-US">
                <a:latin typeface="Calibri" pitchFamily="34" charset="0"/>
              </a:rPr>
              <a:t>Measures</a:t>
            </a:r>
          </a:p>
          <a:p>
            <a:endParaRPr lang="en-US">
              <a:latin typeface="Calibri" pitchFamily="34" charset="0"/>
            </a:endParaRPr>
          </a:p>
        </p:txBody>
      </p:sp>
      <p:sp>
        <p:nvSpPr>
          <p:cNvPr id="21" name="Left Brace 20"/>
          <p:cNvSpPr/>
          <p:nvPr/>
        </p:nvSpPr>
        <p:spPr>
          <a:xfrm>
            <a:off x="2643189" y="642939"/>
            <a:ext cx="357187" cy="19288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14" name="TextBox 22"/>
          <p:cNvSpPr txBox="1">
            <a:spLocks noChangeArrowheads="1"/>
          </p:cNvSpPr>
          <p:nvPr/>
        </p:nvSpPr>
        <p:spPr bwMode="auto">
          <a:xfrm>
            <a:off x="1714500" y="4143376"/>
            <a:ext cx="1143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Medial</a:t>
            </a:r>
          </a:p>
          <a:p>
            <a:r>
              <a:rPr lang="en-US">
                <a:latin typeface="Calibri" pitchFamily="34" charset="0"/>
              </a:rPr>
              <a:t>Measures</a:t>
            </a:r>
          </a:p>
        </p:txBody>
      </p:sp>
      <p:sp>
        <p:nvSpPr>
          <p:cNvPr id="4115" name="TextBox 23"/>
          <p:cNvSpPr txBox="1">
            <a:spLocks noChangeArrowheads="1"/>
          </p:cNvSpPr>
          <p:nvPr/>
        </p:nvSpPr>
        <p:spPr bwMode="auto">
          <a:xfrm>
            <a:off x="4643439" y="2214564"/>
            <a:ext cx="4000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Friedkin’s Immediate Effects Centrality</a:t>
            </a:r>
          </a:p>
        </p:txBody>
      </p:sp>
      <p:sp>
        <p:nvSpPr>
          <p:cNvPr id="4116" name="TextBox 24"/>
          <p:cNvSpPr txBox="1">
            <a:spLocks noChangeArrowheads="1"/>
          </p:cNvSpPr>
          <p:nvPr/>
        </p:nvSpPr>
        <p:spPr bwMode="auto">
          <a:xfrm>
            <a:off x="4643439" y="1000126"/>
            <a:ext cx="4000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Friedkin’s Total Effects Centrality</a:t>
            </a:r>
          </a:p>
        </p:txBody>
      </p:sp>
      <p:sp>
        <p:nvSpPr>
          <p:cNvPr id="26" name="Left Brace 25"/>
          <p:cNvSpPr/>
          <p:nvPr/>
        </p:nvSpPr>
        <p:spPr>
          <a:xfrm>
            <a:off x="4857751" y="3286126"/>
            <a:ext cx="357188" cy="12858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18" name="TextBox 26"/>
          <p:cNvSpPr txBox="1">
            <a:spLocks noChangeArrowheads="1"/>
          </p:cNvSpPr>
          <p:nvPr/>
        </p:nvSpPr>
        <p:spPr bwMode="auto">
          <a:xfrm>
            <a:off x="5072064" y="3286125"/>
            <a:ext cx="3571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Freeman’s Betweenness Centrality</a:t>
            </a:r>
          </a:p>
        </p:txBody>
      </p:sp>
      <p:sp>
        <p:nvSpPr>
          <p:cNvPr id="4119" name="TextBox 27"/>
          <p:cNvSpPr txBox="1">
            <a:spLocks noChangeArrowheads="1"/>
          </p:cNvSpPr>
          <p:nvPr/>
        </p:nvSpPr>
        <p:spPr bwMode="auto">
          <a:xfrm>
            <a:off x="5072064" y="3571876"/>
            <a:ext cx="3571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Newman’s Random Walk Centrality</a:t>
            </a:r>
          </a:p>
        </p:txBody>
      </p:sp>
      <p:sp>
        <p:nvSpPr>
          <p:cNvPr id="4120" name="TextBox 28"/>
          <p:cNvSpPr txBox="1">
            <a:spLocks noChangeArrowheads="1"/>
          </p:cNvSpPr>
          <p:nvPr/>
        </p:nvSpPr>
        <p:spPr bwMode="auto">
          <a:xfrm>
            <a:off x="5072064" y="3857625"/>
            <a:ext cx="3571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K-path Betweenness</a:t>
            </a:r>
          </a:p>
        </p:txBody>
      </p:sp>
      <p:sp>
        <p:nvSpPr>
          <p:cNvPr id="4121" name="TextBox 29"/>
          <p:cNvSpPr txBox="1">
            <a:spLocks noChangeArrowheads="1"/>
          </p:cNvSpPr>
          <p:nvPr/>
        </p:nvSpPr>
        <p:spPr bwMode="auto">
          <a:xfrm>
            <a:off x="5072064" y="4143375"/>
            <a:ext cx="3571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Flow Betweenness</a:t>
            </a:r>
          </a:p>
        </p:txBody>
      </p:sp>
      <p:sp>
        <p:nvSpPr>
          <p:cNvPr id="4122" name="TextBox 30"/>
          <p:cNvSpPr txBox="1">
            <a:spLocks noChangeArrowheads="1"/>
          </p:cNvSpPr>
          <p:nvPr/>
        </p:nvSpPr>
        <p:spPr bwMode="auto">
          <a:xfrm>
            <a:off x="3071813" y="3786189"/>
            <a:ext cx="2428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Volume</a:t>
            </a:r>
            <a:r>
              <a:rPr lang="en-US">
                <a:latin typeface="Calibri" pitchFamily="34" charset="0"/>
              </a:rPr>
              <a:t> Measures</a:t>
            </a:r>
          </a:p>
        </p:txBody>
      </p:sp>
      <p:sp>
        <p:nvSpPr>
          <p:cNvPr id="4123" name="TextBox 31"/>
          <p:cNvSpPr txBox="1">
            <a:spLocks noChangeArrowheads="1"/>
          </p:cNvSpPr>
          <p:nvPr/>
        </p:nvSpPr>
        <p:spPr bwMode="auto">
          <a:xfrm>
            <a:off x="3071814" y="5214939"/>
            <a:ext cx="18573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Length</a:t>
            </a:r>
            <a:r>
              <a:rPr lang="en-US">
                <a:latin typeface="Calibri" pitchFamily="34" charset="0"/>
              </a:rPr>
              <a:t> Measures</a:t>
            </a:r>
          </a:p>
        </p:txBody>
      </p:sp>
      <p:sp>
        <p:nvSpPr>
          <p:cNvPr id="33" name="Left Brace 32"/>
          <p:cNvSpPr/>
          <p:nvPr/>
        </p:nvSpPr>
        <p:spPr>
          <a:xfrm>
            <a:off x="2857501" y="3714751"/>
            <a:ext cx="357188" cy="19288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Left Brace 33"/>
          <p:cNvSpPr/>
          <p:nvPr/>
        </p:nvSpPr>
        <p:spPr>
          <a:xfrm>
            <a:off x="4786313" y="5000625"/>
            <a:ext cx="214312" cy="857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26" name="TextBox 35"/>
          <p:cNvSpPr txBox="1">
            <a:spLocks noChangeArrowheads="1"/>
          </p:cNvSpPr>
          <p:nvPr/>
        </p:nvSpPr>
        <p:spPr bwMode="auto">
          <a:xfrm>
            <a:off x="4857752" y="5000626"/>
            <a:ext cx="250031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Borgatti’s Distance-Weighted Fragmentation Centrality</a:t>
            </a:r>
          </a:p>
        </p:txBody>
      </p:sp>
      <p:sp>
        <p:nvSpPr>
          <p:cNvPr id="4127" name="TextBox 36"/>
          <p:cNvSpPr txBox="1">
            <a:spLocks noChangeArrowheads="1"/>
          </p:cNvSpPr>
          <p:nvPr/>
        </p:nvSpPr>
        <p:spPr bwMode="auto">
          <a:xfrm>
            <a:off x="2786065" y="1428751"/>
            <a:ext cx="20716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(Walk </a:t>
            </a:r>
            <a:r>
              <a:rPr lang="en-US" b="1" i="1">
                <a:solidFill>
                  <a:srgbClr val="FF0000"/>
                </a:solidFill>
                <a:latin typeface="Calibri" pitchFamily="34" charset="0"/>
              </a:rPr>
              <a:t>Property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 (2)</a:t>
            </a:r>
          </a:p>
        </p:txBody>
      </p:sp>
      <p:sp>
        <p:nvSpPr>
          <p:cNvPr id="4128" name="TextBox 37"/>
          <p:cNvSpPr txBox="1">
            <a:spLocks noChangeArrowheads="1"/>
          </p:cNvSpPr>
          <p:nvPr/>
        </p:nvSpPr>
        <p:spPr bwMode="auto">
          <a:xfrm>
            <a:off x="3000376" y="4500564"/>
            <a:ext cx="22145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(Walk </a:t>
            </a:r>
            <a:r>
              <a:rPr lang="en-US" b="1" i="1">
                <a:solidFill>
                  <a:srgbClr val="FF0000"/>
                </a:solidFill>
                <a:latin typeface="Calibri" pitchFamily="34" charset="0"/>
              </a:rPr>
              <a:t>Property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 (2) )</a:t>
            </a:r>
          </a:p>
        </p:txBody>
      </p:sp>
      <p:sp>
        <p:nvSpPr>
          <p:cNvPr id="4129" name="Rectangle 38"/>
          <p:cNvSpPr>
            <a:spLocks noChangeArrowheads="1"/>
          </p:cNvSpPr>
          <p:nvPr/>
        </p:nvSpPr>
        <p:spPr bwMode="auto">
          <a:xfrm>
            <a:off x="1714500" y="3143250"/>
            <a:ext cx="19471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(Walk </a:t>
            </a:r>
            <a:r>
              <a:rPr lang="en-US" b="1" i="1">
                <a:solidFill>
                  <a:srgbClr val="FF0000"/>
                </a:solidFill>
                <a:latin typeface="Calibri" pitchFamily="34" charset="0"/>
              </a:rPr>
              <a:t>Position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 (1))</a:t>
            </a:r>
          </a:p>
        </p:txBody>
      </p:sp>
      <p:sp>
        <p:nvSpPr>
          <p:cNvPr id="4130" name="TextBox 39"/>
          <p:cNvSpPr txBox="1">
            <a:spLocks noChangeArrowheads="1"/>
          </p:cNvSpPr>
          <p:nvPr/>
        </p:nvSpPr>
        <p:spPr bwMode="auto">
          <a:xfrm>
            <a:off x="7429501" y="500064"/>
            <a:ext cx="1714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(Walk </a:t>
            </a:r>
            <a:r>
              <a:rPr lang="en-US" b="1" i="1">
                <a:solidFill>
                  <a:srgbClr val="FF0000"/>
                </a:solidFill>
                <a:latin typeface="Calibri" pitchFamily="34" charset="0"/>
              </a:rPr>
              <a:t>Type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 (3))</a:t>
            </a:r>
          </a:p>
        </p:txBody>
      </p:sp>
      <p:sp>
        <p:nvSpPr>
          <p:cNvPr id="47" name="Left Brace 46"/>
          <p:cNvSpPr/>
          <p:nvPr/>
        </p:nvSpPr>
        <p:spPr>
          <a:xfrm>
            <a:off x="7286626" y="5000626"/>
            <a:ext cx="285751" cy="9286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32" name="TextBox 47"/>
          <p:cNvSpPr txBox="1">
            <a:spLocks noChangeArrowheads="1"/>
          </p:cNvSpPr>
          <p:nvPr/>
        </p:nvSpPr>
        <p:spPr bwMode="auto">
          <a:xfrm>
            <a:off x="7429501" y="5286376"/>
            <a:ext cx="1714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(Walk </a:t>
            </a:r>
            <a:r>
              <a:rPr lang="en-US" b="1" i="1">
                <a:solidFill>
                  <a:srgbClr val="FF0000"/>
                </a:solidFill>
                <a:latin typeface="Calibri" pitchFamily="34" charset="0"/>
              </a:rPr>
              <a:t>Type</a:t>
            </a: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 (3))</a:t>
            </a:r>
          </a:p>
        </p:txBody>
      </p:sp>
      <p:sp>
        <p:nvSpPr>
          <p:cNvPr id="4133" name="TextBox 48"/>
          <p:cNvSpPr txBox="1">
            <a:spLocks noChangeArrowheads="1"/>
          </p:cNvSpPr>
          <p:nvPr/>
        </p:nvSpPr>
        <p:spPr bwMode="auto">
          <a:xfrm>
            <a:off x="7429501" y="5000625"/>
            <a:ext cx="157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Geodesic</a:t>
            </a:r>
          </a:p>
        </p:txBody>
      </p:sp>
      <p:sp>
        <p:nvSpPr>
          <p:cNvPr id="4134" name="TextBox 49"/>
          <p:cNvSpPr txBox="1">
            <a:spLocks noChangeArrowheads="1"/>
          </p:cNvSpPr>
          <p:nvPr/>
        </p:nvSpPr>
        <p:spPr bwMode="auto">
          <a:xfrm>
            <a:off x="7429501" y="5572125"/>
            <a:ext cx="157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All paths</a:t>
            </a:r>
          </a:p>
        </p:txBody>
      </p:sp>
      <p:sp>
        <p:nvSpPr>
          <p:cNvPr id="4135" name="TextBox 40"/>
          <p:cNvSpPr txBox="1">
            <a:spLocks noChangeArrowheads="1"/>
          </p:cNvSpPr>
          <p:nvPr/>
        </p:nvSpPr>
        <p:spPr bwMode="auto">
          <a:xfrm>
            <a:off x="2500313" y="6357939"/>
            <a:ext cx="5857875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Adapted from:  </a:t>
            </a:r>
            <a:r>
              <a:rPr lang="en-US" dirty="0" err="1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Borgatti</a:t>
            </a:r>
            <a:r>
              <a:rPr lang="en-US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 and Everett, 2006, </a:t>
            </a:r>
            <a:r>
              <a:rPr lang="en-US" i="1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Social Networks</a:t>
            </a:r>
            <a:endParaRPr lang="en-US" dirty="0">
              <a:latin typeface="Times New Roman" pitchFamily="18" charset="0"/>
              <a:ea typeface="Batang" pitchFamily="18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/>
        </p:nvGraphicFramePr>
        <p:xfrm>
          <a:off x="0" y="459432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0"/>
          <p:cNvSpPr txBox="1">
            <a:spLocks noChangeArrowheads="1"/>
          </p:cNvSpPr>
          <p:nvPr/>
        </p:nvSpPr>
        <p:spPr bwMode="auto">
          <a:xfrm>
            <a:off x="1619672" y="404664"/>
            <a:ext cx="5857875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Adapted from:  </a:t>
            </a:r>
            <a:r>
              <a:rPr lang="en-US" dirty="0" err="1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Borgatti</a:t>
            </a:r>
            <a:r>
              <a:rPr lang="en-US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 and Everett, 2006, </a:t>
            </a:r>
            <a:r>
              <a:rPr lang="en-US" i="1" dirty="0"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Social Networks</a:t>
            </a:r>
            <a:endParaRPr lang="en-US" dirty="0">
              <a:latin typeface="Times New Roman" pitchFamily="18" charset="0"/>
              <a:ea typeface="Batang" pitchFamily="18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How to compute a radial centrality measure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Use the original adjacency matrix </a:t>
            </a:r>
            <a:r>
              <a:rPr lang="en-US" b="1" dirty="0" smtClean="0"/>
              <a:t>A</a:t>
            </a:r>
            <a:r>
              <a:rPr lang="en-US" dirty="0" smtClean="0"/>
              <a:t> to construct a matrix </a:t>
            </a:r>
            <a:r>
              <a:rPr lang="en-US" b="1" dirty="0" smtClean="0"/>
              <a:t>W</a:t>
            </a:r>
            <a:r>
              <a:rPr lang="en-US" dirty="0" smtClean="0"/>
              <a:t> that summarizes the strength of dyadic interactions across all pairs nodes.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i="1" dirty="0"/>
              <a:t>w</a:t>
            </a:r>
            <a:r>
              <a:rPr lang="en-US" baseline="-25000" dirty="0"/>
              <a:t>ij</a:t>
            </a:r>
            <a:r>
              <a:rPr lang="en-US" dirty="0" smtClean="0"/>
              <a:t>=1/</a:t>
            </a:r>
            <a:r>
              <a:rPr lang="en-US" i="1" dirty="0" smtClean="0"/>
              <a:t>d</a:t>
            </a:r>
            <a:r>
              <a:rPr lang="en-US" baseline="-25000" dirty="0" smtClean="0"/>
              <a:t>ij</a:t>
            </a:r>
            <a:r>
              <a:rPr lang="en-US" dirty="0" smtClean="0"/>
              <a:t>, where </a:t>
            </a:r>
            <a:r>
              <a:rPr lang="en-US" i="1" dirty="0" smtClean="0"/>
              <a:t>d</a:t>
            </a:r>
            <a:r>
              <a:rPr lang="en-US" baseline="-25000" dirty="0" smtClean="0"/>
              <a:t>ij </a:t>
            </a:r>
            <a:r>
              <a:rPr lang="en-US" dirty="0" smtClean="0"/>
              <a:t>is the distance between node and </a:t>
            </a:r>
            <a:r>
              <a:rPr lang="en-US" i="1" dirty="0" err="1" smtClean="0"/>
              <a:t>i</a:t>
            </a:r>
            <a:r>
              <a:rPr lang="en-US" dirty="0" smtClean="0"/>
              <a:t> and node </a:t>
            </a:r>
            <a:r>
              <a:rPr lang="en-US" i="1" dirty="0" smtClean="0"/>
              <a:t>j</a:t>
            </a:r>
            <a:r>
              <a:rPr lang="en-US" dirty="0" smtClean="0"/>
              <a:t>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The distance measure is determined by the </a:t>
            </a:r>
            <a:r>
              <a:rPr lang="en-US" i="1" dirty="0" smtClean="0"/>
              <a:t>walk type </a:t>
            </a:r>
            <a:r>
              <a:rPr lang="en-US" dirty="0" smtClean="0"/>
              <a:t>and the </a:t>
            </a:r>
            <a:r>
              <a:rPr lang="en-US" i="1" dirty="0" smtClean="0"/>
              <a:t>walk property </a:t>
            </a:r>
            <a:r>
              <a:rPr lang="en-US" dirty="0" smtClean="0"/>
              <a:t>chosen: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Number of geodesics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Number of k-paths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Weighted measures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Decide on an aggregation strategy: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Sum across rows (e.g. </a:t>
            </a:r>
            <a:r>
              <a:rPr lang="en-US" i="1" dirty="0" err="1" smtClean="0"/>
              <a:t>C</a:t>
            </a:r>
            <a:r>
              <a:rPr lang="en-US" baseline="-25000" dirty="0" err="1" smtClean="0"/>
              <a:t>j</a:t>
            </a:r>
            <a:r>
              <a:rPr lang="en-US" dirty="0" smtClean="0"/>
              <a:t>=∑</a:t>
            </a:r>
            <a:r>
              <a:rPr lang="en-US" i="1" dirty="0" smtClean="0"/>
              <a:t>w</a:t>
            </a:r>
            <a:r>
              <a:rPr lang="en-US" baseline="-25000" dirty="0" smtClean="0"/>
              <a:t>ij</a:t>
            </a:r>
            <a:r>
              <a:rPr lang="en-US" dirty="0" smtClean="0"/>
              <a:t>).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Row average (e.g. </a:t>
            </a:r>
            <a:r>
              <a:rPr lang="en-US" i="1" dirty="0" err="1" smtClean="0"/>
              <a:t>C</a:t>
            </a:r>
            <a:r>
              <a:rPr lang="en-US" baseline="-25000" dirty="0" err="1" smtClean="0"/>
              <a:t>i</a:t>
            </a:r>
            <a:r>
              <a:rPr lang="en-US" dirty="0" smtClean="0"/>
              <a:t>=1/</a:t>
            </a:r>
            <a:r>
              <a:rPr lang="en-US" i="1" dirty="0" err="1" smtClean="0"/>
              <a:t>k</a:t>
            </a:r>
            <a:r>
              <a:rPr lang="en-US" baseline="-25000" dirty="0" err="1" smtClean="0"/>
              <a:t>i</a:t>
            </a:r>
            <a:r>
              <a:rPr lang="en-US" dirty="0" err="1" smtClean="0"/>
              <a:t>∑</a:t>
            </a:r>
            <a:r>
              <a:rPr lang="en-US" i="1" dirty="0" err="1" smtClean="0"/>
              <a:t>w</a:t>
            </a:r>
            <a:r>
              <a:rPr lang="en-US" baseline="-25000" dirty="0" err="1" smtClean="0"/>
              <a:t>ij</a:t>
            </a:r>
            <a:r>
              <a:rPr lang="en-US" dirty="0" smtClean="0"/>
              <a:t>)</a:t>
            </a:r>
            <a:r>
              <a:rPr lang="en-US" baseline="-25000" dirty="0" smtClean="0"/>
              <a:t>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smtClean="0"/>
              <a:t>Row median, mode, maximum, etc.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4514851" y="3321051"/>
          <a:ext cx="114300" cy="215900"/>
        </p:xfrm>
        <a:graphic>
          <a:graphicData uri="http://schemas.openxmlformats.org/presentationml/2006/ole">
            <p:oleObj spid="_x0000_s1026" name="Equation" r:id="rId3" imgW="11412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How to compute a medial centrality measure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Use the original adjacency matrix </a:t>
            </a:r>
            <a:r>
              <a:rPr lang="en-US" b="1" dirty="0" smtClean="0"/>
              <a:t>A</a:t>
            </a:r>
            <a:r>
              <a:rPr lang="en-US" dirty="0" smtClean="0"/>
              <a:t> to construct a matrix </a:t>
            </a:r>
            <a:r>
              <a:rPr lang="en-US" b="1" dirty="0" smtClean="0"/>
              <a:t>W</a:t>
            </a:r>
            <a:r>
              <a:rPr lang="en-US" dirty="0" smtClean="0"/>
              <a:t> that summarizes the extent to which each node is involved in the in the direct and indirect interactions between each pair of nodes.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Construct a new matrix </a:t>
            </a:r>
            <a:r>
              <a:rPr lang="en-US" baseline="30000" dirty="0" err="1" smtClean="0"/>
              <a:t>k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, with row k and column k removed (with </a:t>
            </a:r>
            <a:r>
              <a:rPr lang="en-US" i="1" dirty="0" smtClean="0"/>
              <a:t>k</a:t>
            </a:r>
            <a:r>
              <a:rPr lang="en-US" dirty="0" smtClean="0"/>
              <a:t> being the node that we are interested in computing the centrality measure for).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Construct a new matrix </a:t>
            </a:r>
            <a:r>
              <a:rPr lang="en-US" baseline="30000" dirty="0" smtClean="0"/>
              <a:t>k</a:t>
            </a:r>
            <a:r>
              <a:rPr lang="en-US" dirty="0" smtClean="0"/>
              <a:t>W*</a:t>
            </a:r>
            <a:r>
              <a:rPr lang="en-US" baseline="-25000" dirty="0" err="1" smtClean="0"/>
              <a:t>i,j</a:t>
            </a:r>
            <a:r>
              <a:rPr lang="en-US" dirty="0" smtClean="0"/>
              <a:t> that summarizes the strength of dyadic interactions across all pairs nodes without including the focal node.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Compute the quantity:  C</a:t>
            </a:r>
            <a:r>
              <a:rPr lang="en-US" baseline="-25000" dirty="0" smtClean="0"/>
              <a:t>k</a:t>
            </a:r>
            <a:r>
              <a:rPr lang="en-US" dirty="0" smtClean="0"/>
              <a:t>=</a:t>
            </a:r>
            <a:r>
              <a:rPr lang="en-US" baseline="30000" dirty="0" smtClean="0"/>
              <a:t> </a:t>
            </a:r>
            <a:r>
              <a:rPr lang="en-US" dirty="0" smtClean="0"/>
              <a:t>1/</a:t>
            </a:r>
            <a:r>
              <a:rPr lang="en-US" baseline="30000" dirty="0" err="1" smtClean="0"/>
              <a:t>k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(</a:t>
            </a:r>
            <a:r>
              <a:rPr lang="en-US" baseline="30000" dirty="0" err="1" smtClean="0"/>
              <a:t>k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baseline="-25000" dirty="0" smtClean="0"/>
              <a:t> </a:t>
            </a:r>
            <a:r>
              <a:rPr lang="en-US" dirty="0"/>
              <a:t>−</a:t>
            </a:r>
            <a:r>
              <a:rPr lang="en-US" baseline="30000" dirty="0" smtClean="0"/>
              <a:t>k</a:t>
            </a:r>
            <a:r>
              <a:rPr lang="en-US" dirty="0" smtClean="0"/>
              <a:t>W*</a:t>
            </a:r>
            <a:r>
              <a:rPr lang="en-US" baseline="-25000" dirty="0" err="1" smtClean="0"/>
              <a:t>i,j</a:t>
            </a:r>
            <a:r>
              <a:rPr lang="en-US" dirty="0" smtClean="0"/>
              <a:t>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Repeat for each node </a:t>
            </a:r>
            <a:r>
              <a:rPr lang="en-US" i="1" dirty="0" smtClean="0"/>
              <a:t>k</a:t>
            </a:r>
            <a:r>
              <a:rPr lang="en-US" dirty="0" smtClean="0"/>
              <a:t>. 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baseline="-2500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4514851" y="3321051"/>
          <a:ext cx="114300" cy="215900"/>
        </p:xfrm>
        <a:graphic>
          <a:graphicData uri="http://schemas.openxmlformats.org/presentationml/2006/ole">
            <p:oleObj spid="_x0000_s2050" name="Equation" r:id="rId3" imgW="114120" imgH="21564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400</Words>
  <Application>Microsoft Office PowerPoint</Application>
  <PresentationFormat>On-screen Show (4:3)</PresentationFormat>
  <Paragraphs>88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Times New Roman</vt:lpstr>
      <vt:lpstr>Batang</vt:lpstr>
      <vt:lpstr>Office Theme</vt:lpstr>
      <vt:lpstr>Equation</vt:lpstr>
      <vt:lpstr>Slide 1</vt:lpstr>
      <vt:lpstr>Slide 2</vt:lpstr>
      <vt:lpstr>How to compute a radial centrality measure</vt:lpstr>
      <vt:lpstr>How to compute a medial centrality measure</vt:lpstr>
    </vt:vector>
  </TitlesOfParts>
  <Company>Private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Omar Lizardo</dc:creator>
  <cp:lastModifiedBy>Valued Acer Customer</cp:lastModifiedBy>
  <cp:revision>9</cp:revision>
  <dcterms:created xsi:type="dcterms:W3CDTF">2009-02-01T15:13:50Z</dcterms:created>
  <dcterms:modified xsi:type="dcterms:W3CDTF">2013-01-20T19:23:45Z</dcterms:modified>
</cp:coreProperties>
</file>