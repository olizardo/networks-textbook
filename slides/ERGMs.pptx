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bb4121a7_0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bb4121a7_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bb4121a7_0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bb4121a7_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b4121a7_0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b4121a7_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bb4121a7_0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bb4121a7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b4121a7_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b4121a7_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bb4121a7_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bb4121a7_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bb4121a7_0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bb4121a7_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b4121a7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b4121a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b5e49c7_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bb5e49c7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bb5e49c7_0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bb5e49c7_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bb5e49c7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bb5e49c7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bb5e49c7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bb5e49c7_0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b5e49c7_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bb5e49c7_0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830797e6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830797e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830797e6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830797e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</a:t>
            </a:r>
            <a:br>
              <a:rPr lang="en-US"/>
            </a:br>
            <a:r>
              <a:rPr lang="en-US"/>
              <a:t>Exponential Random Graph Models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Recent “paradigm shift” (or paradigm reversion) in network modeling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From “indices” to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-values (let’s get published!)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Statistical techniques (and even statistical thinking) slow to take off in network analysis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Relational data structures, complex interdependencies, and confusion as to what the unit of observation is make a mockery of traditional statistical techniques built on the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conditional independence assumption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In a traditional (rectangular, persons by variables) data set: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value of the response variable Y for the ith (Yi) person (should be) conditionally independent from the corresponding value of the response for the jth person (Yj)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given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their observed scores on a vector of predictors (X):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9" name="Google Shape;4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897" y="4732768"/>
            <a:ext cx="6862055" cy="329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It is clear that this assumption will not hold in a relational data set where the response variable is the existence of a tie between persons (Aij):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Unless the network dynamics are fully explained by exogenous characteristics (no endogenous processes)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Forms of (endogenous) dependence include, reciprocity, transitivity, community structure, degree assortativity, and others.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175" y="4649000"/>
            <a:ext cx="72390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Promise to finally get at the generative processes that govern tie formation in network; from static “pictures of structure” to a window on “generative dynamics.”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But can't really do that; statistical models don't get at generative mechanism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Promises to "model" the way in which local processes give rise to global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But can't really do that either (see Toivonen et al 2009)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Same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ERGM compatible with a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multiplicity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of global structures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57200" y="1600200"/>
            <a:ext cx="8185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Allows us to conceive of the observed relational data as a (stochastic) realization of some (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unspecified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) underlying data generating process  (DGP)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 useful way to look at all data not just “network” or “relational” data.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Allow us to separate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endogenous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from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exogenous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stochastic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(random) effects on the tie formation process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Network =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Systematic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(Endogenous + Exogenous) +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Random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57200" y="1600200"/>
            <a:ext cx="8179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basic insight: breaking free from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The Matrix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Thought you had a “network”?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Think again. You actually just have a binary response variable.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The variable is just presented in a funky format (a g x g matrix). So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j</a:t>
            </a: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ust “string the matrix out” into a ([g(g-1)] x 1] vector.”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Does it look like a nail now?  Then you know what to do:  use the social scientist's hammer on it.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755" y="2072450"/>
            <a:ext cx="5410728" cy="124121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77119" y="3689624"/>
            <a:ext cx="81540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Where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is the binary vector of "responses" (o, 1)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Theta is a coefficient vector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g(y)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is a vector of "graph statistics"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k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is a normalizing constant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77119" y="1643885"/>
            <a:ext cx="8154000" cy="4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 more intuitive way to understand the  systematic (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g(y)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) part of the ERGM model is via the notion of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change statistics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In an undirected graph a change statistic vector can be defined as: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48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Where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b="1" baseline="30000" lang="en-US">
                <a:latin typeface="Georgia"/>
                <a:ea typeface="Georgia"/>
                <a:cs typeface="Georgia"/>
                <a:sym typeface="Georgia"/>
              </a:rPr>
              <a:t>+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is the network realized when we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Yij= 1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b="1" baseline="30000" lang="en-US"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is the network realized when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Yij = 0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while keeping the rest of the graph intact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048" y="4027828"/>
            <a:ext cx="4014141" cy="516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77119" y="1643885"/>
            <a:ext cx="5026500" cy="4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Constructing an “ergum”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dependent variable is the absence or presence of a tie.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Two classes of predictor variables: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independent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intra-dyadic)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Triadic balance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inter-dyadic)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Reciprocity, Homophily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487" y="2728679"/>
            <a:ext cx="3643313" cy="364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77119" y="1643885"/>
            <a:ext cx="5026500" cy="4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Constructing an “ergum”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dependent variable is the absence or presence of a tie.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Two classes of predictor variables: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independent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intra-dyadic)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Triadic balance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inter-dyadic)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Reciprocity, Homophily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487" y="2728679"/>
            <a:ext cx="3643313" cy="364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Models that presume that the network is generated through intra-dyadic processes can be built “the dumb way:”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Run a logistic regression on the strung out network with change-score indicators (e.g. “dummy variables”) for the relevant configuration of interest as predictors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The classic Erdos-Renyi “Bernoulli” model is a dyad independent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The classic Holland-Leindhart “p1 model” is a (more interesting) dyad independent model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887011" y="1661613"/>
            <a:ext cx="29289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Edge formation probability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383711" y="5500702"/>
            <a:ext cx="12873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Mutuality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6565195" y="3116350"/>
            <a:ext cx="16431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Expansiveness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598233" y="5715016"/>
            <a:ext cx="13032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Popularity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8" name="Google Shape;118;p20"/>
          <p:cNvCxnSpPr>
            <a:stCxn id="114" idx="2"/>
          </p:cNvCxnSpPr>
          <p:nvPr/>
        </p:nvCxnSpPr>
        <p:spPr>
          <a:xfrm flipH="1">
            <a:off x="6335261" y="2030913"/>
            <a:ext cx="16200" cy="51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249" y="2544513"/>
            <a:ext cx="53054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992" y="4097710"/>
            <a:ext cx="8116016" cy="623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0"/>
          <p:cNvCxnSpPr>
            <a:stCxn id="116" idx="2"/>
          </p:cNvCxnSpPr>
          <p:nvPr/>
        </p:nvCxnSpPr>
        <p:spPr>
          <a:xfrm>
            <a:off x="7386745" y="3485650"/>
            <a:ext cx="2700" cy="67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0"/>
          <p:cNvCxnSpPr>
            <a:stCxn id="115" idx="0"/>
          </p:cNvCxnSpPr>
          <p:nvPr/>
        </p:nvCxnSpPr>
        <p:spPr>
          <a:xfrm rot="10800000">
            <a:off x="6021361" y="4635802"/>
            <a:ext cx="6000" cy="8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0"/>
          <p:cNvCxnSpPr>
            <a:stCxn id="117" idx="0"/>
          </p:cNvCxnSpPr>
          <p:nvPr/>
        </p:nvCxnSpPr>
        <p:spPr>
          <a:xfrm flipH="1" rot="10800000">
            <a:off x="8249833" y="4601116"/>
            <a:ext cx="11100" cy="11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457200" y="1600200"/>
            <a:ext cx="8198700" cy="28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Models that presume that the network is generated through intra-dyadic and inter-dyadic processes have to built the “smart” way.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Markov Chain Monte Carlo (MCMC) Estimation.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Why the complication?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354" y="4467892"/>
            <a:ext cx="4248393" cy="2413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457200" y="1600200"/>
            <a:ext cx="8198700" cy="28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Predictors are direct functions of the response variable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existence of a triadic or higher order structure is dependent on the i-&gt;j link).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Makes this class of ERGMs an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autoregressive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model.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700" y="4821625"/>
            <a:ext cx="55626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457200" y="1600200"/>
            <a:ext cx="8198700" cy="28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Predictors are direct functions of the response variable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These models are somewhat cumbersome to build, because the specification of each “variable” requires some sort of cycling through the network.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662" y="4000504"/>
            <a:ext cx="7580591" cy="42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3042" y="4929198"/>
            <a:ext cx="571500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4602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