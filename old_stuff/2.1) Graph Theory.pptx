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Cantarell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Cantarell-bold.fntdata"/><Relationship Id="rId43" Type="http://schemas.openxmlformats.org/officeDocument/2006/relationships/font" Target="fonts/Cantarell-regular.fntdata"/><Relationship Id="rId46" Type="http://schemas.openxmlformats.org/officeDocument/2006/relationships/font" Target="fonts/Cantarell-boldItalic.fntdata"/><Relationship Id="rId45" Type="http://schemas.openxmlformats.org/officeDocument/2006/relationships/font" Target="fonts/Cantarell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Economica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963f259b0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963f259b0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963f259b0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963f259b0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963f259b0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963f259b0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963f259b0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963f259b0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963f259b0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963f259b0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a6c98386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a6c98386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0a6c983867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0a6c983867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7963f259b0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7963f259b0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7963f259b0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7963f259b0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7963f259b0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7963f259b0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0a6c983867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0a6c983867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0a6c983867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0a6c983867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a6c983867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a6c983867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a6c983867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0a6c983867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0a6c983867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0a6c983867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0a6c983867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0a6c983867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0a6c983867_2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0a6c983867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a6c983867_2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a6c983867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0a6c983867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0a6c983867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0a6c983867_2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0a6c983867_2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0a6c983867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0a6c983867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a6c983867_2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a6c983867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7963f259b0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7963f259b0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7963f259b0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7963f259b0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7963f259b0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7963f259b0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7963f259b0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7963f259b0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7963f259b0_0_1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7963f259b0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7963f259b0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7963f259b0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7963f259b0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7963f259b0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7963f259b0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7963f259b0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7963f259b0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7963f259b0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7963f259b0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7963f259b0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Vertices represent actors or entities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</a:t>
            </a:r>
            <a:r>
              <a:rPr lang="en"/>
              <a:t>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Edges represent links, ties, relations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G = (V, E)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graph is a set of two sets!</a:t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" name="Google Shape;118;p27"/>
          <p:cNvCxnSpPr>
            <a:stCxn id="117" idx="6"/>
            <a:endCxn id="11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" name="Google Shape;122;p27"/>
          <p:cNvCxnSpPr>
            <a:stCxn id="121" idx="4"/>
            <a:endCxn id="11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2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" name="Google Shape;124;p27"/>
          <p:cNvCxnSpPr>
            <a:stCxn id="117" idx="5"/>
            <a:endCxn id="12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" name="Google Shape;126;p27"/>
          <p:cNvCxnSpPr>
            <a:stCxn id="125" idx="2"/>
            <a:endCxn id="11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" name="Google Shape;128;p27"/>
          <p:cNvCxnSpPr>
            <a:stCxn id="127" idx="2"/>
            <a:endCxn id="12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" name="Google Shape;130;p27"/>
          <p:cNvCxnSpPr>
            <a:stCxn id="129" idx="0"/>
            <a:endCxn id="12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19" idx="4"/>
            <a:endCxn id="12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</p:txBody>
      </p:sp>
      <p:sp>
        <p:nvSpPr>
          <p:cNvPr id="138" name="Google Shape;138;p2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9" name="Google Shape;139;p28"/>
          <p:cNvCxnSpPr>
            <a:stCxn id="138" idx="6"/>
            <a:endCxn id="14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" name="Google Shape;143;p28"/>
          <p:cNvCxnSpPr>
            <a:stCxn id="142" idx="4"/>
            <a:endCxn id="14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" name="Google Shape;145;p28"/>
          <p:cNvCxnSpPr>
            <a:stCxn id="138" idx="5"/>
            <a:endCxn id="14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" name="Google Shape;147;p28"/>
          <p:cNvCxnSpPr>
            <a:stCxn id="146" idx="2"/>
            <a:endCxn id="14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" name="Google Shape;149;p28"/>
          <p:cNvCxnSpPr>
            <a:stCxn id="148" idx="2"/>
            <a:endCxn id="14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1" name="Google Shape;151;p28"/>
          <p:cNvCxnSpPr>
            <a:stCxn id="150" idx="0"/>
            <a:endCxn id="14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8"/>
          <p:cNvCxnSpPr>
            <a:stCxn id="140" idx="4"/>
            <a:endCxn id="14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8"/>
          <p:cNvSpPr txBox="1"/>
          <p:nvPr/>
        </p:nvSpPr>
        <p:spPr>
          <a:xfrm>
            <a:off x="7413625" y="1453175"/>
            <a:ext cx="1367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Adjacent Vertices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4" name="Google Shape;154;p28"/>
          <p:cNvCxnSpPr>
            <a:stCxn id="153" idx="2"/>
            <a:endCxn id="146" idx="0"/>
          </p:cNvCxnSpPr>
          <p:nvPr/>
        </p:nvCxnSpPr>
        <p:spPr>
          <a:xfrm flipH="1">
            <a:off x="7575775" y="2015375"/>
            <a:ext cx="521700" cy="68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8"/>
          <p:cNvCxnSpPr>
            <a:stCxn id="153" idx="2"/>
            <a:endCxn id="148" idx="0"/>
          </p:cNvCxnSpPr>
          <p:nvPr/>
        </p:nvCxnSpPr>
        <p:spPr>
          <a:xfrm>
            <a:off x="8097475" y="2015375"/>
            <a:ext cx="607200" cy="68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</p:txBody>
      </p:sp>
      <p:sp>
        <p:nvSpPr>
          <p:cNvPr id="162" name="Google Shape;162;p2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3" name="Google Shape;163;p29"/>
          <p:cNvCxnSpPr>
            <a:stCxn id="162" idx="6"/>
            <a:endCxn id="16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7" name="Google Shape;167;p29"/>
          <p:cNvCxnSpPr>
            <a:stCxn id="166" idx="4"/>
            <a:endCxn id="16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" name="Google Shape;169;p29"/>
          <p:cNvCxnSpPr>
            <a:stCxn id="162" idx="5"/>
            <a:endCxn id="16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1" name="Google Shape;171;p29"/>
          <p:cNvCxnSpPr>
            <a:stCxn id="170" idx="2"/>
            <a:endCxn id="16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3" name="Google Shape;173;p29"/>
          <p:cNvCxnSpPr>
            <a:stCxn id="172" idx="2"/>
            <a:endCxn id="17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" name="Google Shape;175;p29"/>
          <p:cNvCxnSpPr>
            <a:stCxn id="174" idx="0"/>
            <a:endCxn id="17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9"/>
          <p:cNvCxnSpPr>
            <a:stCxn id="164" idx="4"/>
            <a:endCxn id="16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9"/>
          <p:cNvSpPr txBox="1"/>
          <p:nvPr/>
        </p:nvSpPr>
        <p:spPr>
          <a:xfrm>
            <a:off x="7251900" y="1036400"/>
            <a:ext cx="1367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Nonadjacent Vertices</a:t>
            </a:r>
            <a:endParaRPr sz="8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8" name="Google Shape;178;p29"/>
          <p:cNvCxnSpPr>
            <a:stCxn id="177" idx="2"/>
            <a:endCxn id="166" idx="7"/>
          </p:cNvCxnSpPr>
          <p:nvPr/>
        </p:nvCxnSpPr>
        <p:spPr>
          <a:xfrm flipH="1">
            <a:off x="6726750" y="1598600"/>
            <a:ext cx="1209000" cy="147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9"/>
          <p:cNvCxnSpPr>
            <a:stCxn id="177" idx="2"/>
            <a:endCxn id="170" idx="7"/>
          </p:cNvCxnSpPr>
          <p:nvPr/>
        </p:nvCxnSpPr>
        <p:spPr>
          <a:xfrm flipH="1">
            <a:off x="7690650" y="1598600"/>
            <a:ext cx="245100" cy="1147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</p:txBody>
      </p:sp>
      <p:sp>
        <p:nvSpPr>
          <p:cNvPr id="186" name="Google Shape;186;p3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" name="Google Shape;187;p30"/>
          <p:cNvCxnSpPr>
            <a:stCxn id="186" idx="6"/>
            <a:endCxn id="18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9" name="Google Shape;189;p3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" name="Google Shape;191;p30"/>
          <p:cNvCxnSpPr>
            <a:stCxn id="190" idx="4"/>
            <a:endCxn id="18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" name="Google Shape;193;p30"/>
          <p:cNvCxnSpPr>
            <a:stCxn id="186" idx="5"/>
            <a:endCxn id="19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" name="Google Shape;195;p30"/>
          <p:cNvCxnSpPr>
            <a:stCxn id="194" idx="2"/>
            <a:endCxn id="18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" name="Google Shape;197;p30"/>
          <p:cNvCxnSpPr>
            <a:stCxn id="196" idx="2"/>
            <a:endCxn id="19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3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" name="Google Shape;199;p30"/>
          <p:cNvCxnSpPr>
            <a:stCxn id="198" idx="0"/>
            <a:endCxn id="19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0"/>
          <p:cNvCxnSpPr>
            <a:stCxn id="188" idx="4"/>
            <a:endCxn id="19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30"/>
          <p:cNvSpPr txBox="1"/>
          <p:nvPr/>
        </p:nvSpPr>
        <p:spPr>
          <a:xfrm>
            <a:off x="5244275" y="4233700"/>
            <a:ext cx="1367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Isolate Vertex</a:t>
            </a:r>
            <a:endParaRPr sz="800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2" name="Google Shape;202;p30"/>
          <p:cNvCxnSpPr>
            <a:stCxn id="201" idx="3"/>
            <a:endCxn id="189" idx="2"/>
          </p:cNvCxnSpPr>
          <p:nvPr/>
        </p:nvCxnSpPr>
        <p:spPr>
          <a:xfrm flipH="1" rot="10800000">
            <a:off x="6611975" y="3946600"/>
            <a:ext cx="801600" cy="473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is </a:t>
            </a:r>
            <a:r>
              <a:rPr b="1" lang="en">
                <a:solidFill>
                  <a:srgbClr val="FF0000"/>
                </a:solidFill>
              </a:rPr>
              <a:t>incident</a:t>
            </a:r>
            <a:r>
              <a:rPr lang="en"/>
              <a:t> on a node when it touches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0" name="Google Shape;210;p31"/>
          <p:cNvCxnSpPr>
            <a:stCxn id="209" idx="6"/>
            <a:endCxn id="21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3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4" name="Google Shape;214;p31"/>
          <p:cNvCxnSpPr>
            <a:stCxn id="213" idx="4"/>
            <a:endCxn id="21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6" name="Google Shape;216;p31"/>
          <p:cNvCxnSpPr>
            <a:stCxn id="209" idx="5"/>
            <a:endCxn id="21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8" name="Google Shape;218;p31"/>
          <p:cNvCxnSpPr>
            <a:stCxn id="217" idx="2"/>
            <a:endCxn id="21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0" name="Google Shape;220;p31"/>
          <p:cNvCxnSpPr>
            <a:stCxn id="219" idx="2"/>
            <a:endCxn id="21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2" name="Google Shape;222;p31"/>
          <p:cNvCxnSpPr>
            <a:stCxn id="221" idx="0"/>
            <a:endCxn id="21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1"/>
          <p:cNvCxnSpPr>
            <a:stCxn id="211" idx="4"/>
            <a:endCxn id="21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1"/>
          <p:cNvSpPr txBox="1"/>
          <p:nvPr/>
        </p:nvSpPr>
        <p:spPr>
          <a:xfrm>
            <a:off x="7413625" y="1184000"/>
            <a:ext cx="136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edge is incident on nodes 4 and 7</a:t>
            </a:r>
            <a:endParaRPr sz="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5" name="Google Shape;225;p31"/>
          <p:cNvCxnSpPr>
            <a:stCxn id="224" idx="2"/>
          </p:cNvCxnSpPr>
          <p:nvPr/>
        </p:nvCxnSpPr>
        <p:spPr>
          <a:xfrm flipH="1">
            <a:off x="7575775" y="2015300"/>
            <a:ext cx="521700" cy="68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31"/>
          <p:cNvCxnSpPr>
            <a:stCxn id="224" idx="2"/>
          </p:cNvCxnSpPr>
          <p:nvPr/>
        </p:nvCxnSpPr>
        <p:spPr>
          <a:xfrm>
            <a:off x="8097475" y="2015300"/>
            <a:ext cx="607200" cy="68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32" name="Google Shape;232;p3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is </a:t>
            </a:r>
            <a:r>
              <a:rPr b="1" lang="en">
                <a:solidFill>
                  <a:srgbClr val="FF0000"/>
                </a:solidFill>
              </a:rPr>
              <a:t>incident</a:t>
            </a:r>
            <a:r>
              <a:rPr lang="en"/>
              <a:t> on a node when it touches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edge has two </a:t>
            </a:r>
            <a:r>
              <a:rPr b="1" lang="en">
                <a:solidFill>
                  <a:srgbClr val="351C75"/>
                </a:solidFill>
              </a:rPr>
              <a:t>end vertices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" name="Google Shape;234;p32"/>
          <p:cNvCxnSpPr>
            <a:stCxn id="233" idx="6"/>
            <a:endCxn id="23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8" name="Google Shape;238;p32"/>
          <p:cNvCxnSpPr>
            <a:stCxn id="237" idx="4"/>
            <a:endCxn id="23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0" name="Google Shape;240;p32"/>
          <p:cNvCxnSpPr>
            <a:stCxn id="233" idx="5"/>
            <a:endCxn id="23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8E7CC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2" name="Google Shape;242;p32"/>
          <p:cNvCxnSpPr>
            <a:stCxn id="241" idx="2"/>
            <a:endCxn id="23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8E7CC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4" name="Google Shape;244;p32"/>
          <p:cNvCxnSpPr>
            <a:stCxn id="243" idx="2"/>
            <a:endCxn id="24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6" name="Google Shape;246;p32"/>
          <p:cNvCxnSpPr>
            <a:stCxn id="245" idx="0"/>
            <a:endCxn id="24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2"/>
          <p:cNvCxnSpPr>
            <a:stCxn id="235" idx="4"/>
            <a:endCxn id="23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2"/>
          <p:cNvSpPr txBox="1"/>
          <p:nvPr/>
        </p:nvSpPr>
        <p:spPr>
          <a:xfrm>
            <a:off x="7413625" y="1045800"/>
            <a:ext cx="1367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Nodes 4 and 7 are the end vertices of this edge</a:t>
            </a:r>
            <a:endParaRPr sz="800">
              <a:solidFill>
                <a:srgbClr val="351C7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9" name="Google Shape;249;p32"/>
          <p:cNvCxnSpPr>
            <a:stCxn id="248" idx="2"/>
          </p:cNvCxnSpPr>
          <p:nvPr/>
        </p:nvCxnSpPr>
        <p:spPr>
          <a:xfrm flipH="1">
            <a:off x="7575775" y="2015400"/>
            <a:ext cx="521700" cy="684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2"/>
          <p:cNvCxnSpPr>
            <a:stCxn id="248" idx="2"/>
          </p:cNvCxnSpPr>
          <p:nvPr/>
        </p:nvCxnSpPr>
        <p:spPr>
          <a:xfrm>
            <a:off x="8097475" y="2015400"/>
            <a:ext cx="607200" cy="684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7" name="Google Shape;257;p3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8" name="Google Shape;258;p33"/>
          <p:cNvCxnSpPr>
            <a:stCxn id="257" idx="6"/>
            <a:endCxn id="25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2" name="Google Shape;262;p33"/>
          <p:cNvCxnSpPr>
            <a:stCxn id="261" idx="4"/>
            <a:endCxn id="25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4" name="Google Shape;264;p33"/>
          <p:cNvCxnSpPr>
            <a:stCxn id="257" idx="5"/>
            <a:endCxn id="26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" name="Google Shape;266;p33"/>
          <p:cNvCxnSpPr>
            <a:stCxn id="265" idx="2"/>
            <a:endCxn id="25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8" name="Google Shape;268;p33"/>
          <p:cNvCxnSpPr>
            <a:stCxn id="267" idx="2"/>
            <a:endCxn id="26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0" name="Google Shape;270;p33"/>
          <p:cNvCxnSpPr>
            <a:stCxn id="269" idx="0"/>
            <a:endCxn id="26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3"/>
          <p:cNvCxnSpPr>
            <a:stCxn id="259" idx="4"/>
            <a:endCxn id="26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N(3) = {1, 2, 4, 5}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78" name="Google Shape;278;p3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9" name="Google Shape;279;p34"/>
          <p:cNvCxnSpPr>
            <a:stCxn id="278" idx="6"/>
            <a:endCxn id="28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3" name="Google Shape;283;p34"/>
          <p:cNvCxnSpPr>
            <a:stCxn id="282" idx="4"/>
            <a:endCxn id="28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3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5" name="Google Shape;285;p34"/>
          <p:cNvCxnSpPr>
            <a:stCxn id="278" idx="5"/>
            <a:endCxn id="28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7" name="Google Shape;287;p34"/>
          <p:cNvCxnSpPr>
            <a:stCxn id="286" idx="2"/>
            <a:endCxn id="28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9" name="Google Shape;289;p34"/>
          <p:cNvCxnSpPr>
            <a:stCxn id="288" idx="2"/>
            <a:endCxn id="28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1" name="Google Shape;291;p34"/>
          <p:cNvCxnSpPr>
            <a:stCxn id="290" idx="0"/>
            <a:endCxn id="28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4"/>
          <p:cNvCxnSpPr>
            <a:stCxn id="280" idx="4"/>
            <a:endCxn id="28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4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the neighbors of vertex 3!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94" name="Google Shape;294;p34"/>
          <p:cNvCxnSpPr>
            <a:stCxn id="293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lonely vertex 6 has a 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just happens to be the empty set!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N(6) = {∅}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1" name="Google Shape;301;p3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2" name="Google Shape;302;p35"/>
          <p:cNvCxnSpPr>
            <a:stCxn id="301" idx="6"/>
            <a:endCxn id="30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6" name="Google Shape;306;p35"/>
          <p:cNvCxnSpPr>
            <a:stCxn id="305" idx="4"/>
            <a:endCxn id="30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8" name="Google Shape;308;p35"/>
          <p:cNvCxnSpPr>
            <a:stCxn id="301" idx="5"/>
            <a:endCxn id="30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0" name="Google Shape;310;p35"/>
          <p:cNvCxnSpPr>
            <a:stCxn id="309" idx="2"/>
            <a:endCxn id="30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2" name="Google Shape;312;p35"/>
          <p:cNvCxnSpPr>
            <a:stCxn id="311" idx="2"/>
            <a:endCxn id="30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4" name="Google Shape;314;p35"/>
          <p:cNvCxnSpPr>
            <a:stCxn id="313" idx="0"/>
            <a:endCxn id="31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5"/>
          <p:cNvCxnSpPr>
            <a:stCxn id="303" idx="4"/>
            <a:endCxn id="30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5"/>
          <p:cNvSpPr txBox="1"/>
          <p:nvPr/>
        </p:nvSpPr>
        <p:spPr>
          <a:xfrm>
            <a:off x="7312625" y="4212450"/>
            <a:ext cx="235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22" name="Google Shape;322;p3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{3, 5}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{1, 2, 4, 5}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3" name="Google Shape;323;p3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4" name="Google Shape;324;p36"/>
          <p:cNvCxnSpPr>
            <a:stCxn id="323" idx="6"/>
            <a:endCxn id="32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" name="Google Shape;326;p3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8" name="Google Shape;328;p36"/>
          <p:cNvCxnSpPr>
            <a:stCxn id="327" idx="4"/>
            <a:endCxn id="32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3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0" name="Google Shape;330;p36"/>
          <p:cNvCxnSpPr>
            <a:stCxn id="323" idx="5"/>
            <a:endCxn id="32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2" name="Google Shape;332;p36"/>
          <p:cNvCxnSpPr>
            <a:stCxn id="331" idx="2"/>
            <a:endCxn id="32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4" name="Google Shape;334;p36"/>
          <p:cNvCxnSpPr>
            <a:stCxn id="333" idx="2"/>
            <a:endCxn id="33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3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6" name="Google Shape;336;p36"/>
          <p:cNvCxnSpPr>
            <a:stCxn id="325" idx="4"/>
            <a:endCxn id="32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42" name="Google Shape;342;p3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{3, 5}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{1, 2, 4, 5}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that means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⋂ N(3) = {5}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3" name="Google Shape;343;p3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4" name="Google Shape;344;p37"/>
          <p:cNvCxnSpPr>
            <a:stCxn id="343" idx="6"/>
            <a:endCxn id="34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8" name="Google Shape;348;p37"/>
          <p:cNvCxnSpPr>
            <a:stCxn id="347" idx="4"/>
            <a:endCxn id="34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0" name="Google Shape;350;p37"/>
          <p:cNvCxnSpPr>
            <a:stCxn id="343" idx="5"/>
            <a:endCxn id="34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2" name="Google Shape;352;p37"/>
          <p:cNvCxnSpPr>
            <a:stCxn id="351" idx="2"/>
            <a:endCxn id="34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4" name="Google Shape;354;p37"/>
          <p:cNvCxnSpPr>
            <a:stCxn id="353" idx="2"/>
            <a:endCxn id="35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6" name="Google Shape;356;p37"/>
          <p:cNvCxnSpPr>
            <a:stCxn id="345" idx="4"/>
            <a:endCxn id="34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62" name="Google Shape;362;p3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{3, 5}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{1, 2, 4, 5}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that means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⋂ N(3) = {5}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is a </a:t>
            </a:r>
            <a:r>
              <a:rPr b="1" lang="en"/>
              <a:t>common neighbor </a:t>
            </a:r>
            <a:r>
              <a:rPr lang="en"/>
              <a:t>of 2 and 3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63" name="Google Shape;363;p3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4" name="Google Shape;364;p38"/>
          <p:cNvCxnSpPr>
            <a:stCxn id="363" idx="6"/>
            <a:endCxn id="36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" name="Google Shape;367;p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8" name="Google Shape;368;p38"/>
          <p:cNvCxnSpPr>
            <a:stCxn id="367" idx="4"/>
            <a:endCxn id="36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0" name="Google Shape;370;p38"/>
          <p:cNvCxnSpPr>
            <a:stCxn id="363" idx="5"/>
            <a:endCxn id="36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2" name="Google Shape;372;p38"/>
          <p:cNvCxnSpPr>
            <a:stCxn id="371" idx="2"/>
            <a:endCxn id="36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4" name="Google Shape;374;p38"/>
          <p:cNvCxnSpPr>
            <a:stCxn id="373" idx="2"/>
            <a:endCxn id="37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3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6" name="Google Shape;376;p38"/>
          <p:cNvCxnSpPr>
            <a:stCxn id="365" idx="4"/>
            <a:endCxn id="36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82" name="Google Shape;382;p3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3" name="Google Shape;383;p3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4" name="Google Shape;384;p39"/>
          <p:cNvCxnSpPr>
            <a:stCxn id="383" idx="6"/>
            <a:endCxn id="38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7" name="Google Shape;387;p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8" name="Google Shape;388;p39"/>
          <p:cNvCxnSpPr>
            <a:stCxn id="387" idx="4"/>
            <a:endCxn id="38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3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0" name="Google Shape;390;p39"/>
          <p:cNvCxnSpPr>
            <a:stCxn id="383" idx="5"/>
            <a:endCxn id="38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2" name="Google Shape;392;p39"/>
          <p:cNvCxnSpPr>
            <a:stCxn id="391" idx="2"/>
            <a:endCxn id="38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4" name="Google Shape;394;p39"/>
          <p:cNvCxnSpPr>
            <a:stCxn id="393" idx="2"/>
            <a:endCxn id="39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6" name="Google Shape;396;p39"/>
          <p:cNvCxnSpPr>
            <a:stCxn id="385" idx="4"/>
            <a:endCxn id="38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{1, 2, 4, 5}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N(7) = {4}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⋂ N(7) = {4}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 is a common neighbor of 3 and 7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03" name="Google Shape;403;p4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4" name="Google Shape;404;p40"/>
          <p:cNvCxnSpPr>
            <a:stCxn id="403" idx="6"/>
            <a:endCxn id="40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" name="Google Shape;407;p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8" name="Google Shape;408;p40"/>
          <p:cNvCxnSpPr>
            <a:stCxn id="407" idx="4"/>
            <a:endCxn id="40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4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0" name="Google Shape;410;p40"/>
          <p:cNvCxnSpPr>
            <a:stCxn id="403" idx="5"/>
            <a:endCxn id="40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2" name="Google Shape;412;p40"/>
          <p:cNvCxnSpPr>
            <a:stCxn id="411" idx="2"/>
            <a:endCxn id="40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4" name="Google Shape;414;p40"/>
          <p:cNvCxnSpPr>
            <a:stCxn id="413" idx="2"/>
            <a:endCxn id="41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4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6" name="Google Shape;416;p40"/>
          <p:cNvCxnSpPr>
            <a:stCxn id="405" idx="4"/>
            <a:endCxn id="40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22" name="Google Shape;422;p4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</a:t>
            </a:r>
            <a:r>
              <a:rPr b="1" lang="en"/>
              <a:t>neighborhood union</a:t>
            </a:r>
            <a:r>
              <a:rPr lang="en"/>
              <a:t> works the same way!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3" name="Google Shape;423;p4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4" name="Google Shape;424;p41"/>
          <p:cNvCxnSpPr>
            <a:stCxn id="423" idx="6"/>
            <a:endCxn id="42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8" name="Google Shape;428;p41"/>
          <p:cNvCxnSpPr>
            <a:stCxn id="427" idx="4"/>
            <a:endCxn id="42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4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0" name="Google Shape;430;p41"/>
          <p:cNvCxnSpPr>
            <a:stCxn id="423" idx="5"/>
            <a:endCxn id="42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2" name="Google Shape;432;p41"/>
          <p:cNvCxnSpPr>
            <a:stCxn id="431" idx="2"/>
            <a:endCxn id="42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4" name="Google Shape;434;p41"/>
          <p:cNvCxnSpPr>
            <a:stCxn id="433" idx="2"/>
            <a:endCxn id="43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4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6" name="Google Shape;436;p41"/>
          <p:cNvCxnSpPr>
            <a:stCxn id="425" idx="4"/>
            <a:endCxn id="42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</a:t>
            </a:r>
            <a:r>
              <a:rPr b="1" lang="en"/>
              <a:t>neighborhood union</a:t>
            </a:r>
            <a:r>
              <a:rPr lang="en"/>
              <a:t> works the same way!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{3, 5}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N(4) = 3, 7}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⋃ N(4) = {3, 5, 7}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43" name="Google Shape;443;p4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4" name="Google Shape;444;p42"/>
          <p:cNvCxnSpPr>
            <a:stCxn id="443" idx="6"/>
            <a:endCxn id="44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8" name="Google Shape;448;p42"/>
          <p:cNvCxnSpPr>
            <a:stCxn id="447" idx="4"/>
            <a:endCxn id="44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0" name="Google Shape;450;p42"/>
          <p:cNvCxnSpPr>
            <a:stCxn id="443" idx="5"/>
            <a:endCxn id="44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2" name="Google Shape;452;p42"/>
          <p:cNvCxnSpPr>
            <a:stCxn id="451" idx="2"/>
            <a:endCxn id="44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4" name="Google Shape;454;p42"/>
          <p:cNvCxnSpPr>
            <a:stCxn id="453" idx="2"/>
            <a:endCxn id="45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4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6" name="Google Shape;456;p42"/>
          <p:cNvCxnSpPr>
            <a:stCxn id="445" idx="4"/>
            <a:endCxn id="44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462" name="Google Shape;462;p4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N(V), where V is the name of the node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63" name="Google Shape;463;p4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4" name="Google Shape;464;p43"/>
          <p:cNvCxnSpPr>
            <a:stCxn id="463" idx="6"/>
            <a:endCxn id="46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8" name="Google Shape;468;p43"/>
          <p:cNvCxnSpPr>
            <a:stCxn id="467" idx="4"/>
            <a:endCxn id="46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4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0" name="Google Shape;470;p43"/>
          <p:cNvCxnSpPr>
            <a:stCxn id="463" idx="5"/>
            <a:endCxn id="46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2" name="Google Shape;472;p43"/>
          <p:cNvCxnSpPr>
            <a:stCxn id="471" idx="2"/>
            <a:endCxn id="46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4" name="Google Shape;474;p43"/>
          <p:cNvCxnSpPr>
            <a:stCxn id="473" idx="2"/>
            <a:endCxn id="47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6" name="Google Shape;476;p43"/>
          <p:cNvCxnSpPr>
            <a:stCxn id="465" idx="4"/>
            <a:endCxn id="46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N(V),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83" name="Google Shape;483;p4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4" name="Google Shape;484;p44"/>
          <p:cNvCxnSpPr>
            <a:stCxn id="483" idx="6"/>
            <a:endCxn id="48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" name="Google Shape;487;p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8" name="Google Shape;488;p44"/>
          <p:cNvCxnSpPr>
            <a:stCxn id="487" idx="4"/>
            <a:endCxn id="48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4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0" name="Google Shape;490;p44"/>
          <p:cNvCxnSpPr>
            <a:stCxn id="483" idx="5"/>
            <a:endCxn id="48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2" name="Google Shape;492;p44"/>
          <p:cNvCxnSpPr>
            <a:stCxn id="491" idx="2"/>
            <a:endCxn id="48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4" name="Google Shape;494;p44"/>
          <p:cNvCxnSpPr>
            <a:stCxn id="493" idx="2"/>
            <a:endCxn id="49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4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6" name="Google Shape;496;p44"/>
          <p:cNvCxnSpPr>
            <a:stCxn id="485" idx="4"/>
            <a:endCxn id="48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502" name="Google Shape;502;p4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N(V),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4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03" name="Google Shape;503;p4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4" name="Google Shape;504;p45"/>
          <p:cNvCxnSpPr>
            <a:stCxn id="503" idx="6"/>
            <a:endCxn id="50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7" name="Google Shape;507;p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8" name="Google Shape;508;p45"/>
          <p:cNvCxnSpPr>
            <a:stCxn id="507" idx="4"/>
            <a:endCxn id="50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4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0" name="Google Shape;510;p45"/>
          <p:cNvCxnSpPr>
            <a:stCxn id="503" idx="5"/>
            <a:endCxn id="50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2" name="Google Shape;512;p45"/>
          <p:cNvCxnSpPr>
            <a:stCxn id="511" idx="2"/>
            <a:endCxn id="50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4" name="Google Shape;514;p45"/>
          <p:cNvCxnSpPr>
            <a:stCxn id="513" idx="2"/>
            <a:endCxn id="51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4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6" name="Google Shape;516;p45"/>
          <p:cNvCxnSpPr>
            <a:stCxn id="505" idx="4"/>
            <a:endCxn id="50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522" name="Google Shape;522;p4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N(V),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N(4)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23" name="Google Shape;523;p4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4" name="Google Shape;524;p46"/>
          <p:cNvCxnSpPr>
            <a:stCxn id="523" idx="6"/>
            <a:endCxn id="52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6" name="Google Shape;526;p4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7" name="Google Shape;527;p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8" name="Google Shape;528;p46"/>
          <p:cNvCxnSpPr>
            <a:stCxn id="527" idx="4"/>
            <a:endCxn id="52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4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0" name="Google Shape;530;p46"/>
          <p:cNvCxnSpPr>
            <a:stCxn id="523" idx="5"/>
            <a:endCxn id="52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2" name="Google Shape;532;p46"/>
          <p:cNvCxnSpPr>
            <a:stCxn id="531" idx="2"/>
            <a:endCxn id="52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4" name="Google Shape;534;p46"/>
          <p:cNvCxnSpPr>
            <a:stCxn id="533" idx="2"/>
            <a:endCxn id="53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4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6" name="Google Shape;536;p46"/>
          <p:cNvCxnSpPr>
            <a:stCxn id="525" idx="4"/>
            <a:endCxn id="52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542" name="Google Shape;542;p4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N(V),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N(2)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N(3)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N(4)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N(6) = 0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43" name="Google Shape;543;p4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4" name="Google Shape;544;p47"/>
          <p:cNvCxnSpPr>
            <a:stCxn id="543" idx="6"/>
            <a:endCxn id="54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6" name="Google Shape;546;p4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7" name="Google Shape;547;p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8" name="Google Shape;548;p47"/>
          <p:cNvCxnSpPr>
            <a:stCxn id="547" idx="4"/>
            <a:endCxn id="54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4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0" name="Google Shape;550;p47"/>
          <p:cNvCxnSpPr>
            <a:stCxn id="543" idx="5"/>
            <a:endCxn id="54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2" name="Google Shape;552;p47"/>
          <p:cNvCxnSpPr>
            <a:stCxn id="551" idx="2"/>
            <a:endCxn id="54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4" name="Google Shape;554;p47"/>
          <p:cNvCxnSpPr>
            <a:stCxn id="553" idx="2"/>
            <a:endCxn id="55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4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6" name="Google Shape;556;p47"/>
          <p:cNvCxnSpPr>
            <a:stCxn id="545" idx="4"/>
            <a:endCxn id="54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62" name="Google Shape;562;p4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63" name="Google Shape;563;p4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4" name="Google Shape;564;p48"/>
          <p:cNvCxnSpPr>
            <a:stCxn id="563" idx="6"/>
            <a:endCxn id="56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6" name="Google Shape;566;p4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8" name="Google Shape;568;p48"/>
          <p:cNvCxnSpPr>
            <a:stCxn id="567" idx="4"/>
            <a:endCxn id="56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4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0" name="Google Shape;570;p48"/>
          <p:cNvCxnSpPr>
            <a:stCxn id="563" idx="5"/>
            <a:endCxn id="56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2" name="Google Shape;572;p48"/>
          <p:cNvCxnSpPr>
            <a:stCxn id="571" idx="2"/>
            <a:endCxn id="56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4" name="Google Shape;574;p48"/>
          <p:cNvCxnSpPr>
            <a:stCxn id="573" idx="2"/>
            <a:endCxn id="57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4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6" name="Google Shape;576;p48"/>
          <p:cNvCxnSpPr>
            <a:stCxn id="575" idx="0"/>
            <a:endCxn id="57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8"/>
          <p:cNvCxnSpPr>
            <a:stCxn id="565" idx="4"/>
            <a:endCxn id="56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83" name="Google Shape;583;p4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84" name="Google Shape;584;p4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5" name="Google Shape;585;p49"/>
          <p:cNvCxnSpPr>
            <a:stCxn id="584" idx="6"/>
            <a:endCxn id="58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7" name="Google Shape;587;p4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8" name="Google Shape;588;p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9" name="Google Shape;589;p49"/>
          <p:cNvCxnSpPr>
            <a:stCxn id="588" idx="4"/>
            <a:endCxn id="58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4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1" name="Google Shape;591;p49"/>
          <p:cNvCxnSpPr>
            <a:stCxn id="584" idx="5"/>
            <a:endCxn id="59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3" name="Google Shape;593;p49"/>
          <p:cNvCxnSpPr>
            <a:stCxn id="592" idx="2"/>
            <a:endCxn id="58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5" name="Google Shape;595;p49"/>
          <p:cNvCxnSpPr>
            <a:stCxn id="594" idx="2"/>
            <a:endCxn id="59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4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7" name="Google Shape;597;p49"/>
          <p:cNvCxnSpPr>
            <a:stCxn id="596" idx="0"/>
            <a:endCxn id="59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9"/>
          <p:cNvCxnSpPr>
            <a:stCxn id="586" idx="4"/>
            <a:endCxn id="59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04" name="Google Shape;604;p5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05" name="Google Shape;605;p5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6" name="Google Shape;606;p50"/>
          <p:cNvCxnSpPr>
            <a:stCxn id="605" idx="6"/>
            <a:endCxn id="60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8" name="Google Shape;608;p5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9" name="Google Shape;609;p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0" name="Google Shape;610;p50"/>
          <p:cNvCxnSpPr>
            <a:stCxn id="609" idx="4"/>
            <a:endCxn id="60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5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2" name="Google Shape;612;p50"/>
          <p:cNvCxnSpPr>
            <a:stCxn id="605" idx="5"/>
            <a:endCxn id="61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4" name="Google Shape;614;p50"/>
          <p:cNvCxnSpPr>
            <a:stCxn id="613" idx="2"/>
            <a:endCxn id="60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6" name="Google Shape;616;p50"/>
          <p:cNvCxnSpPr>
            <a:stCxn id="615" idx="2"/>
            <a:endCxn id="61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8" name="Google Shape;618;p50"/>
          <p:cNvCxnSpPr>
            <a:stCxn id="617" idx="0"/>
            <a:endCxn id="61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50"/>
          <p:cNvCxnSpPr>
            <a:stCxn id="607" idx="4"/>
            <a:endCxn id="61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25" name="Google Shape;625;p5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Voilà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26" name="Google Shape;626;p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7" name="Google Shape;627;p5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8" name="Google Shape;628;p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9" name="Google Shape;629;p51"/>
          <p:cNvCxnSpPr>
            <a:stCxn id="628" idx="4"/>
            <a:endCxn id="62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5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36" name="Google Shape;636;p5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37" name="Google Shape;637;p5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8" name="Google Shape;638;p52"/>
          <p:cNvCxnSpPr>
            <a:stCxn id="637" idx="6"/>
            <a:endCxn id="63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0" name="Google Shape;640;p5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2" name="Google Shape;642;p52"/>
          <p:cNvCxnSpPr>
            <a:stCxn id="641" idx="4"/>
            <a:endCxn id="63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" name="Google Shape;643;p5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4" name="Google Shape;644;p52"/>
          <p:cNvCxnSpPr>
            <a:stCxn id="637" idx="5"/>
            <a:endCxn id="64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5" name="Google Shape;645;p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6" name="Google Shape;646;p52"/>
          <p:cNvCxnSpPr>
            <a:stCxn id="645" idx="2"/>
            <a:endCxn id="63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8" name="Google Shape;648;p52"/>
          <p:cNvCxnSpPr>
            <a:stCxn id="647" idx="2"/>
            <a:endCxn id="64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5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0" name="Google Shape;650;p52"/>
          <p:cNvCxnSpPr>
            <a:stCxn id="649" idx="0"/>
            <a:endCxn id="64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2"/>
          <p:cNvCxnSpPr>
            <a:stCxn id="639" idx="4"/>
            <a:endCxn id="64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57" name="Google Shape;657;p5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another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58" name="Google Shape;658;p5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9" name="Google Shape;659;p53"/>
          <p:cNvCxnSpPr>
            <a:stCxn id="658" idx="6"/>
            <a:endCxn id="66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1" name="Google Shape;661;p5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2" name="Google Shape;662;p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3" name="Google Shape;663;p53"/>
          <p:cNvCxnSpPr>
            <a:stCxn id="662" idx="4"/>
            <a:endCxn id="66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5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5" name="Google Shape;665;p53"/>
          <p:cNvCxnSpPr>
            <a:stCxn id="658" idx="5"/>
            <a:endCxn id="66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7" name="Google Shape;667;p53"/>
          <p:cNvCxnSpPr>
            <a:stCxn id="666" idx="2"/>
            <a:endCxn id="66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8" name="Google Shape;668;p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9" name="Google Shape;669;p53"/>
          <p:cNvCxnSpPr>
            <a:stCxn id="668" idx="2"/>
            <a:endCxn id="66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5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1" name="Google Shape;671;p53"/>
          <p:cNvCxnSpPr>
            <a:stCxn id="670" idx="0"/>
            <a:endCxn id="66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53"/>
          <p:cNvCxnSpPr>
            <a:stCxn id="660" idx="4"/>
            <a:endCxn id="66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78" name="Google Shape;678;p5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another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Neat!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79" name="Google Shape;679;p5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0" name="Google Shape;680;p5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1" name="Google Shape;681;p5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2" name="Google Shape;682;p54"/>
          <p:cNvCxnSpPr>
            <a:stCxn id="681" idx="2"/>
            <a:endCxn id="67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5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4" name="Google Shape;684;p54"/>
          <p:cNvCxnSpPr>
            <a:stCxn id="683" idx="2"/>
            <a:endCxn id="68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54"/>
          <p:cNvCxnSpPr>
            <a:stCxn id="679" idx="4"/>
            <a:endCxn id="68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91" name="Google Shape;691;p5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92" name="Google Shape;692;p5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3" name="Google Shape;693;p55"/>
          <p:cNvCxnSpPr>
            <a:stCxn id="692" idx="6"/>
            <a:endCxn id="69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5" name="Google Shape;695;p5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6" name="Google Shape;696;p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7" name="Google Shape;697;p55"/>
          <p:cNvCxnSpPr>
            <a:stCxn id="696" idx="4"/>
            <a:endCxn id="69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5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9" name="Google Shape;699;p55"/>
          <p:cNvCxnSpPr>
            <a:stCxn id="692" idx="5"/>
            <a:endCxn id="69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1" name="Google Shape;701;p55"/>
          <p:cNvCxnSpPr>
            <a:stCxn id="700" idx="2"/>
            <a:endCxn id="69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3" name="Google Shape;703;p55"/>
          <p:cNvCxnSpPr>
            <a:stCxn id="702" idx="2"/>
            <a:endCxn id="70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5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5" name="Google Shape;705;p55"/>
          <p:cNvCxnSpPr>
            <a:stCxn id="704" idx="0"/>
            <a:endCxn id="70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55"/>
          <p:cNvCxnSpPr>
            <a:stCxn id="694" idx="4"/>
            <a:endCxn id="69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12" name="Google Shape;712;p5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edges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</a:t>
            </a:r>
            <a:r>
              <a:rPr baseline="-25000" lang="en"/>
              <a:t>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13" name="Google Shape;713;p5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4" name="Google Shape;714;p56"/>
          <p:cNvCxnSpPr>
            <a:stCxn id="713" idx="6"/>
            <a:endCxn id="71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5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6" name="Google Shape;716;p5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7" name="Google Shape;717;p5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8" name="Google Shape;718;p56"/>
          <p:cNvCxnSpPr>
            <a:stCxn id="717" idx="4"/>
            <a:endCxn id="71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5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0" name="Google Shape;720;p56"/>
          <p:cNvCxnSpPr>
            <a:stCxn id="713" idx="5"/>
            <a:endCxn id="71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5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2" name="Google Shape;722;p56"/>
          <p:cNvCxnSpPr>
            <a:stCxn id="721" idx="2"/>
            <a:endCxn id="71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5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4" name="Google Shape;724;p56"/>
          <p:cNvCxnSpPr>
            <a:stCxn id="723" idx="2"/>
            <a:endCxn id="72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5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6" name="Google Shape;726;p56"/>
          <p:cNvCxnSpPr>
            <a:stCxn id="725" idx="0"/>
            <a:endCxn id="72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56"/>
          <p:cNvCxnSpPr>
            <a:stCxn id="715" idx="4"/>
            <a:endCxn id="71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33" name="Google Shape;733;p5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edges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</a:t>
            </a:r>
            <a:r>
              <a:rPr baseline="-25000" lang="en"/>
              <a:t>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Awesome!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4" name="Google Shape;734;p5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5" name="Google Shape;735;p57"/>
          <p:cNvCxnSpPr>
            <a:stCxn id="734" idx="6"/>
            <a:endCxn id="73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6" name="Google Shape;736;p5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7" name="Google Shape;737;p5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8" name="Google Shape;738;p57"/>
          <p:cNvCxnSpPr>
            <a:stCxn id="737" idx="4"/>
            <a:endCxn id="73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5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0" name="Google Shape;740;p5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1" name="Google Shape;741;p57"/>
          <p:cNvCxnSpPr>
            <a:stCxn id="740" idx="2"/>
            <a:endCxn id="73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5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3" name="Google Shape;743;p57"/>
          <p:cNvCxnSpPr>
            <a:stCxn id="742" idx="0"/>
            <a:endCxn id="74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