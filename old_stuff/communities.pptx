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9144000"/>
  <p:notesSz cx="6858000" cy="9144000"/>
  <p:embeddedFontLst>
    <p:embeddedFont>
      <p:font typeface="Josefin Slab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JosefinSlab-regular.fntdata"/><Relationship Id="rId14" Type="http://schemas.openxmlformats.org/officeDocument/2006/relationships/slide" Target="slides/slide10.xml"/><Relationship Id="rId17" Type="http://schemas.openxmlformats.org/officeDocument/2006/relationships/font" Target="fonts/JosefinSlab-italic.fntdata"/><Relationship Id="rId16" Type="http://schemas.openxmlformats.org/officeDocument/2006/relationships/font" Target="fonts/JosefinSlab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JosefinSlab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99d073ba_0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99d073ba_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99d073ba_0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199d073ba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99d881aa_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199d881aa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99d881aa_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99d881aa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99d881aa_0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99d881aa_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99d881aa_0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99d881aa_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99d881aa_0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99d881aa_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99d881aa_0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99d881aa_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99d881aa_0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99d881aa_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4349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Basic task: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To discover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groups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or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clusters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in networks, usually referred to as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communities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community is densely connected set of vertices with sparse connections with other groups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These are referred to as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community detection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methods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37" name="Google Shape;3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600" y="2426700"/>
            <a:ext cx="381000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457200" y="1600200"/>
            <a:ext cx="53028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Community detection is distinct from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graph partitioning 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common graph partitioning task is to divide the network into two disjoint sets: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Such that the number of edges between the two is minimized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This is useful when a network is too large and we wish to simplify the analysis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4" name="Google Shape;4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0817" y="3047175"/>
            <a:ext cx="3514564" cy="2341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57200" y="1600200"/>
            <a:ext cx="4851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a community detection task the number and size of the groups is not determined advance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key is to let the data itself tell us where the interesting divisions in the network are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have seen an example of this in Moody and White's (2003) "Cohesive Blocking" strategy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1" name="Google Shape;5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425" y="2502900"/>
            <a:ext cx="376237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457200" y="1600200"/>
            <a:ext cx="5097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Several approaches have been proposed in the literature: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"minimum cut" strategy such as Moody and White's (2003) uses graph connectivity as a criterion to sort vertices into groups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However, there is no benchmark that tell us whether the connection within groups is larger or smaller than we would expect by chance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8" name="Google Shape;5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894" y="2181109"/>
            <a:ext cx="3174180" cy="3805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457200" y="1600200"/>
            <a:ext cx="4553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The basic idea is that a network has "community structure" if the edges are arranged in a "statistically surprising" way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quantity known as the modularity can be used for this purpose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894" y="2181109"/>
            <a:ext cx="3174180" cy="3805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57200" y="1600200"/>
            <a:ext cx="5019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words, for a partition of the graph into C groups, the modularity is defined as: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observed number of edges falling within groups minus the expected number of edges in the same network if these were placed at random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Positive values indicate the presence of community structure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894" y="2181109"/>
            <a:ext cx="3174180" cy="3805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457200" y="1600200"/>
            <a:ext cx="8113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a network 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observed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number of edges between vertices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and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j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given by the corresponding entry in the adjacency matrix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ij (usually 0 or 1)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expected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number of edges between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and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j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simply a function of their respective degrees: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0870" y="5579910"/>
            <a:ext cx="2242261" cy="8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3175" y="4783288"/>
            <a:ext cx="405765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457200" y="1600200"/>
            <a:ext cx="8113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modularity (Q) is then given by the sum of the difference between observed minus expected across each pair of vertices that belong to the same group: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Where s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= 1 if vertex i belongs to group 1 and s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= -1 if vertex belongs to group 2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463" y="3703050"/>
            <a:ext cx="357187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57200" y="1600200"/>
            <a:ext cx="8113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The modularity (Q) is then given by the sum of the difference between observed minus expected across each pair of vertices that belong to the same group: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Where s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= 1 if vertex i belongs to group 1 and s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= -1 if vertex belongs to group 2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The matrix containing observed minus expected differences for each pair of vertices is known as the modularity matrix: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8013" y="3048000"/>
            <a:ext cx="35718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0378" y="6145033"/>
            <a:ext cx="2461447" cy="712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57200" y="1600200"/>
            <a:ext cx="8113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Newman (2006) proposes an algorithm for partitioning a network into two communities based on the </a:t>
            </a:r>
            <a:r>
              <a:rPr b="1" lang="en" sz="2400">
                <a:latin typeface="Josefin Slab"/>
                <a:ea typeface="Josefin Slab"/>
                <a:cs typeface="Josefin Slab"/>
                <a:sym typeface="Josefin Slab"/>
              </a:rPr>
              <a:t>B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matrix: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Compute the leading eigenvector of the modularity matrix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a matrix the leading eigenvector is the one associated with the largest (most positive) eigenvalue following a factorization of the matrix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Assign vertices into two disjoint groups based on the sign of the corresponding element in the vector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Vertices with positive values go in one group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Vertices with negative values go into the other group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