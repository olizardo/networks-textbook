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230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3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29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231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35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2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23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227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36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233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233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229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225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23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232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227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235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231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22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234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22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230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</p:sldIdLst>
  <p:sldSz cy="5143500" cx="9144000"/>
  <p:notesSz cx="6858000" cy="9144000"/>
  <p:embeddedFontLst>
    <p:embeddedFont>
      <p:font typeface="Economica"/>
      <p:regular r:id="rId244"/>
      <p:bold r:id="rId245"/>
      <p:italic r:id="rId246"/>
      <p:boldItalic r:id="rId247"/>
    </p:embeddedFont>
    <p:embeddedFont>
      <p:font typeface="Oxygen"/>
      <p:regular r:id="rId248"/>
      <p:bold r:id="rId249"/>
    </p:embeddedFont>
    <p:embeddedFont>
      <p:font typeface="Garamond"/>
      <p:regular r:id="rId250"/>
      <p:bold r:id="rId251"/>
      <p:italic r:id="rId252"/>
      <p:boldItalic r:id="rId253"/>
    </p:embeddedFont>
    <p:embeddedFont>
      <p:font typeface="Cantarell"/>
      <p:regular r:id="rId254"/>
      <p:bold r:id="rId255"/>
      <p:italic r:id="rId256"/>
      <p:boldItalic r:id="rId257"/>
    </p:embeddedFont>
    <p:embeddedFont>
      <p:font typeface="Open Sans"/>
      <p:regular r:id="rId258"/>
      <p:bold r:id="rId259"/>
      <p:italic r:id="rId260"/>
      <p:boldItalic r:id="rId2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BE2668-28A5-45B1-9AB9-DCE1FF3313D5}">
  <a:tblStyle styleId="{E4BE2668-28A5-45B1-9AB9-DCE1FF3313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190" Type="http://schemas.openxmlformats.org/officeDocument/2006/relationships/slide" Target="slides/slide18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194" Type="http://schemas.openxmlformats.org/officeDocument/2006/relationships/slide" Target="slides/slide187.xml"/><Relationship Id="rId43" Type="http://schemas.openxmlformats.org/officeDocument/2006/relationships/slide" Target="slides/slide36.xml"/><Relationship Id="rId193" Type="http://schemas.openxmlformats.org/officeDocument/2006/relationships/slide" Target="slides/slide186.xml"/><Relationship Id="rId46" Type="http://schemas.openxmlformats.org/officeDocument/2006/relationships/slide" Target="slides/slide39.xml"/><Relationship Id="rId192" Type="http://schemas.openxmlformats.org/officeDocument/2006/relationships/slide" Target="slides/slide185.xml"/><Relationship Id="rId45" Type="http://schemas.openxmlformats.org/officeDocument/2006/relationships/slide" Target="slides/slide38.xml"/><Relationship Id="rId191" Type="http://schemas.openxmlformats.org/officeDocument/2006/relationships/slide" Target="slides/slide184.xml"/><Relationship Id="rId48" Type="http://schemas.openxmlformats.org/officeDocument/2006/relationships/slide" Target="slides/slide41.xml"/><Relationship Id="rId187" Type="http://schemas.openxmlformats.org/officeDocument/2006/relationships/slide" Target="slides/slide180.xml"/><Relationship Id="rId47" Type="http://schemas.openxmlformats.org/officeDocument/2006/relationships/slide" Target="slides/slide40.xml"/><Relationship Id="rId186" Type="http://schemas.openxmlformats.org/officeDocument/2006/relationships/slide" Target="slides/slide179.xml"/><Relationship Id="rId185" Type="http://schemas.openxmlformats.org/officeDocument/2006/relationships/slide" Target="slides/slide178.xml"/><Relationship Id="rId49" Type="http://schemas.openxmlformats.org/officeDocument/2006/relationships/slide" Target="slides/slide42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188" Type="http://schemas.openxmlformats.org/officeDocument/2006/relationships/slide" Target="slides/slide18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183" Type="http://schemas.openxmlformats.org/officeDocument/2006/relationships/slide" Target="slides/slide176.xml"/><Relationship Id="rId32" Type="http://schemas.openxmlformats.org/officeDocument/2006/relationships/slide" Target="slides/slide25.xml"/><Relationship Id="rId182" Type="http://schemas.openxmlformats.org/officeDocument/2006/relationships/slide" Target="slides/slide175.xml"/><Relationship Id="rId35" Type="http://schemas.openxmlformats.org/officeDocument/2006/relationships/slide" Target="slides/slide28.xml"/><Relationship Id="rId181" Type="http://schemas.openxmlformats.org/officeDocument/2006/relationships/slide" Target="slides/slide174.xml"/><Relationship Id="rId34" Type="http://schemas.openxmlformats.org/officeDocument/2006/relationships/slide" Target="slides/slide27.xml"/><Relationship Id="rId180" Type="http://schemas.openxmlformats.org/officeDocument/2006/relationships/slide" Target="slides/slide173.xml"/><Relationship Id="rId37" Type="http://schemas.openxmlformats.org/officeDocument/2006/relationships/slide" Target="slides/slide30.xml"/><Relationship Id="rId176" Type="http://schemas.openxmlformats.org/officeDocument/2006/relationships/slide" Target="slides/slide169.xml"/><Relationship Id="rId36" Type="http://schemas.openxmlformats.org/officeDocument/2006/relationships/slide" Target="slides/slide29.xml"/><Relationship Id="rId175" Type="http://schemas.openxmlformats.org/officeDocument/2006/relationships/slide" Target="slides/slide168.xml"/><Relationship Id="rId39" Type="http://schemas.openxmlformats.org/officeDocument/2006/relationships/slide" Target="slides/slide32.xml"/><Relationship Id="rId174" Type="http://schemas.openxmlformats.org/officeDocument/2006/relationships/slide" Target="slides/slide167.xml"/><Relationship Id="rId38" Type="http://schemas.openxmlformats.org/officeDocument/2006/relationships/slide" Target="slides/slide31.xml"/><Relationship Id="rId173" Type="http://schemas.openxmlformats.org/officeDocument/2006/relationships/slide" Target="slides/slide166.xml"/><Relationship Id="rId179" Type="http://schemas.openxmlformats.org/officeDocument/2006/relationships/slide" Target="slides/slide172.xml"/><Relationship Id="rId178" Type="http://schemas.openxmlformats.org/officeDocument/2006/relationships/slide" Target="slides/slide171.xml"/><Relationship Id="rId177" Type="http://schemas.openxmlformats.org/officeDocument/2006/relationships/slide" Target="slides/slide170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98" Type="http://schemas.openxmlformats.org/officeDocument/2006/relationships/slide" Target="slides/slide191.xml"/><Relationship Id="rId14" Type="http://schemas.openxmlformats.org/officeDocument/2006/relationships/slide" Target="slides/slide7.xml"/><Relationship Id="rId197" Type="http://schemas.openxmlformats.org/officeDocument/2006/relationships/slide" Target="slides/slide190.xml"/><Relationship Id="rId17" Type="http://schemas.openxmlformats.org/officeDocument/2006/relationships/slide" Target="slides/slide10.xml"/><Relationship Id="rId196" Type="http://schemas.openxmlformats.org/officeDocument/2006/relationships/slide" Target="slides/slide189.xml"/><Relationship Id="rId16" Type="http://schemas.openxmlformats.org/officeDocument/2006/relationships/slide" Target="slides/slide9.xml"/><Relationship Id="rId195" Type="http://schemas.openxmlformats.org/officeDocument/2006/relationships/slide" Target="slides/slide188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99" Type="http://schemas.openxmlformats.org/officeDocument/2006/relationships/slide" Target="slides/slide192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slide" Target="slides/slide143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2.xml"/><Relationship Id="rId4" Type="http://schemas.openxmlformats.org/officeDocument/2006/relationships/tableStyles" Target="tableStyles.xml"/><Relationship Id="rId148" Type="http://schemas.openxmlformats.org/officeDocument/2006/relationships/slide" Target="slides/slide141.xml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261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260" Type="http://schemas.openxmlformats.org/officeDocument/2006/relationships/font" Target="fonts/OpenSans-italic.fntdata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259" Type="http://schemas.openxmlformats.org/officeDocument/2006/relationships/font" Target="fonts/OpenSans-bold.fntdata"/><Relationship Id="rId137" Type="http://schemas.openxmlformats.org/officeDocument/2006/relationships/slide" Target="slides/slide130.xml"/><Relationship Id="rId258" Type="http://schemas.openxmlformats.org/officeDocument/2006/relationships/font" Target="fonts/OpenSans-regular.fntdata"/><Relationship Id="rId132" Type="http://schemas.openxmlformats.org/officeDocument/2006/relationships/slide" Target="slides/slide125.xml"/><Relationship Id="rId253" Type="http://schemas.openxmlformats.org/officeDocument/2006/relationships/font" Target="fonts/Garamond-boldItalic.fntdata"/><Relationship Id="rId131" Type="http://schemas.openxmlformats.org/officeDocument/2006/relationships/slide" Target="slides/slide124.xml"/><Relationship Id="rId252" Type="http://schemas.openxmlformats.org/officeDocument/2006/relationships/font" Target="fonts/Garamond-italic.fntdata"/><Relationship Id="rId130" Type="http://schemas.openxmlformats.org/officeDocument/2006/relationships/slide" Target="slides/slide123.xml"/><Relationship Id="rId251" Type="http://schemas.openxmlformats.org/officeDocument/2006/relationships/font" Target="fonts/Garamond-bold.fntdata"/><Relationship Id="rId250" Type="http://schemas.openxmlformats.org/officeDocument/2006/relationships/font" Target="fonts/Garamond-regular.fntdata"/><Relationship Id="rId136" Type="http://schemas.openxmlformats.org/officeDocument/2006/relationships/slide" Target="slides/slide129.xml"/><Relationship Id="rId257" Type="http://schemas.openxmlformats.org/officeDocument/2006/relationships/font" Target="fonts/Cantarell-boldItalic.fntdata"/><Relationship Id="rId135" Type="http://schemas.openxmlformats.org/officeDocument/2006/relationships/slide" Target="slides/slide128.xml"/><Relationship Id="rId256" Type="http://schemas.openxmlformats.org/officeDocument/2006/relationships/font" Target="fonts/Cantarell-italic.fntdata"/><Relationship Id="rId134" Type="http://schemas.openxmlformats.org/officeDocument/2006/relationships/slide" Target="slides/slide127.xml"/><Relationship Id="rId255" Type="http://schemas.openxmlformats.org/officeDocument/2006/relationships/font" Target="fonts/Cantarell-bold.fntdata"/><Relationship Id="rId133" Type="http://schemas.openxmlformats.org/officeDocument/2006/relationships/slide" Target="slides/slide126.xml"/><Relationship Id="rId254" Type="http://schemas.openxmlformats.org/officeDocument/2006/relationships/font" Target="fonts/Cantarell-regular.fntdata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172" Type="http://schemas.openxmlformats.org/officeDocument/2006/relationships/slide" Target="slides/slide165.xml"/><Relationship Id="rId65" Type="http://schemas.openxmlformats.org/officeDocument/2006/relationships/slide" Target="slides/slide58.xml"/><Relationship Id="rId171" Type="http://schemas.openxmlformats.org/officeDocument/2006/relationships/slide" Target="slides/slide164.xml"/><Relationship Id="rId68" Type="http://schemas.openxmlformats.org/officeDocument/2006/relationships/slide" Target="slides/slide61.xml"/><Relationship Id="rId170" Type="http://schemas.openxmlformats.org/officeDocument/2006/relationships/slide" Target="slides/slide163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slide" Target="slides/slide158.xml"/><Relationship Id="rId69" Type="http://schemas.openxmlformats.org/officeDocument/2006/relationships/slide" Target="slides/slide62.xml"/><Relationship Id="rId164" Type="http://schemas.openxmlformats.org/officeDocument/2006/relationships/slide" Target="slides/slide157.xml"/><Relationship Id="rId163" Type="http://schemas.openxmlformats.org/officeDocument/2006/relationships/slide" Target="slides/slide156.xml"/><Relationship Id="rId162" Type="http://schemas.openxmlformats.org/officeDocument/2006/relationships/slide" Target="slides/slide155.xml"/><Relationship Id="rId169" Type="http://schemas.openxmlformats.org/officeDocument/2006/relationships/slide" Target="slides/slide162.xml"/><Relationship Id="rId168" Type="http://schemas.openxmlformats.org/officeDocument/2006/relationships/slide" Target="slides/slide161.xml"/><Relationship Id="rId167" Type="http://schemas.openxmlformats.org/officeDocument/2006/relationships/slide" Target="slides/slide160.xml"/><Relationship Id="rId166" Type="http://schemas.openxmlformats.org/officeDocument/2006/relationships/slide" Target="slides/slide159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slide" Target="slides/slide154.xml"/><Relationship Id="rId54" Type="http://schemas.openxmlformats.org/officeDocument/2006/relationships/slide" Target="slides/slide47.xml"/><Relationship Id="rId160" Type="http://schemas.openxmlformats.org/officeDocument/2006/relationships/slide" Target="slides/slide153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slide" Target="slides/slide152.xml"/><Relationship Id="rId59" Type="http://schemas.openxmlformats.org/officeDocument/2006/relationships/slide" Target="slides/slide52.xml"/><Relationship Id="rId154" Type="http://schemas.openxmlformats.org/officeDocument/2006/relationships/slide" Target="slides/slide147.xml"/><Relationship Id="rId58" Type="http://schemas.openxmlformats.org/officeDocument/2006/relationships/slide" Target="slides/slide51.xml"/><Relationship Id="rId153" Type="http://schemas.openxmlformats.org/officeDocument/2006/relationships/slide" Target="slides/slide146.xml"/><Relationship Id="rId152" Type="http://schemas.openxmlformats.org/officeDocument/2006/relationships/slide" Target="slides/slide145.xml"/><Relationship Id="rId151" Type="http://schemas.openxmlformats.org/officeDocument/2006/relationships/slide" Target="slides/slide144.xml"/><Relationship Id="rId158" Type="http://schemas.openxmlformats.org/officeDocument/2006/relationships/slide" Target="slides/slide151.xml"/><Relationship Id="rId157" Type="http://schemas.openxmlformats.org/officeDocument/2006/relationships/slide" Target="slides/slide150.xml"/><Relationship Id="rId156" Type="http://schemas.openxmlformats.org/officeDocument/2006/relationships/slide" Target="slides/slide149.xml"/><Relationship Id="rId155" Type="http://schemas.openxmlformats.org/officeDocument/2006/relationships/slide" Target="slides/slide148.xml"/><Relationship Id="rId107" Type="http://schemas.openxmlformats.org/officeDocument/2006/relationships/slide" Target="slides/slide100.xml"/><Relationship Id="rId228" Type="http://schemas.openxmlformats.org/officeDocument/2006/relationships/slide" Target="slides/slide221.xml"/><Relationship Id="rId106" Type="http://schemas.openxmlformats.org/officeDocument/2006/relationships/slide" Target="slides/slide99.xml"/><Relationship Id="rId227" Type="http://schemas.openxmlformats.org/officeDocument/2006/relationships/slide" Target="slides/slide220.xml"/><Relationship Id="rId105" Type="http://schemas.openxmlformats.org/officeDocument/2006/relationships/slide" Target="slides/slide98.xml"/><Relationship Id="rId226" Type="http://schemas.openxmlformats.org/officeDocument/2006/relationships/slide" Target="slides/slide219.xml"/><Relationship Id="rId104" Type="http://schemas.openxmlformats.org/officeDocument/2006/relationships/slide" Target="slides/slide97.xml"/><Relationship Id="rId225" Type="http://schemas.openxmlformats.org/officeDocument/2006/relationships/slide" Target="slides/slide218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229" Type="http://schemas.openxmlformats.org/officeDocument/2006/relationships/slide" Target="slides/slide222.xml"/><Relationship Id="rId220" Type="http://schemas.openxmlformats.org/officeDocument/2006/relationships/slide" Target="slides/slide213.xml"/><Relationship Id="rId103" Type="http://schemas.openxmlformats.org/officeDocument/2006/relationships/slide" Target="slides/slide96.xml"/><Relationship Id="rId224" Type="http://schemas.openxmlformats.org/officeDocument/2006/relationships/slide" Target="slides/slide217.xml"/><Relationship Id="rId102" Type="http://schemas.openxmlformats.org/officeDocument/2006/relationships/slide" Target="slides/slide95.xml"/><Relationship Id="rId223" Type="http://schemas.openxmlformats.org/officeDocument/2006/relationships/slide" Target="slides/slide216.xml"/><Relationship Id="rId101" Type="http://schemas.openxmlformats.org/officeDocument/2006/relationships/slide" Target="slides/slide94.xml"/><Relationship Id="rId222" Type="http://schemas.openxmlformats.org/officeDocument/2006/relationships/slide" Target="slides/slide215.xml"/><Relationship Id="rId100" Type="http://schemas.openxmlformats.org/officeDocument/2006/relationships/slide" Target="slides/slide93.xml"/><Relationship Id="rId221" Type="http://schemas.openxmlformats.org/officeDocument/2006/relationships/slide" Target="slides/slide214.xml"/><Relationship Id="rId217" Type="http://schemas.openxmlformats.org/officeDocument/2006/relationships/slide" Target="slides/slide210.xml"/><Relationship Id="rId216" Type="http://schemas.openxmlformats.org/officeDocument/2006/relationships/slide" Target="slides/slide209.xml"/><Relationship Id="rId215" Type="http://schemas.openxmlformats.org/officeDocument/2006/relationships/slide" Target="slides/slide208.xml"/><Relationship Id="rId214" Type="http://schemas.openxmlformats.org/officeDocument/2006/relationships/slide" Target="slides/slide207.xml"/><Relationship Id="rId219" Type="http://schemas.openxmlformats.org/officeDocument/2006/relationships/slide" Target="slides/slide212.xml"/><Relationship Id="rId218" Type="http://schemas.openxmlformats.org/officeDocument/2006/relationships/slide" Target="slides/slide211.xml"/><Relationship Id="rId213" Type="http://schemas.openxmlformats.org/officeDocument/2006/relationships/slide" Target="slides/slide206.xml"/><Relationship Id="rId212" Type="http://schemas.openxmlformats.org/officeDocument/2006/relationships/slide" Target="slides/slide205.xml"/><Relationship Id="rId211" Type="http://schemas.openxmlformats.org/officeDocument/2006/relationships/slide" Target="slides/slide204.xml"/><Relationship Id="rId210" Type="http://schemas.openxmlformats.org/officeDocument/2006/relationships/slide" Target="slides/slide203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249" Type="http://schemas.openxmlformats.org/officeDocument/2006/relationships/font" Target="fonts/Oxygen-bold.fntdata"/><Relationship Id="rId127" Type="http://schemas.openxmlformats.org/officeDocument/2006/relationships/slide" Target="slides/slide120.xml"/><Relationship Id="rId248" Type="http://schemas.openxmlformats.org/officeDocument/2006/relationships/font" Target="fonts/Oxygen-regular.fntdata"/><Relationship Id="rId126" Type="http://schemas.openxmlformats.org/officeDocument/2006/relationships/slide" Target="slides/slide119.xml"/><Relationship Id="rId247" Type="http://schemas.openxmlformats.org/officeDocument/2006/relationships/font" Target="fonts/Economica-boldItalic.fntdata"/><Relationship Id="rId121" Type="http://schemas.openxmlformats.org/officeDocument/2006/relationships/slide" Target="slides/slide114.xml"/><Relationship Id="rId242" Type="http://schemas.openxmlformats.org/officeDocument/2006/relationships/slide" Target="slides/slide235.xml"/><Relationship Id="rId120" Type="http://schemas.openxmlformats.org/officeDocument/2006/relationships/slide" Target="slides/slide113.xml"/><Relationship Id="rId241" Type="http://schemas.openxmlformats.org/officeDocument/2006/relationships/slide" Target="slides/slide234.xml"/><Relationship Id="rId240" Type="http://schemas.openxmlformats.org/officeDocument/2006/relationships/slide" Target="slides/slide233.xml"/><Relationship Id="rId125" Type="http://schemas.openxmlformats.org/officeDocument/2006/relationships/slide" Target="slides/slide118.xml"/><Relationship Id="rId246" Type="http://schemas.openxmlformats.org/officeDocument/2006/relationships/font" Target="fonts/Economica-italic.fntdata"/><Relationship Id="rId124" Type="http://schemas.openxmlformats.org/officeDocument/2006/relationships/slide" Target="slides/slide117.xml"/><Relationship Id="rId245" Type="http://schemas.openxmlformats.org/officeDocument/2006/relationships/font" Target="fonts/Economica-bold.fntdata"/><Relationship Id="rId123" Type="http://schemas.openxmlformats.org/officeDocument/2006/relationships/slide" Target="slides/slide116.xml"/><Relationship Id="rId244" Type="http://schemas.openxmlformats.org/officeDocument/2006/relationships/font" Target="fonts/Economica-regular.fntdata"/><Relationship Id="rId122" Type="http://schemas.openxmlformats.org/officeDocument/2006/relationships/slide" Target="slides/slide115.xml"/><Relationship Id="rId243" Type="http://schemas.openxmlformats.org/officeDocument/2006/relationships/slide" Target="slides/slide236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239" Type="http://schemas.openxmlformats.org/officeDocument/2006/relationships/slide" Target="slides/slide232.xml"/><Relationship Id="rId117" Type="http://schemas.openxmlformats.org/officeDocument/2006/relationships/slide" Target="slides/slide110.xml"/><Relationship Id="rId238" Type="http://schemas.openxmlformats.org/officeDocument/2006/relationships/slide" Target="slides/slide231.xml"/><Relationship Id="rId116" Type="http://schemas.openxmlformats.org/officeDocument/2006/relationships/slide" Target="slides/slide109.xml"/><Relationship Id="rId237" Type="http://schemas.openxmlformats.org/officeDocument/2006/relationships/slide" Target="slides/slide230.xml"/><Relationship Id="rId115" Type="http://schemas.openxmlformats.org/officeDocument/2006/relationships/slide" Target="slides/slide108.xml"/><Relationship Id="rId236" Type="http://schemas.openxmlformats.org/officeDocument/2006/relationships/slide" Target="slides/slide229.xml"/><Relationship Id="rId119" Type="http://schemas.openxmlformats.org/officeDocument/2006/relationships/slide" Target="slides/slide112.xml"/><Relationship Id="rId110" Type="http://schemas.openxmlformats.org/officeDocument/2006/relationships/slide" Target="slides/slide103.xml"/><Relationship Id="rId231" Type="http://schemas.openxmlformats.org/officeDocument/2006/relationships/slide" Target="slides/slide224.xml"/><Relationship Id="rId230" Type="http://schemas.openxmlformats.org/officeDocument/2006/relationships/slide" Target="slides/slide223.xml"/><Relationship Id="rId114" Type="http://schemas.openxmlformats.org/officeDocument/2006/relationships/slide" Target="slides/slide107.xml"/><Relationship Id="rId235" Type="http://schemas.openxmlformats.org/officeDocument/2006/relationships/slide" Target="slides/slide228.xml"/><Relationship Id="rId113" Type="http://schemas.openxmlformats.org/officeDocument/2006/relationships/slide" Target="slides/slide106.xml"/><Relationship Id="rId234" Type="http://schemas.openxmlformats.org/officeDocument/2006/relationships/slide" Target="slides/slide227.xml"/><Relationship Id="rId112" Type="http://schemas.openxmlformats.org/officeDocument/2006/relationships/slide" Target="slides/slide105.xml"/><Relationship Id="rId233" Type="http://schemas.openxmlformats.org/officeDocument/2006/relationships/slide" Target="slides/slide226.xml"/><Relationship Id="rId111" Type="http://schemas.openxmlformats.org/officeDocument/2006/relationships/slide" Target="slides/slide104.xml"/><Relationship Id="rId232" Type="http://schemas.openxmlformats.org/officeDocument/2006/relationships/slide" Target="slides/slide225.xml"/><Relationship Id="rId206" Type="http://schemas.openxmlformats.org/officeDocument/2006/relationships/slide" Target="slides/slide199.xml"/><Relationship Id="rId205" Type="http://schemas.openxmlformats.org/officeDocument/2006/relationships/slide" Target="slides/slide198.xml"/><Relationship Id="rId204" Type="http://schemas.openxmlformats.org/officeDocument/2006/relationships/slide" Target="slides/slide197.xml"/><Relationship Id="rId203" Type="http://schemas.openxmlformats.org/officeDocument/2006/relationships/slide" Target="slides/slide196.xml"/><Relationship Id="rId209" Type="http://schemas.openxmlformats.org/officeDocument/2006/relationships/slide" Target="slides/slide202.xml"/><Relationship Id="rId208" Type="http://schemas.openxmlformats.org/officeDocument/2006/relationships/slide" Target="slides/slide201.xml"/><Relationship Id="rId207" Type="http://schemas.openxmlformats.org/officeDocument/2006/relationships/slide" Target="slides/slide200.xml"/><Relationship Id="rId202" Type="http://schemas.openxmlformats.org/officeDocument/2006/relationships/slide" Target="slides/slide195.xml"/><Relationship Id="rId201" Type="http://schemas.openxmlformats.org/officeDocument/2006/relationships/slide" Target="slides/slide194.xml"/><Relationship Id="rId200" Type="http://schemas.openxmlformats.org/officeDocument/2006/relationships/slide" Target="slides/slide19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a445e69ea7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a445e69ea7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445e69e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445e69e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a445e69ea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a445e69ea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a445e69ea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a445e69ea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a445e69ea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a445e69ea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a445e69ea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a445e69ea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a445e69ea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a445e69ea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a445e69ea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a445e69ea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a445e69ea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a445e69ea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a445e69ea7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a445e69ea7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445e69ea7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445e69ea7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a445e69ea7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a445e69ea7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a445e69ea7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a445e69ea7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a445e69ea7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a445e69ea7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a445e69ea7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a445e69ea7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a445e69ea7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a445e69ea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a445e69ea7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a445e69ea7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a445e69ea7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a445e69ea7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a445e69ea7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a445e69ea7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a445e69ea7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a445e69ea7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a445e69ea7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2a445e69ea7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a445e69ea7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a445e69ea7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a445e69ea7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a445e69ea7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a445e69ea7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a445e69ea7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a445e69ea7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a445e69ea7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a445e69ea7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2a445e69ea7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a445e69ea7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a445e69ea7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a445e69ea7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a445e69ea7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a445e69ea7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2a445e69ea7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2a445e69ea7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2a445e69ea7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a445e69ea7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a445e69ea7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a445e69ea7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a445e69ea7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a445e69ea7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a445e69ea7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a445e69ea7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a445e69ea7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a445e69ea7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a445e69ea7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a445e69ea7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a445e69ea7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a445e69ea7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a445e69ea7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a445e69ea7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a445e69ea7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a445e69ea7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a445e69ea7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a445e69ea7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a445e69ea7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a445e69ea7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a445e69ea7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a445e69ea7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a445e69ea7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a445e69ea7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2a445e69ea7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a445e69ea7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a445e69ea7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a445e69ea7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a445e69ea7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a445e69ea7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a445e69ea7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a445e69ea7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a445e69ea7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2a445e69ea7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2a445e69ea7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07cff84c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07cff84c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07cff84cf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307cff84cf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07cff84cf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07cff84cf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07cff84cf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307cff84cf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07cff84cf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307cff84cf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07cff84cfd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07cff84cf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07cff84cf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307cff84cf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307cff84cfd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307cff84cfd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07cff84cf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307cff84cf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07cff84cfd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307cff84cfd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07cff84cfd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307cff84cfd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07cff84cfd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307cff84cfd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307cff84cfd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307cff84cfd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307cff84cfd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307cff84cfd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307cff84cfd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307cff84cfd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307cff84cfd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307cff84cfd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307cff84cfd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307cff84cfd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307cff84cfd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307cff84cfd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07cff84cfd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307cff84cfd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307cff84cfd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307cff84cfd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307cff84cfd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307cff84cfd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307cff84cfd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307cff84cfd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307cff84cfd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307cff84cfd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307cff84cfd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307cff84cfd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307cff84cfd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307cff84cfd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307cff84cfd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307cff84cfd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307cff84cfd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307cff84cfd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307cff84cfd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307cff84cfd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307cff84cfd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307cff84cfd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307cff84cfd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307cff84cfd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307cff84cfd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307cff84cfd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g307cff84cfd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307cff84cfd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307cff84cfd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307cff84cfd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307cff84cfd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307cff84cfd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307cff84cfd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307cff84cfd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307cff84cfd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307cff84cfd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07cff84cfd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307cff84cfd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g307cff84cfd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4" name="Google Shape;2014;g307cff84cfd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g307cff84cfd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0" name="Google Shape;2030;g307cff84cfd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g2a445e69ea7_0_2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2" name="Google Shape;2052;g2a445e69ea7_0_2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2a445e69ea7_0_1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2a445e69ea7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2a445e69ea7_0_1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2a445e69ea7_0_1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g2a445e69ea7_0_1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7" name="Google Shape;2117;g2a445e69ea7_0_1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g2a445e69ea7_0_1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8" name="Google Shape;2148;g2a445e69ea7_0_1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2a445e69ea7_0_1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8" name="Google Shape;2178;g2a445e69ea7_0_1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g2a445e69ea7_0_1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9" name="Google Shape;2209;g2a445e69ea7_0_1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g2a445e69ea7_0_1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0" name="Google Shape;2240;g2a445e69ea7_0_1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g2a445e69ea7_0_1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1" name="Google Shape;2271;g2a445e69ea7_0_1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g2a445e69ea7_0_1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1" name="Google Shape;2301;g2a445e69ea7_0_1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g2a445e69ea7_0_1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2" name="Google Shape;2332;g2a445e69ea7_0_1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2a445e69ea7_0_1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2a445e69ea7_0_1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g2a445e69ea7_0_1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7" name="Google Shape;2397;g2a445e69ea7_0_1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g2a445e69ea7_0_1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0" name="Google Shape;2430;g2a445e69ea7_0_1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9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g2a445e69ea7_0_1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1" name="Google Shape;2461;g2a445e69ea7_0_1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g2a445e69ea7_0_1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3" name="Google Shape;2493;g2a445e69ea7_0_1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4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2a445e69ea7_0_2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2a445e69ea7_0_2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7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g307cff84cfd_0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9" name="Google Shape;2559;g307cff84cfd_0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2" name="Shape 2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Google Shape;2563;g307cff84cfd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4" name="Google Shape;2564;g307cff84cfd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2" name="Shape 2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3" name="Google Shape;2593;g307cff84cfd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4" name="Google Shape;2594;g307cff84cfd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g307cff84cfd_0_1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4" name="Google Shape;2624;g307cff84cfd_0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g307cff84cfd_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4" name="Google Shape;2654;g307cff84cfd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3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Google Shape;2684;g307cff84cfd_0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5" name="Google Shape;2685;g307cff84cfd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5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g307cff84cfd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7" name="Google Shape;2717;g307cff84cfd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8" name="Shape 2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9" name="Google Shape;2749;g307cff84cfd_0_1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0" name="Google Shape;2750;g307cff84cfd_0_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8" name="Shape 2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Google Shape;2779;g307cff84cfd_0_1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0" name="Google Shape;2780;g307cff84cfd_0_1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g307cff84cfd_0_1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0" name="Google Shape;2810;g307cff84cfd_0_1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9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g307cff84cfd_0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1" name="Google Shape;2841;g307cff84cfd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g307cff84cfd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3" name="Google Shape;2873;g307cff84cfd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6" name="Shape 2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Google Shape;2877;g307cff84cfd_0_1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8" name="Google Shape;2878;g307cff84cfd_0_1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g307cff84cfd_0_1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8" name="Google Shape;2908;g307cff84cfd_0_1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6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g307cff84cfd_0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8" name="Google Shape;2938;g307cff84cfd_0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6" name="Shape 2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7" name="Google Shape;2967;g307cff84cfd_0_1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8" name="Google Shape;2968;g307cff84cfd_0_1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g307cff84cfd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8" name="Google Shape;2998;g307cff84cfd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7" name="Shape 3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Google Shape;3028;g307cff84cfd_0_1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9" name="Google Shape;3029;g307cff84cfd_0_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9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g307cff84cfd_0_1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1" name="Google Shape;3061;g307cff84cfd_0_1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9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g307cff84cfd_0_1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1" name="Google Shape;3091;g307cff84cfd_0_1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0" name="Shape 3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1" name="Google Shape;3121;g307cff84cfd_0_1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2" name="Google Shape;3122;g307cff84cfd_0_1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2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Google Shape;3153;g307cff84cfd_0_1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4" name="Google Shape;3154;g307cff84cfd_0_1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2" name="Shape 3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" name="Google Shape;3183;g307cff84cfd_0_1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4" name="Google Shape;3184;g307cff84cfd_0_1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3" name="Shape 3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4" name="Google Shape;3214;g307cff84cfd_0_1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5" name="Google Shape;3215;g307cff84cfd_0_1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307cff84cfd_0_1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307cff84cfd_0_1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5" name="Shape 3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" name="Google Shape;3276;g307cff84cfd_0_1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7" name="Google Shape;3277;g307cff84cfd_0_1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g307cff84cfd_0_1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8" name="Google Shape;3308;g307cff84cfd_0_1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7" name="Shape 3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" name="Google Shape;3338;g307cff84cfd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9" name="Google Shape;3339;g307cff84cfd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0" name="Shape 3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1" name="Google Shape;3371;g307cff84cfd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2" name="Google Shape;3372;g307cff84cfd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3" name="Shape 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Google Shape;3404;g307cff84cfd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5" name="Google Shape;3405;g307cff84cfd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7" name="Shape 3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8" name="Google Shape;3438;g307cff84cfd_0_2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9" name="Google Shape;3439;g307cff84cfd_0_2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2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" name="Google Shape;3443;g307cff84cfd_0_2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4" name="Google Shape;3444;g307cff84cfd_0_2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9" name="Shape 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0" name="Google Shape;3460;g307cff84cfd_0_2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1" name="Google Shape;3461;g307cff84cfd_0_2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9" name="Shape 3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0" name="Google Shape;3480;g307cff84cfd_0_2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1" name="Google Shape;3481;g307cff84cfd_0_2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9" name="Shape 3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0" name="Google Shape;3500;g307cff84cfd_0_2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1" name="Google Shape;3501;g307cff84cfd_0_2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9" name="Shape 3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0" name="Google Shape;3520;g307cff84cfd_0_2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1" name="Google Shape;3521;g307cff84cfd_0_2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9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g307cff84cfd_0_2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1" name="Google Shape;3541;g307cff84cfd_0_2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9" name="Shape 3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0" name="Google Shape;3560;g307cff84cfd_0_2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1" name="Google Shape;3561;g307cff84cfd_0_2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4" name="Shape 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5" name="Google Shape;3565;g307cff84cfd_0_2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6" name="Google Shape;3566;g307cff84cfd_0_2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2" name="Google Shape;3582;g307cff84cfd_0_2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3" name="Google Shape;3583;g307cff84cfd_0_2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0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g307cff84cfd_0_2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2" name="Google Shape;3602;g307cff84cfd_0_2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9" name="Shape 3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0" name="Google Shape;3620;g307cff84cfd_0_2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1" name="Google Shape;3621;g307cff84cfd_0_2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2" name="Shape 3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g307cff84cfd_0_2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4" name="Google Shape;3644;g307cff84cfd_0_2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2" name="Google Shape;3662;g307cff84cfd_0_2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3" name="Google Shape;3663;g307cff84cfd_0_2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8" name="Shape 3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9" name="Google Shape;3679;g307cff84cfd_0_2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0" name="Google Shape;3680;g307cff84cfd_0_2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5" name="Shape 3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" name="Google Shape;3696;g307cff84cfd_0_2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7" name="Google Shape;3697;g307cff84cfd_0_2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2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3" name="Google Shape;3713;g307cff84cfd_0_2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4" name="Google Shape;3714;g307cff84cfd_0_2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9" name="Shape 3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0" name="Google Shape;3730;g307cff84cfd_0_2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1" name="Google Shape;3731;g307cff84cfd_0_2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6" name="Shape 3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" name="Google Shape;3747;g307cff84cfd_0_2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8" name="Google Shape;3748;g307cff84cfd_0_2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3" name="Shape 3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4" name="Google Shape;3764;g307cff84cfd_0_2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5" name="Google Shape;3765;g307cff84cfd_0_2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0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g307cff84cfd_0_2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2" name="Google Shape;3782;g307cff84cfd_0_2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7" name="Shape 3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8" name="Google Shape;3798;g307cff84cfd_0_2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9" name="Google Shape;3799;g307cff84cfd_0_2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4" name="Shape 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Google Shape;3815;g307cff84cfd_0_2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6" name="Google Shape;3816;g307cff84cfd_0_2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1" name="Shape 3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2" name="Google Shape;3832;g307cff84cfd_0_2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3" name="Google Shape;3833;g307cff84cfd_0_2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6" name="Shape 3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7" name="Google Shape;3837;g307cff84cfd_0_2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8" name="Google Shape;3838;g307cff84cfd_0_2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6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g307cff84cfd_0_2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8" name="Google Shape;3858;g307cff84cfd_0_2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6" name="Shape 3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7" name="Google Shape;3877;g307cff84cfd_0_2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8" name="Google Shape;3878;g307cff84cfd_0_2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6" name="Shape 3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7" name="Google Shape;3897;g307cff84cfd_0_2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8" name="Google Shape;3898;g307cff84cfd_0_2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6" name="Shape 3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7" name="Google Shape;3917;g307cff84cfd_0_2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8" name="Google Shape;3918;g307cff84cfd_0_2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6" name="Shape 3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7" name="Google Shape;3937;g307cff84cfd_0_2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8" name="Google Shape;3938;g307cff84cfd_0_2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7" name="Shape 3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8" name="Google Shape;3958;g307cff84cfd_0_2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9" name="Google Shape;3959;g307cff84cfd_0_2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9" name="Shape 3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0" name="Google Shape;3980;g307cff84cfd_0_2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1" name="Google Shape;3981;g307cff84cfd_0_2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1" name="Shape 4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2" name="Google Shape;4002;g307cff84cfd_0_2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3" name="Google Shape;4003;g307cff84cfd_0_2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3" name="Shape 4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" name="Google Shape;4024;g307cff84cfd_0_2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5" name="Google Shape;4025;g307cff84cfd_0_2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8" name="Shape 4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9" name="Google Shape;4029;g307cff84cfd_0_2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0" name="Google Shape;4030;g307cff84cfd_0_2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5" name="Shape 4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6" name="Google Shape;4076;g307cff84cfd_0_2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7" name="Google Shape;4077;g307cff84cfd_0_2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8" name="Shape 4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9" name="Google Shape;4119;g307cff84cfd_0_2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0" name="Google Shape;4120;g307cff84cfd_0_2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3" name="Shape 4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4" name="Google Shape;4164;g307cff84cfd_0_3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5" name="Google Shape;4165;g307cff84cfd_0_3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8" name="Shape 4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9" name="Google Shape;4209;g307cff84cfd_0_3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0" name="Google Shape;4210;g307cff84cfd_0_3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2" name="Shape 4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Google Shape;4253;g307cff84cfd_0_3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4" name="Google Shape;4254;g307cff84cfd_0_3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8" name="Shape 4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9" name="Google Shape;4299;g307cff84cfd_0_3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0" name="Google Shape;4300;g307cff84cfd_0_3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3" name="Shape 4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4" name="Google Shape;4344;g307cff84cfd_0_3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5" name="Google Shape;4345;g307cff84cfd_0_3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7" name="Shape 4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8" name="Google Shape;4388;g307cff84cfd_0_3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9" name="Google Shape;4389;g307cff84cfd_0_3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3" name="Shape 4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4" name="Google Shape;4434;g307cff84cfd_0_3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5" name="Google Shape;4435;g307cff84cfd_0_3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1" name="Shape 4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2" name="Google Shape;4482;g307cff84cfd_0_3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3" name="Google Shape;4483;g307cff84cfd_0_3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7" name="Shape 4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8" name="Google Shape;4528;g307cff84cfd_0_3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9" name="Google Shape;4529;g307cff84cfd_0_3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2" name="Shape 4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3" name="Google Shape;4573;g307cff84cfd_0_3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4" name="Google Shape;4574;g307cff84cfd_0_3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7" name="Shape 4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" name="Google Shape;4618;g307cff84cfd_0_3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9" name="Google Shape;4619;g307cff84cfd_0_3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4" name="Shape 4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5" name="Google Shape;4665;g2a445e69ea7_0_2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6" name="Google Shape;4666;g2a445e69ea7_0_2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9" name="Shape 4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0" name="Google Shape;4670;g2a445e69ea7_0_2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1" name="Google Shape;4671;g2a445e69ea7_0_2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8" name="Shape 4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" name="Google Shape;4689;g2a445e69ea7_0_2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0" name="Google Shape;4690;g2a445e69ea7_0_2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7" name="Shape 4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8" name="Google Shape;4708;g2a445e69ea7_0_2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9" name="Google Shape;4709;g2a445e69ea7_0_2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6" name="Shape 4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7" name="Google Shape;4727;g2a445e69ea7_0_2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8" name="Google Shape;4728;g2a445e69ea7_0_2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5" name="Shape 4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6" name="Google Shape;4746;g2a445e69ea7_0_2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7" name="Google Shape;4747;g2a445e69ea7_0_2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4" name="Shape 4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5" name="Google Shape;4765;g2a445e69ea7_0_2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6" name="Google Shape;4766;g2a445e69ea7_0_2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3" name="Shape 4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4" name="Google Shape;4784;g2a445e69ea7_0_2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5" name="Google Shape;4785;g2a445e69ea7_0_2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2" name="Shape 4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3" name="Google Shape;4803;g2a445e69ea7_0_2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4" name="Google Shape;4804;g2a445e69ea7_0_2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1" name="Shape 4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2" name="Google Shape;4822;g2a445e69ea7_0_2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3" name="Google Shape;4823;g2a445e69ea7_0_2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0" name="Shape 4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1" name="Google Shape;4841;g2a445e69ea7_0_2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2" name="Google Shape;4842;g2a445e69ea7_0_2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8" name="Shape 4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9" name="Google Shape;4869;g2a445e69ea7_0_2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0" name="Google Shape;4870;g2a445e69ea7_0_2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6" name="Shape 4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7" name="Google Shape;4897;g2a445e69ea7_0_2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8" name="Google Shape;4898;g2a445e69ea7_0_2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6" name="Shape 4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7" name="Google Shape;4927;g2a445e69ea7_0_2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8" name="Google Shape;4928;g2a445e69ea7_0_2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4" name="Shape 4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5" name="Google Shape;4955;g2a445e69ea7_0_2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6" name="Google Shape;4956;g2a445e69ea7_0_2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4" name="Shape 4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5" name="Google Shape;4985;g2a445e69ea7_0_2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6" name="Google Shape;4986;g2a445e69ea7_0_2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2" name="Shape 5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3" name="Google Shape;5013;g2a445e69ea7_0_2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4" name="Google Shape;5014;g2a445e69ea7_0_2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2" name="Shape 5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3" name="Google Shape;5043;g307cff84cfd_0_4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4" name="Google Shape;5044;g307cff84cfd_0_4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7" name="Shape 5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" name="Google Shape;5048;g307cff84cfd_0_4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9" name="Google Shape;5049;g307cff84cfd_0_4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7" name="Shape 5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" name="Google Shape;5058;g307cff84cfd_0_4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9" name="Google Shape;5059;g307cff84cfd_0_4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8" name="Shape 5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9" name="Google Shape;5069;g307cff84cfd_0_4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0" name="Google Shape;5070;g307cff84cfd_0_4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9" name="Shape 5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0" name="Google Shape;5080;g307cff84cfd_0_4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1" name="Google Shape;5081;g307cff84cfd_0_4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1" name="Shape 5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2" name="Google Shape;5092;g307cff84cfd_0_4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3" name="Google Shape;5093;g307cff84cfd_0_4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4" name="Shape 5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5" name="Google Shape;5105;g307cff84cfd_0_4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6" name="Google Shape;5106;g307cff84cfd_0_4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6" name="Shape 5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7" name="Google Shape;5117;g307cff84cfd_0_4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8" name="Google Shape;5118;g307cff84cfd_0_4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8" name="Shape 5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Google Shape;5129;g307cff84cfd_0_4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0" name="Google Shape;5130;g307cff84cfd_0_4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0" name="Shape 5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Google Shape;5141;g307cff84cfd_0_4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2" name="Google Shape;5142;g307cff84cfd_0_4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2" name="Shape 5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3" name="Google Shape;5153;g307cff84cfd_0_4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4" name="Google Shape;5154;g307cff84cfd_0_4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3" name="Shape 5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4" name="Google Shape;5164;g307cff84cfd_0_4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5" name="Google Shape;5165;g307cff84cfd_0_4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4" name="Shape 5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5" name="Google Shape;5175;g307cff84cfd_0_4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6" name="Google Shape;5176;g307cff84cfd_0_4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5" name="Shape 5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6" name="Google Shape;5186;g307cff84cfd_0_4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7" name="Google Shape;5187;g307cff84cfd_0_4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6" name="Shape 5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7" name="Google Shape;5197;g307cff84cfd_0_4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8" name="Google Shape;5198;g307cff84cfd_0_4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7" name="Shape 5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8" name="Google Shape;5208;g307cff84cfd_0_4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9" name="Google Shape;5209;g307cff84cfd_0_4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7" name="Shape 5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8" name="Google Shape;5218;g307cff84cfd_0_4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9" name="Google Shape;5219;g307cff84cfd_0_4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7" name="Shape 5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8" name="Google Shape;5228;g307cff84cfd_0_4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9" name="Google Shape;5229;g307cff84cfd_0_4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7" name="Shape 5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8" name="Google Shape;5238;g307cff84cfd_0_4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9" name="Google Shape;5239;g307cff84cfd_0_4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1" name="Shape 5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2" name="Google Shape;5252;g307cff84cfd_0_4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3" name="Google Shape;5253;g307cff84cfd_0_4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7" name="Shape 5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8" name="Google Shape;5268;g307cff84cfd_0_4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9" name="Google Shape;5269;g307cff84cfd_0_4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3" name="Shape 5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4" name="Google Shape;5284;g307cff84cfd_0_4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5" name="Google Shape;5285;g307cff84cfd_0_4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0" name="Shape 5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1" name="Google Shape;5301;g307cff84cfd_0_4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2" name="Google Shape;5302;g307cff84cfd_0_4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6" name="Shape 5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7" name="Google Shape;5317;g307cff84cfd_0_4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8" name="Google Shape;5318;g307cff84cfd_0_4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0" name="Shape 5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1" name="Google Shape;5331;g307cff84cfd_0_4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2" name="Google Shape;5332;g307cff84cfd_0_4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5" name="Shape 5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6" name="Google Shape;5346;g307cff84cfd_0_4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7" name="Google Shape;5347;g307cff84cfd_0_4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9" name="Shape 5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0" name="Google Shape;5360;g307cff84cfd_0_4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1" name="Google Shape;5361;g307cff84cfd_0_4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4" name="Shape 5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5" name="Google Shape;5375;g307cff84cfd_0_4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6" name="Google Shape;5376;g307cff84cfd_0_4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6" name="Shape 5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7" name="Google Shape;5387;g307cff84cfd_0_4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8" name="Google Shape;5388;g307cff84cfd_0_4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8" name="Shape 5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9" name="Google Shape;5399;g307cff84cfd_0_4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0" name="Google Shape;5400;g307cff84cfd_0_4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0" name="Shape 5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1" name="Google Shape;5411;g307cff84cfd_0_4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2" name="Google Shape;5412;g307cff84cfd_0_4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1" name="Shape 5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2" name="Google Shape;5422;g307cff84cfd_0_4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3" name="Google Shape;5423;g307cff84cfd_0_4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4" name="Shape 5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5" name="Google Shape;5435;g307cff84cfd_0_4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6" name="Google Shape;5436;g307cff84cfd_0_4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5" name="Shape 5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6" name="Google Shape;5446;g307cff84cfd_0_4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7" name="Google Shape;5447;g307cff84cfd_0_4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6" name="Shape 5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" name="Google Shape;5457;g307cff84cfd_0_4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8" name="Google Shape;5458;g307cff84cfd_0_4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8" name="Shape 5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9" name="Google Shape;5469;g307cff84cfd_0_4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0" name="Google Shape;5470;g307cff84cfd_0_4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.gif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.gif"/><Relationship Id="rId4" Type="http://schemas.openxmlformats.org/officeDocument/2006/relationships/image" Target="../media/image9.gif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gif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.gif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8.gif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1.gif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.gif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3.gif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.gif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.gif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.gif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.gif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6.gif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5.gif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.gif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1.gif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4.gif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25.gif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2.gif"/><Relationship Id="rId4" Type="http://schemas.openxmlformats.org/officeDocument/2006/relationships/image" Target="../media/image25.gif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2.gif"/><Relationship Id="rId4" Type="http://schemas.openxmlformats.org/officeDocument/2006/relationships/image" Target="../media/image25.gif"/><Relationship Id="rId5" Type="http://schemas.openxmlformats.org/officeDocument/2006/relationships/image" Target="../media/image18.gif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20.gif"/><Relationship Id="rId4" Type="http://schemas.openxmlformats.org/officeDocument/2006/relationships/image" Target="../media/image12.gif"/><Relationship Id="rId5" Type="http://schemas.openxmlformats.org/officeDocument/2006/relationships/image" Target="../media/image25.gif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1.gif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4.gif"/><Relationship Id="rId4" Type="http://schemas.openxmlformats.org/officeDocument/2006/relationships/image" Target="../media/image11.gif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4.gif"/><Relationship Id="rId4" Type="http://schemas.openxmlformats.org/officeDocument/2006/relationships/image" Target="../media/image11.gif"/><Relationship Id="rId5" Type="http://schemas.openxmlformats.org/officeDocument/2006/relationships/image" Target="../media/image17.gif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23.gif"/><Relationship Id="rId4" Type="http://schemas.openxmlformats.org/officeDocument/2006/relationships/image" Target="../media/image14.gif"/><Relationship Id="rId5" Type="http://schemas.openxmlformats.org/officeDocument/2006/relationships/image" Target="../media/image11.gif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22.gif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2.gif"/><Relationship Id="rId4" Type="http://schemas.openxmlformats.org/officeDocument/2006/relationships/image" Target="../media/image15.gif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22.gif"/><Relationship Id="rId4" Type="http://schemas.openxmlformats.org/officeDocument/2006/relationships/image" Target="../media/image15.gif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9.gif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9.gif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6.gif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24.png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24.png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24.png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24.png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24.png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24.png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8.xml"/><Relationship Id="rId3" Type="http://schemas.openxmlformats.org/officeDocument/2006/relationships/image" Target="../media/image24.png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9.xml"/><Relationship Id="rId3" Type="http://schemas.openxmlformats.org/officeDocument/2006/relationships/image" Target="../media/image24.png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0.xml"/><Relationship Id="rId3" Type="http://schemas.openxmlformats.org/officeDocument/2006/relationships/image" Target="../media/image24.png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1.xml"/><Relationship Id="rId3" Type="http://schemas.openxmlformats.org/officeDocument/2006/relationships/image" Target="../media/image24.png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2.xml"/><Relationship Id="rId3" Type="http://schemas.openxmlformats.org/officeDocument/2006/relationships/image" Target="../media/image24.png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24.png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24.png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24.png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24.png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24.png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24.png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24.png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24.png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24.png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24.png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24.png"/><Relationship Id="rId4" Type="http://schemas.openxmlformats.org/officeDocument/2006/relationships/image" Target="../media/image31.gif"/><Relationship Id="rId5" Type="http://schemas.openxmlformats.org/officeDocument/2006/relationships/image" Target="../media/image27.gif"/><Relationship Id="rId6" Type="http://schemas.openxmlformats.org/officeDocument/2006/relationships/image" Target="../media/image28.gif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24.png"/><Relationship Id="rId4" Type="http://schemas.openxmlformats.org/officeDocument/2006/relationships/image" Target="../media/image31.gif"/><Relationship Id="rId5" Type="http://schemas.openxmlformats.org/officeDocument/2006/relationships/image" Target="../media/image34.gif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24.png"/><Relationship Id="rId4" Type="http://schemas.openxmlformats.org/officeDocument/2006/relationships/image" Target="../media/image31.gif"/><Relationship Id="rId5" Type="http://schemas.openxmlformats.org/officeDocument/2006/relationships/image" Target="../media/image34.gif"/><Relationship Id="rId6" Type="http://schemas.openxmlformats.org/officeDocument/2006/relationships/image" Target="../media/image35.gif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24.png"/><Relationship Id="rId4" Type="http://schemas.openxmlformats.org/officeDocument/2006/relationships/image" Target="../media/image29.gif"/><Relationship Id="rId5" Type="http://schemas.openxmlformats.org/officeDocument/2006/relationships/image" Target="../media/image27.gif"/></Relationships>
</file>

<file path=ppt/slides/_rels/slide2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24.png"/><Relationship Id="rId4" Type="http://schemas.openxmlformats.org/officeDocument/2006/relationships/image" Target="../media/image29.gif"/><Relationship Id="rId5" Type="http://schemas.openxmlformats.org/officeDocument/2006/relationships/image" Target="../media/image27.gif"/><Relationship Id="rId6" Type="http://schemas.openxmlformats.org/officeDocument/2006/relationships/image" Target="../media/image30.gif"/></Relationships>
</file>

<file path=ppt/slides/_rels/slide2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24.png"/></Relationships>
</file>

<file path=ppt/slides/_rels/slide2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2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24.png"/><Relationship Id="rId4" Type="http://schemas.openxmlformats.org/officeDocument/2006/relationships/image" Target="../media/image36.png"/></Relationships>
</file>

<file path=ppt/slides/_rels/slide2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2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2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/Relationships>
</file>

<file path=ppt/slides/_rels/slide2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24.png"/><Relationship Id="rId4" Type="http://schemas.openxmlformats.org/officeDocument/2006/relationships/image" Target="../media/image38.gif"/></Relationships>
</file>

<file path=ppt/slides/_rels/slide2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24.png"/><Relationship Id="rId4" Type="http://schemas.openxmlformats.org/officeDocument/2006/relationships/image" Target="../media/image40.gif"/></Relationships>
</file>

<file path=ppt/slides/_rels/slide2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5.xml"/><Relationship Id="rId3" Type="http://schemas.openxmlformats.org/officeDocument/2006/relationships/image" Target="../media/image24.png"/><Relationship Id="rId4" Type="http://schemas.openxmlformats.org/officeDocument/2006/relationships/image" Target="../media/image39.gif"/></Relationships>
</file>

<file path=ppt/slides/_rels/slide2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6.xml"/><Relationship Id="rId3" Type="http://schemas.openxmlformats.org/officeDocument/2006/relationships/image" Target="../media/image24.png"/><Relationship Id="rId4" Type="http://schemas.openxmlformats.org/officeDocument/2006/relationships/image" Target="../media/image4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Graph Theory</a:t>
            </a:r>
            <a:endParaRPr/>
          </a:p>
        </p:txBody>
      </p:sp>
      <p:sp>
        <p:nvSpPr>
          <p:cNvPr id="119" name="Google Shape;119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SOCIOL 208A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Elements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1225225"/>
            <a:ext cx="4941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(G) is an abstract mathematical object (not a picture!) consisting of: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V,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Vertices represent actors or entities in the social network</a:t>
            </a:r>
            <a:endParaRPr i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2" name="Google Shape;132;p28"/>
          <p:cNvCxnSpPr>
            <a:stCxn id="131" idx="6"/>
            <a:endCxn id="13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" name="Google Shape;134;p2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5" name="Google Shape;135;p2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6" name="Google Shape;136;p28"/>
          <p:cNvCxnSpPr>
            <a:stCxn id="135" idx="4"/>
            <a:endCxn id="13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8" name="Google Shape;138;p28"/>
          <p:cNvCxnSpPr>
            <a:stCxn id="131" idx="5"/>
            <a:endCxn id="13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2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0" name="Google Shape;140;p28"/>
          <p:cNvCxnSpPr>
            <a:stCxn id="139" idx="2"/>
            <a:endCxn id="13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2" name="Google Shape;142;p28"/>
          <p:cNvCxnSpPr>
            <a:stCxn id="141" idx="2"/>
            <a:endCxn id="13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2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4" name="Google Shape;144;p28"/>
          <p:cNvCxnSpPr>
            <a:stCxn id="143" idx="0"/>
            <a:endCxn id="14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8"/>
          <p:cNvCxnSpPr>
            <a:stCxn id="133" idx="4"/>
            <a:endCxn id="13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225225"/>
            <a:ext cx="4941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(G) is an abstract mathematical object (not a picture!) consisting of: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V,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Vertices represent actors or entities in the social network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edge set</a:t>
            </a:r>
            <a:r>
              <a:rPr lang="en"/>
              <a:t> E,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Edges represent links, ties, relations in the social network</a:t>
            </a:r>
            <a:endParaRPr i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3" name="Google Shape;153;p29"/>
          <p:cNvCxnSpPr>
            <a:stCxn id="152" idx="6"/>
            <a:endCxn id="15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2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5" name="Google Shape;155;p2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6" name="Google Shape;156;p2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7" name="Google Shape;157;p29"/>
          <p:cNvCxnSpPr>
            <a:stCxn id="156" idx="4"/>
            <a:endCxn id="15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9" name="Google Shape;159;p29"/>
          <p:cNvCxnSpPr>
            <a:stCxn id="152" idx="5"/>
            <a:endCxn id="15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1" name="Google Shape;161;p29"/>
          <p:cNvCxnSpPr>
            <a:stCxn id="160" idx="2"/>
            <a:endCxn id="15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3" name="Google Shape;163;p29"/>
          <p:cNvCxnSpPr>
            <a:stCxn id="162" idx="2"/>
            <a:endCxn id="16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5" name="Google Shape;165;p29"/>
          <p:cNvCxnSpPr>
            <a:stCxn id="164" idx="0"/>
            <a:endCxn id="16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9"/>
          <p:cNvCxnSpPr>
            <a:stCxn id="154" idx="4"/>
            <a:endCxn id="15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11700" y="1225225"/>
            <a:ext cx="4941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(G) is an abstract mathematical object (not a picture!) consisting of: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V,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Vertices represent actors or entities in the social network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edge set</a:t>
            </a:r>
            <a:r>
              <a:rPr lang="en"/>
              <a:t> E,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Edges represent links, ties, relations in the social network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Such that G = (V, E)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graph is a set of two sets!</a:t>
            </a:r>
            <a:endParaRPr/>
          </a:p>
        </p:txBody>
      </p:sp>
      <p:sp>
        <p:nvSpPr>
          <p:cNvPr id="173" name="Google Shape;173;p3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4" name="Google Shape;174;p30"/>
          <p:cNvCxnSpPr>
            <a:stCxn id="173" idx="6"/>
            <a:endCxn id="17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3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7" name="Google Shape;177;p3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8" name="Google Shape;178;p30"/>
          <p:cNvCxnSpPr>
            <a:stCxn id="177" idx="4"/>
            <a:endCxn id="17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3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0" name="Google Shape;180;p30"/>
          <p:cNvCxnSpPr>
            <a:stCxn id="173" idx="5"/>
            <a:endCxn id="17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3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2" name="Google Shape;182;p30"/>
          <p:cNvCxnSpPr>
            <a:stCxn id="181" idx="2"/>
            <a:endCxn id="17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3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4" name="Google Shape;184;p30"/>
          <p:cNvCxnSpPr>
            <a:stCxn id="183" idx="2"/>
            <a:endCxn id="18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3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6" name="Google Shape;186;p30"/>
          <p:cNvCxnSpPr>
            <a:stCxn id="185" idx="0"/>
            <a:endCxn id="18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30"/>
          <p:cNvCxnSpPr>
            <a:stCxn id="175" idx="4"/>
            <a:endCxn id="17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</p:txBody>
      </p:sp>
      <p:sp>
        <p:nvSpPr>
          <p:cNvPr id="194" name="Google Shape;194;p3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5" name="Google Shape;195;p31"/>
          <p:cNvCxnSpPr>
            <a:stCxn id="194" idx="6"/>
            <a:endCxn id="19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3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7" name="Google Shape;197;p3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8" name="Google Shape;198;p3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9" name="Google Shape;199;p31"/>
          <p:cNvCxnSpPr>
            <a:stCxn id="198" idx="4"/>
            <a:endCxn id="19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3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1" name="Google Shape;201;p31"/>
          <p:cNvCxnSpPr>
            <a:stCxn id="194" idx="5"/>
            <a:endCxn id="20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3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3" name="Google Shape;203;p31"/>
          <p:cNvCxnSpPr>
            <a:stCxn id="202" idx="2"/>
            <a:endCxn id="19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3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5" name="Google Shape;205;p31"/>
          <p:cNvCxnSpPr>
            <a:stCxn id="204" idx="2"/>
            <a:endCxn id="20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3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7" name="Google Shape;207;p31"/>
          <p:cNvCxnSpPr>
            <a:stCxn id="206" idx="0"/>
            <a:endCxn id="20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1"/>
          <p:cNvCxnSpPr>
            <a:stCxn id="196" idx="4"/>
            <a:endCxn id="20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31"/>
          <p:cNvSpPr txBox="1"/>
          <p:nvPr/>
        </p:nvSpPr>
        <p:spPr>
          <a:xfrm>
            <a:off x="7413625" y="1453175"/>
            <a:ext cx="13677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Adjacent Vertices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0" name="Google Shape;210;p31"/>
          <p:cNvCxnSpPr>
            <a:stCxn id="209" idx="2"/>
            <a:endCxn id="202" idx="0"/>
          </p:cNvCxnSpPr>
          <p:nvPr/>
        </p:nvCxnSpPr>
        <p:spPr>
          <a:xfrm flipH="1">
            <a:off x="7575775" y="2015375"/>
            <a:ext cx="521700" cy="68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31"/>
          <p:cNvCxnSpPr>
            <a:stCxn id="209" idx="2"/>
            <a:endCxn id="204" idx="0"/>
          </p:cNvCxnSpPr>
          <p:nvPr/>
        </p:nvCxnSpPr>
        <p:spPr>
          <a:xfrm>
            <a:off x="8097475" y="2015375"/>
            <a:ext cx="607200" cy="68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</p:txBody>
      </p:sp>
      <p:sp>
        <p:nvSpPr>
          <p:cNvPr id="218" name="Google Shape;218;p3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9" name="Google Shape;219;p32"/>
          <p:cNvCxnSpPr>
            <a:stCxn id="218" idx="6"/>
            <a:endCxn id="22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3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1" name="Google Shape;221;p3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3" name="Google Shape;223;p32"/>
          <p:cNvCxnSpPr>
            <a:stCxn id="222" idx="4"/>
            <a:endCxn id="22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3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5" name="Google Shape;225;p32"/>
          <p:cNvCxnSpPr>
            <a:stCxn id="218" idx="5"/>
            <a:endCxn id="22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7" name="Google Shape;227;p32"/>
          <p:cNvCxnSpPr>
            <a:stCxn id="226" idx="2"/>
            <a:endCxn id="22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3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9" name="Google Shape;229;p32"/>
          <p:cNvCxnSpPr>
            <a:stCxn id="228" idx="2"/>
            <a:endCxn id="22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3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1" name="Google Shape;231;p32"/>
          <p:cNvCxnSpPr>
            <a:stCxn id="230" idx="0"/>
            <a:endCxn id="22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2"/>
          <p:cNvCxnSpPr>
            <a:stCxn id="220" idx="4"/>
            <a:endCxn id="22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32"/>
          <p:cNvSpPr txBox="1"/>
          <p:nvPr/>
        </p:nvSpPr>
        <p:spPr>
          <a:xfrm>
            <a:off x="7251900" y="1036400"/>
            <a:ext cx="13677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Nonadjacent Vertices</a:t>
            </a:r>
            <a:endParaRPr sz="80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4" name="Google Shape;234;p32"/>
          <p:cNvCxnSpPr>
            <a:stCxn id="233" idx="2"/>
            <a:endCxn id="222" idx="7"/>
          </p:cNvCxnSpPr>
          <p:nvPr/>
        </p:nvCxnSpPr>
        <p:spPr>
          <a:xfrm flipH="1">
            <a:off x="6726750" y="1598600"/>
            <a:ext cx="1209000" cy="147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32"/>
          <p:cNvCxnSpPr>
            <a:stCxn id="233" idx="2"/>
            <a:endCxn id="226" idx="7"/>
          </p:cNvCxnSpPr>
          <p:nvPr/>
        </p:nvCxnSpPr>
        <p:spPr>
          <a:xfrm flipH="1">
            <a:off x="7690650" y="1598600"/>
            <a:ext cx="245100" cy="1147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C78D8"/>
                </a:solidFill>
              </a:rPr>
              <a:t>Isolates</a:t>
            </a:r>
            <a:r>
              <a:rPr lang="en"/>
              <a:t> are vertices with no incoming or outgoing links</a:t>
            </a:r>
            <a:endParaRPr/>
          </a:p>
        </p:txBody>
      </p:sp>
      <p:sp>
        <p:nvSpPr>
          <p:cNvPr id="242" name="Google Shape;242;p3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" name="Google Shape;243;p33"/>
          <p:cNvCxnSpPr>
            <a:stCxn id="242" idx="6"/>
            <a:endCxn id="24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3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5" name="Google Shape;245;p3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7" name="Google Shape;247;p33"/>
          <p:cNvCxnSpPr>
            <a:stCxn id="246" idx="4"/>
            <a:endCxn id="24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9" name="Google Shape;249;p33"/>
          <p:cNvCxnSpPr>
            <a:stCxn id="242" idx="5"/>
            <a:endCxn id="24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1" name="Google Shape;251;p33"/>
          <p:cNvCxnSpPr>
            <a:stCxn id="250" idx="2"/>
            <a:endCxn id="24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3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3" name="Google Shape;253;p33"/>
          <p:cNvCxnSpPr>
            <a:stCxn id="252" idx="2"/>
            <a:endCxn id="25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3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5" name="Google Shape;255;p33"/>
          <p:cNvCxnSpPr>
            <a:stCxn id="254" idx="0"/>
            <a:endCxn id="25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3"/>
          <p:cNvCxnSpPr>
            <a:stCxn id="244" idx="4"/>
            <a:endCxn id="24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3"/>
          <p:cNvSpPr txBox="1"/>
          <p:nvPr/>
        </p:nvSpPr>
        <p:spPr>
          <a:xfrm>
            <a:off x="5244275" y="4233700"/>
            <a:ext cx="13677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Isolate vertex</a:t>
            </a:r>
            <a:endParaRPr sz="800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8" name="Google Shape;258;p33"/>
          <p:cNvCxnSpPr>
            <a:stCxn id="257" idx="3"/>
            <a:endCxn id="245" idx="2"/>
          </p:cNvCxnSpPr>
          <p:nvPr/>
        </p:nvCxnSpPr>
        <p:spPr>
          <a:xfrm flipH="1" rot="10800000">
            <a:off x="6611975" y="3946600"/>
            <a:ext cx="801600" cy="473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264" name="Google Shape;264;p3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C78D8"/>
                </a:solidFill>
              </a:rPr>
              <a:t>Isolates</a:t>
            </a:r>
            <a:r>
              <a:rPr lang="en"/>
              <a:t> are vertices with no incoming or outgoing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edge is </a:t>
            </a:r>
            <a:r>
              <a:rPr b="1" lang="en">
                <a:solidFill>
                  <a:srgbClr val="FF0000"/>
                </a:solidFill>
              </a:rPr>
              <a:t>incident</a:t>
            </a:r>
            <a:r>
              <a:rPr lang="en"/>
              <a:t> on a node when it touches it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6" name="Google Shape;266;p34"/>
          <p:cNvCxnSpPr>
            <a:stCxn id="265" idx="6"/>
            <a:endCxn id="26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" name="Google Shape;269;p3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0" name="Google Shape;270;p34"/>
          <p:cNvCxnSpPr>
            <a:stCxn id="269" idx="4"/>
            <a:endCxn id="26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3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2" name="Google Shape;272;p34"/>
          <p:cNvCxnSpPr>
            <a:stCxn id="265" idx="5"/>
            <a:endCxn id="27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3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4" name="Google Shape;274;p34"/>
          <p:cNvCxnSpPr>
            <a:stCxn id="273" idx="2"/>
            <a:endCxn id="26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3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6" name="Google Shape;276;p34"/>
          <p:cNvCxnSpPr>
            <a:stCxn id="275" idx="2"/>
            <a:endCxn id="27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8" name="Google Shape;278;p34"/>
          <p:cNvCxnSpPr>
            <a:stCxn id="277" idx="0"/>
            <a:endCxn id="27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4"/>
          <p:cNvCxnSpPr>
            <a:stCxn id="267" idx="4"/>
            <a:endCxn id="27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34"/>
          <p:cNvSpPr txBox="1"/>
          <p:nvPr/>
        </p:nvSpPr>
        <p:spPr>
          <a:xfrm>
            <a:off x="7413625" y="1184000"/>
            <a:ext cx="149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edge is incident on nodes V</a:t>
            </a:r>
            <a:r>
              <a:rPr b="1" baseline="-25000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and V</a:t>
            </a:r>
            <a:r>
              <a:rPr b="1" baseline="-25000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aseline="-25000" sz="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81" name="Google Shape;281;p34"/>
          <p:cNvCxnSpPr>
            <a:stCxn id="280" idx="2"/>
          </p:cNvCxnSpPr>
          <p:nvPr/>
        </p:nvCxnSpPr>
        <p:spPr>
          <a:xfrm flipH="1">
            <a:off x="7639075" y="2015300"/>
            <a:ext cx="521700" cy="68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34"/>
          <p:cNvCxnSpPr>
            <a:stCxn id="280" idx="2"/>
          </p:cNvCxnSpPr>
          <p:nvPr/>
        </p:nvCxnSpPr>
        <p:spPr>
          <a:xfrm>
            <a:off x="8160775" y="2015300"/>
            <a:ext cx="607200" cy="68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288" name="Google Shape;288;p35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C78D8"/>
                </a:solidFill>
              </a:rPr>
              <a:t>Isolates</a:t>
            </a:r>
            <a:r>
              <a:rPr lang="en"/>
              <a:t> are vertices with no incoming or outgoing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edge is </a:t>
            </a:r>
            <a:r>
              <a:rPr b="1" lang="en">
                <a:solidFill>
                  <a:srgbClr val="FF0000"/>
                </a:solidFill>
              </a:rPr>
              <a:t>incident</a:t>
            </a:r>
            <a:r>
              <a:rPr lang="en"/>
              <a:t> on a node when it touches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edge has two </a:t>
            </a:r>
            <a:r>
              <a:rPr b="1" lang="en">
                <a:solidFill>
                  <a:srgbClr val="351C75"/>
                </a:solidFill>
              </a:rPr>
              <a:t>end vertices</a:t>
            </a:r>
            <a:endParaRPr b="1">
              <a:solidFill>
                <a:srgbClr val="351C75"/>
              </a:solidFill>
            </a:endParaRPr>
          </a:p>
        </p:txBody>
      </p:sp>
      <p:sp>
        <p:nvSpPr>
          <p:cNvPr id="289" name="Google Shape;289;p3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0" name="Google Shape;290;p35"/>
          <p:cNvCxnSpPr>
            <a:stCxn id="289" idx="6"/>
            <a:endCxn id="29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3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2" name="Google Shape;292;p3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3" name="Google Shape;293;p3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4" name="Google Shape;294;p35"/>
          <p:cNvCxnSpPr>
            <a:stCxn id="293" idx="4"/>
            <a:endCxn id="29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3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6" name="Google Shape;296;p35"/>
          <p:cNvCxnSpPr>
            <a:stCxn id="289" idx="5"/>
            <a:endCxn id="29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3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8E7CC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8" name="Google Shape;298;p35"/>
          <p:cNvCxnSpPr>
            <a:stCxn id="297" idx="2"/>
            <a:endCxn id="29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3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rgbClr val="8E7CC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0" name="Google Shape;300;p35"/>
          <p:cNvCxnSpPr>
            <a:stCxn id="299" idx="2"/>
            <a:endCxn id="29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3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2" name="Google Shape;302;p35"/>
          <p:cNvCxnSpPr>
            <a:stCxn id="301" idx="0"/>
            <a:endCxn id="29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5"/>
          <p:cNvCxnSpPr>
            <a:stCxn id="291" idx="4"/>
            <a:endCxn id="29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35"/>
          <p:cNvSpPr txBox="1"/>
          <p:nvPr/>
        </p:nvSpPr>
        <p:spPr>
          <a:xfrm>
            <a:off x="7413625" y="1045800"/>
            <a:ext cx="1367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Nodes V</a:t>
            </a:r>
            <a:r>
              <a:rPr b="1" baseline="-25000" lang="en" sz="1200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4 </a:t>
            </a:r>
            <a:r>
              <a:rPr b="1" lang="en" sz="1200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and V</a:t>
            </a:r>
            <a:r>
              <a:rPr b="1" baseline="-25000" lang="en" sz="1200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7 </a:t>
            </a:r>
            <a:r>
              <a:rPr b="1" lang="en" sz="1200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are the end vertices of this edge</a:t>
            </a:r>
            <a:endParaRPr sz="800">
              <a:solidFill>
                <a:srgbClr val="351C7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5" name="Google Shape;305;p35"/>
          <p:cNvCxnSpPr>
            <a:stCxn id="304" idx="2"/>
          </p:cNvCxnSpPr>
          <p:nvPr/>
        </p:nvCxnSpPr>
        <p:spPr>
          <a:xfrm flipH="1">
            <a:off x="7575775" y="2015400"/>
            <a:ext cx="521700" cy="6843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35"/>
          <p:cNvCxnSpPr>
            <a:stCxn id="304" idx="2"/>
          </p:cNvCxnSpPr>
          <p:nvPr/>
        </p:nvCxnSpPr>
        <p:spPr>
          <a:xfrm>
            <a:off x="8097475" y="2015400"/>
            <a:ext cx="607200" cy="6843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312" name="Google Shape;312;p36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313" name="Google Shape;313;p3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4" name="Google Shape;314;p36"/>
          <p:cNvCxnSpPr>
            <a:stCxn id="313" idx="6"/>
            <a:endCxn id="31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3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" name="Google Shape;316;p3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7" name="Google Shape;317;p3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8" name="Google Shape;318;p36"/>
          <p:cNvCxnSpPr>
            <a:stCxn id="317" idx="4"/>
            <a:endCxn id="31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3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0" name="Google Shape;320;p36"/>
          <p:cNvCxnSpPr>
            <a:stCxn id="313" idx="5"/>
            <a:endCxn id="31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3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2" name="Google Shape;322;p36"/>
          <p:cNvCxnSpPr>
            <a:stCxn id="321" idx="2"/>
            <a:endCxn id="31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3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4" name="Google Shape;324;p36"/>
          <p:cNvCxnSpPr>
            <a:stCxn id="323" idx="2"/>
            <a:endCxn id="32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3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6" name="Google Shape;326;p36"/>
          <p:cNvCxnSpPr>
            <a:stCxn id="325" idx="0"/>
            <a:endCxn id="32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6"/>
          <p:cNvCxnSpPr>
            <a:stCxn id="315" idx="4"/>
            <a:endCxn id="31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333" name="Google Shape;333;p37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 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334" name="Google Shape;334;p3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5" name="Google Shape;335;p37"/>
          <p:cNvCxnSpPr>
            <a:stCxn id="334" idx="6"/>
            <a:endCxn id="33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3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7" name="Google Shape;337;p3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8" name="Google Shape;338;p3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9" name="Google Shape;339;p37"/>
          <p:cNvCxnSpPr>
            <a:stCxn id="338" idx="4"/>
            <a:endCxn id="33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3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1" name="Google Shape;341;p37"/>
          <p:cNvCxnSpPr>
            <a:stCxn id="334" idx="5"/>
            <a:endCxn id="34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3" name="Google Shape;343;p37"/>
          <p:cNvCxnSpPr>
            <a:stCxn id="342" idx="2"/>
            <a:endCxn id="33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5" name="Google Shape;345;p37"/>
          <p:cNvCxnSpPr>
            <a:stCxn id="344" idx="2"/>
            <a:endCxn id="34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3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7" name="Google Shape;347;p37"/>
          <p:cNvCxnSpPr>
            <a:stCxn id="346" idx="0"/>
            <a:endCxn id="34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7"/>
          <p:cNvCxnSpPr>
            <a:stCxn id="336" idx="4"/>
            <a:endCxn id="34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37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the neighbors of vertex 3!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50" name="Google Shape;350;p37"/>
          <p:cNvCxnSpPr>
            <a:stCxn id="349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356" name="Google Shape;356;p38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lonely vertex v</a:t>
            </a:r>
            <a:r>
              <a:rPr baseline="-25000" lang="en"/>
              <a:t>6</a:t>
            </a:r>
            <a:r>
              <a:rPr lang="en"/>
              <a:t> has a 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just happens to be the empty set!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N(v</a:t>
            </a:r>
            <a:r>
              <a:rPr baseline="-25000" lang="en"/>
              <a:t>6</a:t>
            </a:r>
            <a:r>
              <a:rPr lang="en"/>
              <a:t>) = {∅}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357" name="Google Shape;357;p3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8" name="Google Shape;358;p38"/>
          <p:cNvCxnSpPr>
            <a:stCxn id="357" idx="6"/>
            <a:endCxn id="35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3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0" name="Google Shape;360;p3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1" name="Google Shape;361;p3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2" name="Google Shape;362;p38"/>
          <p:cNvCxnSpPr>
            <a:stCxn id="361" idx="4"/>
            <a:endCxn id="35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3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4" name="Google Shape;364;p38"/>
          <p:cNvCxnSpPr>
            <a:stCxn id="357" idx="5"/>
            <a:endCxn id="36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6" name="Google Shape;366;p38"/>
          <p:cNvCxnSpPr>
            <a:stCxn id="365" idx="2"/>
            <a:endCxn id="35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3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8" name="Google Shape;368;p38"/>
          <p:cNvCxnSpPr>
            <a:stCxn id="367" idx="2"/>
            <a:endCxn id="36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3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0" name="Google Shape;370;p38"/>
          <p:cNvCxnSpPr>
            <a:stCxn id="369" idx="0"/>
            <a:endCxn id="36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8"/>
          <p:cNvCxnSpPr>
            <a:stCxn id="359" idx="4"/>
            <a:endCxn id="36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38"/>
          <p:cNvSpPr txBox="1"/>
          <p:nvPr/>
        </p:nvSpPr>
        <p:spPr>
          <a:xfrm>
            <a:off x="7312625" y="4212450"/>
            <a:ext cx="235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378" name="Google Shape;378;p39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lonely vertex v</a:t>
            </a:r>
            <a:r>
              <a:rPr baseline="-25000" lang="en"/>
              <a:t>6</a:t>
            </a:r>
            <a:r>
              <a:rPr lang="en"/>
              <a:t> has a 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just happens to be the empty set!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N(v</a:t>
            </a:r>
            <a:r>
              <a:rPr baseline="-25000" lang="en"/>
              <a:t>6</a:t>
            </a:r>
            <a:r>
              <a:rPr lang="en"/>
              <a:t>) = {∅}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379" name="Google Shape;379;p3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0" name="Google Shape;380;p39"/>
          <p:cNvCxnSpPr>
            <a:stCxn id="379" idx="6"/>
            <a:endCxn id="38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2" name="Google Shape;382;p3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3" name="Google Shape;383;p3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4" name="Google Shape;384;p39"/>
          <p:cNvCxnSpPr>
            <a:stCxn id="383" idx="4"/>
            <a:endCxn id="38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3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6" name="Google Shape;386;p39"/>
          <p:cNvCxnSpPr>
            <a:stCxn id="379" idx="5"/>
            <a:endCxn id="38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3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8" name="Google Shape;388;p39"/>
          <p:cNvCxnSpPr>
            <a:stCxn id="387" idx="2"/>
            <a:endCxn id="38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3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0" name="Google Shape;390;p39"/>
          <p:cNvCxnSpPr>
            <a:stCxn id="389" idx="2"/>
            <a:endCxn id="38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3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2" name="Google Shape;392;p39"/>
          <p:cNvCxnSpPr>
            <a:stCxn id="391" idx="0"/>
            <a:endCxn id="38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9"/>
          <p:cNvCxnSpPr>
            <a:stCxn id="381" idx="4"/>
            <a:endCxn id="38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39"/>
          <p:cNvSpPr txBox="1"/>
          <p:nvPr/>
        </p:nvSpPr>
        <p:spPr>
          <a:xfrm>
            <a:off x="7312625" y="4212450"/>
            <a:ext cx="235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5" name="Google Shape;395;p39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mathematical symbol for the empty set (not the number zero)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96" name="Google Shape;396;p39"/>
          <p:cNvCxnSpPr>
            <a:stCxn id="395" idx="1"/>
          </p:cNvCxnSpPr>
          <p:nvPr/>
        </p:nvCxnSpPr>
        <p:spPr>
          <a:xfrm rot="10800000">
            <a:off x="2515851" y="3798335"/>
            <a:ext cx="378600" cy="9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neighborhoods of two nodes can intersect: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403" name="Google Shape;403;p4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4" name="Google Shape;404;p40"/>
          <p:cNvCxnSpPr>
            <a:stCxn id="403" idx="6"/>
            <a:endCxn id="40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4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6" name="Google Shape;406;p4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7" name="Google Shape;407;p4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8" name="Google Shape;408;p40"/>
          <p:cNvCxnSpPr>
            <a:stCxn id="407" idx="4"/>
            <a:endCxn id="40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4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0" name="Google Shape;410;p40"/>
          <p:cNvCxnSpPr>
            <a:stCxn id="403" idx="5"/>
            <a:endCxn id="40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4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2" name="Google Shape;412;p40"/>
          <p:cNvCxnSpPr>
            <a:stCxn id="411" idx="2"/>
            <a:endCxn id="40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4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4" name="Google Shape;414;p40"/>
          <p:cNvCxnSpPr>
            <a:stCxn id="413" idx="2"/>
            <a:endCxn id="41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4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6" name="Google Shape;416;p40"/>
          <p:cNvCxnSpPr>
            <a:stCxn id="405" idx="4"/>
            <a:endCxn id="40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422" name="Google Shape;422;p4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neighborhoods of two nodes can intersect: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that means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⋂ 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423" name="Google Shape;423;p4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4" name="Google Shape;424;p41"/>
          <p:cNvCxnSpPr>
            <a:stCxn id="423" idx="6"/>
            <a:endCxn id="42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4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6" name="Google Shape;426;p4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7" name="Google Shape;427;p4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8" name="Google Shape;428;p41"/>
          <p:cNvCxnSpPr>
            <a:stCxn id="427" idx="4"/>
            <a:endCxn id="42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4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0" name="Google Shape;430;p41"/>
          <p:cNvCxnSpPr>
            <a:stCxn id="423" idx="5"/>
            <a:endCxn id="42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4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2" name="Google Shape;432;p41"/>
          <p:cNvCxnSpPr>
            <a:stCxn id="431" idx="2"/>
            <a:endCxn id="42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4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4" name="Google Shape;434;p41"/>
          <p:cNvCxnSpPr>
            <a:stCxn id="433" idx="2"/>
            <a:endCxn id="43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4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6" name="Google Shape;436;p41"/>
          <p:cNvCxnSpPr>
            <a:stCxn id="425" idx="4"/>
            <a:endCxn id="42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442" name="Google Shape;442;p42"/>
          <p:cNvSpPr txBox="1"/>
          <p:nvPr>
            <p:ph idx="1" type="body"/>
          </p:nvPr>
        </p:nvSpPr>
        <p:spPr>
          <a:xfrm>
            <a:off x="311700" y="1225225"/>
            <a:ext cx="4553100" cy="35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neighborhoods of two nodes can intersect: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that means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⋂ 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 is a </a:t>
            </a:r>
            <a:r>
              <a:rPr b="1" lang="en"/>
              <a:t>common neighbor </a:t>
            </a:r>
            <a:r>
              <a:rPr lang="en"/>
              <a:t>of v</a:t>
            </a:r>
            <a:r>
              <a:rPr baseline="-25000" lang="en"/>
              <a:t>2 </a:t>
            </a:r>
            <a:r>
              <a:rPr lang="en"/>
              <a:t>&amp; v</a:t>
            </a:r>
            <a:r>
              <a:rPr baseline="-25000" lang="en"/>
              <a:t>3</a:t>
            </a:r>
            <a:endParaRPr baseline="-250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443" name="Google Shape;443;p4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4" name="Google Shape;444;p42"/>
          <p:cNvCxnSpPr>
            <a:stCxn id="443" idx="6"/>
            <a:endCxn id="44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" name="Google Shape;445;p4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6" name="Google Shape;446;p4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7" name="Google Shape;447;p4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8" name="Google Shape;448;p42"/>
          <p:cNvCxnSpPr>
            <a:stCxn id="447" idx="4"/>
            <a:endCxn id="44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4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0" name="Google Shape;450;p42"/>
          <p:cNvCxnSpPr>
            <a:stCxn id="443" idx="5"/>
            <a:endCxn id="44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" name="Google Shape;451;p4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2" name="Google Shape;452;p42"/>
          <p:cNvCxnSpPr>
            <a:stCxn id="451" idx="2"/>
            <a:endCxn id="44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4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4" name="Google Shape;454;p42"/>
          <p:cNvCxnSpPr>
            <a:stCxn id="453" idx="2"/>
            <a:endCxn id="45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4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6" name="Google Shape;456;p42"/>
          <p:cNvCxnSpPr>
            <a:stCxn id="445" idx="4"/>
            <a:endCxn id="44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462" name="Google Shape;462;p43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can have common neighbors even if they are not adjacent: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463" name="Google Shape;463;p4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4" name="Google Shape;464;p43"/>
          <p:cNvCxnSpPr>
            <a:stCxn id="463" idx="6"/>
            <a:endCxn id="46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4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6" name="Google Shape;466;p4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7" name="Google Shape;467;p4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8" name="Google Shape;468;p43"/>
          <p:cNvCxnSpPr>
            <a:stCxn id="467" idx="4"/>
            <a:endCxn id="46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4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0" name="Google Shape;470;p43"/>
          <p:cNvCxnSpPr>
            <a:stCxn id="463" idx="5"/>
            <a:endCxn id="46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4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2" name="Google Shape;472;p43"/>
          <p:cNvCxnSpPr>
            <a:stCxn id="471" idx="2"/>
            <a:endCxn id="46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4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4" name="Google Shape;474;p43"/>
          <p:cNvCxnSpPr>
            <a:stCxn id="473" idx="2"/>
            <a:endCxn id="47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4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6" name="Google Shape;476;p43"/>
          <p:cNvCxnSpPr>
            <a:stCxn id="465" idx="4"/>
            <a:endCxn id="46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482" name="Google Shape;482;p44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can have common neighbors even if they are not adjacent: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7</a:t>
            </a:r>
            <a:r>
              <a:rPr lang="en"/>
              <a:t>) = {v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⋂ N(7) = {v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483" name="Google Shape;483;p4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4" name="Google Shape;484;p44"/>
          <p:cNvCxnSpPr>
            <a:stCxn id="483" idx="6"/>
            <a:endCxn id="48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4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6" name="Google Shape;486;p4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7" name="Google Shape;487;p4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8" name="Google Shape;488;p44"/>
          <p:cNvCxnSpPr>
            <a:stCxn id="487" idx="4"/>
            <a:endCxn id="48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4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0" name="Google Shape;490;p44"/>
          <p:cNvCxnSpPr>
            <a:stCxn id="483" idx="5"/>
            <a:endCxn id="48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" name="Google Shape;491;p4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2" name="Google Shape;492;p44"/>
          <p:cNvCxnSpPr>
            <a:stCxn id="491" idx="2"/>
            <a:endCxn id="48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4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4" name="Google Shape;494;p44"/>
          <p:cNvCxnSpPr>
            <a:stCxn id="493" idx="2"/>
            <a:endCxn id="49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4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6" name="Google Shape;496;p44"/>
          <p:cNvCxnSpPr>
            <a:stCxn id="485" idx="4"/>
            <a:endCxn id="48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44"/>
          <p:cNvSpPr/>
          <p:nvPr/>
        </p:nvSpPr>
        <p:spPr>
          <a:xfrm>
            <a:off x="1690275" y="3985500"/>
            <a:ext cx="3416100" cy="997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mathematical symbol for set intersection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98" name="Google Shape;498;p44"/>
          <p:cNvCxnSpPr>
            <a:stCxn id="497" idx="1"/>
          </p:cNvCxnSpPr>
          <p:nvPr/>
        </p:nvCxnSpPr>
        <p:spPr>
          <a:xfrm rot="10800000">
            <a:off x="1811951" y="4032024"/>
            <a:ext cx="378600" cy="9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504" name="Google Shape;504;p45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can have common neighbors even if they are not adjacent: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7</a:t>
            </a:r>
            <a:r>
              <a:rPr lang="en"/>
              <a:t>) = {v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⋂ N(7) = {v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 is a </a:t>
            </a:r>
            <a:r>
              <a:rPr b="1" lang="en"/>
              <a:t>common neighbor</a:t>
            </a:r>
            <a:r>
              <a:rPr lang="en"/>
              <a:t> of v</a:t>
            </a:r>
            <a:r>
              <a:rPr baseline="-25000" lang="en"/>
              <a:t>3</a:t>
            </a:r>
            <a:r>
              <a:rPr lang="en"/>
              <a:t> &amp; v</a:t>
            </a:r>
            <a:r>
              <a:rPr baseline="-25000" lang="en"/>
              <a:t>7</a:t>
            </a:r>
            <a:endParaRPr baseline="-250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505" name="Google Shape;505;p4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6" name="Google Shape;506;p45"/>
          <p:cNvCxnSpPr>
            <a:stCxn id="505" idx="6"/>
            <a:endCxn id="50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8" name="Google Shape;508;p4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9" name="Google Shape;509;p4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0" name="Google Shape;510;p45"/>
          <p:cNvCxnSpPr>
            <a:stCxn id="509" idx="4"/>
            <a:endCxn id="50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4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2" name="Google Shape;512;p45"/>
          <p:cNvCxnSpPr>
            <a:stCxn id="505" idx="5"/>
            <a:endCxn id="51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4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4" name="Google Shape;514;p45"/>
          <p:cNvCxnSpPr>
            <a:stCxn id="513" idx="2"/>
            <a:endCxn id="50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4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6" name="Google Shape;516;p45"/>
          <p:cNvCxnSpPr>
            <a:stCxn id="515" idx="2"/>
            <a:endCxn id="51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4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8" name="Google Shape;518;p45"/>
          <p:cNvCxnSpPr>
            <a:stCxn id="507" idx="4"/>
            <a:endCxn id="51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524" name="Google Shape;524;p46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</a:t>
            </a:r>
            <a:r>
              <a:rPr b="1" lang="en"/>
              <a:t>neighborhood union</a:t>
            </a:r>
            <a:r>
              <a:rPr lang="en"/>
              <a:t> works the same way!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525" name="Google Shape;525;p4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6" name="Google Shape;526;p46"/>
          <p:cNvCxnSpPr>
            <a:stCxn id="525" idx="6"/>
            <a:endCxn id="52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4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8" name="Google Shape;528;p4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9" name="Google Shape;529;p4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0" name="Google Shape;530;p46"/>
          <p:cNvCxnSpPr>
            <a:stCxn id="529" idx="4"/>
            <a:endCxn id="52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" name="Google Shape;531;p4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2" name="Google Shape;532;p46"/>
          <p:cNvCxnSpPr>
            <a:stCxn id="525" idx="5"/>
            <a:endCxn id="53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4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4" name="Google Shape;534;p46"/>
          <p:cNvCxnSpPr>
            <a:stCxn id="533" idx="2"/>
            <a:endCxn id="52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" name="Google Shape;535;p4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6" name="Google Shape;536;p46"/>
          <p:cNvCxnSpPr>
            <a:stCxn id="535" idx="2"/>
            <a:endCxn id="53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4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8" name="Google Shape;538;p46"/>
          <p:cNvCxnSpPr>
            <a:stCxn id="527" idx="4"/>
            <a:endCxn id="53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544" name="Google Shape;544;p47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</a:t>
            </a:r>
            <a:r>
              <a:rPr b="1" lang="en"/>
              <a:t>neighborhood union</a:t>
            </a:r>
            <a:r>
              <a:rPr lang="en"/>
              <a:t> works the same way!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4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⋃ N(v</a:t>
            </a:r>
            <a:r>
              <a:rPr baseline="-25000" lang="en"/>
              <a:t>4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545" name="Google Shape;545;p4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6" name="Google Shape;546;p47"/>
          <p:cNvCxnSpPr>
            <a:stCxn id="545" idx="6"/>
            <a:endCxn id="54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4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48" name="Google Shape;548;p4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49" name="Google Shape;549;p4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0" name="Google Shape;550;p47"/>
          <p:cNvCxnSpPr>
            <a:stCxn id="549" idx="4"/>
            <a:endCxn id="54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4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2" name="Google Shape;552;p47"/>
          <p:cNvCxnSpPr>
            <a:stCxn id="545" idx="5"/>
            <a:endCxn id="55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" name="Google Shape;553;p4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4" name="Google Shape;554;p47"/>
          <p:cNvCxnSpPr>
            <a:stCxn id="553" idx="2"/>
            <a:endCxn id="54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4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6" name="Google Shape;556;p47"/>
          <p:cNvCxnSpPr>
            <a:stCxn id="555" idx="2"/>
            <a:endCxn id="55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4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8" name="Google Shape;558;p47"/>
          <p:cNvCxnSpPr>
            <a:stCxn id="547" idx="4"/>
            <a:endCxn id="55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564" name="Google Shape;564;p4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neighbor’s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|N(v)|, where v is the name of the node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565" name="Google Shape;565;p4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6" name="Google Shape;566;p48"/>
          <p:cNvCxnSpPr>
            <a:stCxn id="565" idx="6"/>
            <a:endCxn id="56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4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8" name="Google Shape;568;p4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9" name="Google Shape;569;p4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0" name="Google Shape;570;p48"/>
          <p:cNvCxnSpPr>
            <a:stCxn id="569" idx="4"/>
            <a:endCxn id="56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4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2" name="Google Shape;572;p48"/>
          <p:cNvCxnSpPr>
            <a:stCxn id="565" idx="5"/>
            <a:endCxn id="57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4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4" name="Google Shape;574;p48"/>
          <p:cNvCxnSpPr>
            <a:stCxn id="573" idx="2"/>
            <a:endCxn id="56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" name="Google Shape;575;p4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6" name="Google Shape;576;p48"/>
          <p:cNvCxnSpPr>
            <a:stCxn id="575" idx="2"/>
            <a:endCxn id="57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4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8" name="Google Shape;578;p48"/>
          <p:cNvCxnSpPr>
            <a:stCxn id="567" idx="4"/>
            <a:endCxn id="57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584" name="Google Shape;584;p4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neighbor’s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|N(v)|,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2</a:t>
            </a:r>
            <a:r>
              <a:rPr lang="en"/>
              <a:t>)| = 2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585" name="Google Shape;585;p4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86" name="Google Shape;586;p49"/>
          <p:cNvCxnSpPr>
            <a:stCxn id="585" idx="6"/>
            <a:endCxn id="58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4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8" name="Google Shape;588;p4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9" name="Google Shape;589;p4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0" name="Google Shape;590;p49"/>
          <p:cNvCxnSpPr>
            <a:stCxn id="589" idx="4"/>
            <a:endCxn id="58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1" name="Google Shape;591;p4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2" name="Google Shape;592;p49"/>
          <p:cNvCxnSpPr>
            <a:stCxn id="585" idx="5"/>
            <a:endCxn id="59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" name="Google Shape;593;p4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4" name="Google Shape;594;p49"/>
          <p:cNvCxnSpPr>
            <a:stCxn id="593" idx="2"/>
            <a:endCxn id="58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4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6" name="Google Shape;596;p49"/>
          <p:cNvCxnSpPr>
            <a:stCxn id="595" idx="2"/>
            <a:endCxn id="59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7" name="Google Shape;597;p4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8" name="Google Shape;598;p49"/>
          <p:cNvCxnSpPr>
            <a:stCxn id="587" idx="4"/>
            <a:endCxn id="59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604" name="Google Shape;604;p50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neighbor’s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|N(v)|,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2</a:t>
            </a:r>
            <a:r>
              <a:rPr lang="en"/>
              <a:t>)|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3</a:t>
            </a:r>
            <a:r>
              <a:rPr lang="en"/>
              <a:t>)| = 4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605" name="Google Shape;605;p5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06" name="Google Shape;606;p50"/>
          <p:cNvCxnSpPr>
            <a:stCxn id="605" idx="6"/>
            <a:endCxn id="60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5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8" name="Google Shape;608;p5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9" name="Google Shape;609;p5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0" name="Google Shape;610;p50"/>
          <p:cNvCxnSpPr>
            <a:stCxn id="609" idx="4"/>
            <a:endCxn id="60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5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2" name="Google Shape;612;p50"/>
          <p:cNvCxnSpPr>
            <a:stCxn id="605" idx="5"/>
            <a:endCxn id="61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5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4" name="Google Shape;614;p50"/>
          <p:cNvCxnSpPr>
            <a:stCxn id="613" idx="2"/>
            <a:endCxn id="60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5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6" name="Google Shape;616;p50"/>
          <p:cNvCxnSpPr>
            <a:stCxn id="615" idx="2"/>
            <a:endCxn id="61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7" name="Google Shape;617;p5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8" name="Google Shape;618;p50"/>
          <p:cNvCxnSpPr>
            <a:stCxn id="607" idx="4"/>
            <a:endCxn id="61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624" name="Google Shape;624;p5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neighbor’s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|N(v)|,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2</a:t>
            </a:r>
            <a:r>
              <a:rPr lang="en"/>
              <a:t>)|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3</a:t>
            </a:r>
            <a:r>
              <a:rPr lang="en"/>
              <a:t>)| =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4</a:t>
            </a:r>
            <a:r>
              <a:rPr lang="en"/>
              <a:t>)| = 2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625" name="Google Shape;625;p5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6" name="Google Shape;626;p51"/>
          <p:cNvCxnSpPr>
            <a:stCxn id="625" idx="6"/>
            <a:endCxn id="62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5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8" name="Google Shape;628;p5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9" name="Google Shape;629;p5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30" name="Google Shape;630;p51"/>
          <p:cNvCxnSpPr>
            <a:stCxn id="629" idx="4"/>
            <a:endCxn id="62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5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32" name="Google Shape;632;p51"/>
          <p:cNvCxnSpPr>
            <a:stCxn id="625" idx="5"/>
            <a:endCxn id="63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3" name="Google Shape;633;p5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34" name="Google Shape;634;p51"/>
          <p:cNvCxnSpPr>
            <a:stCxn id="633" idx="2"/>
            <a:endCxn id="62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5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36" name="Google Shape;636;p51"/>
          <p:cNvCxnSpPr>
            <a:stCxn id="635" idx="2"/>
            <a:endCxn id="63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" name="Google Shape;637;p5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38" name="Google Shape;638;p51"/>
          <p:cNvCxnSpPr>
            <a:stCxn id="627" idx="4"/>
            <a:endCxn id="63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644" name="Google Shape;644;p5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neighbor’s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|N(v)|,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2</a:t>
            </a:r>
            <a:r>
              <a:rPr lang="en"/>
              <a:t>)|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3</a:t>
            </a:r>
            <a:r>
              <a:rPr lang="en"/>
              <a:t>)| =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4</a:t>
            </a:r>
            <a:r>
              <a:rPr lang="en"/>
              <a:t>)|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6</a:t>
            </a:r>
            <a:r>
              <a:rPr lang="en"/>
              <a:t>)| = 0 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645" name="Google Shape;645;p5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6" name="Google Shape;646;p52"/>
          <p:cNvCxnSpPr>
            <a:stCxn id="645" idx="6"/>
            <a:endCxn id="64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5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8" name="Google Shape;648;p5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9" name="Google Shape;649;p5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0" name="Google Shape;650;p52"/>
          <p:cNvCxnSpPr>
            <a:stCxn id="649" idx="4"/>
            <a:endCxn id="64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5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2" name="Google Shape;652;p52"/>
          <p:cNvCxnSpPr>
            <a:stCxn id="645" idx="5"/>
            <a:endCxn id="65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5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4" name="Google Shape;654;p52"/>
          <p:cNvCxnSpPr>
            <a:stCxn id="653" idx="2"/>
            <a:endCxn id="64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5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6" name="Google Shape;656;p52"/>
          <p:cNvCxnSpPr>
            <a:stCxn id="655" idx="2"/>
            <a:endCxn id="65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7" name="Google Shape;657;p5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8" name="Google Shape;658;p52"/>
          <p:cNvCxnSpPr>
            <a:stCxn id="647" idx="4"/>
            <a:endCxn id="65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64" name="Google Shape;664;p5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665" name="Google Shape;665;p5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6" name="Google Shape;666;p53"/>
          <p:cNvCxnSpPr>
            <a:stCxn id="665" idx="6"/>
            <a:endCxn id="66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5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68" name="Google Shape;668;p5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69" name="Google Shape;669;p5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70" name="Google Shape;670;p53"/>
          <p:cNvCxnSpPr>
            <a:stCxn id="669" idx="4"/>
            <a:endCxn id="66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1" name="Google Shape;671;p5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72" name="Google Shape;672;p53"/>
          <p:cNvCxnSpPr>
            <a:stCxn id="665" idx="5"/>
            <a:endCxn id="67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5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74" name="Google Shape;674;p53"/>
          <p:cNvCxnSpPr>
            <a:stCxn id="673" idx="2"/>
            <a:endCxn id="66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5" name="Google Shape;675;p5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76" name="Google Shape;676;p53"/>
          <p:cNvCxnSpPr>
            <a:stCxn id="675" idx="2"/>
            <a:endCxn id="67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7" name="Google Shape;677;p5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78" name="Google Shape;678;p53"/>
          <p:cNvCxnSpPr>
            <a:stCxn id="677" idx="0"/>
            <a:endCxn id="67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53"/>
          <p:cNvCxnSpPr>
            <a:stCxn id="667" idx="4"/>
            <a:endCxn id="67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85" name="Google Shape;685;p5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686" name="Google Shape;686;p5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87" name="Google Shape;687;p54"/>
          <p:cNvCxnSpPr>
            <a:stCxn id="686" idx="6"/>
            <a:endCxn id="68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5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9" name="Google Shape;689;p5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90" name="Google Shape;690;p5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1" name="Google Shape;691;p54"/>
          <p:cNvCxnSpPr>
            <a:stCxn id="690" idx="4"/>
            <a:endCxn id="68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5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3" name="Google Shape;693;p54"/>
          <p:cNvCxnSpPr>
            <a:stCxn id="686" idx="5"/>
            <a:endCxn id="69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" name="Google Shape;694;p5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5" name="Google Shape;695;p54"/>
          <p:cNvCxnSpPr>
            <a:stCxn id="694" idx="2"/>
            <a:endCxn id="68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6" name="Google Shape;696;p5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7" name="Google Shape;697;p54"/>
          <p:cNvCxnSpPr>
            <a:stCxn id="696" idx="2"/>
            <a:endCxn id="69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8" name="Google Shape;698;p5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9" name="Google Shape;699;p54"/>
          <p:cNvCxnSpPr>
            <a:stCxn id="698" idx="0"/>
            <a:endCxn id="69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54"/>
          <p:cNvCxnSpPr>
            <a:stCxn id="688" idx="4"/>
            <a:endCxn id="69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706" name="Google Shape;706;p55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707" name="Google Shape;707;p5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8" name="Google Shape;708;p55"/>
          <p:cNvCxnSpPr>
            <a:stCxn id="707" idx="6"/>
            <a:endCxn id="70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5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0" name="Google Shape;710;p5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1" name="Google Shape;711;p5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2" name="Google Shape;712;p55"/>
          <p:cNvCxnSpPr>
            <a:stCxn id="711" idx="4"/>
            <a:endCxn id="70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5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4" name="Google Shape;714;p55"/>
          <p:cNvCxnSpPr>
            <a:stCxn id="707" idx="5"/>
            <a:endCxn id="71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5" name="Google Shape;715;p5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6" name="Google Shape;716;p55"/>
          <p:cNvCxnSpPr>
            <a:stCxn id="715" idx="2"/>
            <a:endCxn id="70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7" name="Google Shape;717;p5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8" name="Google Shape;718;p55"/>
          <p:cNvCxnSpPr>
            <a:stCxn id="717" idx="2"/>
            <a:endCxn id="71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5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20" name="Google Shape;720;p55"/>
          <p:cNvCxnSpPr>
            <a:stCxn id="719" idx="0"/>
            <a:endCxn id="71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55"/>
          <p:cNvCxnSpPr>
            <a:stCxn id="709" idx="4"/>
            <a:endCxn id="71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727" name="Google Shape;727;p56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Voilà!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728" name="Google Shape;728;p5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29" name="Google Shape;729;p5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0" name="Google Shape;730;p5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31" name="Google Shape;731;p56"/>
          <p:cNvCxnSpPr>
            <a:stCxn id="730" idx="4"/>
            <a:endCxn id="72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2" name="Google Shape;732;p5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738" name="Google Shape;738;p5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739" name="Google Shape;739;p5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0" name="Google Shape;740;p57"/>
          <p:cNvCxnSpPr>
            <a:stCxn id="739" idx="6"/>
            <a:endCxn id="74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5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2" name="Google Shape;742;p5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3" name="Google Shape;743;p5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4" name="Google Shape;744;p57"/>
          <p:cNvCxnSpPr>
            <a:stCxn id="743" idx="4"/>
            <a:endCxn id="74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5" name="Google Shape;745;p5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6" name="Google Shape;746;p57"/>
          <p:cNvCxnSpPr>
            <a:stCxn id="739" idx="5"/>
            <a:endCxn id="74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7" name="Google Shape;747;p5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8" name="Google Shape;748;p57"/>
          <p:cNvCxnSpPr>
            <a:stCxn id="747" idx="2"/>
            <a:endCxn id="74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5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50" name="Google Shape;750;p57"/>
          <p:cNvCxnSpPr>
            <a:stCxn id="749" idx="2"/>
            <a:endCxn id="74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1" name="Google Shape;751;p5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52" name="Google Shape;752;p57"/>
          <p:cNvCxnSpPr>
            <a:stCxn id="751" idx="0"/>
            <a:endCxn id="74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57"/>
          <p:cNvCxnSpPr>
            <a:stCxn id="741" idx="4"/>
            <a:endCxn id="74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759" name="Google Shape;759;p5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another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760" name="Google Shape;760;p5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61" name="Google Shape;761;p58"/>
          <p:cNvCxnSpPr>
            <a:stCxn id="760" idx="6"/>
            <a:endCxn id="76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2" name="Google Shape;762;p5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3" name="Google Shape;763;p5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4" name="Google Shape;764;p5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65" name="Google Shape;765;p58"/>
          <p:cNvCxnSpPr>
            <a:stCxn id="764" idx="4"/>
            <a:endCxn id="76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6" name="Google Shape;766;p5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67" name="Google Shape;767;p58"/>
          <p:cNvCxnSpPr>
            <a:stCxn id="760" idx="5"/>
            <a:endCxn id="76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5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69" name="Google Shape;769;p58"/>
          <p:cNvCxnSpPr>
            <a:stCxn id="768" idx="2"/>
            <a:endCxn id="76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0" name="Google Shape;770;p5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71" name="Google Shape;771;p58"/>
          <p:cNvCxnSpPr>
            <a:stCxn id="770" idx="2"/>
            <a:endCxn id="76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2" name="Google Shape;772;p5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73" name="Google Shape;773;p58"/>
          <p:cNvCxnSpPr>
            <a:stCxn id="772" idx="0"/>
            <a:endCxn id="77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58"/>
          <p:cNvCxnSpPr>
            <a:stCxn id="762" idx="4"/>
            <a:endCxn id="76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780" name="Google Shape;780;p5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another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Neat!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781" name="Google Shape;781;p5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2" name="Google Shape;782;p5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3" name="Google Shape;783;p5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4" name="Google Shape;784;p59"/>
          <p:cNvCxnSpPr>
            <a:stCxn id="783" idx="2"/>
            <a:endCxn id="78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5" name="Google Shape;785;p5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6" name="Google Shape;786;p59"/>
          <p:cNvCxnSpPr>
            <a:stCxn id="785" idx="2"/>
            <a:endCxn id="78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59"/>
          <p:cNvCxnSpPr>
            <a:stCxn id="781" idx="4"/>
            <a:endCxn id="78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793" name="Google Shape;793;p60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794" name="Google Shape;794;p6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95" name="Google Shape;795;p60"/>
          <p:cNvCxnSpPr>
            <a:stCxn id="794" idx="6"/>
            <a:endCxn id="79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6" name="Google Shape;796;p6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97" name="Google Shape;797;p6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98" name="Google Shape;798;p6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99" name="Google Shape;799;p60"/>
          <p:cNvCxnSpPr>
            <a:stCxn id="798" idx="4"/>
            <a:endCxn id="79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6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01" name="Google Shape;801;p60"/>
          <p:cNvCxnSpPr>
            <a:stCxn id="794" idx="5"/>
            <a:endCxn id="80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2" name="Google Shape;802;p6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03" name="Google Shape;803;p60"/>
          <p:cNvCxnSpPr>
            <a:stCxn id="802" idx="2"/>
            <a:endCxn id="79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4" name="Google Shape;804;p6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05" name="Google Shape;805;p60"/>
          <p:cNvCxnSpPr>
            <a:stCxn id="804" idx="2"/>
            <a:endCxn id="80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6" name="Google Shape;806;p6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07" name="Google Shape;807;p60"/>
          <p:cNvCxnSpPr>
            <a:stCxn id="806" idx="0"/>
            <a:endCxn id="80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60"/>
          <p:cNvCxnSpPr>
            <a:stCxn id="796" idx="4"/>
            <a:endCxn id="80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814" name="Google Shape;814;p6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edges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</a:t>
            </a:r>
            <a:r>
              <a:rPr baseline="-25000" lang="en"/>
              <a:t> 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815" name="Google Shape;815;p6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16" name="Google Shape;816;p61"/>
          <p:cNvCxnSpPr>
            <a:stCxn id="815" idx="6"/>
            <a:endCxn id="81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6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8" name="Google Shape;818;p6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9" name="Google Shape;819;p6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0" name="Google Shape;820;p61"/>
          <p:cNvCxnSpPr>
            <a:stCxn id="819" idx="4"/>
            <a:endCxn id="81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1" name="Google Shape;821;p6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2" name="Google Shape;822;p61"/>
          <p:cNvCxnSpPr>
            <a:stCxn id="815" idx="5"/>
            <a:endCxn id="82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6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4" name="Google Shape;824;p61"/>
          <p:cNvCxnSpPr>
            <a:stCxn id="823" idx="2"/>
            <a:endCxn id="81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6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6" name="Google Shape;826;p61"/>
          <p:cNvCxnSpPr>
            <a:stCxn id="825" idx="2"/>
            <a:endCxn id="82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6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8" name="Google Shape;828;p61"/>
          <p:cNvCxnSpPr>
            <a:stCxn id="827" idx="0"/>
            <a:endCxn id="82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61"/>
          <p:cNvCxnSpPr>
            <a:stCxn id="817" idx="4"/>
            <a:endCxn id="82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835" name="Google Shape;835;p6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edges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</a:t>
            </a:r>
            <a:r>
              <a:rPr baseline="-25000" lang="en"/>
              <a:t> 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Awesome!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836" name="Google Shape;836;p6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37" name="Google Shape;837;p62"/>
          <p:cNvCxnSpPr>
            <a:stCxn id="836" idx="6"/>
            <a:endCxn id="83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6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39" name="Google Shape;839;p6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0" name="Google Shape;840;p62"/>
          <p:cNvCxnSpPr>
            <a:stCxn id="839" idx="4"/>
            <a:endCxn id="83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" name="Google Shape;841;p6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2" name="Google Shape;842;p6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3" name="Google Shape;843;p62"/>
          <p:cNvCxnSpPr>
            <a:stCxn id="842" idx="2"/>
            <a:endCxn id="84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6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5" name="Google Shape;845;p62"/>
          <p:cNvCxnSpPr>
            <a:stCxn id="844" idx="0"/>
            <a:endCxn id="84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851" name="Google Shape;851;p6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852" name="Google Shape;852;p6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53" name="Google Shape;853;p63"/>
          <p:cNvCxnSpPr>
            <a:stCxn id="852" idx="6"/>
            <a:endCxn id="85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4" name="Google Shape;854;p6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55" name="Google Shape;855;p6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56" name="Google Shape;856;p6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57" name="Google Shape;857;p63"/>
          <p:cNvCxnSpPr>
            <a:stCxn id="856" idx="4"/>
            <a:endCxn id="85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8" name="Google Shape;858;p6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59" name="Google Shape;859;p63"/>
          <p:cNvCxnSpPr>
            <a:stCxn id="852" idx="5"/>
            <a:endCxn id="85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0" name="Google Shape;860;p6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61" name="Google Shape;861;p63"/>
          <p:cNvCxnSpPr>
            <a:stCxn id="860" idx="2"/>
            <a:endCxn id="85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2" name="Google Shape;862;p6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63" name="Google Shape;863;p63"/>
          <p:cNvCxnSpPr>
            <a:stCxn id="862" idx="2"/>
            <a:endCxn id="86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4" name="Google Shape;864;p6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65" name="Google Shape;865;p63"/>
          <p:cNvCxnSpPr>
            <a:stCxn id="864" idx="0"/>
            <a:endCxn id="86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63"/>
          <p:cNvCxnSpPr>
            <a:stCxn id="854" idx="4"/>
            <a:endCxn id="85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872" name="Google Shape;872;p6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G’ = G -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a </a:t>
            </a:r>
            <a:r>
              <a:rPr b="1" lang="en"/>
              <a:t>node-deleted subgraph</a:t>
            </a:r>
            <a:r>
              <a:rPr lang="en"/>
              <a:t> of the original graph 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we delete nodes the edges the nodes are </a:t>
            </a:r>
            <a:r>
              <a:rPr b="1" lang="en"/>
              <a:t>incident </a:t>
            </a:r>
            <a:r>
              <a:rPr lang="en"/>
              <a:t> to also disappear!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 v</a:t>
            </a:r>
            <a:r>
              <a:rPr baseline="-25000" lang="en"/>
              <a:t>1</a:t>
            </a:r>
            <a:r>
              <a:rPr lang="en"/>
              <a:t> is now another </a:t>
            </a:r>
            <a:r>
              <a:rPr b="1" lang="en"/>
              <a:t>isolate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873" name="Google Shape;873;p6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4" name="Google Shape;874;p6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5" name="Google Shape;875;p6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6" name="Google Shape;876;p6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77" name="Google Shape;877;p64"/>
          <p:cNvCxnSpPr>
            <a:stCxn id="873" idx="5"/>
            <a:endCxn id="87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8" name="Google Shape;878;p6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9" name="Google Shape;879;p6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80" name="Google Shape;880;p64"/>
          <p:cNvCxnSpPr>
            <a:stCxn id="879" idx="0"/>
            <a:endCxn id="87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64"/>
          <p:cNvSpPr/>
          <p:nvPr/>
        </p:nvSpPr>
        <p:spPr>
          <a:xfrm>
            <a:off x="806700" y="1909850"/>
            <a:ext cx="2323500" cy="275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887" name="Google Shape;887;p65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888" name="Google Shape;888;p6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89" name="Google Shape;889;p65"/>
          <p:cNvCxnSpPr>
            <a:stCxn id="888" idx="6"/>
            <a:endCxn id="89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0" name="Google Shape;890;p6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1" name="Google Shape;891;p6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2" name="Google Shape;892;p6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3" name="Google Shape;893;p65"/>
          <p:cNvCxnSpPr>
            <a:stCxn id="892" idx="4"/>
            <a:endCxn id="89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4" name="Google Shape;894;p6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5" name="Google Shape;895;p65"/>
          <p:cNvCxnSpPr>
            <a:stCxn id="888" idx="5"/>
            <a:endCxn id="89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6" name="Google Shape;896;p6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7" name="Google Shape;897;p65"/>
          <p:cNvCxnSpPr>
            <a:stCxn id="896" idx="2"/>
            <a:endCxn id="89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8" name="Google Shape;898;p6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9" name="Google Shape;899;p65"/>
          <p:cNvCxnSpPr>
            <a:stCxn id="898" idx="2"/>
            <a:endCxn id="89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0" name="Google Shape;900;p6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01" name="Google Shape;901;p65"/>
          <p:cNvCxnSpPr>
            <a:stCxn id="900" idx="0"/>
            <a:endCxn id="89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65"/>
          <p:cNvCxnSpPr>
            <a:stCxn id="890" idx="4"/>
            <a:endCxn id="89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908" name="Google Shape;908;p66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G” = G - 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an </a:t>
            </a:r>
            <a:r>
              <a:rPr b="1" lang="en"/>
              <a:t>edge-deleted subgraph </a:t>
            </a:r>
            <a:r>
              <a:rPr lang="en"/>
              <a:t>of the original graph 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deleting edges the nodes that were </a:t>
            </a:r>
            <a:r>
              <a:rPr b="1" lang="en"/>
              <a:t>incident </a:t>
            </a:r>
            <a:r>
              <a:rPr lang="en"/>
              <a:t>to them remain!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 v</a:t>
            </a:r>
            <a:r>
              <a:rPr baseline="-25000" lang="en"/>
              <a:t>8</a:t>
            </a:r>
            <a:r>
              <a:rPr lang="en"/>
              <a:t> is now an isolate along with v</a:t>
            </a:r>
            <a:r>
              <a:rPr baseline="-25000" lang="en"/>
              <a:t>1</a:t>
            </a:r>
            <a:r>
              <a:rPr lang="en"/>
              <a:t> and v</a:t>
            </a:r>
            <a:r>
              <a:rPr baseline="-25000" lang="en"/>
              <a:t>6</a:t>
            </a:r>
            <a:endParaRPr baseline="-25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909" name="Google Shape;909;p6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10" name="Google Shape;910;p66"/>
          <p:cNvCxnSpPr>
            <a:stCxn id="909" idx="6"/>
            <a:endCxn id="91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1" name="Google Shape;911;p6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12" name="Google Shape;912;p6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13" name="Google Shape;913;p6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14" name="Google Shape;914;p6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15" name="Google Shape;915;p6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16" name="Google Shape;916;p66"/>
          <p:cNvCxnSpPr>
            <a:stCxn id="915" idx="2"/>
            <a:endCxn id="91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6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18" name="Google Shape;918;p66"/>
          <p:cNvCxnSpPr>
            <a:stCxn id="917" idx="2"/>
            <a:endCxn id="91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" name="Google Shape;919;p6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20" name="Google Shape;920;p66"/>
          <p:cNvCxnSpPr>
            <a:stCxn id="911" idx="4"/>
            <a:endCxn id="91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1" name="Google Shape;921;p66"/>
          <p:cNvSpPr/>
          <p:nvPr/>
        </p:nvSpPr>
        <p:spPr>
          <a:xfrm>
            <a:off x="820500" y="2164975"/>
            <a:ext cx="2323500" cy="275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927" name="Google Shape;927;p6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delete </a:t>
            </a:r>
            <a:r>
              <a:rPr i="1" lang="en"/>
              <a:t>all</a:t>
            </a:r>
            <a:r>
              <a:rPr lang="en"/>
              <a:t> the edges in a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G’ = G - 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928" name="Google Shape;928;p6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29" name="Google Shape;929;p67"/>
          <p:cNvCxnSpPr>
            <a:stCxn id="928" idx="6"/>
            <a:endCxn id="93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6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1" name="Google Shape;931;p6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2" name="Google Shape;932;p6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3" name="Google Shape;933;p67"/>
          <p:cNvCxnSpPr>
            <a:stCxn id="932" idx="4"/>
            <a:endCxn id="93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4" name="Google Shape;934;p6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5" name="Google Shape;935;p67"/>
          <p:cNvCxnSpPr>
            <a:stCxn id="928" idx="5"/>
            <a:endCxn id="93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6" name="Google Shape;936;p6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7" name="Google Shape;937;p67"/>
          <p:cNvCxnSpPr>
            <a:stCxn id="936" idx="2"/>
            <a:endCxn id="93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8" name="Google Shape;938;p6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9" name="Google Shape;939;p67"/>
          <p:cNvCxnSpPr>
            <a:stCxn id="938" idx="2"/>
            <a:endCxn id="93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0" name="Google Shape;940;p6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41" name="Google Shape;941;p67"/>
          <p:cNvCxnSpPr>
            <a:stCxn id="940" idx="0"/>
            <a:endCxn id="93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67"/>
          <p:cNvCxnSpPr>
            <a:stCxn id="930" idx="4"/>
            <a:endCxn id="93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948" name="Google Shape;948;p6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delete </a:t>
            </a:r>
            <a:r>
              <a:rPr i="1" lang="en"/>
              <a:t>all</a:t>
            </a:r>
            <a:r>
              <a:rPr lang="en"/>
              <a:t> the edges in a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G’ = G -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graph is called the </a:t>
            </a:r>
            <a:r>
              <a:rPr b="1" lang="en"/>
              <a:t>empty graph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949" name="Google Shape;949;p6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0" name="Google Shape;950;p6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1" name="Google Shape;951;p6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2" name="Google Shape;952;p6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3" name="Google Shape;953;p6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4" name="Google Shape;954;p6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5" name="Google Shape;955;p6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6" name="Google Shape;956;p6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7" name="Google Shape;957;p68"/>
          <p:cNvSpPr/>
          <p:nvPr/>
        </p:nvSpPr>
        <p:spPr>
          <a:xfrm>
            <a:off x="5647375" y="34302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an empty graph!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958" name="Google Shape;958;p68"/>
          <p:cNvCxnSpPr>
            <a:stCxn id="957" idx="4"/>
          </p:cNvCxnSpPr>
          <p:nvPr/>
        </p:nvCxnSpPr>
        <p:spPr>
          <a:xfrm>
            <a:off x="7355425" y="1501025"/>
            <a:ext cx="15000" cy="588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964" name="Google Shape;964;p6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pick </a:t>
            </a:r>
            <a:r>
              <a:rPr i="1" lang="en"/>
              <a:t>one</a:t>
            </a:r>
            <a:r>
              <a:rPr lang="en"/>
              <a:t> node in the graph and delete all the nodes that are not </a:t>
            </a:r>
            <a:r>
              <a:rPr b="1" lang="en"/>
              <a:t>adjacent</a:t>
            </a:r>
            <a:r>
              <a:rPr lang="en"/>
              <a:t> to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 we choose you!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965" name="Google Shape;965;p6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66" name="Google Shape;966;p69"/>
          <p:cNvCxnSpPr>
            <a:stCxn id="965" idx="6"/>
            <a:endCxn id="96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7" name="Google Shape;967;p6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8" name="Google Shape;968;p6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9" name="Google Shape;969;p6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0" name="Google Shape;970;p69"/>
          <p:cNvCxnSpPr>
            <a:stCxn id="969" idx="4"/>
            <a:endCxn id="96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6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2" name="Google Shape;972;p69"/>
          <p:cNvCxnSpPr>
            <a:stCxn id="965" idx="5"/>
            <a:endCxn id="97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6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4" name="Google Shape;974;p69"/>
          <p:cNvCxnSpPr>
            <a:stCxn id="973" idx="2"/>
            <a:endCxn id="96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6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6" name="Google Shape;976;p69"/>
          <p:cNvCxnSpPr>
            <a:stCxn id="975" idx="2"/>
            <a:endCxn id="97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7" name="Google Shape;977;p6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8" name="Google Shape;978;p69"/>
          <p:cNvCxnSpPr>
            <a:stCxn id="977" idx="0"/>
            <a:endCxn id="97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69"/>
          <p:cNvCxnSpPr>
            <a:stCxn id="967" idx="4"/>
            <a:endCxn id="97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985" name="Google Shape;985;p70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pick </a:t>
            </a:r>
            <a:r>
              <a:rPr i="1" lang="en"/>
              <a:t>one</a:t>
            </a:r>
            <a:r>
              <a:rPr lang="en"/>
              <a:t> node in the graph and delete all the nodes that are not </a:t>
            </a:r>
            <a:r>
              <a:rPr b="1" lang="en"/>
              <a:t>adjacent</a:t>
            </a:r>
            <a:r>
              <a:rPr lang="en"/>
              <a:t> to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 we choose you!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986" name="Google Shape;986;p7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87" name="Google Shape;987;p70"/>
          <p:cNvCxnSpPr>
            <a:stCxn id="986" idx="6"/>
            <a:endCxn id="98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8" name="Google Shape;988;p7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9" name="Google Shape;989;p7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90" name="Google Shape;990;p7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1" name="Google Shape;991;p70"/>
          <p:cNvCxnSpPr>
            <a:stCxn id="990" idx="4"/>
            <a:endCxn id="98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2" name="Google Shape;992;p7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3" name="Google Shape;993;p70"/>
          <p:cNvCxnSpPr>
            <a:stCxn id="986" idx="5"/>
            <a:endCxn id="99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4" name="Google Shape;994;p7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5" name="Google Shape;995;p70"/>
          <p:cNvCxnSpPr>
            <a:stCxn id="994" idx="2"/>
            <a:endCxn id="98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7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7" name="Google Shape;997;p70"/>
          <p:cNvCxnSpPr>
            <a:stCxn id="996" idx="2"/>
            <a:endCxn id="99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8" name="Google Shape;998;p7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9" name="Google Shape;999;p70"/>
          <p:cNvCxnSpPr>
            <a:stCxn id="998" idx="0"/>
            <a:endCxn id="99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70"/>
          <p:cNvCxnSpPr>
            <a:stCxn id="988" idx="4"/>
            <a:endCxn id="99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1006" name="Google Shape;1006;p7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pick </a:t>
            </a:r>
            <a:r>
              <a:rPr i="1" lang="en"/>
              <a:t>one</a:t>
            </a:r>
            <a:r>
              <a:rPr lang="en"/>
              <a:t> node in the graph and delete all the nodes that are not </a:t>
            </a:r>
            <a:r>
              <a:rPr b="1" lang="en"/>
              <a:t>adjacent</a:t>
            </a:r>
            <a:r>
              <a:rPr lang="en"/>
              <a:t> to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 we choose you!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and v</a:t>
            </a:r>
            <a:r>
              <a:rPr baseline="-25000" lang="en"/>
              <a:t>8</a:t>
            </a:r>
            <a:r>
              <a:rPr lang="en"/>
              <a:t> are not adjacent to v</a:t>
            </a:r>
            <a:r>
              <a:rPr baseline="-25000" lang="en"/>
              <a:t>3</a:t>
            </a:r>
            <a:endParaRPr baseline="-25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007" name="Google Shape;1007;p7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08" name="Google Shape;1008;p71"/>
          <p:cNvCxnSpPr>
            <a:stCxn id="1007" idx="6"/>
            <a:endCxn id="100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7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0" name="Google Shape;1010;p7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1" name="Google Shape;1011;p7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12" name="Google Shape;1012;p71"/>
          <p:cNvCxnSpPr>
            <a:stCxn id="1011" idx="4"/>
            <a:endCxn id="100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3" name="Google Shape;1013;p7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14" name="Google Shape;1014;p71"/>
          <p:cNvCxnSpPr>
            <a:stCxn id="1007" idx="5"/>
            <a:endCxn id="101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5" name="Google Shape;1015;p7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16" name="Google Shape;1016;p71"/>
          <p:cNvCxnSpPr>
            <a:stCxn id="1015" idx="2"/>
            <a:endCxn id="100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7" name="Google Shape;1017;p7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18" name="Google Shape;1018;p71"/>
          <p:cNvCxnSpPr>
            <a:stCxn id="1017" idx="2"/>
            <a:endCxn id="101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9" name="Google Shape;1019;p7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20" name="Google Shape;1020;p71"/>
          <p:cNvCxnSpPr>
            <a:stCxn id="1019" idx="0"/>
            <a:endCxn id="101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1" name="Google Shape;1021;p71"/>
          <p:cNvCxnSpPr>
            <a:stCxn id="1009" idx="4"/>
            <a:endCxn id="101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1027" name="Google Shape;1027;p7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pick </a:t>
            </a:r>
            <a:r>
              <a:rPr i="1" lang="en"/>
              <a:t>one</a:t>
            </a:r>
            <a:r>
              <a:rPr lang="en"/>
              <a:t> node in the graph and delete all the nodes that are not </a:t>
            </a:r>
            <a:r>
              <a:rPr b="1" lang="en"/>
              <a:t>adjacent</a:t>
            </a:r>
            <a:r>
              <a:rPr lang="en"/>
              <a:t> to it?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graph is called the </a:t>
            </a:r>
            <a:r>
              <a:rPr b="1" lang="en"/>
              <a:t>ego graph</a:t>
            </a:r>
            <a:r>
              <a:rPr lang="en"/>
              <a:t> corresponding  to node v</a:t>
            </a:r>
            <a:r>
              <a:rPr baseline="-25000" lang="en"/>
              <a:t>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 are called v</a:t>
            </a:r>
            <a:r>
              <a:rPr baseline="-25000" lang="en"/>
              <a:t>3</a:t>
            </a:r>
            <a:r>
              <a:rPr lang="en"/>
              <a:t>’s </a:t>
            </a:r>
            <a:r>
              <a:rPr b="1" lang="en"/>
              <a:t>alters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028" name="Google Shape;1028;p7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29" name="Google Shape;1029;p72"/>
          <p:cNvCxnSpPr>
            <a:stCxn id="1028" idx="6"/>
            <a:endCxn id="103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0" name="Google Shape;1030;p7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31" name="Google Shape;1031;p7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2" name="Google Shape;1032;p72"/>
          <p:cNvCxnSpPr>
            <a:stCxn id="1031" idx="4"/>
            <a:endCxn id="103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3" name="Google Shape;1033;p7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4" name="Google Shape;1034;p72"/>
          <p:cNvCxnSpPr>
            <a:stCxn id="1028" idx="5"/>
            <a:endCxn id="103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7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6" name="Google Shape;1036;p72"/>
          <p:cNvCxnSpPr>
            <a:stCxn id="1035" idx="2"/>
            <a:endCxn id="103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72"/>
          <p:cNvCxnSpPr>
            <a:stCxn id="1030" idx="4"/>
            <a:endCxn id="103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1043" name="Google Shape;1043;p7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delete all the nodes in the graph?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044" name="Google Shape;1044;p7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45" name="Google Shape;1045;p73"/>
          <p:cNvCxnSpPr>
            <a:stCxn id="1044" idx="6"/>
            <a:endCxn id="104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6" name="Google Shape;1046;p7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7" name="Google Shape;1047;p7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8" name="Google Shape;1048;p7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49" name="Google Shape;1049;p73"/>
          <p:cNvCxnSpPr>
            <a:stCxn id="1048" idx="4"/>
            <a:endCxn id="104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0" name="Google Shape;1050;p7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51" name="Google Shape;1051;p73"/>
          <p:cNvCxnSpPr>
            <a:stCxn id="1044" idx="5"/>
            <a:endCxn id="105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2" name="Google Shape;1052;p7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53" name="Google Shape;1053;p73"/>
          <p:cNvCxnSpPr>
            <a:stCxn id="1052" idx="2"/>
            <a:endCxn id="104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4" name="Google Shape;1054;p7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55" name="Google Shape;1055;p73"/>
          <p:cNvCxnSpPr>
            <a:stCxn id="1054" idx="2"/>
            <a:endCxn id="105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6" name="Google Shape;1056;p7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57" name="Google Shape;1057;p73"/>
          <p:cNvCxnSpPr>
            <a:stCxn id="1056" idx="0"/>
            <a:endCxn id="105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73"/>
          <p:cNvCxnSpPr>
            <a:stCxn id="1046" idx="4"/>
            <a:endCxn id="105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1064" name="Google Shape;1064;p7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delete all the nodes in the graph?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graph is (sometimes) called the </a:t>
            </a:r>
            <a:r>
              <a:rPr b="1" lang="en"/>
              <a:t>null graph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can’t see it but it still there!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7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075" name="Google Shape;1075;p7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7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7" name="Google Shape;1077;p76"/>
          <p:cNvCxnSpPr>
            <a:stCxn id="1076" idx="6"/>
            <a:endCxn id="107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8" name="Google Shape;1078;p7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9" name="Google Shape;1079;p7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80" name="Google Shape;1080;p7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81" name="Google Shape;1081;p76"/>
          <p:cNvCxnSpPr>
            <a:stCxn id="1080" idx="4"/>
            <a:endCxn id="107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2" name="Google Shape;1082;p7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83" name="Google Shape;1083;p76"/>
          <p:cNvCxnSpPr>
            <a:stCxn id="1076" idx="5"/>
            <a:endCxn id="108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4" name="Google Shape;1084;p7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85" name="Google Shape;1085;p76"/>
          <p:cNvCxnSpPr>
            <a:stCxn id="1084" idx="2"/>
            <a:endCxn id="107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6" name="Google Shape;1086;p7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87" name="Google Shape;1087;p76"/>
          <p:cNvCxnSpPr>
            <a:stCxn id="1086" idx="2"/>
            <a:endCxn id="108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8" name="Google Shape;1088;p7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89" name="Google Shape;1089;p76"/>
          <p:cNvCxnSpPr>
            <a:stCxn id="1088" idx="0"/>
            <a:endCxn id="108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76"/>
          <p:cNvCxnSpPr>
            <a:stCxn id="1078" idx="4"/>
            <a:endCxn id="108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096" name="Google Shape;1096;p77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7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98" name="Google Shape;1098;p77"/>
          <p:cNvCxnSpPr>
            <a:stCxn id="1097" idx="6"/>
            <a:endCxn id="109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9" name="Google Shape;1099;p7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0" name="Google Shape;1100;p7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1" name="Google Shape;1101;p7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02" name="Google Shape;1102;p77"/>
          <p:cNvCxnSpPr>
            <a:stCxn id="1101" idx="4"/>
            <a:endCxn id="109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3" name="Google Shape;1103;p7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04" name="Google Shape;1104;p77"/>
          <p:cNvCxnSpPr>
            <a:stCxn id="1097" idx="5"/>
            <a:endCxn id="110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5" name="Google Shape;1105;p7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06" name="Google Shape;1106;p77"/>
          <p:cNvCxnSpPr>
            <a:stCxn id="1105" idx="2"/>
            <a:endCxn id="109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7" name="Google Shape;1107;p7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08" name="Google Shape;1108;p77"/>
          <p:cNvCxnSpPr>
            <a:stCxn id="1107" idx="2"/>
            <a:endCxn id="110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9" name="Google Shape;1109;p7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10" name="Google Shape;1110;p77"/>
          <p:cNvCxnSpPr>
            <a:stCxn id="1109" idx="0"/>
            <a:endCxn id="110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1" name="Google Shape;1111;p77"/>
          <p:cNvCxnSpPr>
            <a:stCxn id="1099" idx="4"/>
            <a:endCxn id="110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117" name="Google Shape;1117;p7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7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19" name="Google Shape;1119;p78"/>
          <p:cNvCxnSpPr>
            <a:stCxn id="1118" idx="6"/>
            <a:endCxn id="112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0" name="Google Shape;1120;p7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1" name="Google Shape;1121;p7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2" name="Google Shape;1122;p7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3" name="Google Shape;1123;p78"/>
          <p:cNvCxnSpPr>
            <a:stCxn id="1122" idx="4"/>
            <a:endCxn id="112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7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5" name="Google Shape;1125;p78"/>
          <p:cNvCxnSpPr>
            <a:stCxn id="1118" idx="5"/>
            <a:endCxn id="112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6" name="Google Shape;1126;p7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7" name="Google Shape;1127;p78"/>
          <p:cNvCxnSpPr>
            <a:stCxn id="1126" idx="2"/>
            <a:endCxn id="112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" name="Google Shape;1128;p7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9" name="Google Shape;1129;p78"/>
          <p:cNvCxnSpPr>
            <a:stCxn id="1128" idx="2"/>
            <a:endCxn id="112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0" name="Google Shape;1130;p7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31" name="Google Shape;1131;p78"/>
          <p:cNvCxnSpPr>
            <a:stCxn id="1130" idx="0"/>
            <a:endCxn id="112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78"/>
          <p:cNvCxnSpPr>
            <a:stCxn id="1120" idx="4"/>
            <a:endCxn id="112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138" name="Google Shape;1138;p7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edge set (m)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7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40" name="Google Shape;1140;p79"/>
          <p:cNvCxnSpPr>
            <a:stCxn id="1139" idx="6"/>
            <a:endCxn id="114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1" name="Google Shape;1141;p7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42" name="Google Shape;1142;p7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43" name="Google Shape;1143;p7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44" name="Google Shape;1144;p79"/>
          <p:cNvCxnSpPr>
            <a:stCxn id="1143" idx="4"/>
            <a:endCxn id="114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5" name="Google Shape;1145;p7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46" name="Google Shape;1146;p79"/>
          <p:cNvCxnSpPr>
            <a:stCxn id="1139" idx="5"/>
            <a:endCxn id="114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7" name="Google Shape;1147;p7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48" name="Google Shape;1148;p79"/>
          <p:cNvCxnSpPr>
            <a:stCxn id="1147" idx="2"/>
            <a:endCxn id="114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9" name="Google Shape;1149;p7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50" name="Google Shape;1150;p79"/>
          <p:cNvCxnSpPr>
            <a:stCxn id="1149" idx="2"/>
            <a:endCxn id="114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1" name="Google Shape;1151;p7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52" name="Google Shape;1152;p79"/>
          <p:cNvCxnSpPr>
            <a:stCxn id="1151" idx="0"/>
            <a:endCxn id="114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79"/>
          <p:cNvCxnSpPr>
            <a:stCxn id="1141" idx="4"/>
            <a:endCxn id="114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159" name="Google Shape;1159;p80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lang="en">
                <a:solidFill>
                  <a:srgbClr val="000000"/>
                </a:solidFill>
              </a:rPr>
              <a:t>size</a:t>
            </a:r>
            <a:r>
              <a:rPr lang="en">
                <a:solidFill>
                  <a:srgbClr val="000000"/>
                </a:solidFill>
              </a:rPr>
              <a:t> of a graph is the </a:t>
            </a:r>
            <a:r>
              <a:rPr b="1" lang="en">
                <a:solidFill>
                  <a:srgbClr val="000000"/>
                </a:solidFill>
              </a:rPr>
              <a:t>cardinality</a:t>
            </a:r>
            <a:r>
              <a:rPr lang="en">
                <a:solidFill>
                  <a:srgbClr val="000000"/>
                </a:solidFill>
              </a:rPr>
              <a:t> of the edge set (m) </a:t>
            </a:r>
            <a:endParaRPr>
              <a:solidFill>
                <a:srgbClr val="000000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This is the number of edges:</a:t>
            </a:r>
            <a:endParaRPr>
              <a:solidFill>
                <a:srgbClr val="000000"/>
              </a:solidFill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|E| = m = 7</a:t>
            </a:r>
            <a:endParaRPr>
              <a:solidFill>
                <a:srgbClr val="000000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8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61" name="Google Shape;1161;p80"/>
          <p:cNvCxnSpPr>
            <a:stCxn id="1160" idx="6"/>
            <a:endCxn id="116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2" name="Google Shape;1162;p8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3" name="Google Shape;1163;p8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4" name="Google Shape;1164;p8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65" name="Google Shape;1165;p80"/>
          <p:cNvCxnSpPr>
            <a:stCxn id="1164" idx="4"/>
            <a:endCxn id="116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6" name="Google Shape;1166;p8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67" name="Google Shape;1167;p80"/>
          <p:cNvCxnSpPr>
            <a:stCxn id="1160" idx="5"/>
            <a:endCxn id="116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8" name="Google Shape;1168;p8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69" name="Google Shape;1169;p80"/>
          <p:cNvCxnSpPr>
            <a:stCxn id="1168" idx="2"/>
            <a:endCxn id="116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0" name="Google Shape;1170;p8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71" name="Google Shape;1171;p80"/>
          <p:cNvCxnSpPr>
            <a:stCxn id="1170" idx="2"/>
            <a:endCxn id="116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2" name="Google Shape;1172;p8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73" name="Google Shape;1173;p80"/>
          <p:cNvCxnSpPr>
            <a:stCxn id="1172" idx="0"/>
            <a:endCxn id="117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4" name="Google Shape;1174;p80"/>
          <p:cNvCxnSpPr>
            <a:stCxn id="1162" idx="4"/>
            <a:endCxn id="116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1180" name="Google Shape;1180;p81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8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82" name="Google Shape;1182;p81"/>
          <p:cNvCxnSpPr>
            <a:stCxn id="1181" idx="6"/>
            <a:endCxn id="118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3" name="Google Shape;1183;p8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4" name="Google Shape;1184;p8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5" name="Google Shape;1185;p8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86" name="Google Shape;1186;p81"/>
          <p:cNvCxnSpPr>
            <a:stCxn id="1185" idx="4"/>
            <a:endCxn id="118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7" name="Google Shape;1187;p8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88" name="Google Shape;1188;p81"/>
          <p:cNvCxnSpPr>
            <a:stCxn id="1181" idx="5"/>
            <a:endCxn id="118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9" name="Google Shape;1189;p8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0" name="Google Shape;1190;p81"/>
          <p:cNvCxnSpPr>
            <a:stCxn id="1189" idx="2"/>
            <a:endCxn id="118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1" name="Google Shape;1191;p8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2" name="Google Shape;1192;p81"/>
          <p:cNvCxnSpPr>
            <a:stCxn id="1191" idx="2"/>
            <a:endCxn id="118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3" name="Google Shape;1193;p8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4" name="Google Shape;1194;p81"/>
          <p:cNvCxnSpPr>
            <a:stCxn id="1193" idx="0"/>
            <a:endCxn id="119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81"/>
          <p:cNvCxnSpPr>
            <a:stCxn id="1183" idx="4"/>
            <a:endCxn id="118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96" name="Google Shape;1196;p81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82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1203" name="Google Shape;1203;p8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04" name="Google Shape;1204;p82"/>
          <p:cNvCxnSpPr>
            <a:stCxn id="1203" idx="6"/>
            <a:endCxn id="120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5" name="Google Shape;1205;p8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06" name="Google Shape;1206;p8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07" name="Google Shape;1207;p8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08" name="Google Shape;1208;p82"/>
          <p:cNvCxnSpPr>
            <a:stCxn id="1207" idx="4"/>
            <a:endCxn id="120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8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10" name="Google Shape;1210;p82"/>
          <p:cNvCxnSpPr>
            <a:stCxn id="1203" idx="5"/>
            <a:endCxn id="120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1" name="Google Shape;1211;p8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12" name="Google Shape;1212;p82"/>
          <p:cNvCxnSpPr>
            <a:stCxn id="1211" idx="2"/>
            <a:endCxn id="120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3" name="Google Shape;1213;p8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14" name="Google Shape;1214;p82"/>
          <p:cNvCxnSpPr>
            <a:stCxn id="1213" idx="2"/>
            <a:endCxn id="121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5" name="Google Shape;1215;p8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16" name="Google Shape;1216;p82"/>
          <p:cNvCxnSpPr>
            <a:stCxn id="1215" idx="0"/>
            <a:endCxn id="121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82"/>
          <p:cNvCxnSpPr>
            <a:stCxn id="1205" idx="4"/>
            <a:endCxn id="120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18" name="Google Shape;1218;p82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1224" name="Google Shape;1224;p83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sequence</a:t>
            </a:r>
            <a:r>
              <a:rPr lang="en"/>
              <a:t> is an </a:t>
            </a:r>
            <a:r>
              <a:rPr i="1" lang="en"/>
              <a:t>ordered</a:t>
            </a:r>
            <a:r>
              <a:rPr lang="en"/>
              <a:t> version of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8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26" name="Google Shape;1226;p83"/>
          <p:cNvCxnSpPr>
            <a:stCxn id="1225" idx="6"/>
            <a:endCxn id="122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7" name="Google Shape;1227;p8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8" name="Google Shape;1228;p8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9" name="Google Shape;1229;p8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30" name="Google Shape;1230;p83"/>
          <p:cNvCxnSpPr>
            <a:stCxn id="1229" idx="4"/>
            <a:endCxn id="122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1" name="Google Shape;1231;p8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32" name="Google Shape;1232;p83"/>
          <p:cNvCxnSpPr>
            <a:stCxn id="1225" idx="5"/>
            <a:endCxn id="123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3" name="Google Shape;1233;p8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34" name="Google Shape;1234;p83"/>
          <p:cNvCxnSpPr>
            <a:stCxn id="1233" idx="2"/>
            <a:endCxn id="122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5" name="Google Shape;1235;p8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36" name="Google Shape;1236;p83"/>
          <p:cNvCxnSpPr>
            <a:stCxn id="1235" idx="2"/>
            <a:endCxn id="123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7" name="Google Shape;1237;p8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38" name="Google Shape;1238;p83"/>
          <p:cNvCxnSpPr>
            <a:stCxn id="1237" idx="0"/>
            <a:endCxn id="123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9" name="Google Shape;1239;p83"/>
          <p:cNvCxnSpPr>
            <a:stCxn id="1227" idx="4"/>
            <a:endCxn id="123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40" name="Google Shape;1240;p83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1246" name="Google Shape;1246;p84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sequence</a:t>
            </a:r>
            <a:r>
              <a:rPr lang="en"/>
              <a:t> is an </a:t>
            </a:r>
            <a:r>
              <a:rPr i="1" lang="en"/>
              <a:t>ordered</a:t>
            </a:r>
            <a:r>
              <a:rPr lang="en"/>
              <a:t> version of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8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48" name="Google Shape;1248;p84"/>
          <p:cNvCxnSpPr>
            <a:stCxn id="1247" idx="6"/>
            <a:endCxn id="124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9" name="Google Shape;1249;p8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0" name="Google Shape;1250;p8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1" name="Google Shape;1251;p8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52" name="Google Shape;1252;p84"/>
          <p:cNvCxnSpPr>
            <a:stCxn id="1251" idx="4"/>
            <a:endCxn id="124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3" name="Google Shape;1253;p8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54" name="Google Shape;1254;p84"/>
          <p:cNvCxnSpPr>
            <a:stCxn id="1247" idx="5"/>
            <a:endCxn id="125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5" name="Google Shape;1255;p8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56" name="Google Shape;1256;p84"/>
          <p:cNvCxnSpPr>
            <a:stCxn id="1255" idx="2"/>
            <a:endCxn id="124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8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58" name="Google Shape;1258;p84"/>
          <p:cNvCxnSpPr>
            <a:stCxn id="1257" idx="2"/>
            <a:endCxn id="125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8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60" name="Google Shape;1260;p84"/>
          <p:cNvCxnSpPr>
            <a:stCxn id="1259" idx="0"/>
            <a:endCxn id="125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84"/>
          <p:cNvCxnSpPr>
            <a:stCxn id="1249" idx="4"/>
            <a:endCxn id="125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62" name="Google Shape;1262;p84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63" name="Google Shape;1263;p84"/>
          <p:cNvGraphicFramePr/>
          <p:nvPr/>
        </p:nvGraphicFramePr>
        <p:xfrm>
          <a:off x="801050" y="4183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85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1270" name="Google Shape;1270;p8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71" name="Google Shape;1271;p85"/>
          <p:cNvCxnSpPr>
            <a:stCxn id="1270" idx="6"/>
            <a:endCxn id="127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2" name="Google Shape;1272;p8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3" name="Google Shape;1273;p8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4" name="Google Shape;1274;p8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75" name="Google Shape;1275;p85"/>
          <p:cNvCxnSpPr>
            <a:stCxn id="1274" idx="4"/>
            <a:endCxn id="127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6" name="Google Shape;1276;p8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77" name="Google Shape;1277;p85"/>
          <p:cNvCxnSpPr>
            <a:stCxn id="1270" idx="5"/>
            <a:endCxn id="127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8" name="Google Shape;1278;p8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79" name="Google Shape;1279;p85"/>
          <p:cNvCxnSpPr>
            <a:stCxn id="1278" idx="2"/>
            <a:endCxn id="127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0" name="Google Shape;1280;p8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1" name="Google Shape;1281;p85"/>
          <p:cNvCxnSpPr>
            <a:stCxn id="1280" idx="2"/>
            <a:endCxn id="127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2" name="Google Shape;1282;p8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3" name="Google Shape;1283;p85"/>
          <p:cNvCxnSpPr>
            <a:stCxn id="1282" idx="0"/>
            <a:endCxn id="128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85"/>
          <p:cNvCxnSpPr>
            <a:stCxn id="1272" idx="4"/>
            <a:endCxn id="127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85" name="Google Shape;1285;p85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8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1292" name="Google Shape;1292;p8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93" name="Google Shape;1293;p86"/>
          <p:cNvCxnSpPr>
            <a:stCxn id="1292" idx="6"/>
            <a:endCxn id="129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p8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95" name="Google Shape;1295;p8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96" name="Google Shape;1296;p8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97" name="Google Shape;1297;p86"/>
          <p:cNvCxnSpPr>
            <a:stCxn id="1296" idx="4"/>
            <a:endCxn id="129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8" name="Google Shape;1298;p8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99" name="Google Shape;1299;p86"/>
          <p:cNvCxnSpPr>
            <a:stCxn id="1292" idx="5"/>
            <a:endCxn id="129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0" name="Google Shape;1300;p8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01" name="Google Shape;1301;p86"/>
          <p:cNvCxnSpPr>
            <a:stCxn id="1300" idx="2"/>
            <a:endCxn id="129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2" name="Google Shape;1302;p8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03" name="Google Shape;1303;p86"/>
          <p:cNvCxnSpPr>
            <a:stCxn id="1302" idx="2"/>
            <a:endCxn id="130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4" name="Google Shape;1304;p8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05" name="Google Shape;1305;p86"/>
          <p:cNvCxnSpPr>
            <a:stCxn id="1304" idx="0"/>
            <a:endCxn id="130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6" name="Google Shape;1306;p86"/>
          <p:cNvCxnSpPr>
            <a:stCxn id="1294" idx="4"/>
            <a:endCxn id="129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07" name="Google Shape;1307;p86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87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1314" name="Google Shape;1314;p8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15" name="Google Shape;1315;p87"/>
          <p:cNvCxnSpPr>
            <a:stCxn id="1314" idx="6"/>
            <a:endCxn id="131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6" name="Google Shape;1316;p8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7" name="Google Shape;1317;p8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8" name="Google Shape;1318;p8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19" name="Google Shape;1319;p87"/>
          <p:cNvCxnSpPr>
            <a:stCxn id="1318" idx="4"/>
            <a:endCxn id="131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0" name="Google Shape;1320;p8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21" name="Google Shape;1321;p87"/>
          <p:cNvCxnSpPr>
            <a:stCxn id="1314" idx="5"/>
            <a:endCxn id="132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2" name="Google Shape;1322;p8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23" name="Google Shape;1323;p87"/>
          <p:cNvCxnSpPr>
            <a:stCxn id="1322" idx="2"/>
            <a:endCxn id="131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4" name="Google Shape;1324;p8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25" name="Google Shape;1325;p87"/>
          <p:cNvCxnSpPr>
            <a:stCxn id="1324" idx="2"/>
            <a:endCxn id="132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6" name="Google Shape;1326;p8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27" name="Google Shape;1327;p87"/>
          <p:cNvCxnSpPr>
            <a:stCxn id="1326" idx="0"/>
            <a:endCxn id="132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87"/>
          <p:cNvCxnSpPr>
            <a:stCxn id="1316" idx="4"/>
            <a:endCxn id="132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29" name="Google Shape;1329;p87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8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min</a:t>
            </a:r>
            <a:r>
              <a:rPr lang="en" sz="1800"/>
              <a:t>= 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1336" name="Google Shape;1336;p8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37" name="Google Shape;1337;p88"/>
          <p:cNvCxnSpPr>
            <a:stCxn id="1336" idx="6"/>
            <a:endCxn id="133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8" name="Google Shape;1338;p8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39" name="Google Shape;1339;p8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0" name="Google Shape;1340;p8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1" name="Google Shape;1341;p88"/>
          <p:cNvCxnSpPr>
            <a:stCxn id="1340" idx="4"/>
            <a:endCxn id="133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2" name="Google Shape;1342;p8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3" name="Google Shape;1343;p88"/>
          <p:cNvCxnSpPr>
            <a:stCxn id="1336" idx="5"/>
            <a:endCxn id="134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4" name="Google Shape;1344;p8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5" name="Google Shape;1345;p88"/>
          <p:cNvCxnSpPr>
            <a:stCxn id="1344" idx="2"/>
            <a:endCxn id="133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6" name="Google Shape;1346;p8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7" name="Google Shape;1347;p88"/>
          <p:cNvCxnSpPr>
            <a:stCxn id="1346" idx="2"/>
            <a:endCxn id="134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8" name="Google Shape;1348;p8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9" name="Google Shape;1349;p88"/>
          <p:cNvCxnSpPr>
            <a:stCxn id="1348" idx="0"/>
            <a:endCxn id="134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0" name="Google Shape;1350;p88"/>
          <p:cNvCxnSpPr>
            <a:stCxn id="1338" idx="4"/>
            <a:endCxn id="134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51" name="Google Shape;1351;p88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8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min</a:t>
            </a:r>
            <a:r>
              <a:rPr lang="en" sz="1800"/>
              <a:t>= 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1358" name="Google Shape;1358;p8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59" name="Google Shape;1359;p89"/>
          <p:cNvCxnSpPr>
            <a:stCxn id="1358" idx="6"/>
            <a:endCxn id="136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0" name="Google Shape;1360;p8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61" name="Google Shape;1361;p8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62" name="Google Shape;1362;p8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63" name="Google Shape;1363;p89"/>
          <p:cNvCxnSpPr>
            <a:stCxn id="1362" idx="4"/>
            <a:endCxn id="136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4" name="Google Shape;1364;p8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65" name="Google Shape;1365;p89"/>
          <p:cNvCxnSpPr>
            <a:stCxn id="1358" idx="5"/>
            <a:endCxn id="136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6" name="Google Shape;1366;p8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67" name="Google Shape;1367;p89"/>
          <p:cNvCxnSpPr>
            <a:stCxn id="1366" idx="2"/>
            <a:endCxn id="136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8" name="Google Shape;1368;p8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69" name="Google Shape;1369;p89"/>
          <p:cNvCxnSpPr>
            <a:stCxn id="1368" idx="2"/>
            <a:endCxn id="136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0" name="Google Shape;1370;p8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71" name="Google Shape;1371;p89"/>
          <p:cNvCxnSpPr>
            <a:stCxn id="1370" idx="0"/>
            <a:endCxn id="136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2" name="Google Shape;1372;p89"/>
          <p:cNvCxnSpPr>
            <a:stCxn id="1360" idx="4"/>
            <a:endCxn id="136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73" name="Google Shape;1373;p89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90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range </a:t>
            </a:r>
            <a:r>
              <a:rPr lang="en"/>
              <a:t>(k</a:t>
            </a:r>
            <a:r>
              <a:rPr baseline="-25000" lang="en"/>
              <a:t>r</a:t>
            </a:r>
            <a:r>
              <a:rPr lang="en"/>
              <a:t>) is the </a:t>
            </a:r>
            <a:r>
              <a:rPr b="1" lang="en"/>
              <a:t>difference</a:t>
            </a:r>
            <a:r>
              <a:rPr lang="en"/>
              <a:t> between the maximum and minimum degrees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Range</a:t>
            </a:r>
            <a:endParaRPr/>
          </a:p>
        </p:txBody>
      </p:sp>
      <p:sp>
        <p:nvSpPr>
          <p:cNvPr id="1380" name="Google Shape;1380;p9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81" name="Google Shape;1381;p90"/>
          <p:cNvCxnSpPr>
            <a:stCxn id="1380" idx="6"/>
            <a:endCxn id="138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2" name="Google Shape;1382;p9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83" name="Google Shape;1383;p9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84" name="Google Shape;1384;p9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85" name="Google Shape;1385;p90"/>
          <p:cNvCxnSpPr>
            <a:stCxn id="1384" idx="4"/>
            <a:endCxn id="138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6" name="Google Shape;1386;p9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87" name="Google Shape;1387;p90"/>
          <p:cNvCxnSpPr>
            <a:stCxn id="1380" idx="5"/>
            <a:endCxn id="138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8" name="Google Shape;1388;p9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89" name="Google Shape;1389;p90"/>
          <p:cNvCxnSpPr>
            <a:stCxn id="1388" idx="2"/>
            <a:endCxn id="138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9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91" name="Google Shape;1391;p90"/>
          <p:cNvCxnSpPr>
            <a:stCxn id="1390" idx="2"/>
            <a:endCxn id="138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2" name="Google Shape;1392;p9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93" name="Google Shape;1393;p90"/>
          <p:cNvCxnSpPr>
            <a:stCxn id="1392" idx="0"/>
            <a:endCxn id="139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4" name="Google Shape;1394;p90"/>
          <p:cNvCxnSpPr>
            <a:stCxn id="1382" idx="4"/>
            <a:endCxn id="138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95" name="Google Shape;1395;p90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91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range </a:t>
            </a:r>
            <a:r>
              <a:rPr lang="en"/>
              <a:t>(k</a:t>
            </a:r>
            <a:r>
              <a:rPr baseline="-25000" lang="en"/>
              <a:t>r</a:t>
            </a:r>
            <a:r>
              <a:rPr lang="en"/>
              <a:t>) is the </a:t>
            </a:r>
            <a:r>
              <a:rPr b="1" lang="en"/>
              <a:t>difference</a:t>
            </a:r>
            <a:r>
              <a:rPr lang="en"/>
              <a:t> between the maximum and minimum degrees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 = (k</a:t>
            </a:r>
            <a:r>
              <a:rPr baseline="-25000" lang="en"/>
              <a:t>max</a:t>
            </a:r>
            <a:r>
              <a:rPr lang="en"/>
              <a:t>－ k</a:t>
            </a:r>
            <a:r>
              <a:rPr baseline="-25000" lang="en"/>
              <a:t>min</a:t>
            </a:r>
            <a:r>
              <a:rPr lang="en"/>
              <a:t>) = (4 － 0) = 4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Range</a:t>
            </a:r>
            <a:endParaRPr/>
          </a:p>
        </p:txBody>
      </p:sp>
      <p:sp>
        <p:nvSpPr>
          <p:cNvPr id="1402" name="Google Shape;1402;p9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03" name="Google Shape;1403;p91"/>
          <p:cNvCxnSpPr>
            <a:stCxn id="1402" idx="6"/>
            <a:endCxn id="140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4" name="Google Shape;1404;p9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5" name="Google Shape;1405;p9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6" name="Google Shape;1406;p9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07" name="Google Shape;1407;p91"/>
          <p:cNvCxnSpPr>
            <a:stCxn id="1406" idx="4"/>
            <a:endCxn id="140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8" name="Google Shape;1408;p9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09" name="Google Shape;1409;p91"/>
          <p:cNvCxnSpPr>
            <a:stCxn id="1402" idx="5"/>
            <a:endCxn id="140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0" name="Google Shape;1410;p9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11" name="Google Shape;1411;p91"/>
          <p:cNvCxnSpPr>
            <a:stCxn id="1410" idx="2"/>
            <a:endCxn id="140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2" name="Google Shape;1412;p9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13" name="Google Shape;1413;p91"/>
          <p:cNvCxnSpPr>
            <a:stCxn id="1412" idx="2"/>
            <a:endCxn id="141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4" name="Google Shape;1414;p9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15" name="Google Shape;1415;p91"/>
          <p:cNvCxnSpPr>
            <a:stCxn id="1414" idx="0"/>
            <a:endCxn id="141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91"/>
          <p:cNvCxnSpPr>
            <a:stCxn id="1404" idx="4"/>
            <a:endCxn id="140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17" name="Google Shape;1417;p91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92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1424" name="Google Shape;1424;p9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25" name="Google Shape;1425;p92"/>
          <p:cNvCxnSpPr>
            <a:stCxn id="1424" idx="6"/>
            <a:endCxn id="142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6" name="Google Shape;1426;p9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7" name="Google Shape;1427;p9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8" name="Google Shape;1428;p9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29" name="Google Shape;1429;p92"/>
          <p:cNvCxnSpPr>
            <a:stCxn id="1428" idx="4"/>
            <a:endCxn id="142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p9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31" name="Google Shape;1431;p92"/>
          <p:cNvCxnSpPr>
            <a:stCxn id="1424" idx="5"/>
            <a:endCxn id="143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2" name="Google Shape;1432;p9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33" name="Google Shape;1433;p92"/>
          <p:cNvCxnSpPr>
            <a:stCxn id="1432" idx="2"/>
            <a:endCxn id="142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4" name="Google Shape;1434;p9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35" name="Google Shape;1435;p92"/>
          <p:cNvCxnSpPr>
            <a:stCxn id="1434" idx="2"/>
            <a:endCxn id="143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9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37" name="Google Shape;1437;p92"/>
          <p:cNvCxnSpPr>
            <a:stCxn id="1436" idx="0"/>
            <a:endCxn id="143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92"/>
          <p:cNvCxnSpPr>
            <a:stCxn id="1426" idx="4"/>
            <a:endCxn id="143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39" name="Google Shape;1439;p92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93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-25000" lang="en"/>
              <a:t>i </a:t>
            </a:r>
            <a:r>
              <a:rPr lang="en"/>
              <a:t>= 1 + 2 + 4 + 2 + 2 + 0 + 2 + 1 = 14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1446" name="Google Shape;1446;p9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47" name="Google Shape;1447;p93"/>
          <p:cNvCxnSpPr>
            <a:stCxn id="1446" idx="6"/>
            <a:endCxn id="144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8" name="Google Shape;1448;p9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49" name="Google Shape;1449;p9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50" name="Google Shape;1450;p9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51" name="Google Shape;1451;p93"/>
          <p:cNvCxnSpPr>
            <a:stCxn id="1450" idx="4"/>
            <a:endCxn id="144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2" name="Google Shape;1452;p9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53" name="Google Shape;1453;p93"/>
          <p:cNvCxnSpPr>
            <a:stCxn id="1446" idx="5"/>
            <a:endCxn id="145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4" name="Google Shape;1454;p9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55" name="Google Shape;1455;p93"/>
          <p:cNvCxnSpPr>
            <a:stCxn id="1454" idx="2"/>
            <a:endCxn id="144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6" name="Google Shape;1456;p9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57" name="Google Shape;1457;p93"/>
          <p:cNvCxnSpPr>
            <a:stCxn id="1456" idx="2"/>
            <a:endCxn id="145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8" name="Google Shape;1458;p9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59" name="Google Shape;1459;p93"/>
          <p:cNvCxnSpPr>
            <a:stCxn id="1458" idx="0"/>
            <a:endCxn id="145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0" name="Google Shape;1460;p93"/>
          <p:cNvCxnSpPr>
            <a:stCxn id="1448" idx="4"/>
            <a:endCxn id="145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61" name="Google Shape;1461;p93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94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-25000" lang="en"/>
              <a:t>i </a:t>
            </a:r>
            <a:r>
              <a:rPr lang="en"/>
              <a:t>= 1 + 2 + 4 + 2 + 2 + 0 + 2 + 1 = 14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 sum of degrees is equal to </a:t>
            </a:r>
            <a:r>
              <a:rPr b="1" lang="en"/>
              <a:t>twice</a:t>
            </a:r>
            <a:r>
              <a:rPr lang="en"/>
              <a:t> the number of </a:t>
            </a:r>
            <a:r>
              <a:rPr b="1" lang="en"/>
              <a:t>edges</a:t>
            </a:r>
            <a:r>
              <a:rPr lang="en"/>
              <a:t>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Σk</a:t>
            </a:r>
            <a:r>
              <a:rPr baseline="-25000" lang="en" sz="1800"/>
              <a:t>i  </a:t>
            </a:r>
            <a:r>
              <a:rPr lang="en" sz="1800"/>
              <a:t>= 2m = 2 ✕ 7 = 14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1468" name="Google Shape;1468;p9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69" name="Google Shape;1469;p94"/>
          <p:cNvCxnSpPr>
            <a:stCxn id="1468" idx="6"/>
            <a:endCxn id="147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0" name="Google Shape;1470;p9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1" name="Google Shape;1471;p9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2" name="Google Shape;1472;p9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73" name="Google Shape;1473;p94"/>
          <p:cNvCxnSpPr>
            <a:stCxn id="1472" idx="4"/>
            <a:endCxn id="147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4" name="Google Shape;1474;p9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75" name="Google Shape;1475;p94"/>
          <p:cNvCxnSpPr>
            <a:stCxn id="1468" idx="5"/>
            <a:endCxn id="147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6" name="Google Shape;1476;p9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77" name="Google Shape;1477;p94"/>
          <p:cNvCxnSpPr>
            <a:stCxn id="1476" idx="2"/>
            <a:endCxn id="147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8" name="Google Shape;1478;p9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79" name="Google Shape;1479;p94"/>
          <p:cNvCxnSpPr>
            <a:stCxn id="1478" idx="2"/>
            <a:endCxn id="147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0" name="Google Shape;1480;p9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81" name="Google Shape;1481;p94"/>
          <p:cNvCxnSpPr>
            <a:stCxn id="1480" idx="0"/>
            <a:endCxn id="147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2" name="Google Shape;1482;p94"/>
          <p:cNvCxnSpPr>
            <a:stCxn id="1470" idx="4"/>
            <a:endCxn id="147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83" name="Google Shape;1483;p94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95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average degree</a:t>
            </a:r>
            <a:r>
              <a:rPr lang="en"/>
              <a:t> (  ) is the ratio of the sum of the degrees (Σk</a:t>
            </a:r>
            <a:r>
              <a:rPr baseline="-25000" lang="en"/>
              <a:t>i</a:t>
            </a:r>
            <a:r>
              <a:rPr lang="en"/>
              <a:t>) to the </a:t>
            </a:r>
            <a:r>
              <a:rPr b="1" lang="en"/>
              <a:t>graph order </a:t>
            </a:r>
            <a:r>
              <a:rPr lang="en"/>
              <a:t>(n)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Average Degree</a:t>
            </a:r>
            <a:endParaRPr/>
          </a:p>
        </p:txBody>
      </p:sp>
      <p:sp>
        <p:nvSpPr>
          <p:cNvPr id="1490" name="Google Shape;1490;p9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91" name="Google Shape;1491;p95"/>
          <p:cNvCxnSpPr>
            <a:stCxn id="1490" idx="6"/>
            <a:endCxn id="149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2" name="Google Shape;1492;p9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93" name="Google Shape;1493;p9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94" name="Google Shape;1494;p9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95" name="Google Shape;1495;p95"/>
          <p:cNvCxnSpPr>
            <a:stCxn id="1494" idx="4"/>
            <a:endCxn id="149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6" name="Google Shape;1496;p9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97" name="Google Shape;1497;p95"/>
          <p:cNvCxnSpPr>
            <a:stCxn id="1490" idx="5"/>
            <a:endCxn id="149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8" name="Google Shape;1498;p9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99" name="Google Shape;1499;p95"/>
          <p:cNvCxnSpPr>
            <a:stCxn id="1498" idx="2"/>
            <a:endCxn id="149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0" name="Google Shape;1500;p9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01" name="Google Shape;1501;p95"/>
          <p:cNvCxnSpPr>
            <a:stCxn id="1500" idx="2"/>
            <a:endCxn id="149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2" name="Google Shape;1502;p9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03" name="Google Shape;1503;p95"/>
          <p:cNvCxnSpPr>
            <a:stCxn id="1502" idx="0"/>
            <a:endCxn id="150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95"/>
          <p:cNvCxnSpPr>
            <a:stCxn id="1492" idx="4"/>
            <a:endCxn id="149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505" name="Google Shape;1505;p95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\overline{k}" id="1506" name="Google Shape;150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750" y="1357050"/>
            <a:ext cx="137160" cy="219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9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average degree</a:t>
            </a:r>
            <a:r>
              <a:rPr lang="en"/>
              <a:t> (  ) is the ratio of the sum of the degrees (Σk</a:t>
            </a:r>
            <a:r>
              <a:rPr baseline="-25000" lang="en"/>
              <a:t>i</a:t>
            </a:r>
            <a:r>
              <a:rPr lang="en"/>
              <a:t>) to the </a:t>
            </a:r>
            <a:r>
              <a:rPr b="1" lang="en"/>
              <a:t>graph order </a:t>
            </a:r>
            <a:r>
              <a:rPr lang="en"/>
              <a:t>(n)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Average Degree</a:t>
            </a:r>
            <a:endParaRPr/>
          </a:p>
        </p:txBody>
      </p:sp>
      <p:sp>
        <p:nvSpPr>
          <p:cNvPr id="1513" name="Google Shape;1513;p9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14" name="Google Shape;1514;p96"/>
          <p:cNvCxnSpPr>
            <a:stCxn id="1513" idx="6"/>
            <a:endCxn id="151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5" name="Google Shape;1515;p9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16" name="Google Shape;1516;p9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17" name="Google Shape;1517;p9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18" name="Google Shape;1518;p96"/>
          <p:cNvCxnSpPr>
            <a:stCxn id="1517" idx="4"/>
            <a:endCxn id="151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9" name="Google Shape;1519;p9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20" name="Google Shape;1520;p96"/>
          <p:cNvCxnSpPr>
            <a:stCxn id="1513" idx="5"/>
            <a:endCxn id="151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1" name="Google Shape;1521;p9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22" name="Google Shape;1522;p96"/>
          <p:cNvCxnSpPr>
            <a:stCxn id="1521" idx="2"/>
            <a:endCxn id="151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3" name="Google Shape;1523;p9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24" name="Google Shape;1524;p96"/>
          <p:cNvCxnSpPr>
            <a:stCxn id="1523" idx="2"/>
            <a:endCxn id="152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5" name="Google Shape;1525;p9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26" name="Google Shape;1526;p96"/>
          <p:cNvCxnSpPr>
            <a:stCxn id="1525" idx="0"/>
            <a:endCxn id="152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7" name="Google Shape;1527;p96"/>
          <p:cNvCxnSpPr>
            <a:stCxn id="1515" idx="4"/>
            <a:endCxn id="151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528" name="Google Shape;1528;p96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\overline{k}" id="1529" name="Google Shape;152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750" y="1357050"/>
            <a:ext cx="13716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overline{k} = \frac{\sum k_i}{n} = \frac{14}{8}=1.75" id="1530" name="Google Shape;1530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5850" y="3579925"/>
            <a:ext cx="2743201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1536" name="Google Shape;1536;p97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</a:t>
            </a:r>
            <a:r>
              <a:rPr i="1" lang="en"/>
              <a:t>n</a:t>
            </a:r>
            <a:r>
              <a:rPr lang="en"/>
              <a:t> is the number of edges that would exist if graph was </a:t>
            </a:r>
            <a:r>
              <a:rPr b="1" lang="en"/>
              <a:t>complete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1537" name="Google Shape;1537;p97"/>
          <p:cNvCxnSpPr>
            <a:stCxn id="1538" idx="0"/>
            <a:endCxn id="153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0" name="Google Shape;1540;p9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41" name="Google Shape;1541;p97"/>
          <p:cNvCxnSpPr>
            <a:stCxn id="1540" idx="6"/>
            <a:endCxn id="154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2" name="Google Shape;1542;p9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43" name="Google Shape;1543;p9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44" name="Google Shape;1544;p9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45" name="Google Shape;1545;p97"/>
          <p:cNvCxnSpPr>
            <a:stCxn id="1544" idx="4"/>
            <a:endCxn id="154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6" name="Google Shape;1546;p9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47" name="Google Shape;1547;p97"/>
          <p:cNvCxnSpPr>
            <a:stCxn id="1540" idx="5"/>
            <a:endCxn id="154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8" name="Google Shape;1548;p9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49" name="Google Shape;1549;p97"/>
          <p:cNvCxnSpPr>
            <a:stCxn id="1548" idx="2"/>
            <a:endCxn id="154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0" name="Google Shape;1550;p9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51" name="Google Shape;1551;p97"/>
          <p:cNvCxnSpPr>
            <a:stCxn id="1550" idx="2"/>
            <a:endCxn id="154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2" name="Google Shape;1552;p9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53" name="Google Shape;1553;p97"/>
          <p:cNvCxnSpPr>
            <a:stCxn id="1552" idx="0"/>
            <a:endCxn id="155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4" name="Google Shape;1554;p97"/>
          <p:cNvCxnSpPr>
            <a:stCxn id="1542" idx="4"/>
            <a:endCxn id="154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1560" name="Google Shape;1560;p9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9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62" name="Google Shape;1562;p98"/>
          <p:cNvCxnSpPr>
            <a:stCxn id="1561" idx="6"/>
            <a:endCxn id="156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3" name="Google Shape;1563;p9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64" name="Google Shape;1564;p9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65" name="Google Shape;1565;p9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66" name="Google Shape;1566;p98"/>
          <p:cNvCxnSpPr>
            <a:stCxn id="1565" idx="4"/>
            <a:endCxn id="156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7" name="Google Shape;1567;p9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68" name="Google Shape;1568;p98"/>
          <p:cNvCxnSpPr>
            <a:stCxn id="1561" idx="5"/>
            <a:endCxn id="156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9" name="Google Shape;1569;p9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70" name="Google Shape;1570;p98"/>
          <p:cNvCxnSpPr>
            <a:stCxn id="1569" idx="2"/>
            <a:endCxn id="156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1" name="Google Shape;1571;p9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72" name="Google Shape;1572;p98"/>
          <p:cNvCxnSpPr>
            <a:stCxn id="1571" idx="2"/>
            <a:endCxn id="156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3" name="Google Shape;1573;p9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74" name="Google Shape;1574;p98"/>
          <p:cNvCxnSpPr>
            <a:stCxn id="1573" idx="0"/>
            <a:endCxn id="157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5" name="Google Shape;1575;p98"/>
          <p:cNvCxnSpPr>
            <a:stCxn id="1563" idx="4"/>
            <a:endCxn id="156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6" name="Google Shape;1576;p98"/>
          <p:cNvCxnSpPr>
            <a:stCxn id="1561" idx="7"/>
            <a:endCxn id="1565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7" name="Google Shape;1577;p98"/>
          <p:cNvCxnSpPr>
            <a:stCxn id="1561" idx="0"/>
            <a:endCxn id="1569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8" name="Google Shape;1578;p98"/>
          <p:cNvCxnSpPr>
            <a:stCxn id="1565" idx="5"/>
            <a:endCxn id="156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9" name="Google Shape;1579;p98"/>
          <p:cNvCxnSpPr>
            <a:stCxn id="1569" idx="4"/>
            <a:endCxn id="1567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0" name="Google Shape;1580;p98"/>
          <p:cNvCxnSpPr>
            <a:stCxn id="1564" idx="2"/>
            <a:endCxn id="1567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1" name="Google Shape;1581;p98"/>
          <p:cNvCxnSpPr>
            <a:stCxn id="1569" idx="4"/>
            <a:endCxn id="1564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2" name="Google Shape;1582;p98"/>
          <p:cNvCxnSpPr>
            <a:stCxn id="1569" idx="4"/>
            <a:endCxn id="1573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3" name="Google Shape;1583;p98"/>
          <p:cNvCxnSpPr>
            <a:stCxn id="1573" idx="2"/>
            <a:endCxn id="1564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4" name="Google Shape;1584;p98"/>
          <p:cNvCxnSpPr>
            <a:stCxn id="1571" idx="3"/>
            <a:endCxn id="1564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5" name="Google Shape;1585;p98"/>
          <p:cNvCxnSpPr>
            <a:stCxn id="1571" idx="1"/>
            <a:endCxn id="156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6" name="Google Shape;1586;p98"/>
          <p:cNvCxnSpPr>
            <a:stCxn id="1564" idx="1"/>
            <a:endCxn id="1561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7" name="Google Shape;1587;p98"/>
          <p:cNvCxnSpPr>
            <a:stCxn id="1561" idx="0"/>
            <a:endCxn id="1571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8" name="Google Shape;1588;p98"/>
          <p:cNvCxnSpPr>
            <a:stCxn id="1573" idx="1"/>
            <a:endCxn id="1561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9" name="Google Shape;1589;p98"/>
          <p:cNvCxnSpPr>
            <a:stCxn id="1563" idx="0"/>
            <a:endCxn id="1571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0" name="Google Shape;1590;p98"/>
          <p:cNvCxnSpPr>
            <a:stCxn id="1573" idx="1"/>
            <a:endCxn id="1563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1" name="Google Shape;1591;p98"/>
          <p:cNvCxnSpPr>
            <a:stCxn id="1564" idx="1"/>
            <a:endCxn id="1563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2" name="Google Shape;1592;p98"/>
          <p:cNvCxnSpPr>
            <a:stCxn id="1565" idx="2"/>
            <a:endCxn id="1567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3" name="Google Shape;1593;p98"/>
          <p:cNvCxnSpPr>
            <a:stCxn id="1565" idx="6"/>
            <a:endCxn id="1573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4" name="Google Shape;1594;p98"/>
          <p:cNvCxnSpPr>
            <a:stCxn id="1573" idx="4"/>
            <a:endCxn id="1567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5" name="Google Shape;1595;p98"/>
          <p:cNvCxnSpPr>
            <a:stCxn id="1564" idx="0"/>
            <a:endCxn id="1565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98"/>
          <p:cNvCxnSpPr>
            <a:stCxn id="1571" idx="3"/>
            <a:endCxn id="1567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7" name="Google Shape;1597;p98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complete graph of order 8!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598" name="Google Shape;1598;p98"/>
          <p:cNvCxnSpPr>
            <a:stCxn id="1597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1604" name="Google Shape;1604;p9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9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06" name="Google Shape;1606;p99"/>
          <p:cNvCxnSpPr>
            <a:stCxn id="1605" idx="6"/>
            <a:endCxn id="160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7" name="Google Shape;1607;p9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08" name="Google Shape;1608;p9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09" name="Google Shape;1609;p9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10" name="Google Shape;1610;p99"/>
          <p:cNvCxnSpPr>
            <a:stCxn id="1609" idx="4"/>
            <a:endCxn id="160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1" name="Google Shape;1611;p9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12" name="Google Shape;1612;p99"/>
          <p:cNvCxnSpPr>
            <a:stCxn id="1605" idx="5"/>
            <a:endCxn id="161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3" name="Google Shape;1613;p9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14" name="Google Shape;1614;p99"/>
          <p:cNvCxnSpPr>
            <a:stCxn id="1613" idx="2"/>
            <a:endCxn id="160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5" name="Google Shape;1615;p9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16" name="Google Shape;1616;p99"/>
          <p:cNvCxnSpPr>
            <a:stCxn id="1615" idx="2"/>
            <a:endCxn id="161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7" name="Google Shape;1617;p9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18" name="Google Shape;1618;p99"/>
          <p:cNvCxnSpPr>
            <a:stCxn id="1617" idx="0"/>
            <a:endCxn id="161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9" name="Google Shape;1619;p99"/>
          <p:cNvCxnSpPr>
            <a:stCxn id="1607" idx="4"/>
            <a:endCxn id="161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0" name="Google Shape;1620;p99"/>
          <p:cNvCxnSpPr>
            <a:stCxn id="1605" idx="7"/>
            <a:endCxn id="1609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1" name="Google Shape;1621;p99"/>
          <p:cNvCxnSpPr>
            <a:stCxn id="1605" idx="0"/>
            <a:endCxn id="1613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2" name="Google Shape;1622;p99"/>
          <p:cNvCxnSpPr>
            <a:stCxn id="1609" idx="5"/>
            <a:endCxn id="161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3" name="Google Shape;1623;p99"/>
          <p:cNvCxnSpPr>
            <a:stCxn id="1613" idx="4"/>
            <a:endCxn id="1611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4" name="Google Shape;1624;p99"/>
          <p:cNvCxnSpPr>
            <a:stCxn id="1608" idx="2"/>
            <a:endCxn id="1611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99"/>
          <p:cNvCxnSpPr>
            <a:stCxn id="1613" idx="4"/>
            <a:endCxn id="1608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6" name="Google Shape;1626;p99"/>
          <p:cNvCxnSpPr>
            <a:stCxn id="1613" idx="4"/>
            <a:endCxn id="1617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7" name="Google Shape;1627;p99"/>
          <p:cNvCxnSpPr>
            <a:stCxn id="1617" idx="2"/>
            <a:endCxn id="1608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99"/>
          <p:cNvCxnSpPr>
            <a:stCxn id="1615" idx="3"/>
            <a:endCxn id="1608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99"/>
          <p:cNvCxnSpPr>
            <a:stCxn id="1615" idx="1"/>
            <a:endCxn id="160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0" name="Google Shape;1630;p99"/>
          <p:cNvCxnSpPr>
            <a:stCxn id="1608" idx="1"/>
            <a:endCxn id="1605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1" name="Google Shape;1631;p99"/>
          <p:cNvCxnSpPr>
            <a:stCxn id="1605" idx="0"/>
            <a:endCxn id="1615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2" name="Google Shape;1632;p99"/>
          <p:cNvCxnSpPr>
            <a:stCxn id="1617" idx="1"/>
            <a:endCxn id="1605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3" name="Google Shape;1633;p99"/>
          <p:cNvCxnSpPr>
            <a:stCxn id="1607" idx="0"/>
            <a:endCxn id="1615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4" name="Google Shape;1634;p99"/>
          <p:cNvCxnSpPr>
            <a:stCxn id="1617" idx="1"/>
            <a:endCxn id="1607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5" name="Google Shape;1635;p99"/>
          <p:cNvCxnSpPr>
            <a:stCxn id="1608" idx="1"/>
            <a:endCxn id="1607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6" name="Google Shape;1636;p99"/>
          <p:cNvCxnSpPr>
            <a:stCxn id="1609" idx="2"/>
            <a:endCxn id="1611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7" name="Google Shape;1637;p99"/>
          <p:cNvCxnSpPr>
            <a:stCxn id="1609" idx="6"/>
            <a:endCxn id="1617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8" name="Google Shape;1638;p99"/>
          <p:cNvCxnSpPr>
            <a:stCxn id="1617" idx="4"/>
            <a:endCxn id="1611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9" name="Google Shape;1639;p99"/>
          <p:cNvCxnSpPr>
            <a:stCxn id="1608" idx="0"/>
            <a:endCxn id="1609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99"/>
          <p:cNvCxnSpPr>
            <a:stCxn id="1615" idx="3"/>
            <a:endCxn id="1611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n(n-1)}{2}" id="1641" name="Google Shape;164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72" y="3593275"/>
            <a:ext cx="2624007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1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1647" name="Google Shape;1647;p100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10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49" name="Google Shape;1649;p100"/>
          <p:cNvCxnSpPr>
            <a:stCxn id="1648" idx="6"/>
            <a:endCxn id="165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0" name="Google Shape;1650;p10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1" name="Google Shape;1651;p10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2" name="Google Shape;1652;p10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53" name="Google Shape;1653;p100"/>
          <p:cNvCxnSpPr>
            <a:stCxn id="1652" idx="4"/>
            <a:endCxn id="165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4" name="Google Shape;1654;p10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55" name="Google Shape;1655;p100"/>
          <p:cNvCxnSpPr>
            <a:stCxn id="1648" idx="5"/>
            <a:endCxn id="165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6" name="Google Shape;1656;p10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57" name="Google Shape;1657;p100"/>
          <p:cNvCxnSpPr>
            <a:stCxn id="1656" idx="2"/>
            <a:endCxn id="165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8" name="Google Shape;1658;p10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59" name="Google Shape;1659;p100"/>
          <p:cNvCxnSpPr>
            <a:stCxn id="1658" idx="2"/>
            <a:endCxn id="165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0" name="Google Shape;1660;p10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61" name="Google Shape;1661;p100"/>
          <p:cNvCxnSpPr>
            <a:stCxn id="1660" idx="0"/>
            <a:endCxn id="165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2" name="Google Shape;1662;p100"/>
          <p:cNvCxnSpPr>
            <a:stCxn id="1650" idx="4"/>
            <a:endCxn id="165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100"/>
          <p:cNvCxnSpPr>
            <a:stCxn id="1648" idx="7"/>
            <a:endCxn id="1652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100"/>
          <p:cNvCxnSpPr>
            <a:stCxn id="1648" idx="0"/>
            <a:endCxn id="1656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5" name="Google Shape;1665;p100"/>
          <p:cNvCxnSpPr>
            <a:stCxn id="1652" idx="5"/>
            <a:endCxn id="165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6" name="Google Shape;1666;p100"/>
          <p:cNvCxnSpPr>
            <a:stCxn id="1656" idx="4"/>
            <a:endCxn id="1654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7" name="Google Shape;1667;p100"/>
          <p:cNvCxnSpPr>
            <a:stCxn id="1651" idx="2"/>
            <a:endCxn id="1654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8" name="Google Shape;1668;p100"/>
          <p:cNvCxnSpPr>
            <a:stCxn id="1656" idx="4"/>
            <a:endCxn id="1651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9" name="Google Shape;1669;p100"/>
          <p:cNvCxnSpPr>
            <a:stCxn id="1656" idx="4"/>
            <a:endCxn id="1660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0" name="Google Shape;1670;p100"/>
          <p:cNvCxnSpPr>
            <a:stCxn id="1660" idx="2"/>
            <a:endCxn id="1651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1" name="Google Shape;1671;p100"/>
          <p:cNvCxnSpPr>
            <a:stCxn id="1658" idx="3"/>
            <a:endCxn id="1651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2" name="Google Shape;1672;p100"/>
          <p:cNvCxnSpPr>
            <a:stCxn id="1658" idx="1"/>
            <a:endCxn id="165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3" name="Google Shape;1673;p100"/>
          <p:cNvCxnSpPr>
            <a:stCxn id="1651" idx="1"/>
            <a:endCxn id="1648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4" name="Google Shape;1674;p100"/>
          <p:cNvCxnSpPr>
            <a:stCxn id="1648" idx="0"/>
            <a:endCxn id="1658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5" name="Google Shape;1675;p100"/>
          <p:cNvCxnSpPr>
            <a:stCxn id="1660" idx="1"/>
            <a:endCxn id="1648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6" name="Google Shape;1676;p100"/>
          <p:cNvCxnSpPr>
            <a:stCxn id="1650" idx="0"/>
            <a:endCxn id="1658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7" name="Google Shape;1677;p100"/>
          <p:cNvCxnSpPr>
            <a:stCxn id="1660" idx="1"/>
            <a:endCxn id="1650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8" name="Google Shape;1678;p100"/>
          <p:cNvCxnSpPr>
            <a:stCxn id="1651" idx="1"/>
            <a:endCxn id="1650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9" name="Google Shape;1679;p100"/>
          <p:cNvCxnSpPr>
            <a:stCxn id="1652" idx="2"/>
            <a:endCxn id="1654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100"/>
          <p:cNvCxnSpPr>
            <a:stCxn id="1652" idx="6"/>
            <a:endCxn id="1660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100"/>
          <p:cNvCxnSpPr>
            <a:stCxn id="1660" idx="4"/>
            <a:endCxn id="1654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100"/>
          <p:cNvCxnSpPr>
            <a:stCxn id="1651" idx="0"/>
            <a:endCxn id="1652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3" name="Google Shape;1683;p100"/>
          <p:cNvCxnSpPr>
            <a:stCxn id="1658" idx="3"/>
            <a:endCxn id="1654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8\times(8-1)}{2}" id="1684" name="Google Shape;168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775" y="3620877"/>
            <a:ext cx="2743201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1690" name="Google Shape;1690;p101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10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92" name="Google Shape;1692;p101"/>
          <p:cNvCxnSpPr>
            <a:stCxn id="1691" idx="6"/>
            <a:endCxn id="169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3" name="Google Shape;1693;p10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94" name="Google Shape;1694;p10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95" name="Google Shape;1695;p10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96" name="Google Shape;1696;p101"/>
          <p:cNvCxnSpPr>
            <a:stCxn id="1695" idx="4"/>
            <a:endCxn id="169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7" name="Google Shape;1697;p10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98" name="Google Shape;1698;p101"/>
          <p:cNvCxnSpPr>
            <a:stCxn id="1691" idx="5"/>
            <a:endCxn id="169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9" name="Google Shape;1699;p10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00" name="Google Shape;1700;p101"/>
          <p:cNvCxnSpPr>
            <a:stCxn id="1699" idx="2"/>
            <a:endCxn id="169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1" name="Google Shape;1701;p10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02" name="Google Shape;1702;p101"/>
          <p:cNvCxnSpPr>
            <a:stCxn id="1701" idx="2"/>
            <a:endCxn id="169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3" name="Google Shape;1703;p10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04" name="Google Shape;1704;p101"/>
          <p:cNvCxnSpPr>
            <a:stCxn id="1703" idx="0"/>
            <a:endCxn id="170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5" name="Google Shape;1705;p101"/>
          <p:cNvCxnSpPr>
            <a:stCxn id="1693" idx="4"/>
            <a:endCxn id="169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6" name="Google Shape;1706;p101"/>
          <p:cNvCxnSpPr>
            <a:stCxn id="1691" idx="7"/>
            <a:endCxn id="1695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7" name="Google Shape;1707;p101"/>
          <p:cNvCxnSpPr>
            <a:stCxn id="1691" idx="0"/>
            <a:endCxn id="1699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8" name="Google Shape;1708;p101"/>
          <p:cNvCxnSpPr>
            <a:stCxn id="1695" idx="5"/>
            <a:endCxn id="169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101"/>
          <p:cNvCxnSpPr>
            <a:stCxn id="1699" idx="4"/>
            <a:endCxn id="1697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0" name="Google Shape;1710;p101"/>
          <p:cNvCxnSpPr>
            <a:stCxn id="1694" idx="2"/>
            <a:endCxn id="1697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1" name="Google Shape;1711;p101"/>
          <p:cNvCxnSpPr>
            <a:stCxn id="1699" idx="4"/>
            <a:endCxn id="1694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2" name="Google Shape;1712;p101"/>
          <p:cNvCxnSpPr>
            <a:stCxn id="1699" idx="4"/>
            <a:endCxn id="1703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3" name="Google Shape;1713;p101"/>
          <p:cNvCxnSpPr>
            <a:stCxn id="1703" idx="2"/>
            <a:endCxn id="1694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4" name="Google Shape;1714;p101"/>
          <p:cNvCxnSpPr>
            <a:stCxn id="1701" idx="3"/>
            <a:endCxn id="1694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5" name="Google Shape;1715;p101"/>
          <p:cNvCxnSpPr>
            <a:stCxn id="1701" idx="1"/>
            <a:endCxn id="169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6" name="Google Shape;1716;p101"/>
          <p:cNvCxnSpPr>
            <a:stCxn id="1694" idx="1"/>
            <a:endCxn id="1691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7" name="Google Shape;1717;p101"/>
          <p:cNvCxnSpPr>
            <a:stCxn id="1691" idx="0"/>
            <a:endCxn id="1701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8" name="Google Shape;1718;p101"/>
          <p:cNvCxnSpPr>
            <a:stCxn id="1703" idx="1"/>
            <a:endCxn id="1691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9" name="Google Shape;1719;p101"/>
          <p:cNvCxnSpPr>
            <a:stCxn id="1693" idx="0"/>
            <a:endCxn id="1701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101"/>
          <p:cNvCxnSpPr>
            <a:stCxn id="1703" idx="1"/>
            <a:endCxn id="1693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101"/>
          <p:cNvCxnSpPr>
            <a:stCxn id="1694" idx="1"/>
            <a:endCxn id="1693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101"/>
          <p:cNvCxnSpPr>
            <a:stCxn id="1695" idx="2"/>
            <a:endCxn id="1697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3" name="Google Shape;1723;p101"/>
          <p:cNvCxnSpPr>
            <a:stCxn id="1695" idx="6"/>
            <a:endCxn id="1703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4" name="Google Shape;1724;p101"/>
          <p:cNvCxnSpPr>
            <a:stCxn id="1703" idx="4"/>
            <a:endCxn id="1697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101"/>
          <p:cNvCxnSpPr>
            <a:stCxn id="1694" idx="0"/>
            <a:endCxn id="1695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6" name="Google Shape;1726;p101"/>
          <p:cNvCxnSpPr>
            <a:stCxn id="1701" idx="3"/>
            <a:endCxn id="1697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8\times7}{2}" id="1727" name="Google Shape;172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283" y="3620877"/>
            <a:ext cx="2086184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1733" name="Google Shape;1733;p102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0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35" name="Google Shape;1735;p102"/>
          <p:cNvCxnSpPr>
            <a:stCxn id="1734" idx="6"/>
            <a:endCxn id="173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6" name="Google Shape;1736;p10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37" name="Google Shape;1737;p10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38" name="Google Shape;1738;p10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39" name="Google Shape;1739;p102"/>
          <p:cNvCxnSpPr>
            <a:stCxn id="1738" idx="4"/>
            <a:endCxn id="173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0" name="Google Shape;1740;p10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41" name="Google Shape;1741;p102"/>
          <p:cNvCxnSpPr>
            <a:stCxn id="1734" idx="5"/>
            <a:endCxn id="174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2" name="Google Shape;1742;p10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43" name="Google Shape;1743;p102"/>
          <p:cNvCxnSpPr>
            <a:stCxn id="1742" idx="2"/>
            <a:endCxn id="173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4" name="Google Shape;1744;p10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45" name="Google Shape;1745;p102"/>
          <p:cNvCxnSpPr>
            <a:stCxn id="1744" idx="2"/>
            <a:endCxn id="174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6" name="Google Shape;1746;p10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47" name="Google Shape;1747;p102"/>
          <p:cNvCxnSpPr>
            <a:stCxn id="1746" idx="0"/>
            <a:endCxn id="174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8" name="Google Shape;1748;p102"/>
          <p:cNvCxnSpPr>
            <a:stCxn id="1736" idx="4"/>
            <a:endCxn id="174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9" name="Google Shape;1749;p102"/>
          <p:cNvCxnSpPr>
            <a:stCxn id="1734" idx="7"/>
            <a:endCxn id="1738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0" name="Google Shape;1750;p102"/>
          <p:cNvCxnSpPr>
            <a:stCxn id="1734" idx="0"/>
            <a:endCxn id="1742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1" name="Google Shape;1751;p102"/>
          <p:cNvCxnSpPr>
            <a:stCxn id="1738" idx="5"/>
            <a:endCxn id="174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2" name="Google Shape;1752;p102"/>
          <p:cNvCxnSpPr>
            <a:stCxn id="1742" idx="4"/>
            <a:endCxn id="1740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3" name="Google Shape;1753;p102"/>
          <p:cNvCxnSpPr>
            <a:stCxn id="1737" idx="2"/>
            <a:endCxn id="1740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4" name="Google Shape;1754;p102"/>
          <p:cNvCxnSpPr>
            <a:stCxn id="1742" idx="4"/>
            <a:endCxn id="1737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5" name="Google Shape;1755;p102"/>
          <p:cNvCxnSpPr>
            <a:stCxn id="1742" idx="4"/>
            <a:endCxn id="1746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6" name="Google Shape;1756;p102"/>
          <p:cNvCxnSpPr>
            <a:stCxn id="1746" idx="2"/>
            <a:endCxn id="1737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7" name="Google Shape;1757;p102"/>
          <p:cNvCxnSpPr>
            <a:stCxn id="1744" idx="3"/>
            <a:endCxn id="1737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8" name="Google Shape;1758;p102"/>
          <p:cNvCxnSpPr>
            <a:stCxn id="1744" idx="1"/>
            <a:endCxn id="173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9" name="Google Shape;1759;p102"/>
          <p:cNvCxnSpPr>
            <a:stCxn id="1737" idx="1"/>
            <a:endCxn id="1734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102"/>
          <p:cNvCxnSpPr>
            <a:stCxn id="1734" idx="0"/>
            <a:endCxn id="1744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1" name="Google Shape;1761;p102"/>
          <p:cNvCxnSpPr>
            <a:stCxn id="1746" idx="1"/>
            <a:endCxn id="1734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2" name="Google Shape;1762;p102"/>
          <p:cNvCxnSpPr>
            <a:stCxn id="1736" idx="0"/>
            <a:endCxn id="1744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3" name="Google Shape;1763;p102"/>
          <p:cNvCxnSpPr>
            <a:stCxn id="1746" idx="1"/>
            <a:endCxn id="1736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102"/>
          <p:cNvCxnSpPr>
            <a:stCxn id="1737" idx="1"/>
            <a:endCxn id="1736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102"/>
          <p:cNvCxnSpPr>
            <a:stCxn id="1738" idx="2"/>
            <a:endCxn id="1740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6" name="Google Shape;1766;p102"/>
          <p:cNvCxnSpPr>
            <a:stCxn id="1738" idx="6"/>
            <a:endCxn id="1746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7" name="Google Shape;1767;p102"/>
          <p:cNvCxnSpPr>
            <a:stCxn id="1746" idx="4"/>
            <a:endCxn id="1740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8" name="Google Shape;1768;p102"/>
          <p:cNvCxnSpPr>
            <a:stCxn id="1737" idx="0"/>
            <a:endCxn id="1738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9" name="Google Shape;1769;p102"/>
          <p:cNvCxnSpPr>
            <a:stCxn id="1744" idx="3"/>
            <a:endCxn id="1740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56}{2}" id="1770" name="Google Shape;177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957" y="3620877"/>
            <a:ext cx="1750836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1776" name="Google Shape;1776;p103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10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78" name="Google Shape;1778;p103"/>
          <p:cNvCxnSpPr>
            <a:stCxn id="1777" idx="6"/>
            <a:endCxn id="177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9" name="Google Shape;1779;p10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0" name="Google Shape;1780;p10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1" name="Google Shape;1781;p10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82" name="Google Shape;1782;p103"/>
          <p:cNvCxnSpPr>
            <a:stCxn id="1781" idx="4"/>
            <a:endCxn id="177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3" name="Google Shape;1783;p10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84" name="Google Shape;1784;p103"/>
          <p:cNvCxnSpPr>
            <a:stCxn id="1777" idx="5"/>
            <a:endCxn id="178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5" name="Google Shape;1785;p10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86" name="Google Shape;1786;p103"/>
          <p:cNvCxnSpPr>
            <a:stCxn id="1785" idx="2"/>
            <a:endCxn id="177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7" name="Google Shape;1787;p10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88" name="Google Shape;1788;p103"/>
          <p:cNvCxnSpPr>
            <a:stCxn id="1787" idx="2"/>
            <a:endCxn id="178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9" name="Google Shape;1789;p10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90" name="Google Shape;1790;p103"/>
          <p:cNvCxnSpPr>
            <a:stCxn id="1789" idx="0"/>
            <a:endCxn id="178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1" name="Google Shape;1791;p103"/>
          <p:cNvCxnSpPr>
            <a:stCxn id="1779" idx="4"/>
            <a:endCxn id="178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2" name="Google Shape;1792;p103"/>
          <p:cNvCxnSpPr>
            <a:stCxn id="1777" idx="7"/>
            <a:endCxn id="1781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3" name="Google Shape;1793;p103"/>
          <p:cNvCxnSpPr>
            <a:stCxn id="1777" idx="0"/>
            <a:endCxn id="1785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4" name="Google Shape;1794;p103"/>
          <p:cNvCxnSpPr>
            <a:stCxn id="1781" idx="5"/>
            <a:endCxn id="178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5" name="Google Shape;1795;p103"/>
          <p:cNvCxnSpPr>
            <a:stCxn id="1785" idx="4"/>
            <a:endCxn id="1783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103"/>
          <p:cNvCxnSpPr>
            <a:stCxn id="1780" idx="2"/>
            <a:endCxn id="1783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103"/>
          <p:cNvCxnSpPr>
            <a:stCxn id="1785" idx="4"/>
            <a:endCxn id="1780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103"/>
          <p:cNvCxnSpPr>
            <a:stCxn id="1785" idx="4"/>
            <a:endCxn id="1789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103"/>
          <p:cNvCxnSpPr>
            <a:stCxn id="1789" idx="2"/>
            <a:endCxn id="1780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0" name="Google Shape;1800;p103"/>
          <p:cNvCxnSpPr>
            <a:stCxn id="1787" idx="3"/>
            <a:endCxn id="1780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1" name="Google Shape;1801;p103"/>
          <p:cNvCxnSpPr>
            <a:stCxn id="1787" idx="1"/>
            <a:endCxn id="178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2" name="Google Shape;1802;p103"/>
          <p:cNvCxnSpPr>
            <a:stCxn id="1780" idx="1"/>
            <a:endCxn id="1777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3" name="Google Shape;1803;p103"/>
          <p:cNvCxnSpPr>
            <a:stCxn id="1777" idx="0"/>
            <a:endCxn id="1787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4" name="Google Shape;1804;p103"/>
          <p:cNvCxnSpPr>
            <a:stCxn id="1789" idx="1"/>
            <a:endCxn id="1777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5" name="Google Shape;1805;p103"/>
          <p:cNvCxnSpPr>
            <a:stCxn id="1779" idx="0"/>
            <a:endCxn id="1787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6" name="Google Shape;1806;p103"/>
          <p:cNvCxnSpPr>
            <a:stCxn id="1789" idx="1"/>
            <a:endCxn id="1779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7" name="Google Shape;1807;p103"/>
          <p:cNvCxnSpPr>
            <a:stCxn id="1780" idx="1"/>
            <a:endCxn id="1779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8" name="Google Shape;1808;p103"/>
          <p:cNvCxnSpPr>
            <a:stCxn id="1781" idx="2"/>
            <a:endCxn id="1783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9" name="Google Shape;1809;p103"/>
          <p:cNvCxnSpPr>
            <a:stCxn id="1781" idx="6"/>
            <a:endCxn id="1789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0" name="Google Shape;1810;p103"/>
          <p:cNvCxnSpPr>
            <a:stCxn id="1789" idx="4"/>
            <a:endCxn id="1783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1" name="Google Shape;1811;p103"/>
          <p:cNvCxnSpPr>
            <a:stCxn id="1780" idx="0"/>
            <a:endCxn id="1781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2" name="Google Shape;1812;p103"/>
          <p:cNvCxnSpPr>
            <a:stCxn id="1787" idx="3"/>
            <a:endCxn id="1783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28" id="1813" name="Google Shape;1813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957" y="3766213"/>
            <a:ext cx="1750836" cy="298778"/>
          </a:xfrm>
          <a:prstGeom prst="rect">
            <a:avLst/>
          </a:prstGeom>
          <a:noFill/>
          <a:ln>
            <a:noFill/>
          </a:ln>
        </p:spPr>
      </p:pic>
      <p:sp>
        <p:nvSpPr>
          <p:cNvPr id="1814" name="Google Shape;1814;p103"/>
          <p:cNvSpPr/>
          <p:nvPr/>
        </p:nvSpPr>
        <p:spPr>
          <a:xfrm>
            <a:off x="3535625" y="3728342"/>
            <a:ext cx="23010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28 edges in there!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815" name="Google Shape;1815;p103"/>
          <p:cNvCxnSpPr>
            <a:stCxn id="1814" idx="7"/>
          </p:cNvCxnSpPr>
          <p:nvPr/>
        </p:nvCxnSpPr>
        <p:spPr>
          <a:xfrm flipH="1" rot="10800000">
            <a:off x="5499651" y="3462327"/>
            <a:ext cx="3912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10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821" name="Google Shape;1821;p104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10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23" name="Google Shape;1823;p104"/>
          <p:cNvCxnSpPr>
            <a:stCxn id="1822" idx="6"/>
            <a:endCxn id="182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4" name="Google Shape;1824;p10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5" name="Google Shape;1825;p10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6" name="Google Shape;1826;p10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27" name="Google Shape;1827;p104"/>
          <p:cNvCxnSpPr>
            <a:stCxn id="1826" idx="4"/>
            <a:endCxn id="182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8" name="Google Shape;1828;p10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29" name="Google Shape;1829;p104"/>
          <p:cNvCxnSpPr>
            <a:stCxn id="1822" idx="5"/>
            <a:endCxn id="182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0" name="Google Shape;1830;p10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31" name="Google Shape;1831;p104"/>
          <p:cNvCxnSpPr>
            <a:stCxn id="1830" idx="2"/>
            <a:endCxn id="182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2" name="Google Shape;1832;p10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33" name="Google Shape;1833;p104"/>
          <p:cNvCxnSpPr>
            <a:stCxn id="1832" idx="2"/>
            <a:endCxn id="183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4" name="Google Shape;1834;p10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35" name="Google Shape;1835;p104"/>
          <p:cNvCxnSpPr>
            <a:stCxn id="1834" idx="0"/>
            <a:endCxn id="183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6" name="Google Shape;1836;p104"/>
          <p:cNvCxnSpPr>
            <a:stCxn id="1824" idx="4"/>
            <a:endCxn id="182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842" name="Google Shape;1842;p105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10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44" name="Google Shape;1844;p105"/>
          <p:cNvCxnSpPr>
            <a:stCxn id="1843" idx="6"/>
            <a:endCxn id="184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5" name="Google Shape;1845;p10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6" name="Google Shape;1846;p10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7" name="Google Shape;1847;p10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48" name="Google Shape;1848;p105"/>
          <p:cNvCxnSpPr>
            <a:stCxn id="1847" idx="4"/>
            <a:endCxn id="184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9" name="Google Shape;1849;p10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50" name="Google Shape;1850;p105"/>
          <p:cNvCxnSpPr>
            <a:stCxn id="1843" idx="5"/>
            <a:endCxn id="184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1" name="Google Shape;1851;p10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52" name="Google Shape;1852;p105"/>
          <p:cNvCxnSpPr>
            <a:stCxn id="1851" idx="2"/>
            <a:endCxn id="184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3" name="Google Shape;1853;p10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54" name="Google Shape;1854;p105"/>
          <p:cNvCxnSpPr>
            <a:stCxn id="1853" idx="2"/>
            <a:endCxn id="185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5" name="Google Shape;1855;p10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56" name="Google Shape;1856;p105"/>
          <p:cNvCxnSpPr>
            <a:stCxn id="1855" idx="0"/>
            <a:endCxn id="185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7" name="Google Shape;1857;p105"/>
          <p:cNvCxnSpPr>
            <a:stCxn id="1845" idx="4"/>
            <a:endCxn id="184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1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863" name="Google Shape;1863;p106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10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65" name="Google Shape;1865;p106"/>
          <p:cNvCxnSpPr>
            <a:stCxn id="1864" idx="6"/>
            <a:endCxn id="186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6" name="Google Shape;1866;p10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67" name="Google Shape;1867;p10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68" name="Google Shape;1868;p10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69" name="Google Shape;1869;p106"/>
          <p:cNvCxnSpPr>
            <a:stCxn id="1868" idx="4"/>
            <a:endCxn id="186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0" name="Google Shape;1870;p10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71" name="Google Shape;1871;p106"/>
          <p:cNvCxnSpPr>
            <a:stCxn id="1864" idx="5"/>
            <a:endCxn id="187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2" name="Google Shape;1872;p10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73" name="Google Shape;1873;p106"/>
          <p:cNvCxnSpPr>
            <a:stCxn id="1872" idx="2"/>
            <a:endCxn id="186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4" name="Google Shape;1874;p10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75" name="Google Shape;1875;p106"/>
          <p:cNvCxnSpPr>
            <a:stCxn id="1874" idx="2"/>
            <a:endCxn id="187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6" name="Google Shape;1876;p10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77" name="Google Shape;1877;p106"/>
          <p:cNvCxnSpPr>
            <a:stCxn id="1876" idx="0"/>
            <a:endCxn id="187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8" name="Google Shape;1878;p106"/>
          <p:cNvCxnSpPr>
            <a:stCxn id="1866" idx="4"/>
            <a:endCxn id="187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\frac{m}{\frac{n(n-1)}{2}}" id="1879" name="Google Shape;1879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848" y="3770786"/>
            <a:ext cx="1418303" cy="74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885" name="Google Shape;1885;p107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10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87" name="Google Shape;1887;p107"/>
          <p:cNvCxnSpPr>
            <a:stCxn id="1886" idx="6"/>
            <a:endCxn id="188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8" name="Google Shape;1888;p10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9" name="Google Shape;1889;p10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90" name="Google Shape;1890;p10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91" name="Google Shape;1891;p107"/>
          <p:cNvCxnSpPr>
            <a:stCxn id="1890" idx="4"/>
            <a:endCxn id="188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2" name="Google Shape;1892;p10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93" name="Google Shape;1893;p107"/>
          <p:cNvCxnSpPr>
            <a:stCxn id="1886" idx="5"/>
            <a:endCxn id="189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4" name="Google Shape;1894;p10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95" name="Google Shape;1895;p107"/>
          <p:cNvCxnSpPr>
            <a:stCxn id="1894" idx="2"/>
            <a:endCxn id="188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6" name="Google Shape;1896;p10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97" name="Google Shape;1897;p107"/>
          <p:cNvCxnSpPr>
            <a:stCxn id="1896" idx="2"/>
            <a:endCxn id="189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8" name="Google Shape;1898;p10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99" name="Google Shape;1899;p107"/>
          <p:cNvCxnSpPr>
            <a:stCxn id="1898" idx="0"/>
            <a:endCxn id="189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0" name="Google Shape;1900;p107"/>
          <p:cNvCxnSpPr>
            <a:stCxn id="1888" idx="4"/>
            <a:endCxn id="189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m\times\frac{2}{n(n-1)}" id="1901" name="Google Shape;1901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508" y="3872943"/>
            <a:ext cx="2101014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907" name="Google Shape;1907;p108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10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09" name="Google Shape;1909;p108"/>
          <p:cNvCxnSpPr>
            <a:stCxn id="1908" idx="6"/>
            <a:endCxn id="191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0" name="Google Shape;1910;p10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11" name="Google Shape;1911;p10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12" name="Google Shape;1912;p10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13" name="Google Shape;1913;p108"/>
          <p:cNvCxnSpPr>
            <a:stCxn id="1912" idx="4"/>
            <a:endCxn id="191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4" name="Google Shape;1914;p10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15" name="Google Shape;1915;p108"/>
          <p:cNvCxnSpPr>
            <a:stCxn id="1908" idx="5"/>
            <a:endCxn id="191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6" name="Google Shape;1916;p10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17" name="Google Shape;1917;p108"/>
          <p:cNvCxnSpPr>
            <a:stCxn id="1916" idx="2"/>
            <a:endCxn id="191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8" name="Google Shape;1918;p10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19" name="Google Shape;1919;p108"/>
          <p:cNvCxnSpPr>
            <a:stCxn id="1918" idx="2"/>
            <a:endCxn id="191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0" name="Google Shape;1920;p10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21" name="Google Shape;1921;p108"/>
          <p:cNvCxnSpPr>
            <a:stCxn id="1920" idx="0"/>
            <a:endCxn id="191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2" name="Google Shape;1922;p108"/>
          <p:cNvCxnSpPr>
            <a:stCxn id="1910" idx="4"/>
            <a:endCxn id="191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\frac{2m}{n(n-1)}" id="1923" name="Google Shape;192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654" y="3873105"/>
            <a:ext cx="1526721" cy="62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10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929" name="Google Shape;1929;p109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10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31" name="Google Shape;1931;p109"/>
          <p:cNvCxnSpPr>
            <a:stCxn id="1930" idx="6"/>
            <a:endCxn id="193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2" name="Google Shape;1932;p10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3" name="Google Shape;1933;p10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4" name="Google Shape;1934;p10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35" name="Google Shape;1935;p109"/>
          <p:cNvCxnSpPr>
            <a:stCxn id="1934" idx="4"/>
            <a:endCxn id="193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6" name="Google Shape;1936;p10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37" name="Google Shape;1937;p109"/>
          <p:cNvCxnSpPr>
            <a:stCxn id="1930" idx="5"/>
            <a:endCxn id="193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8" name="Google Shape;1938;p10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39" name="Google Shape;1939;p109"/>
          <p:cNvCxnSpPr>
            <a:stCxn id="1938" idx="2"/>
            <a:endCxn id="193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0" name="Google Shape;1940;p10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41" name="Google Shape;1941;p109"/>
          <p:cNvCxnSpPr>
            <a:stCxn id="1940" idx="2"/>
            <a:endCxn id="193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2" name="Google Shape;1942;p10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43" name="Google Shape;1943;p109"/>
          <p:cNvCxnSpPr>
            <a:stCxn id="1942" idx="0"/>
            <a:endCxn id="194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4" name="Google Shape;1944;p109"/>
          <p:cNvCxnSpPr>
            <a:stCxn id="1932" idx="4"/>
            <a:endCxn id="193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 = \frac{2 \times 7}{8 \times 7} = \frac{14}{56}=0.25" id="1945" name="Google Shape;1945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942" y="3835284"/>
            <a:ext cx="2743199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1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951" name="Google Shape;1951;p110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11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53" name="Google Shape;1953;p110"/>
          <p:cNvCxnSpPr>
            <a:stCxn id="1952" idx="6"/>
            <a:endCxn id="195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4" name="Google Shape;1954;p11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55" name="Google Shape;1955;p11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56" name="Google Shape;1956;p11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57" name="Google Shape;1957;p110"/>
          <p:cNvCxnSpPr>
            <a:stCxn id="1956" idx="4"/>
            <a:endCxn id="195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8" name="Google Shape;1958;p11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59" name="Google Shape;1959;p110"/>
          <p:cNvCxnSpPr>
            <a:stCxn id="1952" idx="5"/>
            <a:endCxn id="195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0" name="Google Shape;1960;p11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61" name="Google Shape;1961;p110"/>
          <p:cNvCxnSpPr>
            <a:stCxn id="1960" idx="2"/>
            <a:endCxn id="195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2" name="Google Shape;1962;p11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63" name="Google Shape;1963;p110"/>
          <p:cNvCxnSpPr>
            <a:stCxn id="1962" idx="2"/>
            <a:endCxn id="196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4" name="Google Shape;1964;p11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65" name="Google Shape;1965;p110"/>
          <p:cNvCxnSpPr>
            <a:stCxn id="1964" idx="0"/>
            <a:endCxn id="196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6" name="Google Shape;1966;p110"/>
          <p:cNvCxnSpPr>
            <a:stCxn id="1954" idx="4"/>
            <a:endCxn id="195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 = \frac{2 \times 7}{8 \times 7} = \frac{14}{56}=0.25" id="1967" name="Google Shape;1967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942" y="3835284"/>
            <a:ext cx="2743199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973" name="Google Shape;1973;p111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111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a density equal to one!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975" name="Google Shape;1975;p111"/>
          <p:cNvCxnSpPr>
            <a:stCxn id="1974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6" name="Google Shape;1976;p11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77" name="Google Shape;1977;p111"/>
          <p:cNvCxnSpPr>
            <a:stCxn id="1976" idx="6"/>
            <a:endCxn id="197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8" name="Google Shape;1978;p11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79" name="Google Shape;1979;p11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80" name="Google Shape;1980;p11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81" name="Google Shape;1981;p111"/>
          <p:cNvCxnSpPr>
            <a:stCxn id="1980" idx="4"/>
            <a:endCxn id="197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2" name="Google Shape;1982;p11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83" name="Google Shape;1983;p111"/>
          <p:cNvCxnSpPr>
            <a:stCxn id="1976" idx="5"/>
            <a:endCxn id="198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4" name="Google Shape;1984;p11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85" name="Google Shape;1985;p111"/>
          <p:cNvCxnSpPr>
            <a:stCxn id="1984" idx="2"/>
            <a:endCxn id="197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6" name="Google Shape;1986;p11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87" name="Google Shape;1987;p111"/>
          <p:cNvCxnSpPr>
            <a:stCxn id="1986" idx="2"/>
            <a:endCxn id="198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8" name="Google Shape;1988;p11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89" name="Google Shape;1989;p111"/>
          <p:cNvCxnSpPr>
            <a:stCxn id="1988" idx="0"/>
            <a:endCxn id="198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0" name="Google Shape;1990;p111"/>
          <p:cNvCxnSpPr>
            <a:stCxn id="1978" idx="4"/>
            <a:endCxn id="198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111"/>
          <p:cNvCxnSpPr>
            <a:stCxn id="1976" idx="7"/>
            <a:endCxn id="1980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2" name="Google Shape;1992;p111"/>
          <p:cNvCxnSpPr>
            <a:stCxn id="1976" idx="0"/>
            <a:endCxn id="1984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515422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3" name="Google Shape;1993;p111"/>
          <p:cNvCxnSpPr>
            <a:stCxn id="1980" idx="5"/>
            <a:endCxn id="198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4" name="Google Shape;1994;p111"/>
          <p:cNvCxnSpPr>
            <a:stCxn id="1984" idx="4"/>
            <a:endCxn id="1982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5" name="Google Shape;1995;p111"/>
          <p:cNvCxnSpPr>
            <a:stCxn id="1979" idx="2"/>
            <a:endCxn id="1982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6" name="Google Shape;1996;p111"/>
          <p:cNvCxnSpPr>
            <a:stCxn id="1984" idx="4"/>
            <a:endCxn id="1979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7" name="Google Shape;1997;p111"/>
          <p:cNvCxnSpPr>
            <a:stCxn id="1984" idx="4"/>
            <a:endCxn id="1988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8" name="Google Shape;1998;p111"/>
          <p:cNvCxnSpPr>
            <a:stCxn id="1988" idx="2"/>
            <a:endCxn id="1979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9" name="Google Shape;1999;p111"/>
          <p:cNvCxnSpPr>
            <a:stCxn id="1986" idx="3"/>
            <a:endCxn id="1979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0" name="Google Shape;2000;p111"/>
          <p:cNvCxnSpPr>
            <a:stCxn id="1986" idx="1"/>
            <a:endCxn id="198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1" name="Google Shape;2001;p111"/>
          <p:cNvCxnSpPr>
            <a:stCxn id="1979" idx="1"/>
            <a:endCxn id="1976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2" name="Google Shape;2002;p111"/>
          <p:cNvCxnSpPr>
            <a:stCxn id="1976" idx="0"/>
            <a:endCxn id="1986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54325176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3" name="Google Shape;2003;p111"/>
          <p:cNvCxnSpPr>
            <a:stCxn id="1988" idx="1"/>
            <a:endCxn id="1976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4" name="Google Shape;2004;p111"/>
          <p:cNvCxnSpPr>
            <a:stCxn id="1978" idx="0"/>
            <a:endCxn id="1986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5" name="Google Shape;2005;p111"/>
          <p:cNvCxnSpPr>
            <a:stCxn id="1988" idx="1"/>
            <a:endCxn id="1978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6" name="Google Shape;2006;p111"/>
          <p:cNvCxnSpPr>
            <a:stCxn id="1979" idx="1"/>
            <a:endCxn id="1978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7" name="Google Shape;2007;p111"/>
          <p:cNvCxnSpPr>
            <a:stCxn id="1980" idx="2"/>
            <a:endCxn id="1982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8" name="Google Shape;2008;p111"/>
          <p:cNvCxnSpPr>
            <a:stCxn id="1980" idx="6"/>
            <a:endCxn id="1988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9" name="Google Shape;2009;p111"/>
          <p:cNvCxnSpPr>
            <a:stCxn id="1988" idx="4"/>
            <a:endCxn id="1982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0" name="Google Shape;2010;p111"/>
          <p:cNvCxnSpPr>
            <a:stCxn id="1979" idx="0"/>
            <a:endCxn id="1980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1" name="Google Shape;2011;p111"/>
          <p:cNvCxnSpPr>
            <a:stCxn id="1986" idx="3"/>
            <a:endCxn id="1982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1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017" name="Google Shape;2017;p112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112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a density equal to zero!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019" name="Google Shape;2019;p112"/>
          <p:cNvCxnSpPr>
            <a:stCxn id="2018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0" name="Google Shape;2020;p11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21" name="Google Shape;2021;p11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22" name="Google Shape;2022;p11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23" name="Google Shape;2023;p11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24" name="Google Shape;2024;p11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25" name="Google Shape;2025;p11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26" name="Google Shape;2026;p11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27" name="Google Shape;2027;p11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1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033" name="Google Shape;2033;p113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graph density can be interpreted in two other ways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the </a:t>
            </a:r>
            <a:r>
              <a:rPr b="1" lang="en"/>
              <a:t>percentage </a:t>
            </a:r>
            <a:r>
              <a:rPr lang="en"/>
              <a:t>of possible edges that are actually present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the </a:t>
            </a:r>
            <a:r>
              <a:rPr b="1" lang="en"/>
              <a:t>probability</a:t>
            </a:r>
            <a:r>
              <a:rPr lang="en"/>
              <a:t> that if we pick two nodes at random from the graph that there will be an edge linking them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11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35" name="Google Shape;2035;p113"/>
          <p:cNvCxnSpPr>
            <a:stCxn id="2034" idx="6"/>
            <a:endCxn id="203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6" name="Google Shape;2036;p11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37" name="Google Shape;2037;p11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38" name="Google Shape;2038;p11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39" name="Google Shape;2039;p113"/>
          <p:cNvCxnSpPr>
            <a:stCxn id="2038" idx="4"/>
            <a:endCxn id="203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0" name="Google Shape;2040;p11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41" name="Google Shape;2041;p113"/>
          <p:cNvCxnSpPr>
            <a:stCxn id="2034" idx="5"/>
            <a:endCxn id="204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2" name="Google Shape;2042;p11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43" name="Google Shape;2043;p113"/>
          <p:cNvCxnSpPr>
            <a:stCxn id="2042" idx="2"/>
            <a:endCxn id="203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4" name="Google Shape;2044;p11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45" name="Google Shape;2045;p113"/>
          <p:cNvCxnSpPr>
            <a:stCxn id="2044" idx="2"/>
            <a:endCxn id="204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6" name="Google Shape;2046;p11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47" name="Google Shape;2047;p113"/>
          <p:cNvCxnSpPr>
            <a:stCxn id="2046" idx="0"/>
            <a:endCxn id="204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8" name="Google Shape;2048;p113"/>
          <p:cNvCxnSpPr>
            <a:stCxn id="2036" idx="4"/>
            <a:endCxn id="204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0.25" id="2049" name="Google Shape;2049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801" y="4182081"/>
            <a:ext cx="1371600" cy="27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11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Elements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1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060" name="Google Shape;2060;p115"/>
          <p:cNvSpPr txBox="1"/>
          <p:nvPr>
            <p:ph idx="1" type="body"/>
          </p:nvPr>
        </p:nvSpPr>
        <p:spPr>
          <a:xfrm>
            <a:off x="311700" y="1225225"/>
            <a:ext cx="480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node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</a:t>
            </a:r>
            <a:r>
              <a:rPr b="1" lang="en"/>
              <a:t>out-neighbors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</a:t>
            </a:r>
            <a:r>
              <a:rPr baseline="-25000" lang="en"/>
              <a:t>out</a:t>
            </a:r>
            <a:r>
              <a:rPr lang="en"/>
              <a:t>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</a:t>
            </a:r>
            <a:r>
              <a:rPr b="1" lang="en"/>
              <a:t>in-neighbors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</a:t>
            </a:r>
            <a:r>
              <a:rPr baseline="-25000" lang="en"/>
              <a:t>in</a:t>
            </a:r>
            <a:r>
              <a:rPr lang="en"/>
              <a:t>(v)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11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2" name="Google Shape;2062;p11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3" name="Google Shape;2063;p11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4" name="Google Shape;2064;p11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5" name="Google Shape;2065;p11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6" name="Google Shape;2066;p11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7" name="Google Shape;2067;p11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68" name="Google Shape;2068;p11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69" name="Google Shape;2069;p115"/>
          <p:cNvCxnSpPr>
            <a:stCxn id="2061" idx="7"/>
            <a:endCxn id="206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0" name="Google Shape;2070;p115"/>
          <p:cNvCxnSpPr>
            <a:stCxn id="2064" idx="3"/>
            <a:endCxn id="206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1" name="Google Shape;2071;p115"/>
          <p:cNvCxnSpPr>
            <a:stCxn id="2066" idx="7"/>
            <a:endCxn id="206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2" name="Google Shape;2072;p115"/>
          <p:cNvCxnSpPr>
            <a:stCxn id="2067" idx="3"/>
            <a:endCxn id="206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3" name="Google Shape;2073;p115"/>
          <p:cNvCxnSpPr>
            <a:stCxn id="2063" idx="6"/>
            <a:endCxn id="206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4" name="Google Shape;2074;p115"/>
          <p:cNvCxnSpPr>
            <a:stCxn id="2066" idx="4"/>
            <a:endCxn id="206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5" name="Google Shape;2075;p115"/>
          <p:cNvCxnSpPr>
            <a:stCxn id="2062" idx="4"/>
            <a:endCxn id="206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6" name="Google Shape;2076;p115"/>
          <p:cNvCxnSpPr>
            <a:stCxn id="2061" idx="5"/>
            <a:endCxn id="206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7" name="Google Shape;2077;p115"/>
          <p:cNvCxnSpPr>
            <a:stCxn id="2061" idx="6"/>
            <a:endCxn id="206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8" name="Google Shape;2078;p115"/>
          <p:cNvCxnSpPr>
            <a:stCxn id="2063" idx="2"/>
            <a:endCxn id="206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9" name="Google Shape;2079;p115"/>
          <p:cNvCxnSpPr>
            <a:stCxn id="2068" idx="1"/>
            <a:endCxn id="206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0" name="Google Shape;2080;p115"/>
          <p:cNvCxnSpPr>
            <a:stCxn id="2067" idx="1"/>
            <a:endCxn id="206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1" name="Google Shape;2081;p115"/>
          <p:cNvCxnSpPr>
            <a:stCxn id="2064" idx="5"/>
            <a:endCxn id="206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2" name="Google Shape;2082;p115"/>
          <p:cNvCxnSpPr>
            <a:stCxn id="2062" idx="7"/>
            <a:endCxn id="206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3" name="Google Shape;2083;p115"/>
          <p:cNvCxnSpPr>
            <a:stCxn id="2066" idx="3"/>
            <a:endCxn id="206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4" name="Google Shape;2084;p115"/>
          <p:cNvCxnSpPr>
            <a:stCxn id="2062" idx="6"/>
            <a:endCxn id="206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1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090" name="Google Shape;2090;p116"/>
          <p:cNvSpPr txBox="1"/>
          <p:nvPr>
            <p:ph idx="1" type="body"/>
          </p:nvPr>
        </p:nvSpPr>
        <p:spPr>
          <a:xfrm>
            <a:off x="311700" y="1225225"/>
            <a:ext cx="4800600" cy="31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destination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out-neighbors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11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92" name="Google Shape;2092;p11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93" name="Google Shape;2093;p11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94" name="Google Shape;2094;p11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95" name="Google Shape;2095;p11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96" name="Google Shape;2096;p11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97" name="Google Shape;2097;p11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98" name="Google Shape;2098;p11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99" name="Google Shape;2099;p116"/>
          <p:cNvCxnSpPr>
            <a:stCxn id="2091" idx="7"/>
            <a:endCxn id="209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0" name="Google Shape;2100;p116"/>
          <p:cNvCxnSpPr>
            <a:stCxn id="2094" idx="3"/>
            <a:endCxn id="209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1" name="Google Shape;2101;p116"/>
          <p:cNvCxnSpPr>
            <a:stCxn id="2096" idx="7"/>
            <a:endCxn id="209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2" name="Google Shape;2102;p116"/>
          <p:cNvCxnSpPr>
            <a:stCxn id="2097" idx="3"/>
            <a:endCxn id="209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3" name="Google Shape;2103;p116"/>
          <p:cNvCxnSpPr>
            <a:stCxn id="2093" idx="6"/>
            <a:endCxn id="209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4" name="Google Shape;2104;p116"/>
          <p:cNvCxnSpPr>
            <a:stCxn id="2096" idx="4"/>
            <a:endCxn id="209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5" name="Google Shape;2105;p116"/>
          <p:cNvCxnSpPr>
            <a:stCxn id="2092" idx="4"/>
            <a:endCxn id="209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6" name="Google Shape;2106;p116"/>
          <p:cNvCxnSpPr>
            <a:stCxn id="2091" idx="5"/>
            <a:endCxn id="209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7" name="Google Shape;2107;p116"/>
          <p:cNvCxnSpPr>
            <a:stCxn id="2091" idx="6"/>
            <a:endCxn id="209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8" name="Google Shape;2108;p116"/>
          <p:cNvCxnSpPr>
            <a:stCxn id="2093" idx="2"/>
            <a:endCxn id="209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9" name="Google Shape;2109;p116"/>
          <p:cNvCxnSpPr>
            <a:stCxn id="2098" idx="1"/>
            <a:endCxn id="209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0" name="Google Shape;2110;p116"/>
          <p:cNvCxnSpPr>
            <a:stCxn id="2097" idx="1"/>
            <a:endCxn id="209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1" name="Google Shape;2111;p116"/>
          <p:cNvCxnSpPr>
            <a:stCxn id="2094" idx="5"/>
            <a:endCxn id="209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2" name="Google Shape;2112;p116"/>
          <p:cNvCxnSpPr>
            <a:stCxn id="2092" idx="7"/>
            <a:endCxn id="209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3" name="Google Shape;2113;p116"/>
          <p:cNvCxnSpPr>
            <a:stCxn id="2096" idx="3"/>
            <a:endCxn id="209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4" name="Google Shape;2114;p116"/>
          <p:cNvCxnSpPr>
            <a:stCxn id="2092" idx="6"/>
            <a:endCxn id="209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1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120" name="Google Shape;2120;p117"/>
          <p:cNvSpPr txBox="1"/>
          <p:nvPr>
            <p:ph idx="1" type="body"/>
          </p:nvPr>
        </p:nvSpPr>
        <p:spPr>
          <a:xfrm>
            <a:off x="311700" y="1225225"/>
            <a:ext cx="4800600" cy="33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destination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out-neighbors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out}(V_3)=\{V_1, V_4, V_5\}" id="2121" name="Google Shape;2121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000" y="4147900"/>
            <a:ext cx="394175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122" name="Google Shape;2122;p11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23" name="Google Shape;2123;p11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24" name="Google Shape;2124;p11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25" name="Google Shape;2125;p11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26" name="Google Shape;2126;p11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27" name="Google Shape;2127;p11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28" name="Google Shape;2128;p11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29" name="Google Shape;2129;p11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30" name="Google Shape;2130;p117"/>
          <p:cNvCxnSpPr>
            <a:stCxn id="2122" idx="7"/>
            <a:endCxn id="212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1" name="Google Shape;2131;p117"/>
          <p:cNvCxnSpPr>
            <a:stCxn id="2125" idx="3"/>
            <a:endCxn id="212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2" name="Google Shape;2132;p117"/>
          <p:cNvCxnSpPr>
            <a:stCxn id="2127" idx="7"/>
            <a:endCxn id="212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3" name="Google Shape;2133;p117"/>
          <p:cNvCxnSpPr>
            <a:stCxn id="2128" idx="3"/>
            <a:endCxn id="212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4" name="Google Shape;2134;p117"/>
          <p:cNvCxnSpPr>
            <a:stCxn id="2124" idx="6"/>
            <a:endCxn id="212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5" name="Google Shape;2135;p117"/>
          <p:cNvCxnSpPr>
            <a:stCxn id="2127" idx="4"/>
            <a:endCxn id="212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6" name="Google Shape;2136;p117"/>
          <p:cNvCxnSpPr>
            <a:stCxn id="2123" idx="4"/>
            <a:endCxn id="212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7" name="Google Shape;2137;p117"/>
          <p:cNvCxnSpPr>
            <a:stCxn id="2122" idx="5"/>
            <a:endCxn id="212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8" name="Google Shape;2138;p117"/>
          <p:cNvCxnSpPr>
            <a:stCxn id="2122" idx="6"/>
            <a:endCxn id="212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9" name="Google Shape;2139;p117"/>
          <p:cNvCxnSpPr>
            <a:stCxn id="2124" idx="2"/>
            <a:endCxn id="212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0" name="Google Shape;2140;p117"/>
          <p:cNvCxnSpPr>
            <a:stCxn id="2129" idx="1"/>
            <a:endCxn id="212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1" name="Google Shape;2141;p117"/>
          <p:cNvCxnSpPr>
            <a:stCxn id="2128" idx="1"/>
            <a:endCxn id="212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2" name="Google Shape;2142;p117"/>
          <p:cNvCxnSpPr>
            <a:stCxn id="2125" idx="5"/>
            <a:endCxn id="212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3" name="Google Shape;2143;p117"/>
          <p:cNvCxnSpPr>
            <a:stCxn id="2123" idx="7"/>
            <a:endCxn id="212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4" name="Google Shape;2144;p117"/>
          <p:cNvCxnSpPr>
            <a:stCxn id="2127" idx="3"/>
            <a:endCxn id="212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5" name="Google Shape;2145;p117"/>
          <p:cNvCxnSpPr>
            <a:stCxn id="2123" idx="6"/>
            <a:endCxn id="212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1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151" name="Google Shape;2151;p118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source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in-neighbors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11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53" name="Google Shape;2153;p11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54" name="Google Shape;2154;p11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55" name="Google Shape;2155;p11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56" name="Google Shape;2156;p11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57" name="Google Shape;2157;p11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58" name="Google Shape;2158;p11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59" name="Google Shape;2159;p11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60" name="Google Shape;2160;p118"/>
          <p:cNvCxnSpPr>
            <a:stCxn id="2152" idx="7"/>
            <a:endCxn id="215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1" name="Google Shape;2161;p118"/>
          <p:cNvCxnSpPr>
            <a:stCxn id="2155" idx="3"/>
            <a:endCxn id="215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2" name="Google Shape;2162;p118"/>
          <p:cNvCxnSpPr>
            <a:stCxn id="2157" idx="7"/>
            <a:endCxn id="215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3" name="Google Shape;2163;p118"/>
          <p:cNvCxnSpPr>
            <a:stCxn id="2158" idx="3"/>
            <a:endCxn id="215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4" name="Google Shape;2164;p118"/>
          <p:cNvCxnSpPr>
            <a:stCxn id="2154" idx="6"/>
            <a:endCxn id="215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5" name="Google Shape;2165;p118"/>
          <p:cNvCxnSpPr>
            <a:stCxn id="2157" idx="4"/>
            <a:endCxn id="215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6" name="Google Shape;2166;p118"/>
          <p:cNvCxnSpPr>
            <a:stCxn id="2153" idx="4"/>
            <a:endCxn id="215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7" name="Google Shape;2167;p118"/>
          <p:cNvCxnSpPr>
            <a:stCxn id="2152" idx="5"/>
            <a:endCxn id="215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8" name="Google Shape;2168;p118"/>
          <p:cNvCxnSpPr>
            <a:stCxn id="2152" idx="6"/>
            <a:endCxn id="215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9" name="Google Shape;2169;p118"/>
          <p:cNvCxnSpPr>
            <a:stCxn id="2154" idx="2"/>
            <a:endCxn id="215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0" name="Google Shape;2170;p118"/>
          <p:cNvCxnSpPr>
            <a:stCxn id="2159" idx="1"/>
            <a:endCxn id="215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1" name="Google Shape;2171;p118"/>
          <p:cNvCxnSpPr>
            <a:stCxn id="2158" idx="1"/>
            <a:endCxn id="215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2" name="Google Shape;2172;p118"/>
          <p:cNvCxnSpPr>
            <a:stCxn id="2155" idx="5"/>
            <a:endCxn id="215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3" name="Google Shape;2173;p118"/>
          <p:cNvCxnSpPr>
            <a:stCxn id="2153" idx="7"/>
            <a:endCxn id="215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4" name="Google Shape;2174;p118"/>
          <p:cNvCxnSpPr>
            <a:stCxn id="2157" idx="3"/>
            <a:endCxn id="215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5" name="Google Shape;2175;p118"/>
          <p:cNvCxnSpPr>
            <a:stCxn id="2153" idx="6"/>
            <a:endCxn id="215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1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181" name="Google Shape;2181;p119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destination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out-neighbors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out}(V_7)=\{V_1, V_4\}" id="2182" name="Google Shape;2182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151376"/>
            <a:ext cx="3383881" cy="395519"/>
          </a:xfrm>
          <a:prstGeom prst="rect">
            <a:avLst/>
          </a:prstGeom>
          <a:noFill/>
          <a:ln>
            <a:noFill/>
          </a:ln>
        </p:spPr>
      </p:pic>
      <p:sp>
        <p:nvSpPr>
          <p:cNvPr id="2183" name="Google Shape;2183;p11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4" name="Google Shape;2184;p11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5" name="Google Shape;2185;p11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6" name="Google Shape;2186;p11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7" name="Google Shape;2187;p11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8" name="Google Shape;2188;p11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9" name="Google Shape;2189;p11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90" name="Google Shape;2190;p11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91" name="Google Shape;2191;p119"/>
          <p:cNvCxnSpPr>
            <a:stCxn id="2183" idx="7"/>
            <a:endCxn id="218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2" name="Google Shape;2192;p119"/>
          <p:cNvCxnSpPr>
            <a:stCxn id="2186" idx="3"/>
            <a:endCxn id="218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3" name="Google Shape;2193;p119"/>
          <p:cNvCxnSpPr>
            <a:stCxn id="2188" idx="7"/>
            <a:endCxn id="218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4" name="Google Shape;2194;p119"/>
          <p:cNvCxnSpPr>
            <a:stCxn id="2189" idx="3"/>
            <a:endCxn id="218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5" name="Google Shape;2195;p119"/>
          <p:cNvCxnSpPr>
            <a:stCxn id="2185" idx="6"/>
            <a:endCxn id="219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6" name="Google Shape;2196;p119"/>
          <p:cNvCxnSpPr>
            <a:stCxn id="2188" idx="4"/>
            <a:endCxn id="218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7" name="Google Shape;2197;p119"/>
          <p:cNvCxnSpPr>
            <a:stCxn id="2184" idx="4"/>
            <a:endCxn id="218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8" name="Google Shape;2198;p119"/>
          <p:cNvCxnSpPr>
            <a:stCxn id="2183" idx="5"/>
            <a:endCxn id="218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9" name="Google Shape;2199;p119"/>
          <p:cNvCxnSpPr>
            <a:stCxn id="2183" idx="6"/>
            <a:endCxn id="218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0" name="Google Shape;2200;p119"/>
          <p:cNvCxnSpPr>
            <a:stCxn id="2185" idx="2"/>
            <a:endCxn id="218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1" name="Google Shape;2201;p119"/>
          <p:cNvCxnSpPr>
            <a:stCxn id="2190" idx="1"/>
            <a:endCxn id="218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2" name="Google Shape;2202;p119"/>
          <p:cNvCxnSpPr>
            <a:stCxn id="2189" idx="1"/>
            <a:endCxn id="218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3" name="Google Shape;2203;p119"/>
          <p:cNvCxnSpPr>
            <a:stCxn id="2186" idx="5"/>
            <a:endCxn id="218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4" name="Google Shape;2204;p119"/>
          <p:cNvCxnSpPr>
            <a:stCxn id="2184" idx="7"/>
            <a:endCxn id="218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5" name="Google Shape;2205;p119"/>
          <p:cNvCxnSpPr>
            <a:stCxn id="2188" idx="3"/>
            <a:endCxn id="218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6" name="Google Shape;2206;p119"/>
          <p:cNvCxnSpPr>
            <a:stCxn id="2184" idx="6"/>
            <a:endCxn id="218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1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212" name="Google Shape;2212;p120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source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in-neighbors</a:t>
            </a:r>
            <a:r>
              <a:rPr lang="en"/>
              <a:t>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4)=\{V_1, V_3, V_7, V_8\}" id="2213" name="Google Shape;2213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151376"/>
            <a:ext cx="435460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214" name="Google Shape;2214;p12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15" name="Google Shape;2215;p12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16" name="Google Shape;2216;p12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17" name="Google Shape;2217;p12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18" name="Google Shape;2218;p12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19" name="Google Shape;2219;p12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20" name="Google Shape;2220;p12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21" name="Google Shape;2221;p12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22" name="Google Shape;2222;p120"/>
          <p:cNvCxnSpPr>
            <a:stCxn id="2214" idx="7"/>
            <a:endCxn id="221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3" name="Google Shape;2223;p120"/>
          <p:cNvCxnSpPr>
            <a:stCxn id="2217" idx="3"/>
            <a:endCxn id="221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4" name="Google Shape;2224;p120"/>
          <p:cNvCxnSpPr>
            <a:stCxn id="2219" idx="7"/>
            <a:endCxn id="222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5" name="Google Shape;2225;p120"/>
          <p:cNvCxnSpPr>
            <a:stCxn id="2220" idx="3"/>
            <a:endCxn id="221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6" name="Google Shape;2226;p120"/>
          <p:cNvCxnSpPr>
            <a:stCxn id="2216" idx="6"/>
            <a:endCxn id="222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7" name="Google Shape;2227;p120"/>
          <p:cNvCxnSpPr>
            <a:stCxn id="2219" idx="4"/>
            <a:endCxn id="221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8" name="Google Shape;2228;p120"/>
          <p:cNvCxnSpPr>
            <a:stCxn id="2215" idx="4"/>
            <a:endCxn id="221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9" name="Google Shape;2229;p120"/>
          <p:cNvCxnSpPr>
            <a:stCxn id="2214" idx="5"/>
            <a:endCxn id="221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0" name="Google Shape;2230;p120"/>
          <p:cNvCxnSpPr>
            <a:stCxn id="2214" idx="6"/>
            <a:endCxn id="221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1" name="Google Shape;2231;p120"/>
          <p:cNvCxnSpPr>
            <a:stCxn id="2216" idx="2"/>
            <a:endCxn id="221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2" name="Google Shape;2232;p120"/>
          <p:cNvCxnSpPr>
            <a:stCxn id="2221" idx="1"/>
            <a:endCxn id="221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3" name="Google Shape;2233;p120"/>
          <p:cNvCxnSpPr>
            <a:stCxn id="2220" idx="1"/>
            <a:endCxn id="221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4" name="Google Shape;2234;p120"/>
          <p:cNvCxnSpPr>
            <a:stCxn id="2217" idx="5"/>
            <a:endCxn id="221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5" name="Google Shape;2235;p120"/>
          <p:cNvCxnSpPr>
            <a:stCxn id="2215" idx="7"/>
            <a:endCxn id="221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6" name="Google Shape;2236;p120"/>
          <p:cNvCxnSpPr>
            <a:stCxn id="2219" idx="3"/>
            <a:endCxn id="221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7" name="Google Shape;2237;p120"/>
          <p:cNvCxnSpPr>
            <a:stCxn id="2215" idx="6"/>
            <a:endCxn id="221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p1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243" name="Google Shape;2243;p121"/>
          <p:cNvSpPr txBox="1"/>
          <p:nvPr>
            <p:ph idx="1" type="body"/>
          </p:nvPr>
        </p:nvSpPr>
        <p:spPr>
          <a:xfrm>
            <a:off x="311700" y="1225225"/>
            <a:ext cx="4755000" cy="3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source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in-neighbors</a:t>
            </a:r>
            <a:r>
              <a:rPr lang="en"/>
              <a:t>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5)=\{V_2, V_3, V_4, V_6\}" id="2244" name="Google Shape;2244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151376"/>
            <a:ext cx="4393921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245" name="Google Shape;2245;p12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46" name="Google Shape;2246;p12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47" name="Google Shape;2247;p12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48" name="Google Shape;2248;p12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49" name="Google Shape;2249;p12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50" name="Google Shape;2250;p12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51" name="Google Shape;2251;p12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52" name="Google Shape;2252;p12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53" name="Google Shape;2253;p121"/>
          <p:cNvCxnSpPr>
            <a:stCxn id="2245" idx="7"/>
            <a:endCxn id="224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4" name="Google Shape;2254;p121"/>
          <p:cNvCxnSpPr>
            <a:stCxn id="2248" idx="3"/>
            <a:endCxn id="224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5" name="Google Shape;2255;p121"/>
          <p:cNvCxnSpPr>
            <a:stCxn id="2250" idx="7"/>
            <a:endCxn id="225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6" name="Google Shape;2256;p121"/>
          <p:cNvCxnSpPr>
            <a:stCxn id="2251" idx="3"/>
            <a:endCxn id="225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7" name="Google Shape;2257;p121"/>
          <p:cNvCxnSpPr>
            <a:stCxn id="2247" idx="6"/>
            <a:endCxn id="225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8" name="Google Shape;2258;p121"/>
          <p:cNvCxnSpPr>
            <a:stCxn id="2250" idx="4"/>
            <a:endCxn id="224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9" name="Google Shape;2259;p121"/>
          <p:cNvCxnSpPr>
            <a:stCxn id="2246" idx="4"/>
            <a:endCxn id="224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0" name="Google Shape;2260;p121"/>
          <p:cNvCxnSpPr>
            <a:stCxn id="2245" idx="5"/>
            <a:endCxn id="224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1" name="Google Shape;2261;p121"/>
          <p:cNvCxnSpPr>
            <a:stCxn id="2245" idx="6"/>
            <a:endCxn id="224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2" name="Google Shape;2262;p121"/>
          <p:cNvCxnSpPr>
            <a:stCxn id="2247" idx="2"/>
            <a:endCxn id="224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3" name="Google Shape;2263;p121"/>
          <p:cNvCxnSpPr>
            <a:stCxn id="2252" idx="1"/>
            <a:endCxn id="225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4" name="Google Shape;2264;p121"/>
          <p:cNvCxnSpPr>
            <a:stCxn id="2251" idx="1"/>
            <a:endCxn id="224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5" name="Google Shape;2265;p121"/>
          <p:cNvCxnSpPr>
            <a:stCxn id="2248" idx="5"/>
            <a:endCxn id="225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6" name="Google Shape;2266;p121"/>
          <p:cNvCxnSpPr>
            <a:stCxn id="2246" idx="7"/>
            <a:endCxn id="224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7" name="Google Shape;2267;p121"/>
          <p:cNvCxnSpPr>
            <a:stCxn id="2250" idx="3"/>
            <a:endCxn id="224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8" name="Google Shape;2268;p121"/>
          <p:cNvCxnSpPr>
            <a:stCxn id="2246" idx="6"/>
            <a:endCxn id="225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p1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274" name="Google Shape;2274;p122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12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76" name="Google Shape;2276;p12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77" name="Google Shape;2277;p12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78" name="Google Shape;2278;p12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79" name="Google Shape;2279;p12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80" name="Google Shape;2280;p12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81" name="Google Shape;2281;p12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82" name="Google Shape;2282;p12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83" name="Google Shape;2283;p122"/>
          <p:cNvCxnSpPr>
            <a:stCxn id="2275" idx="7"/>
            <a:endCxn id="227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4" name="Google Shape;2284;p122"/>
          <p:cNvCxnSpPr>
            <a:stCxn id="2278" idx="3"/>
            <a:endCxn id="227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5" name="Google Shape;2285;p122"/>
          <p:cNvCxnSpPr>
            <a:stCxn id="2280" idx="7"/>
            <a:endCxn id="228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6" name="Google Shape;2286;p122"/>
          <p:cNvCxnSpPr>
            <a:stCxn id="2281" idx="3"/>
            <a:endCxn id="228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7" name="Google Shape;2287;p122"/>
          <p:cNvCxnSpPr>
            <a:stCxn id="2277" idx="6"/>
            <a:endCxn id="228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8" name="Google Shape;2288;p122"/>
          <p:cNvCxnSpPr>
            <a:stCxn id="2280" idx="4"/>
            <a:endCxn id="227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9" name="Google Shape;2289;p122"/>
          <p:cNvCxnSpPr>
            <a:stCxn id="2276" idx="4"/>
            <a:endCxn id="227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0" name="Google Shape;2290;p122"/>
          <p:cNvCxnSpPr>
            <a:stCxn id="2275" idx="5"/>
            <a:endCxn id="227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1" name="Google Shape;2291;p122"/>
          <p:cNvCxnSpPr>
            <a:stCxn id="2275" idx="6"/>
            <a:endCxn id="227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2" name="Google Shape;2292;p122"/>
          <p:cNvCxnSpPr>
            <a:stCxn id="2277" idx="2"/>
            <a:endCxn id="227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3" name="Google Shape;2293;p122"/>
          <p:cNvCxnSpPr>
            <a:stCxn id="2282" idx="1"/>
            <a:endCxn id="228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4" name="Google Shape;2294;p122"/>
          <p:cNvCxnSpPr>
            <a:stCxn id="2281" idx="1"/>
            <a:endCxn id="227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5" name="Google Shape;2295;p122"/>
          <p:cNvCxnSpPr>
            <a:stCxn id="2278" idx="5"/>
            <a:endCxn id="228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6" name="Google Shape;2296;p122"/>
          <p:cNvCxnSpPr>
            <a:stCxn id="2276" idx="7"/>
            <a:endCxn id="227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7" name="Google Shape;2297;p122"/>
          <p:cNvCxnSpPr>
            <a:stCxn id="2280" idx="3"/>
            <a:endCxn id="227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8" name="Google Shape;2298;p122"/>
          <p:cNvCxnSpPr>
            <a:stCxn id="2276" idx="6"/>
            <a:endCxn id="228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1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304" name="Google Shape;2304;p123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out}(V_3)=\{V_1, V_4, V_5\}" id="2305" name="Google Shape;2305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2651760"/>
            <a:ext cx="394175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306" name="Google Shape;2306;p12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07" name="Google Shape;2307;p12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08" name="Google Shape;2308;p12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09" name="Google Shape;2309;p12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10" name="Google Shape;2310;p12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11" name="Google Shape;2311;p12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12" name="Google Shape;2312;p12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13" name="Google Shape;2313;p12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14" name="Google Shape;2314;p123"/>
          <p:cNvCxnSpPr>
            <a:stCxn id="2306" idx="7"/>
            <a:endCxn id="230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5" name="Google Shape;2315;p123"/>
          <p:cNvCxnSpPr>
            <a:stCxn id="2309" idx="3"/>
            <a:endCxn id="230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6" name="Google Shape;2316;p123"/>
          <p:cNvCxnSpPr>
            <a:stCxn id="2311" idx="7"/>
            <a:endCxn id="231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7" name="Google Shape;2317;p123"/>
          <p:cNvCxnSpPr>
            <a:stCxn id="2312" idx="3"/>
            <a:endCxn id="231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8" name="Google Shape;2318;p123"/>
          <p:cNvCxnSpPr>
            <a:stCxn id="2308" idx="6"/>
            <a:endCxn id="231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9" name="Google Shape;2319;p123"/>
          <p:cNvCxnSpPr>
            <a:stCxn id="2311" idx="4"/>
            <a:endCxn id="230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0" name="Google Shape;2320;p123"/>
          <p:cNvCxnSpPr>
            <a:stCxn id="2307" idx="4"/>
            <a:endCxn id="231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1" name="Google Shape;2321;p123"/>
          <p:cNvCxnSpPr>
            <a:stCxn id="2306" idx="5"/>
            <a:endCxn id="231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2" name="Google Shape;2322;p123"/>
          <p:cNvCxnSpPr>
            <a:stCxn id="2306" idx="6"/>
            <a:endCxn id="230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3" name="Google Shape;2323;p123"/>
          <p:cNvCxnSpPr>
            <a:stCxn id="2308" idx="2"/>
            <a:endCxn id="231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4" name="Google Shape;2324;p123"/>
          <p:cNvCxnSpPr>
            <a:stCxn id="2313" idx="1"/>
            <a:endCxn id="231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5" name="Google Shape;2325;p123"/>
          <p:cNvCxnSpPr>
            <a:stCxn id="2312" idx="1"/>
            <a:endCxn id="230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6" name="Google Shape;2326;p123"/>
          <p:cNvCxnSpPr>
            <a:stCxn id="2309" idx="5"/>
            <a:endCxn id="231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7" name="Google Shape;2327;p123"/>
          <p:cNvCxnSpPr>
            <a:stCxn id="2307" idx="7"/>
            <a:endCxn id="230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8" name="Google Shape;2328;p123"/>
          <p:cNvCxnSpPr>
            <a:stCxn id="2311" idx="3"/>
            <a:endCxn id="231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9" name="Google Shape;2329;p123"/>
          <p:cNvCxnSpPr>
            <a:stCxn id="2307" idx="6"/>
            <a:endCxn id="231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1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335" name="Google Shape;2335;p124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out}(V_7)=\{V_1, V_4\}" id="2336" name="Google Shape;2336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3200400"/>
            <a:ext cx="3383881" cy="395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out}(V_3)=\{V_1, V_4, V_5\}" id="2337" name="Google Shape;2337;p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72" y="2651760"/>
            <a:ext cx="394175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12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39" name="Google Shape;2339;p12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40" name="Google Shape;2340;p12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41" name="Google Shape;2341;p12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42" name="Google Shape;2342;p12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43" name="Google Shape;2343;p12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44" name="Google Shape;2344;p12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45" name="Google Shape;2345;p12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46" name="Google Shape;2346;p124"/>
          <p:cNvCxnSpPr>
            <a:stCxn id="2338" idx="7"/>
            <a:endCxn id="234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7" name="Google Shape;2347;p124"/>
          <p:cNvCxnSpPr>
            <a:stCxn id="2341" idx="3"/>
            <a:endCxn id="233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8" name="Google Shape;2348;p124"/>
          <p:cNvCxnSpPr>
            <a:stCxn id="2343" idx="7"/>
            <a:endCxn id="234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9" name="Google Shape;2349;p124"/>
          <p:cNvCxnSpPr>
            <a:stCxn id="2344" idx="3"/>
            <a:endCxn id="234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0" name="Google Shape;2350;p124"/>
          <p:cNvCxnSpPr>
            <a:stCxn id="2340" idx="6"/>
            <a:endCxn id="234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1" name="Google Shape;2351;p124"/>
          <p:cNvCxnSpPr>
            <a:stCxn id="2343" idx="4"/>
            <a:endCxn id="234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2" name="Google Shape;2352;p124"/>
          <p:cNvCxnSpPr>
            <a:stCxn id="2339" idx="4"/>
            <a:endCxn id="234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3" name="Google Shape;2353;p124"/>
          <p:cNvCxnSpPr>
            <a:stCxn id="2338" idx="5"/>
            <a:endCxn id="234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4" name="Google Shape;2354;p124"/>
          <p:cNvCxnSpPr>
            <a:stCxn id="2338" idx="6"/>
            <a:endCxn id="233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5" name="Google Shape;2355;p124"/>
          <p:cNvCxnSpPr>
            <a:stCxn id="2340" idx="2"/>
            <a:endCxn id="234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6" name="Google Shape;2356;p124"/>
          <p:cNvCxnSpPr>
            <a:stCxn id="2345" idx="1"/>
            <a:endCxn id="234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7" name="Google Shape;2357;p124"/>
          <p:cNvCxnSpPr>
            <a:stCxn id="2344" idx="1"/>
            <a:endCxn id="234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8" name="Google Shape;2358;p124"/>
          <p:cNvCxnSpPr>
            <a:stCxn id="2341" idx="5"/>
            <a:endCxn id="234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9" name="Google Shape;2359;p124"/>
          <p:cNvCxnSpPr>
            <a:stCxn id="2339" idx="7"/>
            <a:endCxn id="234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0" name="Google Shape;2360;p124"/>
          <p:cNvCxnSpPr>
            <a:stCxn id="2343" idx="3"/>
            <a:endCxn id="234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1" name="Google Shape;2361;p124"/>
          <p:cNvCxnSpPr>
            <a:stCxn id="2339" idx="6"/>
            <a:endCxn id="234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p1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367" name="Google Shape;2367;p125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out}(V_7)=\{V_1, V_4\}" id="2368" name="Google Shape;2368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3200400"/>
            <a:ext cx="3383881" cy="395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out}(V_3)=\{V_1, V_4, V_5\}" id="2369" name="Google Shape;2369;p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72" y="2651760"/>
            <a:ext cx="394175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370" name="Google Shape;2370;p12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71" name="Google Shape;2371;p12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72" name="Google Shape;2372;p12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73" name="Google Shape;2373;p12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74" name="Google Shape;2374;p12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75" name="Google Shape;2375;p12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76" name="Google Shape;2376;p12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77" name="Google Shape;2377;p12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78" name="Google Shape;2378;p125"/>
          <p:cNvCxnSpPr>
            <a:stCxn id="2370" idx="7"/>
            <a:endCxn id="2373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9" name="Google Shape;2379;p125"/>
          <p:cNvCxnSpPr>
            <a:stCxn id="2373" idx="3"/>
            <a:endCxn id="2371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0" name="Google Shape;2380;p125"/>
          <p:cNvCxnSpPr>
            <a:stCxn id="2375" idx="7"/>
            <a:endCxn id="2376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1" name="Google Shape;2381;p125"/>
          <p:cNvCxnSpPr>
            <a:stCxn id="2376" idx="3"/>
            <a:endCxn id="2375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2" name="Google Shape;2382;p125"/>
          <p:cNvCxnSpPr>
            <a:stCxn id="2372" idx="6"/>
            <a:endCxn id="2377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3" name="Google Shape;2383;p125"/>
          <p:cNvCxnSpPr>
            <a:stCxn id="2375" idx="4"/>
            <a:endCxn id="2372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4" name="Google Shape;2384;p125"/>
          <p:cNvCxnSpPr>
            <a:stCxn id="2371" idx="4"/>
            <a:endCxn id="2374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5" name="Google Shape;2385;p125"/>
          <p:cNvCxnSpPr>
            <a:stCxn id="2370" idx="5"/>
            <a:endCxn id="2374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6" name="Google Shape;2386;p125"/>
          <p:cNvCxnSpPr>
            <a:stCxn id="2370" idx="6"/>
            <a:endCxn id="2371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7" name="Google Shape;2387;p125"/>
          <p:cNvCxnSpPr>
            <a:stCxn id="2372" idx="2"/>
            <a:endCxn id="2374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8" name="Google Shape;2388;p125"/>
          <p:cNvCxnSpPr>
            <a:stCxn id="2377" idx="1"/>
            <a:endCxn id="2375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9" name="Google Shape;2389;p125"/>
          <p:cNvCxnSpPr>
            <a:stCxn id="2376" idx="1"/>
            <a:endCxn id="237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0" name="Google Shape;2390;p125"/>
          <p:cNvCxnSpPr>
            <a:stCxn id="2373" idx="5"/>
            <a:endCxn id="237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1" name="Google Shape;2391;p125"/>
          <p:cNvCxnSpPr>
            <a:stCxn id="2371" idx="7"/>
            <a:endCxn id="2373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2" name="Google Shape;2392;p125"/>
          <p:cNvCxnSpPr>
            <a:stCxn id="2375" idx="3"/>
            <a:endCxn id="2374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3" name="Google Shape;2393;p125"/>
          <p:cNvCxnSpPr>
            <a:stCxn id="2371" idx="6"/>
            <a:endCxn id="2375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N_{out}(V_3) \cap N_{out}(V_7)=\{V_1, V_4\}" id="2394" name="Google Shape;2394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72" y="3749040"/>
            <a:ext cx="5268773" cy="393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p1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400" name="Google Shape;2400;p126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12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2" name="Google Shape;2402;p12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3" name="Google Shape;2403;p12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4" name="Google Shape;2404;p12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5" name="Google Shape;2405;p12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6" name="Google Shape;2406;p12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7" name="Google Shape;2407;p12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8" name="Google Shape;2408;p12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09" name="Google Shape;2409;p126"/>
          <p:cNvCxnSpPr>
            <a:stCxn id="2401" idx="7"/>
            <a:endCxn id="240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0" name="Google Shape;2410;p126"/>
          <p:cNvCxnSpPr>
            <a:stCxn id="2404" idx="3"/>
            <a:endCxn id="240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1" name="Google Shape;2411;p126"/>
          <p:cNvCxnSpPr>
            <a:stCxn id="2406" idx="7"/>
            <a:endCxn id="240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2" name="Google Shape;2412;p126"/>
          <p:cNvCxnSpPr>
            <a:stCxn id="2407" idx="3"/>
            <a:endCxn id="240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3" name="Google Shape;2413;p126"/>
          <p:cNvCxnSpPr>
            <a:stCxn id="2403" idx="6"/>
            <a:endCxn id="240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4" name="Google Shape;2414;p126"/>
          <p:cNvCxnSpPr>
            <a:stCxn id="2406" idx="4"/>
            <a:endCxn id="240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5" name="Google Shape;2415;p126"/>
          <p:cNvCxnSpPr>
            <a:stCxn id="2402" idx="4"/>
            <a:endCxn id="240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6" name="Google Shape;2416;p126"/>
          <p:cNvCxnSpPr>
            <a:stCxn id="2401" idx="5"/>
            <a:endCxn id="240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7" name="Google Shape;2417;p126"/>
          <p:cNvCxnSpPr>
            <a:stCxn id="2401" idx="6"/>
            <a:endCxn id="240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8" name="Google Shape;2418;p126"/>
          <p:cNvCxnSpPr>
            <a:stCxn id="2403" idx="2"/>
            <a:endCxn id="240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9" name="Google Shape;2419;p126"/>
          <p:cNvCxnSpPr>
            <a:stCxn id="2408" idx="1"/>
            <a:endCxn id="240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0" name="Google Shape;2420;p126"/>
          <p:cNvCxnSpPr>
            <a:stCxn id="2407" idx="1"/>
            <a:endCxn id="240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1" name="Google Shape;2421;p126"/>
          <p:cNvCxnSpPr>
            <a:stCxn id="2404" idx="5"/>
            <a:endCxn id="240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2" name="Google Shape;2422;p126"/>
          <p:cNvCxnSpPr>
            <a:stCxn id="2402" idx="7"/>
            <a:endCxn id="240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3" name="Google Shape;2423;p126"/>
          <p:cNvCxnSpPr>
            <a:stCxn id="2406" idx="3"/>
            <a:endCxn id="240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4" name="Google Shape;2424;p126"/>
          <p:cNvCxnSpPr>
            <a:stCxn id="2402" idx="6"/>
            <a:endCxn id="240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N_{out}(V_3) \cup N_{out}(V_7)=\{V_1, V_4, V_5\}" id="2425" name="Google Shape;2425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" y="3749040"/>
            <a:ext cx="5947028" cy="39319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N_{out}(V_7)=\{V_1, V_4\}" id="2426" name="Google Shape;2426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72" y="3200400"/>
            <a:ext cx="3383881" cy="395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out}(V_3)=\{V_1, V_4, V_5\}" id="2427" name="Google Shape;2427;p1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72" y="2651760"/>
            <a:ext cx="3941750" cy="393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1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433" name="Google Shape;2433;p127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4)=\{V_1, V_3, V_7, V_8\}" id="2434" name="Google Shape;2434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2651760"/>
            <a:ext cx="435460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435" name="Google Shape;2435;p12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36" name="Google Shape;2436;p12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37" name="Google Shape;2437;p12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38" name="Google Shape;2438;p12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39" name="Google Shape;2439;p12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40" name="Google Shape;2440;p12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41" name="Google Shape;2441;p12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42" name="Google Shape;2442;p12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43" name="Google Shape;2443;p127"/>
          <p:cNvCxnSpPr>
            <a:stCxn id="2435" idx="7"/>
            <a:endCxn id="243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4" name="Google Shape;2444;p127"/>
          <p:cNvCxnSpPr>
            <a:stCxn id="2438" idx="3"/>
            <a:endCxn id="243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5" name="Google Shape;2445;p127"/>
          <p:cNvCxnSpPr>
            <a:stCxn id="2440" idx="7"/>
            <a:endCxn id="244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6" name="Google Shape;2446;p127"/>
          <p:cNvCxnSpPr>
            <a:stCxn id="2441" idx="3"/>
            <a:endCxn id="244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7" name="Google Shape;2447;p127"/>
          <p:cNvCxnSpPr>
            <a:stCxn id="2437" idx="6"/>
            <a:endCxn id="244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8" name="Google Shape;2448;p127"/>
          <p:cNvCxnSpPr>
            <a:stCxn id="2440" idx="4"/>
            <a:endCxn id="243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9" name="Google Shape;2449;p127"/>
          <p:cNvCxnSpPr>
            <a:stCxn id="2436" idx="4"/>
            <a:endCxn id="243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0" name="Google Shape;2450;p127"/>
          <p:cNvCxnSpPr>
            <a:stCxn id="2435" idx="5"/>
            <a:endCxn id="243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1" name="Google Shape;2451;p127"/>
          <p:cNvCxnSpPr>
            <a:stCxn id="2435" idx="6"/>
            <a:endCxn id="243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2" name="Google Shape;2452;p127"/>
          <p:cNvCxnSpPr>
            <a:stCxn id="2437" idx="2"/>
            <a:endCxn id="243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3" name="Google Shape;2453;p127"/>
          <p:cNvCxnSpPr>
            <a:stCxn id="2442" idx="1"/>
            <a:endCxn id="244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4" name="Google Shape;2454;p127"/>
          <p:cNvCxnSpPr>
            <a:stCxn id="2441" idx="1"/>
            <a:endCxn id="243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5" name="Google Shape;2455;p127"/>
          <p:cNvCxnSpPr>
            <a:stCxn id="2438" idx="5"/>
            <a:endCxn id="244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6" name="Google Shape;2456;p127"/>
          <p:cNvCxnSpPr>
            <a:stCxn id="2436" idx="7"/>
            <a:endCxn id="243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7" name="Google Shape;2457;p127"/>
          <p:cNvCxnSpPr>
            <a:stCxn id="2440" idx="3"/>
            <a:endCxn id="243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8" name="Google Shape;2458;p127"/>
          <p:cNvCxnSpPr>
            <a:stCxn id="2436" idx="6"/>
            <a:endCxn id="244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p1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464" name="Google Shape;2464;p128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5)=\{V_2, V_3, V_4, V_6\}" id="2465" name="Google Shape;2465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3200400"/>
            <a:ext cx="4393921" cy="39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in}(V_4)=\{V_1, V_3, V_7, V_8\}" id="2466" name="Google Shape;2466;p1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92" y="2651760"/>
            <a:ext cx="435460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467" name="Google Shape;2467;p12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68" name="Google Shape;2468;p12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69" name="Google Shape;2469;p12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0" name="Google Shape;2470;p12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1" name="Google Shape;2471;p12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2" name="Google Shape;2472;p12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3" name="Google Shape;2473;p12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4" name="Google Shape;2474;p12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75" name="Google Shape;2475;p128"/>
          <p:cNvCxnSpPr>
            <a:stCxn id="2467" idx="7"/>
            <a:endCxn id="247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6" name="Google Shape;2476;p128"/>
          <p:cNvCxnSpPr>
            <a:stCxn id="2470" idx="3"/>
            <a:endCxn id="246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7" name="Google Shape;2477;p128"/>
          <p:cNvCxnSpPr>
            <a:stCxn id="2472" idx="7"/>
            <a:endCxn id="247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8" name="Google Shape;2478;p128"/>
          <p:cNvCxnSpPr>
            <a:stCxn id="2473" idx="3"/>
            <a:endCxn id="247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9" name="Google Shape;2479;p128"/>
          <p:cNvCxnSpPr>
            <a:stCxn id="2469" idx="6"/>
            <a:endCxn id="247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0" name="Google Shape;2480;p128"/>
          <p:cNvCxnSpPr>
            <a:stCxn id="2472" idx="4"/>
            <a:endCxn id="246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1" name="Google Shape;2481;p128"/>
          <p:cNvCxnSpPr>
            <a:stCxn id="2468" idx="4"/>
            <a:endCxn id="247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2" name="Google Shape;2482;p128"/>
          <p:cNvCxnSpPr>
            <a:stCxn id="2467" idx="5"/>
            <a:endCxn id="247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3" name="Google Shape;2483;p128"/>
          <p:cNvCxnSpPr>
            <a:stCxn id="2467" idx="6"/>
            <a:endCxn id="246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4" name="Google Shape;2484;p128"/>
          <p:cNvCxnSpPr>
            <a:stCxn id="2469" idx="2"/>
            <a:endCxn id="247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5" name="Google Shape;2485;p128"/>
          <p:cNvCxnSpPr>
            <a:stCxn id="2474" idx="1"/>
            <a:endCxn id="247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6" name="Google Shape;2486;p128"/>
          <p:cNvCxnSpPr>
            <a:stCxn id="2473" idx="1"/>
            <a:endCxn id="247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7" name="Google Shape;2487;p128"/>
          <p:cNvCxnSpPr>
            <a:stCxn id="2470" idx="5"/>
            <a:endCxn id="247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8" name="Google Shape;2488;p128"/>
          <p:cNvCxnSpPr>
            <a:stCxn id="2468" idx="7"/>
            <a:endCxn id="247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9" name="Google Shape;2489;p128"/>
          <p:cNvCxnSpPr>
            <a:stCxn id="2472" idx="3"/>
            <a:endCxn id="247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0" name="Google Shape;2490;p128"/>
          <p:cNvCxnSpPr>
            <a:stCxn id="2468" idx="6"/>
            <a:endCxn id="247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4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p1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496" name="Google Shape;2496;p129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5)=\{V_2, V_3, V_4, V_6\}" id="2497" name="Google Shape;2497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3200400"/>
            <a:ext cx="4393921" cy="39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in}(V_4)=\{V_1, V_3, V_7, V_8\}" id="2498" name="Google Shape;2498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92" y="2651760"/>
            <a:ext cx="4354602" cy="39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in}(V_4) \cap N_{in}(V_5)=\{V_3\}" id="2499" name="Google Shape;2499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80" y="3749040"/>
            <a:ext cx="4433239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500" name="Google Shape;2500;p12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01" name="Google Shape;2501;p12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02" name="Google Shape;2502;p12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03" name="Google Shape;2503;p12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04" name="Google Shape;2504;p12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05" name="Google Shape;2505;p12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06" name="Google Shape;2506;p12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07" name="Google Shape;2507;p12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08" name="Google Shape;2508;p129"/>
          <p:cNvCxnSpPr>
            <a:stCxn id="2500" idx="7"/>
            <a:endCxn id="2503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9" name="Google Shape;2509;p129"/>
          <p:cNvCxnSpPr>
            <a:stCxn id="2503" idx="3"/>
            <a:endCxn id="2501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0" name="Google Shape;2510;p129"/>
          <p:cNvCxnSpPr>
            <a:stCxn id="2505" idx="7"/>
            <a:endCxn id="2506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1" name="Google Shape;2511;p129"/>
          <p:cNvCxnSpPr>
            <a:stCxn id="2506" idx="3"/>
            <a:endCxn id="2505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2" name="Google Shape;2512;p129"/>
          <p:cNvCxnSpPr>
            <a:stCxn id="2502" idx="6"/>
            <a:endCxn id="2507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3" name="Google Shape;2513;p129"/>
          <p:cNvCxnSpPr>
            <a:stCxn id="2505" idx="4"/>
            <a:endCxn id="2502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4" name="Google Shape;2514;p129"/>
          <p:cNvCxnSpPr>
            <a:stCxn id="2501" idx="4"/>
            <a:endCxn id="2504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5" name="Google Shape;2515;p129"/>
          <p:cNvCxnSpPr>
            <a:stCxn id="2500" idx="5"/>
            <a:endCxn id="2504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6" name="Google Shape;2516;p129"/>
          <p:cNvCxnSpPr>
            <a:stCxn id="2500" idx="6"/>
            <a:endCxn id="2501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7" name="Google Shape;2517;p129"/>
          <p:cNvCxnSpPr>
            <a:stCxn id="2502" idx="2"/>
            <a:endCxn id="2504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8" name="Google Shape;2518;p129"/>
          <p:cNvCxnSpPr>
            <a:stCxn id="2507" idx="1"/>
            <a:endCxn id="2505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9" name="Google Shape;2519;p129"/>
          <p:cNvCxnSpPr>
            <a:stCxn id="2506" idx="1"/>
            <a:endCxn id="250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0" name="Google Shape;2520;p129"/>
          <p:cNvCxnSpPr>
            <a:stCxn id="2503" idx="5"/>
            <a:endCxn id="250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1" name="Google Shape;2521;p129"/>
          <p:cNvCxnSpPr>
            <a:stCxn id="2501" idx="7"/>
            <a:endCxn id="2503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2" name="Google Shape;2522;p129"/>
          <p:cNvCxnSpPr>
            <a:stCxn id="2505" idx="3"/>
            <a:endCxn id="2504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3" name="Google Shape;2523;p129"/>
          <p:cNvCxnSpPr>
            <a:stCxn id="2501" idx="6"/>
            <a:endCxn id="2505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7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1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529" name="Google Shape;2529;p130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4) \cup N_{in}(V_5)=\{V_1, V_2, V_3, V_4, V_6, V_7, V_8\}" id="2530" name="Google Shape;2530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097990"/>
            <a:ext cx="7263704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531" name="Google Shape;2531;p13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32" name="Google Shape;2532;p13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33" name="Google Shape;2533;p13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34" name="Google Shape;2534;p13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35" name="Google Shape;2535;p13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36" name="Google Shape;2536;p13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37" name="Google Shape;2537;p13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38" name="Google Shape;2538;p13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39" name="Google Shape;2539;p130"/>
          <p:cNvCxnSpPr>
            <a:stCxn id="2531" idx="7"/>
            <a:endCxn id="253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0" name="Google Shape;2540;p130"/>
          <p:cNvCxnSpPr>
            <a:stCxn id="2534" idx="3"/>
            <a:endCxn id="253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1" name="Google Shape;2541;p130"/>
          <p:cNvCxnSpPr>
            <a:stCxn id="2536" idx="7"/>
            <a:endCxn id="253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2" name="Google Shape;2542;p130"/>
          <p:cNvCxnSpPr>
            <a:stCxn id="2537" idx="3"/>
            <a:endCxn id="253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3" name="Google Shape;2543;p130"/>
          <p:cNvCxnSpPr>
            <a:stCxn id="2533" idx="6"/>
            <a:endCxn id="253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4" name="Google Shape;2544;p130"/>
          <p:cNvCxnSpPr>
            <a:stCxn id="2536" idx="4"/>
            <a:endCxn id="253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5" name="Google Shape;2545;p130"/>
          <p:cNvCxnSpPr>
            <a:stCxn id="2532" idx="4"/>
            <a:endCxn id="253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6" name="Google Shape;2546;p130"/>
          <p:cNvCxnSpPr>
            <a:stCxn id="2531" idx="5"/>
            <a:endCxn id="253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7" name="Google Shape;2547;p130"/>
          <p:cNvCxnSpPr>
            <a:stCxn id="2531" idx="6"/>
            <a:endCxn id="253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8" name="Google Shape;2548;p130"/>
          <p:cNvCxnSpPr>
            <a:stCxn id="2533" idx="2"/>
            <a:endCxn id="253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9" name="Google Shape;2549;p130"/>
          <p:cNvCxnSpPr>
            <a:stCxn id="2538" idx="1"/>
            <a:endCxn id="253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0" name="Google Shape;2550;p130"/>
          <p:cNvCxnSpPr>
            <a:stCxn id="2537" idx="1"/>
            <a:endCxn id="253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1" name="Google Shape;2551;p130"/>
          <p:cNvCxnSpPr>
            <a:stCxn id="2534" idx="5"/>
            <a:endCxn id="253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2" name="Google Shape;2552;p130"/>
          <p:cNvCxnSpPr>
            <a:stCxn id="2532" idx="7"/>
            <a:endCxn id="253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3" name="Google Shape;2553;p130"/>
          <p:cNvCxnSpPr>
            <a:stCxn id="2536" idx="3"/>
            <a:endCxn id="253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4" name="Google Shape;2554;p130"/>
          <p:cNvCxnSpPr>
            <a:stCxn id="2532" idx="6"/>
            <a:endCxn id="253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N_{in}(V_5)=\{V_2, V_3, V_4, V_6\}" id="2555" name="Google Shape;2555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72" y="3200400"/>
            <a:ext cx="4393921" cy="39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in}(V_4)=\{V_1, V_3, V_7, V_8\}" id="2556" name="Google Shape;2556;p1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92" y="2651760"/>
            <a:ext cx="4354602" cy="393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p13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in Directed Graphs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5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p1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567" name="Google Shape;2567;p132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13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69" name="Google Shape;2569;p13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0" name="Google Shape;2570;p13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1" name="Google Shape;2571;p13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2" name="Google Shape;2572;p13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3" name="Google Shape;2573;p13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4" name="Google Shape;2574;p13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5" name="Google Shape;2575;p13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76" name="Google Shape;2576;p132"/>
          <p:cNvCxnSpPr>
            <a:stCxn id="2568" idx="7"/>
            <a:endCxn id="257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7" name="Google Shape;2577;p132"/>
          <p:cNvCxnSpPr>
            <a:stCxn id="2571" idx="3"/>
            <a:endCxn id="256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8" name="Google Shape;2578;p132"/>
          <p:cNvCxnSpPr>
            <a:stCxn id="2573" idx="7"/>
            <a:endCxn id="257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9" name="Google Shape;2579;p132"/>
          <p:cNvCxnSpPr>
            <a:stCxn id="2574" idx="3"/>
            <a:endCxn id="257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0" name="Google Shape;2580;p132"/>
          <p:cNvCxnSpPr>
            <a:stCxn id="2570" idx="6"/>
            <a:endCxn id="257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1" name="Google Shape;2581;p132"/>
          <p:cNvCxnSpPr>
            <a:stCxn id="2573" idx="4"/>
            <a:endCxn id="257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2" name="Google Shape;2582;p132"/>
          <p:cNvCxnSpPr>
            <a:stCxn id="2569" idx="4"/>
            <a:endCxn id="257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3" name="Google Shape;2583;p132"/>
          <p:cNvCxnSpPr>
            <a:stCxn id="2568" idx="5"/>
            <a:endCxn id="257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4" name="Google Shape;2584;p132"/>
          <p:cNvCxnSpPr>
            <a:stCxn id="2568" idx="6"/>
            <a:endCxn id="256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5" name="Google Shape;2585;p132"/>
          <p:cNvCxnSpPr>
            <a:stCxn id="2570" idx="2"/>
            <a:endCxn id="257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6" name="Google Shape;2586;p132"/>
          <p:cNvCxnSpPr>
            <a:stCxn id="2575" idx="1"/>
            <a:endCxn id="257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7" name="Google Shape;2587;p132"/>
          <p:cNvCxnSpPr>
            <a:stCxn id="2574" idx="1"/>
            <a:endCxn id="257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8" name="Google Shape;2588;p132"/>
          <p:cNvCxnSpPr>
            <a:stCxn id="2571" idx="5"/>
            <a:endCxn id="257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9" name="Google Shape;2589;p132"/>
          <p:cNvCxnSpPr>
            <a:stCxn id="2569" idx="7"/>
            <a:endCxn id="257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0" name="Google Shape;2590;p132"/>
          <p:cNvCxnSpPr>
            <a:stCxn id="2573" idx="3"/>
            <a:endCxn id="257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1" name="Google Shape;2591;p132"/>
          <p:cNvCxnSpPr>
            <a:stCxn id="2569" idx="6"/>
            <a:endCxn id="257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5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p1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597" name="Google Shape;2597;p133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13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9" name="Google Shape;2599;p13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0" name="Google Shape;2600;p13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1" name="Google Shape;2601;p13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2" name="Google Shape;2602;p13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3" name="Google Shape;2603;p13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4" name="Google Shape;2604;p13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5" name="Google Shape;2605;p13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06" name="Google Shape;2606;p133"/>
          <p:cNvCxnSpPr>
            <a:stCxn id="2598" idx="7"/>
            <a:endCxn id="260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7" name="Google Shape;2607;p133"/>
          <p:cNvCxnSpPr>
            <a:stCxn id="2601" idx="3"/>
            <a:endCxn id="259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8" name="Google Shape;2608;p133"/>
          <p:cNvCxnSpPr>
            <a:stCxn id="2603" idx="7"/>
            <a:endCxn id="260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9" name="Google Shape;2609;p133"/>
          <p:cNvCxnSpPr>
            <a:stCxn id="2604" idx="3"/>
            <a:endCxn id="260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0" name="Google Shape;2610;p133"/>
          <p:cNvCxnSpPr>
            <a:stCxn id="2600" idx="6"/>
            <a:endCxn id="260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1" name="Google Shape;2611;p133"/>
          <p:cNvCxnSpPr>
            <a:stCxn id="2603" idx="4"/>
            <a:endCxn id="260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2" name="Google Shape;2612;p133"/>
          <p:cNvCxnSpPr>
            <a:stCxn id="2599" idx="4"/>
            <a:endCxn id="260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3" name="Google Shape;2613;p133"/>
          <p:cNvCxnSpPr>
            <a:stCxn id="2598" idx="5"/>
            <a:endCxn id="260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4" name="Google Shape;2614;p133"/>
          <p:cNvCxnSpPr>
            <a:stCxn id="2598" idx="6"/>
            <a:endCxn id="259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5" name="Google Shape;2615;p133"/>
          <p:cNvCxnSpPr>
            <a:stCxn id="2600" idx="2"/>
            <a:endCxn id="260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6" name="Google Shape;2616;p133"/>
          <p:cNvCxnSpPr>
            <a:stCxn id="2605" idx="1"/>
            <a:endCxn id="260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7" name="Google Shape;2617;p133"/>
          <p:cNvCxnSpPr>
            <a:stCxn id="2604" idx="1"/>
            <a:endCxn id="260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8" name="Google Shape;2618;p133"/>
          <p:cNvCxnSpPr>
            <a:stCxn id="2601" idx="5"/>
            <a:endCxn id="260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9" name="Google Shape;2619;p133"/>
          <p:cNvCxnSpPr>
            <a:stCxn id="2599" idx="7"/>
            <a:endCxn id="260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0" name="Google Shape;2620;p133"/>
          <p:cNvCxnSpPr>
            <a:stCxn id="2603" idx="3"/>
            <a:endCxn id="260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1" name="Google Shape;2621;p133"/>
          <p:cNvCxnSpPr>
            <a:stCxn id="2599" idx="6"/>
            <a:endCxn id="260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5" name="Shape 2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" name="Google Shape;2626;p1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627" name="Google Shape;2627;p134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13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9" name="Google Shape;2629;p13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30" name="Google Shape;2630;p13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31" name="Google Shape;2631;p13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32" name="Google Shape;2632;p13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33" name="Google Shape;2633;p13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34" name="Google Shape;2634;p13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35" name="Google Shape;2635;p13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36" name="Google Shape;2636;p134"/>
          <p:cNvCxnSpPr>
            <a:stCxn id="2628" idx="7"/>
            <a:endCxn id="263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7" name="Google Shape;2637;p134"/>
          <p:cNvCxnSpPr>
            <a:stCxn id="2631" idx="3"/>
            <a:endCxn id="262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8" name="Google Shape;2638;p134"/>
          <p:cNvCxnSpPr>
            <a:stCxn id="2633" idx="7"/>
            <a:endCxn id="263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9" name="Google Shape;2639;p134"/>
          <p:cNvCxnSpPr>
            <a:stCxn id="2634" idx="3"/>
            <a:endCxn id="263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0" name="Google Shape;2640;p134"/>
          <p:cNvCxnSpPr>
            <a:stCxn id="2630" idx="6"/>
            <a:endCxn id="263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1" name="Google Shape;2641;p134"/>
          <p:cNvCxnSpPr>
            <a:stCxn id="2633" idx="4"/>
            <a:endCxn id="263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2" name="Google Shape;2642;p134"/>
          <p:cNvCxnSpPr>
            <a:stCxn id="2629" idx="4"/>
            <a:endCxn id="263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3" name="Google Shape;2643;p134"/>
          <p:cNvCxnSpPr>
            <a:stCxn id="2628" idx="5"/>
            <a:endCxn id="263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4" name="Google Shape;2644;p134"/>
          <p:cNvCxnSpPr>
            <a:stCxn id="2628" idx="6"/>
            <a:endCxn id="262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5" name="Google Shape;2645;p134"/>
          <p:cNvCxnSpPr>
            <a:stCxn id="2630" idx="2"/>
            <a:endCxn id="263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6" name="Google Shape;2646;p134"/>
          <p:cNvCxnSpPr>
            <a:stCxn id="2635" idx="1"/>
            <a:endCxn id="263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7" name="Google Shape;2647;p134"/>
          <p:cNvCxnSpPr>
            <a:stCxn id="2634" idx="1"/>
            <a:endCxn id="263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8" name="Google Shape;2648;p134"/>
          <p:cNvCxnSpPr>
            <a:stCxn id="2631" idx="5"/>
            <a:endCxn id="263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9" name="Google Shape;2649;p134"/>
          <p:cNvCxnSpPr>
            <a:stCxn id="2629" idx="7"/>
            <a:endCxn id="263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0" name="Google Shape;2650;p134"/>
          <p:cNvCxnSpPr>
            <a:stCxn id="2633" idx="3"/>
            <a:endCxn id="263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1" name="Google Shape;2651;p134"/>
          <p:cNvCxnSpPr>
            <a:stCxn id="2629" idx="6"/>
            <a:endCxn id="263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5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1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657" name="Google Shape;2657;p135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2658" name="Google Shape;2658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sp>
        <p:nvSpPr>
          <p:cNvPr id="2659" name="Google Shape;2659;p13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0" name="Google Shape;2660;p13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1" name="Google Shape;2661;p13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2" name="Google Shape;2662;p13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3" name="Google Shape;2663;p13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4" name="Google Shape;2664;p13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5" name="Google Shape;2665;p13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6" name="Google Shape;2666;p13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67" name="Google Shape;2667;p135"/>
          <p:cNvCxnSpPr>
            <a:stCxn id="2659" idx="7"/>
            <a:endCxn id="266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8" name="Google Shape;2668;p135"/>
          <p:cNvCxnSpPr>
            <a:stCxn id="2662" idx="3"/>
            <a:endCxn id="266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9" name="Google Shape;2669;p135"/>
          <p:cNvCxnSpPr>
            <a:stCxn id="2664" idx="7"/>
            <a:endCxn id="266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0" name="Google Shape;2670;p135"/>
          <p:cNvCxnSpPr>
            <a:stCxn id="2665" idx="3"/>
            <a:endCxn id="266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1" name="Google Shape;2671;p135"/>
          <p:cNvCxnSpPr>
            <a:stCxn id="2661" idx="6"/>
            <a:endCxn id="266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2" name="Google Shape;2672;p135"/>
          <p:cNvCxnSpPr>
            <a:stCxn id="2664" idx="4"/>
            <a:endCxn id="266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3" name="Google Shape;2673;p135"/>
          <p:cNvCxnSpPr>
            <a:stCxn id="2660" idx="4"/>
            <a:endCxn id="266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4" name="Google Shape;2674;p135"/>
          <p:cNvCxnSpPr>
            <a:stCxn id="2659" idx="5"/>
            <a:endCxn id="266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5" name="Google Shape;2675;p135"/>
          <p:cNvCxnSpPr>
            <a:stCxn id="2659" idx="6"/>
            <a:endCxn id="266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6" name="Google Shape;2676;p135"/>
          <p:cNvCxnSpPr>
            <a:stCxn id="2661" idx="2"/>
            <a:endCxn id="266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7" name="Google Shape;2677;p135"/>
          <p:cNvCxnSpPr>
            <a:stCxn id="2666" idx="1"/>
            <a:endCxn id="266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8" name="Google Shape;2678;p135"/>
          <p:cNvCxnSpPr>
            <a:stCxn id="2665" idx="1"/>
            <a:endCxn id="266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9" name="Google Shape;2679;p135"/>
          <p:cNvCxnSpPr>
            <a:stCxn id="2662" idx="5"/>
            <a:endCxn id="266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0" name="Google Shape;2680;p135"/>
          <p:cNvCxnSpPr>
            <a:stCxn id="2660" idx="7"/>
            <a:endCxn id="266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1" name="Google Shape;2681;p135"/>
          <p:cNvCxnSpPr>
            <a:stCxn id="2664" idx="3"/>
            <a:endCxn id="266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2" name="Google Shape;2682;p135"/>
          <p:cNvCxnSpPr>
            <a:stCxn id="2660" idx="6"/>
            <a:endCxn id="266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1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688" name="Google Shape;2688;p136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So: 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2689" name="Google Shape;2689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=\frac{m}{n(n-1)}" id="2690" name="Google Shape;2690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573" y="4104204"/>
            <a:ext cx="1828800" cy="672527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13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2" name="Google Shape;2692;p13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3" name="Google Shape;2693;p13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4" name="Google Shape;2694;p13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5" name="Google Shape;2695;p13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6" name="Google Shape;2696;p13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7" name="Google Shape;2697;p13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8" name="Google Shape;2698;p13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99" name="Google Shape;2699;p136"/>
          <p:cNvCxnSpPr>
            <a:stCxn id="2691" idx="7"/>
            <a:endCxn id="269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0" name="Google Shape;2700;p136"/>
          <p:cNvCxnSpPr>
            <a:stCxn id="2694" idx="3"/>
            <a:endCxn id="269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1" name="Google Shape;2701;p136"/>
          <p:cNvCxnSpPr>
            <a:stCxn id="2696" idx="7"/>
            <a:endCxn id="269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2" name="Google Shape;2702;p136"/>
          <p:cNvCxnSpPr>
            <a:stCxn id="2697" idx="3"/>
            <a:endCxn id="269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3" name="Google Shape;2703;p136"/>
          <p:cNvCxnSpPr>
            <a:stCxn id="2693" idx="6"/>
            <a:endCxn id="269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4" name="Google Shape;2704;p136"/>
          <p:cNvCxnSpPr>
            <a:stCxn id="2696" idx="4"/>
            <a:endCxn id="269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5" name="Google Shape;2705;p136"/>
          <p:cNvCxnSpPr>
            <a:stCxn id="2692" idx="4"/>
            <a:endCxn id="269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6" name="Google Shape;2706;p136"/>
          <p:cNvCxnSpPr>
            <a:stCxn id="2691" idx="5"/>
            <a:endCxn id="269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7" name="Google Shape;2707;p136"/>
          <p:cNvCxnSpPr>
            <a:stCxn id="2691" idx="6"/>
            <a:endCxn id="269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8" name="Google Shape;2708;p136"/>
          <p:cNvCxnSpPr>
            <a:stCxn id="2693" idx="2"/>
            <a:endCxn id="269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9" name="Google Shape;2709;p136"/>
          <p:cNvCxnSpPr>
            <a:stCxn id="2698" idx="1"/>
            <a:endCxn id="269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0" name="Google Shape;2710;p136"/>
          <p:cNvCxnSpPr>
            <a:stCxn id="2697" idx="1"/>
            <a:endCxn id="269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1" name="Google Shape;2711;p136"/>
          <p:cNvCxnSpPr>
            <a:stCxn id="2694" idx="5"/>
            <a:endCxn id="269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2" name="Google Shape;2712;p136"/>
          <p:cNvCxnSpPr>
            <a:stCxn id="2692" idx="7"/>
            <a:endCxn id="269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3" name="Google Shape;2713;p136"/>
          <p:cNvCxnSpPr>
            <a:stCxn id="2696" idx="3"/>
            <a:endCxn id="269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4" name="Google Shape;2714;p136"/>
          <p:cNvCxnSpPr>
            <a:stCxn id="2692" idx="6"/>
            <a:endCxn id="269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1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720" name="Google Shape;2720;p137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So: 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2721" name="Google Shape;2721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=\frac{m}{n(n-1)}" id="2722" name="Google Shape;2722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573" y="4104204"/>
            <a:ext cx="1828800" cy="672527"/>
          </a:xfrm>
          <a:prstGeom prst="rect">
            <a:avLst/>
          </a:prstGeom>
          <a:noFill/>
          <a:ln>
            <a:noFill/>
          </a:ln>
        </p:spPr>
      </p:pic>
      <p:sp>
        <p:nvSpPr>
          <p:cNvPr id="2723" name="Google Shape;2723;p137"/>
          <p:cNvSpPr/>
          <p:nvPr/>
        </p:nvSpPr>
        <p:spPr>
          <a:xfrm>
            <a:off x="3793300" y="4040550"/>
            <a:ext cx="2656500" cy="899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Even Simpler!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724" name="Google Shape;2724;p13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25" name="Google Shape;2725;p13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26" name="Google Shape;2726;p13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27" name="Google Shape;2727;p13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28" name="Google Shape;2728;p13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29" name="Google Shape;2729;p13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30" name="Google Shape;2730;p13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31" name="Google Shape;2731;p13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32" name="Google Shape;2732;p137"/>
          <p:cNvCxnSpPr>
            <a:stCxn id="2724" idx="7"/>
            <a:endCxn id="272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3" name="Google Shape;2733;p137"/>
          <p:cNvCxnSpPr>
            <a:stCxn id="2727" idx="3"/>
            <a:endCxn id="272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4" name="Google Shape;2734;p137"/>
          <p:cNvCxnSpPr>
            <a:stCxn id="2729" idx="7"/>
            <a:endCxn id="273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5" name="Google Shape;2735;p137"/>
          <p:cNvCxnSpPr>
            <a:stCxn id="2730" idx="3"/>
            <a:endCxn id="272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6" name="Google Shape;2736;p137"/>
          <p:cNvCxnSpPr>
            <a:stCxn id="2726" idx="6"/>
            <a:endCxn id="273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7" name="Google Shape;2737;p137"/>
          <p:cNvCxnSpPr>
            <a:stCxn id="2729" idx="4"/>
            <a:endCxn id="272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8" name="Google Shape;2738;p137"/>
          <p:cNvCxnSpPr>
            <a:stCxn id="2725" idx="4"/>
            <a:endCxn id="272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9" name="Google Shape;2739;p137"/>
          <p:cNvCxnSpPr>
            <a:stCxn id="2724" idx="5"/>
            <a:endCxn id="272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0" name="Google Shape;2740;p137"/>
          <p:cNvCxnSpPr>
            <a:stCxn id="2724" idx="6"/>
            <a:endCxn id="272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1" name="Google Shape;2741;p137"/>
          <p:cNvCxnSpPr>
            <a:stCxn id="2726" idx="2"/>
            <a:endCxn id="272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2" name="Google Shape;2742;p137"/>
          <p:cNvCxnSpPr>
            <a:stCxn id="2731" idx="1"/>
            <a:endCxn id="272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3" name="Google Shape;2743;p137"/>
          <p:cNvCxnSpPr>
            <a:stCxn id="2730" idx="1"/>
            <a:endCxn id="272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4" name="Google Shape;2744;p137"/>
          <p:cNvCxnSpPr>
            <a:stCxn id="2727" idx="5"/>
            <a:endCxn id="272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5" name="Google Shape;2745;p137"/>
          <p:cNvCxnSpPr>
            <a:stCxn id="2725" idx="7"/>
            <a:endCxn id="272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6" name="Google Shape;2746;p137"/>
          <p:cNvCxnSpPr>
            <a:stCxn id="2729" idx="3"/>
            <a:endCxn id="272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7" name="Google Shape;2747;p137"/>
          <p:cNvCxnSpPr>
            <a:stCxn id="2725" idx="6"/>
            <a:endCxn id="272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p1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753" name="Google Shape;2753;p138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p13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55" name="Google Shape;2755;p13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56" name="Google Shape;2756;p13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57" name="Google Shape;2757;p13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58" name="Google Shape;2758;p13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59" name="Google Shape;2759;p13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60" name="Google Shape;2760;p13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61" name="Google Shape;2761;p13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62" name="Google Shape;2762;p138"/>
          <p:cNvCxnSpPr>
            <a:stCxn id="2754" idx="7"/>
            <a:endCxn id="275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3" name="Google Shape;2763;p138"/>
          <p:cNvCxnSpPr>
            <a:stCxn id="2757" idx="3"/>
            <a:endCxn id="275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4" name="Google Shape;2764;p138"/>
          <p:cNvCxnSpPr>
            <a:stCxn id="2759" idx="7"/>
            <a:endCxn id="276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5" name="Google Shape;2765;p138"/>
          <p:cNvCxnSpPr>
            <a:stCxn id="2760" idx="3"/>
            <a:endCxn id="275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6" name="Google Shape;2766;p138"/>
          <p:cNvCxnSpPr>
            <a:stCxn id="2756" idx="6"/>
            <a:endCxn id="276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7" name="Google Shape;2767;p138"/>
          <p:cNvCxnSpPr>
            <a:stCxn id="2759" idx="4"/>
            <a:endCxn id="275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8" name="Google Shape;2768;p138"/>
          <p:cNvCxnSpPr>
            <a:stCxn id="2755" idx="4"/>
            <a:endCxn id="275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9" name="Google Shape;2769;p138"/>
          <p:cNvCxnSpPr>
            <a:stCxn id="2754" idx="5"/>
            <a:endCxn id="275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0" name="Google Shape;2770;p138"/>
          <p:cNvCxnSpPr>
            <a:stCxn id="2754" idx="6"/>
            <a:endCxn id="275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1" name="Google Shape;2771;p138"/>
          <p:cNvCxnSpPr>
            <a:stCxn id="2756" idx="2"/>
            <a:endCxn id="275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2" name="Google Shape;2772;p138"/>
          <p:cNvCxnSpPr>
            <a:stCxn id="2761" idx="1"/>
            <a:endCxn id="275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3" name="Google Shape;2773;p138"/>
          <p:cNvCxnSpPr>
            <a:stCxn id="2760" idx="1"/>
            <a:endCxn id="275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4" name="Google Shape;2774;p138"/>
          <p:cNvCxnSpPr>
            <a:stCxn id="2757" idx="5"/>
            <a:endCxn id="275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5" name="Google Shape;2775;p138"/>
          <p:cNvCxnSpPr>
            <a:stCxn id="2755" idx="7"/>
            <a:endCxn id="275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6" name="Google Shape;2776;p138"/>
          <p:cNvCxnSpPr>
            <a:stCxn id="2759" idx="3"/>
            <a:endCxn id="275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7" name="Google Shape;2777;p138"/>
          <p:cNvCxnSpPr>
            <a:stCxn id="2755" idx="6"/>
            <a:endCxn id="275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1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783" name="Google Shape;2783;p139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p13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5" name="Google Shape;2785;p13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6" name="Google Shape;2786;p13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7" name="Google Shape;2787;p13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8" name="Google Shape;2788;p13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9" name="Google Shape;2789;p13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90" name="Google Shape;2790;p13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91" name="Google Shape;2791;p13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92" name="Google Shape;2792;p139"/>
          <p:cNvCxnSpPr>
            <a:stCxn id="2784" idx="7"/>
            <a:endCxn id="278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3" name="Google Shape;2793;p139"/>
          <p:cNvCxnSpPr>
            <a:stCxn id="2787" idx="3"/>
            <a:endCxn id="278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4" name="Google Shape;2794;p139"/>
          <p:cNvCxnSpPr>
            <a:stCxn id="2789" idx="7"/>
            <a:endCxn id="279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5" name="Google Shape;2795;p139"/>
          <p:cNvCxnSpPr>
            <a:stCxn id="2790" idx="3"/>
            <a:endCxn id="278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6" name="Google Shape;2796;p139"/>
          <p:cNvCxnSpPr>
            <a:stCxn id="2786" idx="6"/>
            <a:endCxn id="279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7" name="Google Shape;2797;p139"/>
          <p:cNvCxnSpPr>
            <a:stCxn id="2789" idx="4"/>
            <a:endCxn id="278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8" name="Google Shape;2798;p139"/>
          <p:cNvCxnSpPr>
            <a:stCxn id="2785" idx="4"/>
            <a:endCxn id="278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9" name="Google Shape;2799;p139"/>
          <p:cNvCxnSpPr>
            <a:stCxn id="2784" idx="5"/>
            <a:endCxn id="278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0" name="Google Shape;2800;p139"/>
          <p:cNvCxnSpPr>
            <a:stCxn id="2784" idx="6"/>
            <a:endCxn id="278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1" name="Google Shape;2801;p139"/>
          <p:cNvCxnSpPr>
            <a:stCxn id="2786" idx="2"/>
            <a:endCxn id="278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2" name="Google Shape;2802;p139"/>
          <p:cNvCxnSpPr>
            <a:stCxn id="2791" idx="1"/>
            <a:endCxn id="278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3" name="Google Shape;2803;p139"/>
          <p:cNvCxnSpPr>
            <a:stCxn id="2790" idx="1"/>
            <a:endCxn id="278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4" name="Google Shape;2804;p139"/>
          <p:cNvCxnSpPr>
            <a:stCxn id="2787" idx="5"/>
            <a:endCxn id="278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5" name="Google Shape;2805;p139"/>
          <p:cNvCxnSpPr>
            <a:stCxn id="2785" idx="7"/>
            <a:endCxn id="278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6" name="Google Shape;2806;p139"/>
          <p:cNvCxnSpPr>
            <a:stCxn id="2789" idx="3"/>
            <a:endCxn id="278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7" name="Google Shape;2807;p139"/>
          <p:cNvCxnSpPr>
            <a:stCxn id="2785" idx="6"/>
            <a:endCxn id="278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1" name="Shape 2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2" name="Google Shape;2812;p1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813" name="Google Shape;2813;p140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density is: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d=\frac{m}{n(n-1)}=\frac{16}{8(8-1)}=\frac{16}{8(7)}=\frac{16}{56}=0.29" id="2814" name="Google Shape;2814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52" y="3510751"/>
            <a:ext cx="5029199" cy="593446"/>
          </a:xfrm>
          <a:prstGeom prst="rect">
            <a:avLst/>
          </a:prstGeom>
          <a:noFill/>
          <a:ln>
            <a:noFill/>
          </a:ln>
        </p:spPr>
      </p:pic>
      <p:sp>
        <p:nvSpPr>
          <p:cNvPr id="2815" name="Google Shape;2815;p14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16" name="Google Shape;2816;p14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17" name="Google Shape;2817;p14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18" name="Google Shape;2818;p14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19" name="Google Shape;2819;p14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0" name="Google Shape;2820;p14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1" name="Google Shape;2821;p14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2" name="Google Shape;2822;p14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23" name="Google Shape;2823;p140"/>
          <p:cNvCxnSpPr>
            <a:stCxn id="2815" idx="7"/>
            <a:endCxn id="281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4" name="Google Shape;2824;p140"/>
          <p:cNvCxnSpPr>
            <a:stCxn id="2818" idx="3"/>
            <a:endCxn id="281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5" name="Google Shape;2825;p140"/>
          <p:cNvCxnSpPr>
            <a:stCxn id="2820" idx="7"/>
            <a:endCxn id="282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6" name="Google Shape;2826;p140"/>
          <p:cNvCxnSpPr>
            <a:stCxn id="2821" idx="3"/>
            <a:endCxn id="282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7" name="Google Shape;2827;p140"/>
          <p:cNvCxnSpPr>
            <a:stCxn id="2817" idx="6"/>
            <a:endCxn id="282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8" name="Google Shape;2828;p140"/>
          <p:cNvCxnSpPr>
            <a:stCxn id="2820" idx="4"/>
            <a:endCxn id="281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9" name="Google Shape;2829;p140"/>
          <p:cNvCxnSpPr>
            <a:stCxn id="2816" idx="4"/>
            <a:endCxn id="281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0" name="Google Shape;2830;p140"/>
          <p:cNvCxnSpPr>
            <a:stCxn id="2815" idx="5"/>
            <a:endCxn id="281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1" name="Google Shape;2831;p140"/>
          <p:cNvCxnSpPr>
            <a:stCxn id="2815" idx="6"/>
            <a:endCxn id="281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2" name="Google Shape;2832;p140"/>
          <p:cNvCxnSpPr>
            <a:stCxn id="2817" idx="2"/>
            <a:endCxn id="281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3" name="Google Shape;2833;p140"/>
          <p:cNvCxnSpPr>
            <a:stCxn id="2822" idx="1"/>
            <a:endCxn id="282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4" name="Google Shape;2834;p140"/>
          <p:cNvCxnSpPr>
            <a:stCxn id="2821" idx="1"/>
            <a:endCxn id="281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5" name="Google Shape;2835;p140"/>
          <p:cNvCxnSpPr>
            <a:stCxn id="2818" idx="5"/>
            <a:endCxn id="282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6" name="Google Shape;2836;p140"/>
          <p:cNvCxnSpPr>
            <a:stCxn id="2816" idx="7"/>
            <a:endCxn id="281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7" name="Google Shape;2837;p140"/>
          <p:cNvCxnSpPr>
            <a:stCxn id="2820" idx="3"/>
            <a:endCxn id="281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8" name="Google Shape;2838;p140"/>
          <p:cNvCxnSpPr>
            <a:stCxn id="2816" idx="6"/>
            <a:endCxn id="282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1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2844" name="Google Shape;2844;p141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density is: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d=\frac{m}{n(n-1)}=\frac{16}{8(8-1)}=\frac{16}{8(7)}=\frac{16}{56}=0.29" id="2845" name="Google Shape;2845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52" y="3510751"/>
            <a:ext cx="5029199" cy="593446"/>
          </a:xfrm>
          <a:prstGeom prst="rect">
            <a:avLst/>
          </a:prstGeom>
          <a:noFill/>
          <a:ln>
            <a:noFill/>
          </a:ln>
        </p:spPr>
      </p:pic>
      <p:sp>
        <p:nvSpPr>
          <p:cNvPr id="2846" name="Google Shape;2846;p14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47" name="Google Shape;2847;p14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48" name="Google Shape;2848;p14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49" name="Google Shape;2849;p14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50" name="Google Shape;2850;p14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51" name="Google Shape;2851;p14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52" name="Google Shape;2852;p14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53" name="Google Shape;2853;p14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54" name="Google Shape;2854;p141"/>
          <p:cNvCxnSpPr>
            <a:stCxn id="2846" idx="7"/>
            <a:endCxn id="284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5" name="Google Shape;2855;p141"/>
          <p:cNvCxnSpPr>
            <a:stCxn id="2849" idx="3"/>
            <a:endCxn id="284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6" name="Google Shape;2856;p141"/>
          <p:cNvCxnSpPr>
            <a:stCxn id="2851" idx="7"/>
            <a:endCxn id="285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7" name="Google Shape;2857;p141"/>
          <p:cNvCxnSpPr>
            <a:stCxn id="2852" idx="3"/>
            <a:endCxn id="285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8" name="Google Shape;2858;p141"/>
          <p:cNvCxnSpPr>
            <a:stCxn id="2848" idx="6"/>
            <a:endCxn id="285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9" name="Google Shape;2859;p141"/>
          <p:cNvCxnSpPr>
            <a:stCxn id="2851" idx="4"/>
            <a:endCxn id="284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0" name="Google Shape;2860;p141"/>
          <p:cNvCxnSpPr>
            <a:stCxn id="2847" idx="4"/>
            <a:endCxn id="285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1" name="Google Shape;2861;p141"/>
          <p:cNvCxnSpPr>
            <a:stCxn id="2846" idx="5"/>
            <a:endCxn id="285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2" name="Google Shape;2862;p141"/>
          <p:cNvCxnSpPr>
            <a:stCxn id="2846" idx="6"/>
            <a:endCxn id="284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3" name="Google Shape;2863;p141"/>
          <p:cNvCxnSpPr>
            <a:stCxn id="2848" idx="2"/>
            <a:endCxn id="285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4" name="Google Shape;2864;p141"/>
          <p:cNvCxnSpPr>
            <a:stCxn id="2853" idx="1"/>
            <a:endCxn id="285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5" name="Google Shape;2865;p141"/>
          <p:cNvCxnSpPr>
            <a:stCxn id="2852" idx="1"/>
            <a:endCxn id="284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6" name="Google Shape;2866;p141"/>
          <p:cNvCxnSpPr>
            <a:stCxn id="2849" idx="5"/>
            <a:endCxn id="285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7" name="Google Shape;2867;p141"/>
          <p:cNvCxnSpPr>
            <a:stCxn id="2847" idx="7"/>
            <a:endCxn id="284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8" name="Google Shape;2868;p141"/>
          <p:cNvCxnSpPr>
            <a:stCxn id="2851" idx="3"/>
            <a:endCxn id="285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9" name="Google Shape;2869;p141"/>
          <p:cNvCxnSpPr>
            <a:stCxn id="2847" idx="6"/>
            <a:endCxn id="285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0" name="Google Shape;2870;p141"/>
          <p:cNvSpPr/>
          <p:nvPr/>
        </p:nvSpPr>
        <p:spPr>
          <a:xfrm>
            <a:off x="3793300" y="4040550"/>
            <a:ext cx="3186600" cy="899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29% of the possible edges that could exist are present!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4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Google Shape;2875;p14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9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p1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2881" name="Google Shape;2881;p143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82" name="Google Shape;2882;p14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3" name="Google Shape;2883;p14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4" name="Google Shape;2884;p14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5" name="Google Shape;2885;p14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6" name="Google Shape;2886;p14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7" name="Google Shape;2887;p14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8" name="Google Shape;2888;p14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9" name="Google Shape;2889;p14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90" name="Google Shape;2890;p143"/>
          <p:cNvCxnSpPr>
            <a:stCxn id="2882" idx="7"/>
            <a:endCxn id="288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1" name="Google Shape;2891;p143"/>
          <p:cNvCxnSpPr>
            <a:stCxn id="2885" idx="3"/>
            <a:endCxn id="288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2" name="Google Shape;2892;p143"/>
          <p:cNvCxnSpPr>
            <a:stCxn id="2887" idx="7"/>
            <a:endCxn id="288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3" name="Google Shape;2893;p143"/>
          <p:cNvCxnSpPr>
            <a:stCxn id="2888" idx="3"/>
            <a:endCxn id="288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4" name="Google Shape;2894;p143"/>
          <p:cNvCxnSpPr>
            <a:stCxn id="2884" idx="6"/>
            <a:endCxn id="288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5" name="Google Shape;2895;p143"/>
          <p:cNvCxnSpPr>
            <a:stCxn id="2887" idx="4"/>
            <a:endCxn id="288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6" name="Google Shape;2896;p143"/>
          <p:cNvCxnSpPr>
            <a:stCxn id="2883" idx="4"/>
            <a:endCxn id="288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7" name="Google Shape;2897;p143"/>
          <p:cNvCxnSpPr>
            <a:stCxn id="2882" idx="5"/>
            <a:endCxn id="288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8" name="Google Shape;2898;p143"/>
          <p:cNvCxnSpPr>
            <a:stCxn id="2882" idx="6"/>
            <a:endCxn id="288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9" name="Google Shape;2899;p143"/>
          <p:cNvCxnSpPr>
            <a:stCxn id="2884" idx="2"/>
            <a:endCxn id="288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0" name="Google Shape;2900;p143"/>
          <p:cNvCxnSpPr>
            <a:stCxn id="2889" idx="1"/>
            <a:endCxn id="288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1" name="Google Shape;2901;p143"/>
          <p:cNvCxnSpPr>
            <a:stCxn id="2888" idx="1"/>
            <a:endCxn id="288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2" name="Google Shape;2902;p143"/>
          <p:cNvCxnSpPr>
            <a:stCxn id="2885" idx="5"/>
            <a:endCxn id="288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3" name="Google Shape;2903;p143"/>
          <p:cNvCxnSpPr>
            <a:stCxn id="2883" idx="7"/>
            <a:endCxn id="288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4" name="Google Shape;2904;p143"/>
          <p:cNvCxnSpPr>
            <a:stCxn id="2887" idx="3"/>
            <a:endCxn id="288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5" name="Google Shape;2905;p143"/>
          <p:cNvCxnSpPr>
            <a:stCxn id="2883" idx="6"/>
            <a:endCxn id="288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p1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2911" name="Google Shape;2911;p144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sets and 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and maximum degrees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14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3" name="Google Shape;2913;p14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4" name="Google Shape;2914;p14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5" name="Google Shape;2915;p14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6" name="Google Shape;2916;p14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7" name="Google Shape;2917;p14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8" name="Google Shape;2918;p14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9" name="Google Shape;2919;p14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20" name="Google Shape;2920;p144"/>
          <p:cNvCxnSpPr>
            <a:stCxn id="2912" idx="7"/>
            <a:endCxn id="291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1" name="Google Shape;2921;p144"/>
          <p:cNvCxnSpPr>
            <a:stCxn id="2915" idx="3"/>
            <a:endCxn id="291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2" name="Google Shape;2922;p144"/>
          <p:cNvCxnSpPr>
            <a:stCxn id="2917" idx="7"/>
            <a:endCxn id="291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3" name="Google Shape;2923;p144"/>
          <p:cNvCxnSpPr>
            <a:stCxn id="2918" idx="3"/>
            <a:endCxn id="291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4" name="Google Shape;2924;p144"/>
          <p:cNvCxnSpPr>
            <a:stCxn id="2914" idx="6"/>
            <a:endCxn id="291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5" name="Google Shape;2925;p144"/>
          <p:cNvCxnSpPr>
            <a:stCxn id="2917" idx="4"/>
            <a:endCxn id="291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6" name="Google Shape;2926;p144"/>
          <p:cNvCxnSpPr>
            <a:stCxn id="2913" idx="4"/>
            <a:endCxn id="291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7" name="Google Shape;2927;p144"/>
          <p:cNvCxnSpPr>
            <a:stCxn id="2912" idx="5"/>
            <a:endCxn id="291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8" name="Google Shape;2928;p144"/>
          <p:cNvCxnSpPr>
            <a:stCxn id="2912" idx="6"/>
            <a:endCxn id="291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9" name="Google Shape;2929;p144"/>
          <p:cNvCxnSpPr>
            <a:stCxn id="2914" idx="2"/>
            <a:endCxn id="291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0" name="Google Shape;2930;p144"/>
          <p:cNvCxnSpPr>
            <a:stCxn id="2919" idx="1"/>
            <a:endCxn id="291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1" name="Google Shape;2931;p144"/>
          <p:cNvCxnSpPr>
            <a:stCxn id="2918" idx="1"/>
            <a:endCxn id="291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2" name="Google Shape;2932;p144"/>
          <p:cNvCxnSpPr>
            <a:stCxn id="2915" idx="5"/>
            <a:endCxn id="291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3" name="Google Shape;2933;p144"/>
          <p:cNvCxnSpPr>
            <a:stCxn id="2913" idx="7"/>
            <a:endCxn id="291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4" name="Google Shape;2934;p144"/>
          <p:cNvCxnSpPr>
            <a:stCxn id="2917" idx="3"/>
            <a:endCxn id="291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5" name="Google Shape;2935;p144"/>
          <p:cNvCxnSpPr>
            <a:stCxn id="2913" idx="6"/>
            <a:endCxn id="291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9" name="Shape 2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Google Shape;2940;p1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2941" name="Google Shape;2941;p145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sets and 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and maximum degrees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difference is that now we have to distinguish between the out-degree and in-degree versions!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42" name="Google Shape;2942;p14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3" name="Google Shape;2943;p14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4" name="Google Shape;2944;p14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5" name="Google Shape;2945;p14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6" name="Google Shape;2946;p14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7" name="Google Shape;2947;p14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8" name="Google Shape;2948;p14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9" name="Google Shape;2949;p14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50" name="Google Shape;2950;p145"/>
          <p:cNvCxnSpPr>
            <a:stCxn id="2942" idx="7"/>
            <a:endCxn id="294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1" name="Google Shape;2951;p145"/>
          <p:cNvCxnSpPr>
            <a:stCxn id="2945" idx="3"/>
            <a:endCxn id="294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2" name="Google Shape;2952;p145"/>
          <p:cNvCxnSpPr>
            <a:stCxn id="2947" idx="7"/>
            <a:endCxn id="294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3" name="Google Shape;2953;p145"/>
          <p:cNvCxnSpPr>
            <a:stCxn id="2948" idx="3"/>
            <a:endCxn id="294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4" name="Google Shape;2954;p145"/>
          <p:cNvCxnSpPr>
            <a:stCxn id="2944" idx="6"/>
            <a:endCxn id="294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5" name="Google Shape;2955;p145"/>
          <p:cNvCxnSpPr>
            <a:stCxn id="2947" idx="4"/>
            <a:endCxn id="294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6" name="Google Shape;2956;p145"/>
          <p:cNvCxnSpPr>
            <a:stCxn id="2943" idx="4"/>
            <a:endCxn id="294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7" name="Google Shape;2957;p145"/>
          <p:cNvCxnSpPr>
            <a:stCxn id="2942" idx="5"/>
            <a:endCxn id="294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8" name="Google Shape;2958;p145"/>
          <p:cNvCxnSpPr>
            <a:stCxn id="2942" idx="6"/>
            <a:endCxn id="294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9" name="Google Shape;2959;p145"/>
          <p:cNvCxnSpPr>
            <a:stCxn id="2944" idx="2"/>
            <a:endCxn id="294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0" name="Google Shape;2960;p145"/>
          <p:cNvCxnSpPr>
            <a:stCxn id="2949" idx="1"/>
            <a:endCxn id="294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1" name="Google Shape;2961;p145"/>
          <p:cNvCxnSpPr>
            <a:stCxn id="2948" idx="1"/>
            <a:endCxn id="294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2" name="Google Shape;2962;p145"/>
          <p:cNvCxnSpPr>
            <a:stCxn id="2945" idx="5"/>
            <a:endCxn id="294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3" name="Google Shape;2963;p145"/>
          <p:cNvCxnSpPr>
            <a:stCxn id="2943" idx="7"/>
            <a:endCxn id="294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4" name="Google Shape;2964;p145"/>
          <p:cNvCxnSpPr>
            <a:stCxn id="2947" idx="3"/>
            <a:endCxn id="294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5" name="Google Shape;2965;p145"/>
          <p:cNvCxnSpPr>
            <a:stCxn id="2943" idx="6"/>
            <a:endCxn id="294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9" name="Shape 2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" name="Google Shape;2970;p146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71" name="Google Shape;2971;p1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2972" name="Google Shape;2972;p14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3" name="Google Shape;2973;p14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4" name="Google Shape;2974;p14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5" name="Google Shape;2975;p14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6" name="Google Shape;2976;p14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7" name="Google Shape;2977;p14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8" name="Google Shape;2978;p14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9" name="Google Shape;2979;p14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80" name="Google Shape;2980;p146"/>
          <p:cNvCxnSpPr>
            <a:stCxn id="2972" idx="7"/>
            <a:endCxn id="297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1" name="Google Shape;2981;p146"/>
          <p:cNvCxnSpPr>
            <a:stCxn id="2975" idx="3"/>
            <a:endCxn id="297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2" name="Google Shape;2982;p146"/>
          <p:cNvCxnSpPr>
            <a:stCxn id="2977" idx="7"/>
            <a:endCxn id="297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3" name="Google Shape;2983;p146"/>
          <p:cNvCxnSpPr>
            <a:stCxn id="2978" idx="3"/>
            <a:endCxn id="297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4" name="Google Shape;2984;p146"/>
          <p:cNvCxnSpPr>
            <a:stCxn id="2974" idx="6"/>
            <a:endCxn id="297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5" name="Google Shape;2985;p146"/>
          <p:cNvCxnSpPr>
            <a:stCxn id="2977" idx="4"/>
            <a:endCxn id="297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6" name="Google Shape;2986;p146"/>
          <p:cNvCxnSpPr>
            <a:stCxn id="2973" idx="4"/>
            <a:endCxn id="297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7" name="Google Shape;2987;p146"/>
          <p:cNvCxnSpPr>
            <a:stCxn id="2972" idx="5"/>
            <a:endCxn id="297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8" name="Google Shape;2988;p146"/>
          <p:cNvCxnSpPr>
            <a:stCxn id="2972" idx="6"/>
            <a:endCxn id="297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9" name="Google Shape;2989;p146"/>
          <p:cNvCxnSpPr>
            <a:stCxn id="2974" idx="2"/>
            <a:endCxn id="297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0" name="Google Shape;2990;p146"/>
          <p:cNvCxnSpPr>
            <a:stCxn id="2979" idx="1"/>
            <a:endCxn id="297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1" name="Google Shape;2991;p146"/>
          <p:cNvCxnSpPr>
            <a:stCxn id="2978" idx="1"/>
            <a:endCxn id="297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2" name="Google Shape;2992;p146"/>
          <p:cNvCxnSpPr>
            <a:stCxn id="2975" idx="5"/>
            <a:endCxn id="297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3" name="Google Shape;2993;p146"/>
          <p:cNvCxnSpPr>
            <a:stCxn id="2973" idx="7"/>
            <a:endCxn id="297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4" name="Google Shape;2994;p146"/>
          <p:cNvCxnSpPr>
            <a:stCxn id="2977" idx="3"/>
            <a:endCxn id="297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5" name="Google Shape;2995;p146"/>
          <p:cNvCxnSpPr>
            <a:stCxn id="2973" idx="6"/>
            <a:endCxn id="297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9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147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01" name="Google Shape;3001;p1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3002" name="Google Shape;3002;p14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3" name="Google Shape;3003;p14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4" name="Google Shape;3004;p14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5" name="Google Shape;3005;p14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6" name="Google Shape;3006;p14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7" name="Google Shape;3007;p14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8" name="Google Shape;3008;p14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9" name="Google Shape;3009;p14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10" name="Google Shape;3010;p147"/>
          <p:cNvCxnSpPr>
            <a:stCxn id="3002" idx="7"/>
            <a:endCxn id="300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1" name="Google Shape;3011;p147"/>
          <p:cNvCxnSpPr>
            <a:stCxn id="3005" idx="3"/>
            <a:endCxn id="300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2" name="Google Shape;3012;p147"/>
          <p:cNvCxnSpPr>
            <a:stCxn id="3007" idx="7"/>
            <a:endCxn id="300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3" name="Google Shape;3013;p147"/>
          <p:cNvCxnSpPr>
            <a:stCxn id="3008" idx="3"/>
            <a:endCxn id="300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4" name="Google Shape;3014;p147"/>
          <p:cNvCxnSpPr>
            <a:stCxn id="3004" idx="6"/>
            <a:endCxn id="300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5" name="Google Shape;3015;p147"/>
          <p:cNvCxnSpPr>
            <a:stCxn id="3007" idx="4"/>
            <a:endCxn id="300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6" name="Google Shape;3016;p147"/>
          <p:cNvCxnSpPr>
            <a:stCxn id="3003" idx="4"/>
            <a:endCxn id="300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7" name="Google Shape;3017;p147"/>
          <p:cNvCxnSpPr>
            <a:stCxn id="3002" idx="5"/>
            <a:endCxn id="300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8" name="Google Shape;3018;p147"/>
          <p:cNvCxnSpPr>
            <a:stCxn id="3002" idx="6"/>
            <a:endCxn id="300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9" name="Google Shape;3019;p147"/>
          <p:cNvCxnSpPr>
            <a:stCxn id="3004" idx="2"/>
            <a:endCxn id="300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0" name="Google Shape;3020;p147"/>
          <p:cNvCxnSpPr>
            <a:stCxn id="3009" idx="1"/>
            <a:endCxn id="300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1" name="Google Shape;3021;p147"/>
          <p:cNvCxnSpPr>
            <a:stCxn id="3008" idx="1"/>
            <a:endCxn id="300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2" name="Google Shape;3022;p147"/>
          <p:cNvCxnSpPr>
            <a:stCxn id="3005" idx="5"/>
            <a:endCxn id="300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3" name="Google Shape;3023;p147"/>
          <p:cNvCxnSpPr>
            <a:stCxn id="3003" idx="7"/>
            <a:endCxn id="300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4" name="Google Shape;3024;p147"/>
          <p:cNvCxnSpPr>
            <a:stCxn id="3007" idx="3"/>
            <a:endCxn id="300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5" name="Google Shape;3025;p147"/>
          <p:cNvCxnSpPr>
            <a:stCxn id="3003" idx="6"/>
            <a:endCxn id="300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026" name="Google Shape;3026;p147"/>
          <p:cNvGraphicFramePr/>
          <p:nvPr/>
        </p:nvGraphicFramePr>
        <p:xfrm>
          <a:off x="801050" y="246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Google Shape;3031;p148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p1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3033" name="Google Shape;3033;p14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4" name="Google Shape;3034;p14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5" name="Google Shape;3035;p14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6" name="Google Shape;3036;p14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7" name="Google Shape;3037;p14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8" name="Google Shape;3038;p14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9" name="Google Shape;3039;p14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40" name="Google Shape;3040;p14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41" name="Google Shape;3041;p148"/>
          <p:cNvCxnSpPr>
            <a:stCxn id="3033" idx="7"/>
            <a:endCxn id="303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2" name="Google Shape;3042;p148"/>
          <p:cNvCxnSpPr>
            <a:stCxn id="3036" idx="3"/>
            <a:endCxn id="303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3" name="Google Shape;3043;p148"/>
          <p:cNvCxnSpPr>
            <a:stCxn id="3038" idx="7"/>
            <a:endCxn id="303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4" name="Google Shape;3044;p148"/>
          <p:cNvCxnSpPr>
            <a:stCxn id="3039" idx="3"/>
            <a:endCxn id="303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5" name="Google Shape;3045;p148"/>
          <p:cNvCxnSpPr>
            <a:stCxn id="3035" idx="6"/>
            <a:endCxn id="304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6" name="Google Shape;3046;p148"/>
          <p:cNvCxnSpPr>
            <a:stCxn id="3038" idx="4"/>
            <a:endCxn id="303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7" name="Google Shape;3047;p148"/>
          <p:cNvCxnSpPr>
            <a:stCxn id="3034" idx="4"/>
            <a:endCxn id="303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8" name="Google Shape;3048;p148"/>
          <p:cNvCxnSpPr>
            <a:stCxn id="3033" idx="5"/>
            <a:endCxn id="303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9" name="Google Shape;3049;p148"/>
          <p:cNvCxnSpPr>
            <a:stCxn id="3033" idx="6"/>
            <a:endCxn id="303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0" name="Google Shape;3050;p148"/>
          <p:cNvCxnSpPr>
            <a:stCxn id="3035" idx="2"/>
            <a:endCxn id="303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1" name="Google Shape;3051;p148"/>
          <p:cNvCxnSpPr>
            <a:stCxn id="3040" idx="1"/>
            <a:endCxn id="303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2" name="Google Shape;3052;p148"/>
          <p:cNvCxnSpPr>
            <a:stCxn id="3039" idx="1"/>
            <a:endCxn id="303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3" name="Google Shape;3053;p148"/>
          <p:cNvCxnSpPr>
            <a:stCxn id="3036" idx="5"/>
            <a:endCxn id="303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4" name="Google Shape;3054;p148"/>
          <p:cNvCxnSpPr>
            <a:stCxn id="3034" idx="7"/>
            <a:endCxn id="303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5" name="Google Shape;3055;p148"/>
          <p:cNvCxnSpPr>
            <a:stCxn id="3038" idx="3"/>
            <a:endCxn id="303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6" name="Google Shape;3056;p148"/>
          <p:cNvCxnSpPr>
            <a:stCxn id="3034" idx="6"/>
            <a:endCxn id="303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057" name="Google Shape;3057;p148"/>
          <p:cNvGraphicFramePr/>
          <p:nvPr/>
        </p:nvGraphicFramePr>
        <p:xfrm>
          <a:off x="801050" y="246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58" name="Google Shape;3058;p148"/>
          <p:cNvGraphicFramePr/>
          <p:nvPr/>
        </p:nvGraphicFramePr>
        <p:xfrm>
          <a:off x="801050" y="385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2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p149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64" name="Google Shape;3064;p1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3065" name="Google Shape;3065;p14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6" name="Google Shape;3066;p14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7" name="Google Shape;3067;p14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8" name="Google Shape;3068;p14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9" name="Google Shape;3069;p14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70" name="Google Shape;3070;p14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71" name="Google Shape;3071;p14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72" name="Google Shape;3072;p14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73" name="Google Shape;3073;p149"/>
          <p:cNvCxnSpPr>
            <a:stCxn id="3065" idx="7"/>
            <a:endCxn id="306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4" name="Google Shape;3074;p149"/>
          <p:cNvCxnSpPr>
            <a:stCxn id="3068" idx="3"/>
            <a:endCxn id="306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5" name="Google Shape;3075;p149"/>
          <p:cNvCxnSpPr>
            <a:stCxn id="3070" idx="7"/>
            <a:endCxn id="307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6" name="Google Shape;3076;p149"/>
          <p:cNvCxnSpPr>
            <a:stCxn id="3071" idx="3"/>
            <a:endCxn id="307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7" name="Google Shape;3077;p149"/>
          <p:cNvCxnSpPr>
            <a:stCxn id="3067" idx="6"/>
            <a:endCxn id="307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8" name="Google Shape;3078;p149"/>
          <p:cNvCxnSpPr>
            <a:stCxn id="3070" idx="4"/>
            <a:endCxn id="306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9" name="Google Shape;3079;p149"/>
          <p:cNvCxnSpPr>
            <a:stCxn id="3066" idx="4"/>
            <a:endCxn id="306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0" name="Google Shape;3080;p149"/>
          <p:cNvCxnSpPr>
            <a:stCxn id="3065" idx="5"/>
            <a:endCxn id="306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1" name="Google Shape;3081;p149"/>
          <p:cNvCxnSpPr>
            <a:stCxn id="3065" idx="6"/>
            <a:endCxn id="306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2" name="Google Shape;3082;p149"/>
          <p:cNvCxnSpPr>
            <a:stCxn id="3067" idx="2"/>
            <a:endCxn id="306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3" name="Google Shape;3083;p149"/>
          <p:cNvCxnSpPr>
            <a:stCxn id="3072" idx="1"/>
            <a:endCxn id="307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4" name="Google Shape;3084;p149"/>
          <p:cNvCxnSpPr>
            <a:stCxn id="3071" idx="1"/>
            <a:endCxn id="306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5" name="Google Shape;3085;p149"/>
          <p:cNvCxnSpPr>
            <a:stCxn id="3068" idx="5"/>
            <a:endCxn id="307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6" name="Google Shape;3086;p149"/>
          <p:cNvCxnSpPr>
            <a:stCxn id="3066" idx="7"/>
            <a:endCxn id="306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7" name="Google Shape;3087;p149"/>
          <p:cNvCxnSpPr>
            <a:stCxn id="3070" idx="3"/>
            <a:endCxn id="306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8" name="Google Shape;3088;p149"/>
          <p:cNvCxnSpPr>
            <a:stCxn id="3066" idx="6"/>
            <a:endCxn id="307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2" name="Shape 3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Google Shape;3093;p150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94" name="Google Shape;3094;p1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3095" name="Google Shape;3095;p15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6" name="Google Shape;3096;p15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7" name="Google Shape;3097;p15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8" name="Google Shape;3098;p15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9" name="Google Shape;3099;p15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00" name="Google Shape;3100;p15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01" name="Google Shape;3101;p15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02" name="Google Shape;3102;p15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03" name="Google Shape;3103;p150"/>
          <p:cNvCxnSpPr>
            <a:stCxn id="3095" idx="7"/>
            <a:endCxn id="309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4" name="Google Shape;3104;p150"/>
          <p:cNvCxnSpPr>
            <a:stCxn id="3098" idx="3"/>
            <a:endCxn id="309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5" name="Google Shape;3105;p150"/>
          <p:cNvCxnSpPr>
            <a:stCxn id="3100" idx="7"/>
            <a:endCxn id="310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6" name="Google Shape;3106;p150"/>
          <p:cNvCxnSpPr>
            <a:stCxn id="3101" idx="3"/>
            <a:endCxn id="310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7" name="Google Shape;3107;p150"/>
          <p:cNvCxnSpPr>
            <a:stCxn id="3097" idx="6"/>
            <a:endCxn id="310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8" name="Google Shape;3108;p150"/>
          <p:cNvCxnSpPr>
            <a:stCxn id="3100" idx="4"/>
            <a:endCxn id="309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9" name="Google Shape;3109;p150"/>
          <p:cNvCxnSpPr>
            <a:stCxn id="3096" idx="4"/>
            <a:endCxn id="309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0" name="Google Shape;3110;p150"/>
          <p:cNvCxnSpPr>
            <a:stCxn id="3095" idx="5"/>
            <a:endCxn id="309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1" name="Google Shape;3111;p150"/>
          <p:cNvCxnSpPr>
            <a:stCxn id="3095" idx="6"/>
            <a:endCxn id="309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2" name="Google Shape;3112;p150"/>
          <p:cNvCxnSpPr>
            <a:stCxn id="3097" idx="2"/>
            <a:endCxn id="309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3" name="Google Shape;3113;p150"/>
          <p:cNvCxnSpPr>
            <a:stCxn id="3102" idx="1"/>
            <a:endCxn id="310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4" name="Google Shape;3114;p150"/>
          <p:cNvCxnSpPr>
            <a:stCxn id="3101" idx="1"/>
            <a:endCxn id="309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5" name="Google Shape;3115;p150"/>
          <p:cNvCxnSpPr>
            <a:stCxn id="3098" idx="5"/>
            <a:endCxn id="310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6" name="Google Shape;3116;p150"/>
          <p:cNvCxnSpPr>
            <a:stCxn id="3096" idx="7"/>
            <a:endCxn id="309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7" name="Google Shape;3117;p150"/>
          <p:cNvCxnSpPr>
            <a:stCxn id="3100" idx="3"/>
            <a:endCxn id="309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8" name="Google Shape;3118;p150"/>
          <p:cNvCxnSpPr>
            <a:stCxn id="3096" idx="6"/>
            <a:endCxn id="310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119" name="Google Shape;3119;p150"/>
          <p:cNvGraphicFramePr/>
          <p:nvPr/>
        </p:nvGraphicFramePr>
        <p:xfrm>
          <a:off x="801050" y="285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3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Google Shape;3124;p151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25" name="Google Shape;3125;p1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3126" name="Google Shape;3126;p15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7" name="Google Shape;3127;p15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8" name="Google Shape;3128;p15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9" name="Google Shape;3129;p15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0" name="Google Shape;3130;p15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1" name="Google Shape;3131;p15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2" name="Google Shape;3132;p15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3" name="Google Shape;3133;p15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34" name="Google Shape;3134;p151"/>
          <p:cNvCxnSpPr>
            <a:stCxn id="3126" idx="7"/>
            <a:endCxn id="312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5" name="Google Shape;3135;p151"/>
          <p:cNvCxnSpPr>
            <a:stCxn id="3129" idx="3"/>
            <a:endCxn id="312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6" name="Google Shape;3136;p151"/>
          <p:cNvCxnSpPr>
            <a:stCxn id="3131" idx="7"/>
            <a:endCxn id="313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7" name="Google Shape;3137;p151"/>
          <p:cNvCxnSpPr>
            <a:stCxn id="3132" idx="3"/>
            <a:endCxn id="313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8" name="Google Shape;3138;p151"/>
          <p:cNvCxnSpPr>
            <a:stCxn id="3128" idx="6"/>
            <a:endCxn id="313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9" name="Google Shape;3139;p151"/>
          <p:cNvCxnSpPr>
            <a:stCxn id="3131" idx="4"/>
            <a:endCxn id="312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0" name="Google Shape;3140;p151"/>
          <p:cNvCxnSpPr>
            <a:stCxn id="3127" idx="4"/>
            <a:endCxn id="313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1" name="Google Shape;3141;p151"/>
          <p:cNvCxnSpPr>
            <a:stCxn id="3126" idx="5"/>
            <a:endCxn id="313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2" name="Google Shape;3142;p151"/>
          <p:cNvCxnSpPr>
            <a:stCxn id="3126" idx="6"/>
            <a:endCxn id="312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3" name="Google Shape;3143;p151"/>
          <p:cNvCxnSpPr>
            <a:stCxn id="3128" idx="2"/>
            <a:endCxn id="313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4" name="Google Shape;3144;p151"/>
          <p:cNvCxnSpPr>
            <a:stCxn id="3133" idx="1"/>
            <a:endCxn id="313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5" name="Google Shape;3145;p151"/>
          <p:cNvCxnSpPr>
            <a:stCxn id="3132" idx="1"/>
            <a:endCxn id="312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6" name="Google Shape;3146;p151"/>
          <p:cNvCxnSpPr>
            <a:stCxn id="3129" idx="5"/>
            <a:endCxn id="313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7" name="Google Shape;3147;p151"/>
          <p:cNvCxnSpPr>
            <a:stCxn id="3127" idx="7"/>
            <a:endCxn id="312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8" name="Google Shape;3148;p151"/>
          <p:cNvCxnSpPr>
            <a:stCxn id="3131" idx="3"/>
            <a:endCxn id="313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9" name="Google Shape;3149;p151"/>
          <p:cNvCxnSpPr>
            <a:stCxn id="3127" idx="6"/>
            <a:endCxn id="313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150" name="Google Shape;3150;p151"/>
          <p:cNvGraphicFramePr/>
          <p:nvPr/>
        </p:nvGraphicFramePr>
        <p:xfrm>
          <a:off x="801050" y="285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51" name="Google Shape;3151;p151"/>
          <p:cNvGraphicFramePr/>
          <p:nvPr/>
        </p:nvGraphicFramePr>
        <p:xfrm>
          <a:off x="801050" y="3795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5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p152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1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3158" name="Google Shape;3158;p15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59" name="Google Shape;3159;p15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0" name="Google Shape;3160;p15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1" name="Google Shape;3161;p15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2" name="Google Shape;3162;p15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3" name="Google Shape;3163;p15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4" name="Google Shape;3164;p15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5" name="Google Shape;3165;p15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66" name="Google Shape;3166;p152"/>
          <p:cNvCxnSpPr>
            <a:stCxn id="3158" idx="7"/>
            <a:endCxn id="316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7" name="Google Shape;3167;p152"/>
          <p:cNvCxnSpPr>
            <a:stCxn id="3161" idx="3"/>
            <a:endCxn id="315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8" name="Google Shape;3168;p152"/>
          <p:cNvCxnSpPr>
            <a:stCxn id="3163" idx="7"/>
            <a:endCxn id="316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9" name="Google Shape;3169;p152"/>
          <p:cNvCxnSpPr>
            <a:stCxn id="3164" idx="3"/>
            <a:endCxn id="316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0" name="Google Shape;3170;p152"/>
          <p:cNvCxnSpPr>
            <a:stCxn id="3160" idx="6"/>
            <a:endCxn id="316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1" name="Google Shape;3171;p152"/>
          <p:cNvCxnSpPr>
            <a:stCxn id="3163" idx="4"/>
            <a:endCxn id="316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2" name="Google Shape;3172;p152"/>
          <p:cNvCxnSpPr>
            <a:stCxn id="3159" idx="4"/>
            <a:endCxn id="316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3" name="Google Shape;3173;p152"/>
          <p:cNvCxnSpPr>
            <a:stCxn id="3158" idx="5"/>
            <a:endCxn id="316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4" name="Google Shape;3174;p152"/>
          <p:cNvCxnSpPr>
            <a:stCxn id="3158" idx="6"/>
            <a:endCxn id="315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5" name="Google Shape;3175;p152"/>
          <p:cNvCxnSpPr>
            <a:stCxn id="3160" idx="2"/>
            <a:endCxn id="316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6" name="Google Shape;3176;p152"/>
          <p:cNvCxnSpPr>
            <a:stCxn id="3165" idx="1"/>
            <a:endCxn id="316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7" name="Google Shape;3177;p152"/>
          <p:cNvCxnSpPr>
            <a:stCxn id="3164" idx="1"/>
            <a:endCxn id="316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8" name="Google Shape;3178;p152"/>
          <p:cNvCxnSpPr>
            <a:stCxn id="3161" idx="5"/>
            <a:endCxn id="316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9" name="Google Shape;3179;p152"/>
          <p:cNvCxnSpPr>
            <a:stCxn id="3159" idx="7"/>
            <a:endCxn id="316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0" name="Google Shape;3180;p152"/>
          <p:cNvCxnSpPr>
            <a:stCxn id="3163" idx="3"/>
            <a:endCxn id="316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1" name="Google Shape;3181;p152"/>
          <p:cNvCxnSpPr>
            <a:stCxn id="3159" idx="6"/>
            <a:endCxn id="316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p153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in</a:t>
            </a:r>
            <a:r>
              <a:rPr lang="en"/>
              <a:t>= 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87" name="Google Shape;3187;p1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3188" name="Google Shape;3188;p15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89" name="Google Shape;3189;p15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0" name="Google Shape;3190;p15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1" name="Google Shape;3191;p15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2" name="Google Shape;3192;p15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3" name="Google Shape;3193;p15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4" name="Google Shape;3194;p15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5" name="Google Shape;3195;p15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96" name="Google Shape;3196;p153"/>
          <p:cNvCxnSpPr>
            <a:stCxn id="3188" idx="7"/>
            <a:endCxn id="319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7" name="Google Shape;3197;p153"/>
          <p:cNvCxnSpPr>
            <a:stCxn id="3191" idx="3"/>
            <a:endCxn id="318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8" name="Google Shape;3198;p153"/>
          <p:cNvCxnSpPr>
            <a:stCxn id="3193" idx="7"/>
            <a:endCxn id="319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9" name="Google Shape;3199;p153"/>
          <p:cNvCxnSpPr>
            <a:stCxn id="3194" idx="3"/>
            <a:endCxn id="319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0" name="Google Shape;3200;p153"/>
          <p:cNvCxnSpPr>
            <a:stCxn id="3190" idx="6"/>
            <a:endCxn id="319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1" name="Google Shape;3201;p153"/>
          <p:cNvCxnSpPr>
            <a:stCxn id="3193" idx="4"/>
            <a:endCxn id="319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2" name="Google Shape;3202;p153"/>
          <p:cNvCxnSpPr>
            <a:stCxn id="3189" idx="4"/>
            <a:endCxn id="319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3" name="Google Shape;3203;p153"/>
          <p:cNvCxnSpPr>
            <a:stCxn id="3188" idx="5"/>
            <a:endCxn id="319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4" name="Google Shape;3204;p153"/>
          <p:cNvCxnSpPr>
            <a:stCxn id="3188" idx="6"/>
            <a:endCxn id="318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5" name="Google Shape;3205;p153"/>
          <p:cNvCxnSpPr>
            <a:stCxn id="3190" idx="2"/>
            <a:endCxn id="319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6" name="Google Shape;3206;p153"/>
          <p:cNvCxnSpPr>
            <a:stCxn id="3195" idx="1"/>
            <a:endCxn id="319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7" name="Google Shape;3207;p153"/>
          <p:cNvCxnSpPr>
            <a:stCxn id="3194" idx="1"/>
            <a:endCxn id="319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8" name="Google Shape;3208;p153"/>
          <p:cNvCxnSpPr>
            <a:stCxn id="3191" idx="5"/>
            <a:endCxn id="319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9" name="Google Shape;3209;p153"/>
          <p:cNvCxnSpPr>
            <a:stCxn id="3189" idx="7"/>
            <a:endCxn id="319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0" name="Google Shape;3210;p153"/>
          <p:cNvCxnSpPr>
            <a:stCxn id="3193" idx="3"/>
            <a:endCxn id="319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1" name="Google Shape;3211;p153"/>
          <p:cNvCxnSpPr>
            <a:stCxn id="3189" idx="6"/>
            <a:endCxn id="319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212" name="Google Shape;3212;p153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6" name="Shape 3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7" name="Google Shape;3217;p154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=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= 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in</a:t>
            </a:r>
            <a:r>
              <a:rPr lang="en"/>
              <a:t>=     0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18" name="Google Shape;3218;p1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3219" name="Google Shape;3219;p15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0" name="Google Shape;3220;p15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1" name="Google Shape;3221;p15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2" name="Google Shape;3222;p15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3" name="Google Shape;3223;p15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4" name="Google Shape;3224;p15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5" name="Google Shape;3225;p15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6" name="Google Shape;3226;p15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27" name="Google Shape;3227;p154"/>
          <p:cNvCxnSpPr>
            <a:stCxn id="3219" idx="7"/>
            <a:endCxn id="322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8" name="Google Shape;3228;p154"/>
          <p:cNvCxnSpPr>
            <a:stCxn id="3222" idx="3"/>
            <a:endCxn id="322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9" name="Google Shape;3229;p154"/>
          <p:cNvCxnSpPr>
            <a:stCxn id="3224" idx="7"/>
            <a:endCxn id="322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0" name="Google Shape;3230;p154"/>
          <p:cNvCxnSpPr>
            <a:stCxn id="3225" idx="3"/>
            <a:endCxn id="322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1" name="Google Shape;3231;p154"/>
          <p:cNvCxnSpPr>
            <a:stCxn id="3221" idx="6"/>
            <a:endCxn id="322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2" name="Google Shape;3232;p154"/>
          <p:cNvCxnSpPr>
            <a:stCxn id="3224" idx="4"/>
            <a:endCxn id="322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3" name="Google Shape;3233;p154"/>
          <p:cNvCxnSpPr>
            <a:stCxn id="3220" idx="4"/>
            <a:endCxn id="322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4" name="Google Shape;3234;p154"/>
          <p:cNvCxnSpPr>
            <a:stCxn id="3219" idx="5"/>
            <a:endCxn id="322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5" name="Google Shape;3235;p154"/>
          <p:cNvCxnSpPr>
            <a:stCxn id="3219" idx="6"/>
            <a:endCxn id="322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6" name="Google Shape;3236;p154"/>
          <p:cNvCxnSpPr>
            <a:stCxn id="3221" idx="2"/>
            <a:endCxn id="322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7" name="Google Shape;3237;p154"/>
          <p:cNvCxnSpPr>
            <a:stCxn id="3226" idx="1"/>
            <a:endCxn id="322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8" name="Google Shape;3238;p154"/>
          <p:cNvCxnSpPr>
            <a:stCxn id="3225" idx="1"/>
            <a:endCxn id="322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9" name="Google Shape;3239;p154"/>
          <p:cNvCxnSpPr>
            <a:stCxn id="3222" idx="5"/>
            <a:endCxn id="322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0" name="Google Shape;3240;p154"/>
          <p:cNvCxnSpPr>
            <a:stCxn id="3220" idx="7"/>
            <a:endCxn id="322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1" name="Google Shape;3241;p154"/>
          <p:cNvCxnSpPr>
            <a:stCxn id="3224" idx="3"/>
            <a:endCxn id="322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2" name="Google Shape;3242;p154"/>
          <p:cNvCxnSpPr>
            <a:stCxn id="3220" idx="6"/>
            <a:endCxn id="322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243" name="Google Shape;3243;p154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7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p155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49" name="Google Shape;3249;p1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3250" name="Google Shape;3250;p15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51" name="Google Shape;3251;p15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52" name="Google Shape;3252;p15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53" name="Google Shape;3253;p15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54" name="Google Shape;3254;p15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55" name="Google Shape;3255;p15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56" name="Google Shape;3256;p15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57" name="Google Shape;3257;p15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58" name="Google Shape;3258;p155"/>
          <p:cNvCxnSpPr>
            <a:stCxn id="3250" idx="7"/>
            <a:endCxn id="3253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9" name="Google Shape;3259;p155"/>
          <p:cNvCxnSpPr>
            <a:stCxn id="3253" idx="3"/>
            <a:endCxn id="3251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0" name="Google Shape;3260;p155"/>
          <p:cNvCxnSpPr>
            <a:stCxn id="3255" idx="7"/>
            <a:endCxn id="3256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1" name="Google Shape;3261;p155"/>
          <p:cNvCxnSpPr>
            <a:stCxn id="3256" idx="3"/>
            <a:endCxn id="3255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2" name="Google Shape;3262;p155"/>
          <p:cNvCxnSpPr>
            <a:stCxn id="3252" idx="6"/>
            <a:endCxn id="3257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3" name="Google Shape;3263;p155"/>
          <p:cNvCxnSpPr>
            <a:stCxn id="3255" idx="4"/>
            <a:endCxn id="3252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4" name="Google Shape;3264;p155"/>
          <p:cNvCxnSpPr>
            <a:stCxn id="3251" idx="4"/>
            <a:endCxn id="3254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5" name="Google Shape;3265;p155"/>
          <p:cNvCxnSpPr>
            <a:stCxn id="3250" idx="5"/>
            <a:endCxn id="3254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6" name="Google Shape;3266;p155"/>
          <p:cNvCxnSpPr>
            <a:stCxn id="3250" idx="6"/>
            <a:endCxn id="3251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7" name="Google Shape;3267;p155"/>
          <p:cNvCxnSpPr>
            <a:stCxn id="3252" idx="2"/>
            <a:endCxn id="3254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8" name="Google Shape;3268;p155"/>
          <p:cNvCxnSpPr>
            <a:stCxn id="3257" idx="1"/>
            <a:endCxn id="3255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9" name="Google Shape;3269;p155"/>
          <p:cNvCxnSpPr>
            <a:stCxn id="3256" idx="1"/>
            <a:endCxn id="325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0" name="Google Shape;3270;p155"/>
          <p:cNvCxnSpPr>
            <a:stCxn id="3253" idx="5"/>
            <a:endCxn id="325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1" name="Google Shape;3271;p155"/>
          <p:cNvCxnSpPr>
            <a:stCxn id="3251" idx="7"/>
            <a:endCxn id="3253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2" name="Google Shape;3272;p155"/>
          <p:cNvCxnSpPr>
            <a:stCxn id="3255" idx="3"/>
            <a:endCxn id="3254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3" name="Google Shape;3273;p155"/>
          <p:cNvCxnSpPr>
            <a:stCxn id="3251" idx="6"/>
            <a:endCxn id="3255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274" name="Google Shape;3274;p155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8" name="Shape 3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" name="Google Shape;3279;p156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80" name="Google Shape;3280;p1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3281" name="Google Shape;3281;p15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82" name="Google Shape;3282;p15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83" name="Google Shape;3283;p15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84" name="Google Shape;3284;p15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85" name="Google Shape;3285;p15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86" name="Google Shape;3286;p15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87" name="Google Shape;3287;p15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88" name="Google Shape;3288;p15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89" name="Google Shape;3289;p156"/>
          <p:cNvCxnSpPr>
            <a:stCxn id="3281" idx="7"/>
            <a:endCxn id="328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0" name="Google Shape;3290;p156"/>
          <p:cNvCxnSpPr>
            <a:stCxn id="3284" idx="3"/>
            <a:endCxn id="328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1" name="Google Shape;3291;p156"/>
          <p:cNvCxnSpPr>
            <a:stCxn id="3286" idx="7"/>
            <a:endCxn id="328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2" name="Google Shape;3292;p156"/>
          <p:cNvCxnSpPr>
            <a:stCxn id="3287" idx="3"/>
            <a:endCxn id="328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3" name="Google Shape;3293;p156"/>
          <p:cNvCxnSpPr>
            <a:stCxn id="3283" idx="6"/>
            <a:endCxn id="328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4" name="Google Shape;3294;p156"/>
          <p:cNvCxnSpPr>
            <a:stCxn id="3286" idx="4"/>
            <a:endCxn id="328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5" name="Google Shape;3295;p156"/>
          <p:cNvCxnSpPr>
            <a:stCxn id="3282" idx="4"/>
            <a:endCxn id="328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6" name="Google Shape;3296;p156"/>
          <p:cNvCxnSpPr>
            <a:stCxn id="3281" idx="5"/>
            <a:endCxn id="328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7" name="Google Shape;3297;p156"/>
          <p:cNvCxnSpPr>
            <a:stCxn id="3281" idx="6"/>
            <a:endCxn id="328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8" name="Google Shape;3298;p156"/>
          <p:cNvCxnSpPr>
            <a:stCxn id="3283" idx="2"/>
            <a:endCxn id="328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9" name="Google Shape;3299;p156"/>
          <p:cNvCxnSpPr>
            <a:stCxn id="3288" idx="1"/>
            <a:endCxn id="328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0" name="Google Shape;3300;p156"/>
          <p:cNvCxnSpPr>
            <a:stCxn id="3287" idx="1"/>
            <a:endCxn id="328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1" name="Google Shape;3301;p156"/>
          <p:cNvCxnSpPr>
            <a:stCxn id="3284" idx="5"/>
            <a:endCxn id="328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2" name="Google Shape;3302;p156"/>
          <p:cNvCxnSpPr>
            <a:stCxn id="3282" idx="7"/>
            <a:endCxn id="328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3" name="Google Shape;3303;p156"/>
          <p:cNvCxnSpPr>
            <a:stCxn id="3286" idx="3"/>
            <a:endCxn id="328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4" name="Google Shape;3304;p156"/>
          <p:cNvCxnSpPr>
            <a:stCxn id="3282" idx="6"/>
            <a:endCxn id="328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305" name="Google Shape;3305;p156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9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0" name="Google Shape;3310;p157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11" name="Google Shape;3311;p1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3312" name="Google Shape;3312;p15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13" name="Google Shape;3313;p15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14" name="Google Shape;3314;p15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15" name="Google Shape;3315;p15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16" name="Google Shape;3316;p15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17" name="Google Shape;3317;p15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18" name="Google Shape;3318;p15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19" name="Google Shape;3319;p15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20" name="Google Shape;3320;p157"/>
          <p:cNvCxnSpPr>
            <a:stCxn id="3312" idx="7"/>
            <a:endCxn id="331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1" name="Google Shape;3321;p157"/>
          <p:cNvCxnSpPr>
            <a:stCxn id="3315" idx="3"/>
            <a:endCxn id="331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2" name="Google Shape;3322;p157"/>
          <p:cNvCxnSpPr>
            <a:stCxn id="3317" idx="7"/>
            <a:endCxn id="331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3" name="Google Shape;3323;p157"/>
          <p:cNvCxnSpPr>
            <a:stCxn id="3318" idx="3"/>
            <a:endCxn id="331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4" name="Google Shape;3324;p157"/>
          <p:cNvCxnSpPr>
            <a:stCxn id="3314" idx="6"/>
            <a:endCxn id="331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5" name="Google Shape;3325;p157"/>
          <p:cNvCxnSpPr>
            <a:stCxn id="3317" idx="4"/>
            <a:endCxn id="331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6" name="Google Shape;3326;p157"/>
          <p:cNvCxnSpPr>
            <a:stCxn id="3313" idx="4"/>
            <a:endCxn id="331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7" name="Google Shape;3327;p157"/>
          <p:cNvCxnSpPr>
            <a:stCxn id="3312" idx="5"/>
            <a:endCxn id="331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8" name="Google Shape;3328;p157"/>
          <p:cNvCxnSpPr>
            <a:stCxn id="3312" idx="6"/>
            <a:endCxn id="331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9" name="Google Shape;3329;p157"/>
          <p:cNvCxnSpPr>
            <a:stCxn id="3314" idx="2"/>
            <a:endCxn id="331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0" name="Google Shape;3330;p157"/>
          <p:cNvCxnSpPr>
            <a:stCxn id="3319" idx="1"/>
            <a:endCxn id="331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1" name="Google Shape;3331;p157"/>
          <p:cNvCxnSpPr>
            <a:stCxn id="3318" idx="1"/>
            <a:endCxn id="331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2" name="Google Shape;3332;p157"/>
          <p:cNvCxnSpPr>
            <a:stCxn id="3315" idx="5"/>
            <a:endCxn id="331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3" name="Google Shape;3333;p157"/>
          <p:cNvCxnSpPr>
            <a:stCxn id="3313" idx="7"/>
            <a:endCxn id="331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4" name="Google Shape;3334;p157"/>
          <p:cNvCxnSpPr>
            <a:stCxn id="3317" idx="3"/>
            <a:endCxn id="331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5" name="Google Shape;3335;p157"/>
          <p:cNvCxnSpPr>
            <a:stCxn id="3313" idx="6"/>
            <a:endCxn id="331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336" name="Google Shape;3336;p157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0" name="Shape 3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" name="Google Shape;3341;p158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42" name="Google Shape;3342;p1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3343" name="Google Shape;3343;p15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44" name="Google Shape;3344;p15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45" name="Google Shape;3345;p15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46" name="Google Shape;3346;p15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47" name="Google Shape;3347;p15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48" name="Google Shape;3348;p15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49" name="Google Shape;3349;p15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0" name="Google Shape;3350;p15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51" name="Google Shape;3351;p158"/>
          <p:cNvCxnSpPr>
            <a:stCxn id="3343" idx="7"/>
            <a:endCxn id="334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2" name="Google Shape;3352;p158"/>
          <p:cNvCxnSpPr>
            <a:stCxn id="3346" idx="3"/>
            <a:endCxn id="334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3" name="Google Shape;3353;p158"/>
          <p:cNvCxnSpPr>
            <a:stCxn id="3348" idx="7"/>
            <a:endCxn id="334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4" name="Google Shape;3354;p158"/>
          <p:cNvCxnSpPr>
            <a:stCxn id="3349" idx="3"/>
            <a:endCxn id="334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5" name="Google Shape;3355;p158"/>
          <p:cNvCxnSpPr>
            <a:stCxn id="3345" idx="6"/>
            <a:endCxn id="335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6" name="Google Shape;3356;p158"/>
          <p:cNvCxnSpPr>
            <a:stCxn id="3348" idx="4"/>
            <a:endCxn id="334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7" name="Google Shape;3357;p158"/>
          <p:cNvCxnSpPr>
            <a:stCxn id="3344" idx="4"/>
            <a:endCxn id="334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8" name="Google Shape;3358;p158"/>
          <p:cNvCxnSpPr>
            <a:stCxn id="3343" idx="5"/>
            <a:endCxn id="334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9" name="Google Shape;3359;p158"/>
          <p:cNvCxnSpPr>
            <a:stCxn id="3343" idx="6"/>
            <a:endCxn id="334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0" name="Google Shape;3360;p158"/>
          <p:cNvCxnSpPr>
            <a:stCxn id="3345" idx="2"/>
            <a:endCxn id="334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1" name="Google Shape;3361;p158"/>
          <p:cNvCxnSpPr>
            <a:stCxn id="3350" idx="1"/>
            <a:endCxn id="334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2" name="Google Shape;3362;p158"/>
          <p:cNvCxnSpPr>
            <a:stCxn id="3349" idx="1"/>
            <a:endCxn id="334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3" name="Google Shape;3363;p158"/>
          <p:cNvCxnSpPr>
            <a:stCxn id="3346" idx="5"/>
            <a:endCxn id="334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4" name="Google Shape;3364;p158"/>
          <p:cNvCxnSpPr>
            <a:stCxn id="3344" idx="7"/>
            <a:endCxn id="334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5" name="Google Shape;3365;p158"/>
          <p:cNvCxnSpPr>
            <a:stCxn id="3348" idx="3"/>
            <a:endCxn id="334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6" name="Google Shape;3366;p158"/>
          <p:cNvCxnSpPr>
            <a:stCxn id="3344" idx="6"/>
            <a:endCxn id="334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7" name="Google Shape;3367;p158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a directed graph, the sum of the in and out degrees is always the same number!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368" name="Google Shape;3368;p158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69" name="Google Shape;3369;p158"/>
          <p:cNvCxnSpPr>
            <a:stCxn id="3367" idx="2"/>
            <a:endCxn id="3368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3" name="Shape 3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4" name="Google Shape;3374;p159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75" name="Google Shape;3375;p1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3376" name="Google Shape;3376;p15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77" name="Google Shape;3377;p15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78" name="Google Shape;3378;p15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79" name="Google Shape;3379;p15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80" name="Google Shape;3380;p15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81" name="Google Shape;3381;p15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82" name="Google Shape;3382;p15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83" name="Google Shape;3383;p15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84" name="Google Shape;3384;p159"/>
          <p:cNvCxnSpPr>
            <a:stCxn id="3376" idx="7"/>
            <a:endCxn id="337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5" name="Google Shape;3385;p159"/>
          <p:cNvCxnSpPr>
            <a:stCxn id="3379" idx="3"/>
            <a:endCxn id="337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6" name="Google Shape;3386;p159"/>
          <p:cNvCxnSpPr>
            <a:stCxn id="3381" idx="7"/>
            <a:endCxn id="338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7" name="Google Shape;3387;p159"/>
          <p:cNvCxnSpPr>
            <a:stCxn id="3382" idx="3"/>
            <a:endCxn id="338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8" name="Google Shape;3388;p159"/>
          <p:cNvCxnSpPr>
            <a:stCxn id="3378" idx="6"/>
            <a:endCxn id="338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9" name="Google Shape;3389;p159"/>
          <p:cNvCxnSpPr>
            <a:stCxn id="3381" idx="4"/>
            <a:endCxn id="337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0" name="Google Shape;3390;p159"/>
          <p:cNvCxnSpPr>
            <a:stCxn id="3377" idx="4"/>
            <a:endCxn id="338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1" name="Google Shape;3391;p159"/>
          <p:cNvCxnSpPr>
            <a:stCxn id="3376" idx="5"/>
            <a:endCxn id="338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2" name="Google Shape;3392;p159"/>
          <p:cNvCxnSpPr>
            <a:stCxn id="3376" idx="6"/>
            <a:endCxn id="337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3" name="Google Shape;3393;p159"/>
          <p:cNvCxnSpPr>
            <a:stCxn id="3378" idx="2"/>
            <a:endCxn id="338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4" name="Google Shape;3394;p159"/>
          <p:cNvCxnSpPr>
            <a:stCxn id="3383" idx="1"/>
            <a:endCxn id="338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5" name="Google Shape;3395;p159"/>
          <p:cNvCxnSpPr>
            <a:stCxn id="3382" idx="1"/>
            <a:endCxn id="337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6" name="Google Shape;3396;p159"/>
          <p:cNvCxnSpPr>
            <a:stCxn id="3379" idx="5"/>
            <a:endCxn id="338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7" name="Google Shape;3397;p159"/>
          <p:cNvCxnSpPr>
            <a:stCxn id="3377" idx="7"/>
            <a:endCxn id="337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8" name="Google Shape;3398;p159"/>
          <p:cNvCxnSpPr>
            <a:stCxn id="3381" idx="3"/>
            <a:endCxn id="338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9" name="Google Shape;3399;p159"/>
          <p:cNvCxnSpPr>
            <a:stCxn id="3377" idx="6"/>
            <a:endCxn id="338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0" name="Google Shape;3400;p159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sum of the in or out-degrees is also equal to graph size (m): The number of edges!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401" name="Google Shape;3401;p159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02" name="Google Shape;3402;p159"/>
          <p:cNvCxnSpPr>
            <a:stCxn id="3400" idx="2"/>
            <a:endCxn id="3401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6" name="Shape 3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7" name="Google Shape;3407;p160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08" name="Google Shape;3408;p1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3409" name="Google Shape;3409;p16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10" name="Google Shape;3410;p16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11" name="Google Shape;3411;p16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12" name="Google Shape;3412;p16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13" name="Google Shape;3413;p16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14" name="Google Shape;3414;p16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15" name="Google Shape;3415;p16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16" name="Google Shape;3416;p16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17" name="Google Shape;3417;p160"/>
          <p:cNvCxnSpPr>
            <a:stCxn id="3409" idx="7"/>
            <a:endCxn id="341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8" name="Google Shape;3418;p160"/>
          <p:cNvCxnSpPr>
            <a:stCxn id="3412" idx="3"/>
            <a:endCxn id="341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9" name="Google Shape;3419;p160"/>
          <p:cNvCxnSpPr>
            <a:stCxn id="3414" idx="7"/>
            <a:endCxn id="341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0" name="Google Shape;3420;p160"/>
          <p:cNvCxnSpPr>
            <a:stCxn id="3415" idx="3"/>
            <a:endCxn id="341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1" name="Google Shape;3421;p160"/>
          <p:cNvCxnSpPr>
            <a:stCxn id="3411" idx="6"/>
            <a:endCxn id="341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2" name="Google Shape;3422;p160"/>
          <p:cNvCxnSpPr>
            <a:stCxn id="3414" idx="4"/>
            <a:endCxn id="341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3" name="Google Shape;3423;p160"/>
          <p:cNvCxnSpPr>
            <a:stCxn id="3410" idx="4"/>
            <a:endCxn id="341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4" name="Google Shape;3424;p160"/>
          <p:cNvCxnSpPr>
            <a:stCxn id="3409" idx="5"/>
            <a:endCxn id="341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5" name="Google Shape;3425;p160"/>
          <p:cNvCxnSpPr>
            <a:stCxn id="3409" idx="6"/>
            <a:endCxn id="341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6" name="Google Shape;3426;p160"/>
          <p:cNvCxnSpPr>
            <a:stCxn id="3411" idx="2"/>
            <a:endCxn id="341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7" name="Google Shape;3427;p160"/>
          <p:cNvCxnSpPr>
            <a:stCxn id="3416" idx="1"/>
            <a:endCxn id="341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8" name="Google Shape;3428;p160"/>
          <p:cNvCxnSpPr>
            <a:stCxn id="3415" idx="1"/>
            <a:endCxn id="341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9" name="Google Shape;3429;p160"/>
          <p:cNvCxnSpPr>
            <a:stCxn id="3412" idx="5"/>
            <a:endCxn id="341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0" name="Google Shape;3430;p160"/>
          <p:cNvCxnSpPr>
            <a:stCxn id="3410" idx="7"/>
            <a:endCxn id="341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1" name="Google Shape;3431;p160"/>
          <p:cNvCxnSpPr>
            <a:stCxn id="3414" idx="3"/>
            <a:endCxn id="341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2" name="Google Shape;3432;p160"/>
          <p:cNvCxnSpPr>
            <a:stCxn id="3410" idx="6"/>
            <a:endCxn id="341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3" name="Google Shape;3433;p160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also means that directed graphs have only ONE average degree!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434" name="Google Shape;3434;p160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35" name="Google Shape;3435;p160"/>
          <p:cNvCxnSpPr>
            <a:stCxn id="3433" idx="2"/>
            <a:endCxn id="3434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overline{k}=\frac{\sum k_i}{n}=\frac{16}{8}=2" id="3436" name="Google Shape;3436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976" y="4175025"/>
            <a:ext cx="2523874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440" name="Shape 3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1" name="Google Shape;3441;p16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Connections in Networks</a:t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5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6" name="Google Shape;3446;p1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3447" name="Google Shape;3447;p16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48" name="Google Shape;3448;p16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49" name="Google Shape;3449;p16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50" name="Google Shape;3450;p162"/>
          <p:cNvCxnSpPr>
            <a:stCxn id="3448" idx="6"/>
            <a:endCxn id="3449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1" name="Google Shape;3451;p16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52" name="Google Shape;3452;p16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53" name="Google Shape;3453;p16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54" name="Google Shape;3454;p162"/>
          <p:cNvCxnSpPr>
            <a:stCxn id="3449" idx="7"/>
            <a:endCxn id="345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5" name="Google Shape;3455;p162"/>
          <p:cNvCxnSpPr>
            <a:stCxn id="3453" idx="1"/>
            <a:endCxn id="345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6" name="Google Shape;3456;p162"/>
          <p:cNvCxnSpPr>
            <a:stCxn id="3453" idx="3"/>
            <a:endCxn id="345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7" name="Google Shape;3457;p162"/>
          <p:cNvCxnSpPr>
            <a:stCxn id="3452" idx="1"/>
            <a:endCxn id="3449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8" name="Google Shape;3458;p162"/>
          <p:cNvCxnSpPr>
            <a:stCxn id="3452" idx="0"/>
            <a:endCxn id="3451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2" name="Shape 3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3" name="Google Shape;3463;p1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3464" name="Google Shape;3464;p163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65" name="Google Shape;3465;p16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66" name="Google Shape;3466;p16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67" name="Google Shape;3467;p163"/>
          <p:cNvCxnSpPr>
            <a:stCxn id="3465" idx="6"/>
            <a:endCxn id="346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8" name="Google Shape;3468;p16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69" name="Google Shape;3469;p16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70" name="Google Shape;3470;p16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71" name="Google Shape;3471;p163"/>
          <p:cNvCxnSpPr>
            <a:stCxn id="3466" idx="7"/>
            <a:endCxn id="346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2" name="Google Shape;3472;p163"/>
          <p:cNvCxnSpPr>
            <a:stCxn id="3470" idx="1"/>
            <a:endCxn id="346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3" name="Google Shape;3473;p163"/>
          <p:cNvCxnSpPr>
            <a:stCxn id="3470" idx="3"/>
            <a:endCxn id="346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4" name="Google Shape;3474;p163"/>
          <p:cNvCxnSpPr>
            <a:stCxn id="3469" idx="1"/>
            <a:endCxn id="346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5" name="Google Shape;3475;p163"/>
          <p:cNvCxnSpPr>
            <a:stCxn id="3469" idx="0"/>
            <a:endCxn id="346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6" name="Google Shape;3476;p163"/>
          <p:cNvSpPr txBox="1"/>
          <p:nvPr/>
        </p:nvSpPr>
        <p:spPr>
          <a:xfrm>
            <a:off x="5460650" y="725375"/>
            <a:ext cx="15933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E and C are Adjacent Vertices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477" name="Google Shape;3477;p163"/>
          <p:cNvCxnSpPr>
            <a:stCxn id="3476" idx="2"/>
            <a:endCxn id="3466" idx="0"/>
          </p:cNvCxnSpPr>
          <p:nvPr/>
        </p:nvCxnSpPr>
        <p:spPr>
          <a:xfrm>
            <a:off x="6257300" y="1287575"/>
            <a:ext cx="19200" cy="131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8" name="Google Shape;3478;p163"/>
          <p:cNvCxnSpPr>
            <a:stCxn id="3476" idx="2"/>
            <a:endCxn id="3468" idx="2"/>
          </p:cNvCxnSpPr>
          <p:nvPr/>
        </p:nvCxnSpPr>
        <p:spPr>
          <a:xfrm>
            <a:off x="6257300" y="1287575"/>
            <a:ext cx="874200" cy="50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2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p1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3484" name="Google Shape;3484;p164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and D are “connected” in the sense that they have a neighbor (E) in common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85" name="Google Shape;3485;p16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86" name="Google Shape;3486;p16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87" name="Google Shape;3487;p164"/>
          <p:cNvCxnSpPr>
            <a:stCxn id="3485" idx="6"/>
            <a:endCxn id="348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8" name="Google Shape;3488;p16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89" name="Google Shape;3489;p16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90" name="Google Shape;3490;p16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91" name="Google Shape;3491;p164"/>
          <p:cNvCxnSpPr>
            <a:stCxn id="3486" idx="7"/>
            <a:endCxn id="348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2" name="Google Shape;3492;p164"/>
          <p:cNvCxnSpPr>
            <a:stCxn id="3490" idx="1"/>
            <a:endCxn id="348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3" name="Google Shape;3493;p164"/>
          <p:cNvCxnSpPr>
            <a:stCxn id="3490" idx="3"/>
            <a:endCxn id="348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4" name="Google Shape;3494;p164"/>
          <p:cNvCxnSpPr>
            <a:stCxn id="3489" idx="1"/>
            <a:endCxn id="348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5" name="Google Shape;3495;p164"/>
          <p:cNvCxnSpPr>
            <a:stCxn id="3489" idx="0"/>
            <a:endCxn id="348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6" name="Google Shape;3496;p164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497" name="Google Shape;3497;p164"/>
          <p:cNvCxnSpPr>
            <a:stCxn id="3496" idx="0"/>
            <a:endCxn id="3485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8" name="Google Shape;3498;p164"/>
          <p:cNvCxnSpPr>
            <a:stCxn id="3496" idx="0"/>
            <a:endCxn id="3489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2" name="Shape 3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3" name="Google Shape;3503;p1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3504" name="Google Shape;3504;p16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and D are “connected” in the sense that they have a neighbor (E)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they are </a:t>
            </a:r>
            <a:r>
              <a:rPr i="1" lang="en"/>
              <a:t>not</a:t>
            </a:r>
            <a:r>
              <a:rPr lang="en"/>
              <a:t> </a:t>
            </a:r>
            <a:r>
              <a:rPr b="1" lang="en"/>
              <a:t>adjacent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05" name="Google Shape;3505;p16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06" name="Google Shape;3506;p16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07" name="Google Shape;3507;p165"/>
          <p:cNvCxnSpPr>
            <a:stCxn id="3505" idx="6"/>
            <a:endCxn id="350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8" name="Google Shape;3508;p16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09" name="Google Shape;3509;p16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10" name="Google Shape;3510;p16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11" name="Google Shape;3511;p165"/>
          <p:cNvCxnSpPr>
            <a:stCxn id="3506" idx="7"/>
            <a:endCxn id="350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2" name="Google Shape;3512;p165"/>
          <p:cNvCxnSpPr>
            <a:stCxn id="3510" idx="1"/>
            <a:endCxn id="350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3" name="Google Shape;3513;p165"/>
          <p:cNvCxnSpPr>
            <a:stCxn id="3510" idx="3"/>
            <a:endCxn id="350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4" name="Google Shape;3514;p165"/>
          <p:cNvCxnSpPr>
            <a:stCxn id="3509" idx="1"/>
            <a:endCxn id="350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5" name="Google Shape;3515;p165"/>
          <p:cNvCxnSpPr>
            <a:stCxn id="3509" idx="0"/>
            <a:endCxn id="350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6" name="Google Shape;3516;p165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517" name="Google Shape;3517;p165"/>
          <p:cNvCxnSpPr>
            <a:stCxn id="3516" idx="0"/>
            <a:endCxn id="3505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8" name="Google Shape;3518;p165"/>
          <p:cNvCxnSpPr>
            <a:stCxn id="3516" idx="0"/>
            <a:endCxn id="3509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p1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3524" name="Google Shape;3524;p166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and D are “connected” in the sense that they have a neighbor (E)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they are </a:t>
            </a:r>
            <a:r>
              <a:rPr i="1" lang="en"/>
              <a:t>not</a:t>
            </a:r>
            <a:r>
              <a:rPr lang="en"/>
              <a:t> </a:t>
            </a:r>
            <a:r>
              <a:rPr b="1" lang="en"/>
              <a:t>adjacent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a type of </a:t>
            </a:r>
            <a:r>
              <a:rPr b="1" lang="en"/>
              <a:t>indirect connection </a:t>
            </a:r>
            <a:r>
              <a:rPr lang="en"/>
              <a:t>between vertices in a graph</a:t>
            </a:r>
            <a:endParaRPr/>
          </a:p>
        </p:txBody>
      </p:sp>
      <p:sp>
        <p:nvSpPr>
          <p:cNvPr id="3525" name="Google Shape;3525;p16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26" name="Google Shape;3526;p16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27" name="Google Shape;3527;p166"/>
          <p:cNvCxnSpPr>
            <a:stCxn id="3525" idx="6"/>
            <a:endCxn id="352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8" name="Google Shape;3528;p16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29" name="Google Shape;3529;p16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30" name="Google Shape;3530;p16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31" name="Google Shape;3531;p166"/>
          <p:cNvCxnSpPr>
            <a:stCxn id="3526" idx="7"/>
            <a:endCxn id="352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2" name="Google Shape;3532;p166"/>
          <p:cNvCxnSpPr>
            <a:stCxn id="3530" idx="1"/>
            <a:endCxn id="352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3" name="Google Shape;3533;p166"/>
          <p:cNvCxnSpPr>
            <a:stCxn id="3530" idx="3"/>
            <a:endCxn id="352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4" name="Google Shape;3534;p166"/>
          <p:cNvCxnSpPr>
            <a:stCxn id="3529" idx="1"/>
            <a:endCxn id="352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5" name="Google Shape;3535;p166"/>
          <p:cNvCxnSpPr>
            <a:stCxn id="3529" idx="0"/>
            <a:endCxn id="352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6" name="Google Shape;3536;p166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537" name="Google Shape;3537;p166"/>
          <p:cNvCxnSpPr>
            <a:stCxn id="3536" idx="0"/>
            <a:endCxn id="3525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8" name="Google Shape;3538;p166"/>
          <p:cNvCxnSpPr>
            <a:stCxn id="3536" idx="0"/>
            <a:endCxn id="3529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2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p1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3544" name="Google Shape;3544;p16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graph theory indirect connections are defined using the concepts of: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Path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Connectivity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Reachability</a:t>
            </a:r>
            <a:endParaRPr i="1"/>
          </a:p>
        </p:txBody>
      </p:sp>
      <p:sp>
        <p:nvSpPr>
          <p:cNvPr id="3545" name="Google Shape;3545;p16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46" name="Google Shape;3546;p16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47" name="Google Shape;3547;p167"/>
          <p:cNvCxnSpPr>
            <a:stCxn id="3545" idx="6"/>
            <a:endCxn id="354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8" name="Google Shape;3548;p16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49" name="Google Shape;3549;p16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50" name="Google Shape;3550;p16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51" name="Google Shape;3551;p167"/>
          <p:cNvCxnSpPr>
            <a:stCxn id="3546" idx="7"/>
            <a:endCxn id="354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2" name="Google Shape;3552;p167"/>
          <p:cNvCxnSpPr>
            <a:stCxn id="3550" idx="1"/>
            <a:endCxn id="354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3" name="Google Shape;3553;p167"/>
          <p:cNvCxnSpPr>
            <a:stCxn id="3550" idx="3"/>
            <a:endCxn id="354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4" name="Google Shape;3554;p167"/>
          <p:cNvCxnSpPr>
            <a:stCxn id="3549" idx="1"/>
            <a:endCxn id="354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5" name="Google Shape;3555;p167"/>
          <p:cNvCxnSpPr>
            <a:stCxn id="3549" idx="0"/>
            <a:endCxn id="354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6" name="Google Shape;3556;p167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557" name="Google Shape;3557;p167"/>
          <p:cNvCxnSpPr>
            <a:stCxn id="3556" idx="0"/>
            <a:endCxn id="3545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8" name="Google Shape;3558;p167"/>
          <p:cNvCxnSpPr>
            <a:stCxn id="3556" idx="0"/>
            <a:endCxn id="3549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2" name="Shape 3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" name="Google Shape;3563;p16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7" name="Shape 3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8" name="Google Shape;3568;p1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569" name="Google Shape;3569;p169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graph theory a </a:t>
            </a:r>
            <a:r>
              <a:rPr b="1" lang="en"/>
              <a:t>path</a:t>
            </a:r>
            <a:r>
              <a:rPr lang="en"/>
              <a:t> is a sequence of alternating nodes and edges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Begins with an </a:t>
            </a:r>
            <a:r>
              <a:rPr b="1" lang="en"/>
              <a:t>origin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Ends with a </a:t>
            </a:r>
            <a:r>
              <a:rPr b="1" lang="en"/>
              <a:t>destination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Includes at least </a:t>
            </a:r>
            <a:r>
              <a:rPr b="1" lang="en"/>
              <a:t>one more node </a:t>
            </a:r>
            <a:r>
              <a:rPr lang="en"/>
              <a:t>beyond these two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</a:t>
            </a:r>
            <a:r>
              <a:rPr b="1" lang="en"/>
              <a:t>not</a:t>
            </a:r>
            <a:r>
              <a:rPr lang="en"/>
              <a:t> repeat any nodes in the sequence</a:t>
            </a:r>
            <a:endParaRPr/>
          </a:p>
        </p:txBody>
      </p:sp>
      <p:sp>
        <p:nvSpPr>
          <p:cNvPr id="3570" name="Google Shape;3570;p16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71" name="Google Shape;3571;p16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72" name="Google Shape;3572;p169"/>
          <p:cNvCxnSpPr>
            <a:stCxn id="3570" idx="6"/>
            <a:endCxn id="357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3" name="Google Shape;3573;p16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74" name="Google Shape;3574;p16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75" name="Google Shape;3575;p16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76" name="Google Shape;3576;p169"/>
          <p:cNvCxnSpPr>
            <a:stCxn id="3571" idx="7"/>
            <a:endCxn id="357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7" name="Google Shape;3577;p169"/>
          <p:cNvCxnSpPr>
            <a:stCxn id="3575" idx="1"/>
            <a:endCxn id="357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8" name="Google Shape;3578;p169"/>
          <p:cNvCxnSpPr>
            <a:stCxn id="3575" idx="3"/>
            <a:endCxn id="357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9" name="Google Shape;3579;p169"/>
          <p:cNvCxnSpPr>
            <a:stCxn id="3574" idx="1"/>
            <a:endCxn id="357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0" name="Google Shape;3580;p169"/>
          <p:cNvCxnSpPr>
            <a:stCxn id="3574" idx="0"/>
            <a:endCxn id="357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4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" name="Google Shape;3585;p1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586" name="Google Shape;3586;p17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usually write the path using the edge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B―D = {BE, ED}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say that node B can </a:t>
            </a:r>
            <a:r>
              <a:rPr b="1" lang="en"/>
              <a:t>reach</a:t>
            </a:r>
            <a:r>
              <a:rPr lang="en"/>
              <a:t> node D via a path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87" name="Google Shape;3587;p17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88" name="Google Shape;3588;p17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89" name="Google Shape;3589;p170"/>
          <p:cNvCxnSpPr>
            <a:stCxn id="3587" idx="6"/>
            <a:endCxn id="358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0" name="Google Shape;3590;p17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91" name="Google Shape;3591;p17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92" name="Google Shape;3592;p17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93" name="Google Shape;3593;p170"/>
          <p:cNvCxnSpPr>
            <a:stCxn id="3588" idx="7"/>
            <a:endCxn id="359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4" name="Google Shape;3594;p170"/>
          <p:cNvCxnSpPr>
            <a:stCxn id="3592" idx="1"/>
            <a:endCxn id="359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5" name="Google Shape;3595;p170"/>
          <p:cNvCxnSpPr>
            <a:stCxn id="3592" idx="3"/>
            <a:endCxn id="359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6" name="Google Shape;3596;p170"/>
          <p:cNvCxnSpPr>
            <a:stCxn id="3591" idx="1"/>
            <a:endCxn id="358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7" name="Google Shape;3597;p170"/>
          <p:cNvCxnSpPr>
            <a:stCxn id="3591" idx="0"/>
            <a:endCxn id="359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8" name="Google Shape;3598;p170"/>
          <p:cNvSpPr/>
          <p:nvPr/>
        </p:nvSpPr>
        <p:spPr>
          <a:xfrm>
            <a:off x="4354300" y="3934749"/>
            <a:ext cx="2525400" cy="105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Node B can reach node D via the {BE, ED} path!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599" name="Google Shape;3599;p170"/>
          <p:cNvCxnSpPr>
            <a:stCxn id="3598" idx="0"/>
          </p:cNvCxnSpPr>
          <p:nvPr/>
        </p:nvCxnSpPr>
        <p:spPr>
          <a:xfrm flipH="1" rot="10800000">
            <a:off x="5617000" y="3456249"/>
            <a:ext cx="794700" cy="478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3" name="Shape 3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" name="Google Shape;3604;p1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605" name="Google Shape;3605;p171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 graph</a:t>
            </a:r>
            <a:r>
              <a:rPr lang="en"/>
              <a:t> if a given path exists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B―D = {BE, ED}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the reverse path also exists!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D―B = {DE, EB}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06" name="Google Shape;3606;p17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07" name="Google Shape;3607;p17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08" name="Google Shape;3608;p171"/>
          <p:cNvCxnSpPr>
            <a:stCxn id="3606" idx="6"/>
            <a:endCxn id="360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9" name="Google Shape;3609;p17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10" name="Google Shape;3610;p17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11" name="Google Shape;3611;p17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12" name="Google Shape;3612;p171"/>
          <p:cNvCxnSpPr>
            <a:stCxn id="3607" idx="7"/>
            <a:endCxn id="360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3" name="Google Shape;3613;p171"/>
          <p:cNvCxnSpPr>
            <a:stCxn id="3611" idx="1"/>
            <a:endCxn id="360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4" name="Google Shape;3614;p171"/>
          <p:cNvCxnSpPr>
            <a:stCxn id="3611" idx="3"/>
            <a:endCxn id="361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5" name="Google Shape;3615;p171"/>
          <p:cNvCxnSpPr>
            <a:stCxn id="3610" idx="1"/>
            <a:endCxn id="360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6" name="Google Shape;3616;p171"/>
          <p:cNvCxnSpPr>
            <a:stCxn id="3610" idx="0"/>
            <a:endCxn id="360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7" name="Google Shape;3617;p171"/>
          <p:cNvSpPr/>
          <p:nvPr/>
        </p:nvSpPr>
        <p:spPr>
          <a:xfrm>
            <a:off x="4354300" y="3934749"/>
            <a:ext cx="2525400" cy="105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Node D can also reach node B via the {DE, EB} path!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618" name="Google Shape;3618;p171"/>
          <p:cNvCxnSpPr>
            <a:stCxn id="3617" idx="0"/>
          </p:cNvCxnSpPr>
          <p:nvPr/>
        </p:nvCxnSpPr>
        <p:spPr>
          <a:xfrm flipH="1" rot="10800000">
            <a:off x="5617000" y="3456249"/>
            <a:ext cx="794700" cy="478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2" name="Shape 3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3" name="Google Shape;3623;p1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624" name="Google Shape;3624;p17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B―D = {BE, ED} path: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</a:t>
            </a:r>
            <a:r>
              <a:rPr b="1" lang="en"/>
              <a:t>origin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is the </a:t>
            </a:r>
            <a:r>
              <a:rPr b="1" lang="en"/>
              <a:t>destination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</a:t>
            </a:r>
            <a:r>
              <a:rPr b="1" lang="en"/>
              <a:t>inner node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 that if the path was instead D―B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D would be the origin and B the destination!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 in undirected graphs paths have a direction!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25" name="Google Shape;3625;p17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26" name="Google Shape;3626;p17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27" name="Google Shape;3627;p172"/>
          <p:cNvCxnSpPr>
            <a:stCxn id="3625" idx="6"/>
            <a:endCxn id="362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8" name="Google Shape;3628;p17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29" name="Google Shape;3629;p17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30" name="Google Shape;3630;p17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31" name="Google Shape;3631;p172"/>
          <p:cNvCxnSpPr>
            <a:stCxn id="3626" idx="7"/>
            <a:endCxn id="362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2" name="Google Shape;3632;p172"/>
          <p:cNvCxnSpPr>
            <a:stCxn id="3630" idx="1"/>
            <a:endCxn id="362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3" name="Google Shape;3633;p172"/>
          <p:cNvCxnSpPr>
            <a:stCxn id="3630" idx="3"/>
            <a:endCxn id="362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4" name="Google Shape;3634;p172"/>
          <p:cNvCxnSpPr>
            <a:stCxn id="3629" idx="1"/>
            <a:endCxn id="362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5" name="Google Shape;3635;p172"/>
          <p:cNvCxnSpPr>
            <a:stCxn id="3629" idx="0"/>
            <a:endCxn id="362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6" name="Google Shape;3636;p172"/>
          <p:cNvSpPr txBox="1"/>
          <p:nvPr/>
        </p:nvSpPr>
        <p:spPr>
          <a:xfrm>
            <a:off x="4298050" y="1368450"/>
            <a:ext cx="1536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Origin node</a:t>
            </a:r>
            <a:endParaRPr b="1" sz="12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37" name="Google Shape;3637;p172"/>
          <p:cNvCxnSpPr>
            <a:stCxn id="3636" idx="2"/>
            <a:endCxn id="3625" idx="0"/>
          </p:cNvCxnSpPr>
          <p:nvPr/>
        </p:nvCxnSpPr>
        <p:spPr>
          <a:xfrm flipH="1">
            <a:off x="4935550" y="1673550"/>
            <a:ext cx="130500" cy="92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8" name="Google Shape;3638;p172"/>
          <p:cNvSpPr txBox="1"/>
          <p:nvPr/>
        </p:nvSpPr>
        <p:spPr>
          <a:xfrm>
            <a:off x="4103700" y="4579225"/>
            <a:ext cx="1536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Destination node</a:t>
            </a:r>
            <a:endParaRPr b="1" sz="12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39" name="Google Shape;3639;p172"/>
          <p:cNvCxnSpPr>
            <a:stCxn id="3638" idx="3"/>
            <a:endCxn id="3629" idx="2"/>
          </p:cNvCxnSpPr>
          <p:nvPr/>
        </p:nvCxnSpPr>
        <p:spPr>
          <a:xfrm flipH="1" rot="10800000">
            <a:off x="5639700" y="3974875"/>
            <a:ext cx="1491900" cy="75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0" name="Google Shape;3640;p172"/>
          <p:cNvSpPr txBox="1"/>
          <p:nvPr/>
        </p:nvSpPr>
        <p:spPr>
          <a:xfrm>
            <a:off x="4412925" y="3891625"/>
            <a:ext cx="1045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Inner node</a:t>
            </a:r>
            <a:endParaRPr b="1" sz="12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41" name="Google Shape;3641;p172"/>
          <p:cNvCxnSpPr>
            <a:stCxn id="3640" idx="3"/>
            <a:endCxn id="3626" idx="3"/>
          </p:cNvCxnSpPr>
          <p:nvPr/>
        </p:nvCxnSpPr>
        <p:spPr>
          <a:xfrm flipH="1" rot="10800000">
            <a:off x="5458425" y="3114775"/>
            <a:ext cx="605400" cy="92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5" name="Shape 3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6" name="Google Shape;3646;p1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647" name="Google Shape;3647;p173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B―D = {BE, ED} path: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</a:t>
            </a:r>
            <a:r>
              <a:rPr b="1" lang="en"/>
              <a:t>origin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is the </a:t>
            </a:r>
            <a:r>
              <a:rPr b="1" lang="en"/>
              <a:t>destination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</a:t>
            </a:r>
            <a:r>
              <a:rPr b="1" lang="en"/>
              <a:t>inner node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main characteristic of a path is its </a:t>
            </a:r>
            <a:r>
              <a:rPr b="1" lang="en"/>
              <a:t>length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length of a path is the </a:t>
            </a:r>
            <a:r>
              <a:rPr i="1" lang="en"/>
              <a:t>number of edges</a:t>
            </a:r>
            <a:r>
              <a:rPr lang="en"/>
              <a:t> in it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refer to path length using the letter </a:t>
            </a:r>
            <a:r>
              <a:rPr b="1" i="1" lang="en" sz="1500">
                <a:latin typeface="Garamond"/>
                <a:ea typeface="Garamond"/>
                <a:cs typeface="Garamond"/>
                <a:sym typeface="Garamond"/>
              </a:rPr>
              <a:t>l</a:t>
            </a:r>
            <a:endParaRPr b="1" i="1" sz="1500">
              <a:latin typeface="Garamond"/>
              <a:ea typeface="Garamond"/>
              <a:cs typeface="Garamond"/>
              <a:sym typeface="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the B―D path: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i="1" lang="en" sz="1500">
                <a:latin typeface="Garamond"/>
                <a:ea typeface="Garamond"/>
                <a:cs typeface="Garamond"/>
                <a:sym typeface="Garamond"/>
              </a:rPr>
              <a:t>l</a:t>
            </a:r>
            <a:r>
              <a:rPr lang="en"/>
              <a:t> = 2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48" name="Google Shape;3648;p17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49" name="Google Shape;3649;p17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50" name="Google Shape;3650;p173"/>
          <p:cNvCxnSpPr>
            <a:stCxn id="3648" idx="6"/>
            <a:endCxn id="3649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1" name="Google Shape;3651;p17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52" name="Google Shape;3652;p17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53" name="Google Shape;3653;p17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54" name="Google Shape;3654;p173"/>
          <p:cNvCxnSpPr>
            <a:stCxn id="3649" idx="7"/>
            <a:endCxn id="365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5" name="Google Shape;3655;p173"/>
          <p:cNvCxnSpPr>
            <a:stCxn id="3653" idx="1"/>
            <a:endCxn id="365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6" name="Google Shape;3656;p173"/>
          <p:cNvCxnSpPr>
            <a:stCxn id="3653" idx="3"/>
            <a:endCxn id="365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7" name="Google Shape;3657;p173"/>
          <p:cNvCxnSpPr>
            <a:stCxn id="3652" idx="1"/>
            <a:endCxn id="3649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8" name="Google Shape;3658;p173"/>
          <p:cNvCxnSpPr>
            <a:stCxn id="3652" idx="0"/>
            <a:endCxn id="3651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9" name="Google Shape;3659;p173"/>
          <p:cNvSpPr txBox="1"/>
          <p:nvPr/>
        </p:nvSpPr>
        <p:spPr>
          <a:xfrm>
            <a:off x="4677750" y="4342950"/>
            <a:ext cx="2004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 path of length two!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60" name="Google Shape;3660;p173"/>
          <p:cNvCxnSpPr>
            <a:stCxn id="3659" idx="0"/>
          </p:cNvCxnSpPr>
          <p:nvPr/>
        </p:nvCxnSpPr>
        <p:spPr>
          <a:xfrm flipH="1" rot="10800000">
            <a:off x="5679750" y="3374850"/>
            <a:ext cx="430200" cy="9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4" name="Shape 3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" name="Google Shape;3665;p1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666" name="Google Shape;3666;p174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67" name="Google Shape;3667;p17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68" name="Google Shape;3668;p17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69" name="Google Shape;3669;p174"/>
          <p:cNvCxnSpPr>
            <a:stCxn id="3667" idx="6"/>
            <a:endCxn id="366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0" name="Google Shape;3670;p17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71" name="Google Shape;3671;p17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72" name="Google Shape;3672;p17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73" name="Google Shape;3673;p174"/>
          <p:cNvCxnSpPr>
            <a:stCxn id="3668" idx="7"/>
            <a:endCxn id="367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4" name="Google Shape;3674;p174"/>
          <p:cNvCxnSpPr>
            <a:stCxn id="3672" idx="1"/>
            <a:endCxn id="367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5" name="Google Shape;3675;p174"/>
          <p:cNvCxnSpPr>
            <a:stCxn id="3672" idx="3"/>
            <a:endCxn id="367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6" name="Google Shape;3676;p174"/>
          <p:cNvCxnSpPr>
            <a:stCxn id="3671" idx="1"/>
            <a:endCxn id="366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7" name="Google Shape;3677;p174"/>
          <p:cNvCxnSpPr>
            <a:stCxn id="3671" idx="0"/>
            <a:endCxn id="367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1" name="Shape 3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2" name="Google Shape;3682;p1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683" name="Google Shape;3683;p17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84" name="Google Shape;3684;p17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85" name="Google Shape;3685;p17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86" name="Google Shape;3686;p175"/>
          <p:cNvCxnSpPr>
            <a:stCxn id="3684" idx="6"/>
            <a:endCxn id="368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7" name="Google Shape;3687;p17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88" name="Google Shape;3688;p17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89" name="Google Shape;3689;p17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90" name="Google Shape;3690;p175"/>
          <p:cNvCxnSpPr>
            <a:stCxn id="3685" idx="7"/>
            <a:endCxn id="368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1" name="Google Shape;3691;p175"/>
          <p:cNvCxnSpPr>
            <a:stCxn id="3689" idx="1"/>
            <a:endCxn id="368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2" name="Google Shape;3692;p175"/>
          <p:cNvCxnSpPr>
            <a:stCxn id="3689" idx="3"/>
            <a:endCxn id="368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3" name="Google Shape;3693;p175"/>
          <p:cNvCxnSpPr>
            <a:stCxn id="3688" idx="1"/>
            <a:endCxn id="368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4" name="Google Shape;3694;p175"/>
          <p:cNvCxnSpPr>
            <a:stCxn id="3688" idx="0"/>
            <a:endCxn id="368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8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p1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700" name="Google Shape;3700;p176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01" name="Google Shape;3701;p17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02" name="Google Shape;3702;p17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03" name="Google Shape;3703;p176"/>
          <p:cNvCxnSpPr>
            <a:stCxn id="3701" idx="6"/>
            <a:endCxn id="370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4" name="Google Shape;3704;p17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05" name="Google Shape;3705;p17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06" name="Google Shape;3706;p17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07" name="Google Shape;3707;p176"/>
          <p:cNvCxnSpPr>
            <a:stCxn id="3702" idx="7"/>
            <a:endCxn id="370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8" name="Google Shape;3708;p176"/>
          <p:cNvCxnSpPr>
            <a:stCxn id="3706" idx="1"/>
            <a:endCxn id="370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9" name="Google Shape;3709;p176"/>
          <p:cNvCxnSpPr>
            <a:stCxn id="3706" idx="3"/>
            <a:endCxn id="370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0" name="Google Shape;3710;p176"/>
          <p:cNvCxnSpPr>
            <a:stCxn id="3705" idx="1"/>
            <a:endCxn id="370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1" name="Google Shape;3711;p176"/>
          <p:cNvCxnSpPr>
            <a:stCxn id="3705" idx="0"/>
            <a:endCxn id="3704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5" name="Shape 3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6" name="Google Shape;3716;p1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717" name="Google Shape;3717;p17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18" name="Google Shape;3718;p17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19" name="Google Shape;3719;p17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20" name="Google Shape;3720;p177"/>
          <p:cNvCxnSpPr>
            <a:stCxn id="3718" idx="6"/>
            <a:endCxn id="3719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1" name="Google Shape;3721;p17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22" name="Google Shape;3722;p17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23" name="Google Shape;3723;p17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24" name="Google Shape;3724;p177"/>
          <p:cNvCxnSpPr>
            <a:stCxn id="3719" idx="7"/>
            <a:endCxn id="372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5" name="Google Shape;3725;p177"/>
          <p:cNvCxnSpPr>
            <a:stCxn id="3723" idx="1"/>
            <a:endCxn id="372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6" name="Google Shape;3726;p177"/>
          <p:cNvCxnSpPr>
            <a:stCxn id="3723" idx="3"/>
            <a:endCxn id="372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7" name="Google Shape;3727;p177"/>
          <p:cNvCxnSpPr>
            <a:stCxn id="3722" idx="1"/>
            <a:endCxn id="3719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8" name="Google Shape;3728;p177"/>
          <p:cNvCxnSpPr>
            <a:stCxn id="3722" idx="0"/>
            <a:endCxn id="3721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2" name="Shape 3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3" name="Google Shape;3733;p1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734" name="Google Shape;3734;p17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CD, DA}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35" name="Google Shape;3735;p17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36" name="Google Shape;3736;p17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37" name="Google Shape;3737;p178"/>
          <p:cNvCxnSpPr>
            <a:stCxn id="3735" idx="6"/>
            <a:endCxn id="373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8" name="Google Shape;3738;p17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39" name="Google Shape;3739;p17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40" name="Google Shape;3740;p17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41" name="Google Shape;3741;p178"/>
          <p:cNvCxnSpPr>
            <a:stCxn id="3736" idx="7"/>
            <a:endCxn id="373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2" name="Google Shape;3742;p178"/>
          <p:cNvCxnSpPr>
            <a:stCxn id="3740" idx="1"/>
            <a:endCxn id="373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3" name="Google Shape;3743;p178"/>
          <p:cNvCxnSpPr>
            <a:stCxn id="3740" idx="3"/>
            <a:endCxn id="373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4" name="Google Shape;3744;p178"/>
          <p:cNvCxnSpPr>
            <a:stCxn id="3739" idx="1"/>
            <a:endCxn id="373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5" name="Google Shape;3745;p178"/>
          <p:cNvCxnSpPr>
            <a:stCxn id="3739" idx="0"/>
            <a:endCxn id="373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9" name="Shape 3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0" name="Google Shape;3750;p1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751" name="Google Shape;3751;p179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CD, DA}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paths are different lengths!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52" name="Google Shape;3752;p17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53" name="Google Shape;3753;p17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54" name="Google Shape;3754;p179"/>
          <p:cNvCxnSpPr>
            <a:stCxn id="3752" idx="6"/>
            <a:endCxn id="375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5" name="Google Shape;3755;p17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56" name="Google Shape;3756;p17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57" name="Google Shape;3757;p17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58" name="Google Shape;3758;p179"/>
          <p:cNvCxnSpPr>
            <a:stCxn id="3753" idx="7"/>
            <a:endCxn id="375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9" name="Google Shape;3759;p179"/>
          <p:cNvCxnSpPr>
            <a:stCxn id="3757" idx="1"/>
            <a:endCxn id="375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0" name="Google Shape;3760;p179"/>
          <p:cNvCxnSpPr>
            <a:stCxn id="3757" idx="3"/>
            <a:endCxn id="375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1" name="Google Shape;3761;p179"/>
          <p:cNvCxnSpPr>
            <a:stCxn id="3756" idx="1"/>
            <a:endCxn id="375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2" name="Google Shape;3762;p179"/>
          <p:cNvCxnSpPr>
            <a:stCxn id="3756" idx="0"/>
            <a:endCxn id="375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6" name="Shape 3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7" name="Google Shape;3767;p1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768" name="Google Shape;3768;p18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{BE, ED, DA}</a:t>
            </a:r>
            <a:endParaRPr b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{BE, EC, CA}</a:t>
            </a:r>
            <a:endParaRPr b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CD, DA}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paths are different lengths!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 </a:t>
            </a:r>
            <a:r>
              <a:rPr b="1" lang="en"/>
              <a:t>shortest path(s) </a:t>
            </a:r>
            <a:r>
              <a:rPr lang="en"/>
              <a:t>connecting B and A is: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i="1" lang="en" sz="1500">
                <a:latin typeface="Garamond"/>
                <a:ea typeface="Garamond"/>
                <a:cs typeface="Garamond"/>
                <a:sym typeface="Garamond"/>
              </a:rPr>
              <a:t>l</a:t>
            </a:r>
            <a:r>
              <a:rPr lang="en"/>
              <a:t> =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69" name="Google Shape;3769;p18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70" name="Google Shape;3770;p18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71" name="Google Shape;3771;p180"/>
          <p:cNvCxnSpPr>
            <a:stCxn id="3769" idx="6"/>
            <a:endCxn id="3770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2" name="Google Shape;3772;p18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73" name="Google Shape;3773;p18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74" name="Google Shape;3774;p18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75" name="Google Shape;3775;p180"/>
          <p:cNvCxnSpPr>
            <a:stCxn id="3770" idx="7"/>
            <a:endCxn id="3772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6" name="Google Shape;3776;p180"/>
          <p:cNvCxnSpPr>
            <a:stCxn id="3774" idx="1"/>
            <a:endCxn id="3772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7" name="Google Shape;3777;p180"/>
          <p:cNvCxnSpPr>
            <a:stCxn id="3774" idx="3"/>
            <a:endCxn id="3773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8" name="Google Shape;3778;p180"/>
          <p:cNvCxnSpPr>
            <a:stCxn id="3773" idx="1"/>
            <a:endCxn id="3770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9" name="Google Shape;3779;p180"/>
          <p:cNvCxnSpPr>
            <a:stCxn id="3773" idx="0"/>
            <a:endCxn id="3772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3" name="Shape 3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4" name="Google Shape;3784;p1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</a:t>
            </a:r>
            <a:endParaRPr/>
          </a:p>
        </p:txBody>
      </p:sp>
      <p:sp>
        <p:nvSpPr>
          <p:cNvPr id="3785" name="Google Shape;3785;p181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special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when a path begins and ends with the same node?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cycle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86" name="Google Shape;3786;p18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87" name="Google Shape;3787;p18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88" name="Google Shape;3788;p181"/>
          <p:cNvCxnSpPr>
            <a:stCxn id="3786" idx="6"/>
            <a:endCxn id="378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9" name="Google Shape;3789;p18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90" name="Google Shape;3790;p18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91" name="Google Shape;3791;p18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92" name="Google Shape;3792;p181"/>
          <p:cNvCxnSpPr>
            <a:stCxn id="3787" idx="7"/>
            <a:endCxn id="378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3" name="Google Shape;3793;p181"/>
          <p:cNvCxnSpPr>
            <a:stCxn id="3791" idx="1"/>
            <a:endCxn id="378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4" name="Google Shape;3794;p181"/>
          <p:cNvCxnSpPr>
            <a:stCxn id="3791" idx="3"/>
            <a:endCxn id="379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5" name="Google Shape;3795;p181"/>
          <p:cNvCxnSpPr>
            <a:stCxn id="3790" idx="1"/>
            <a:endCxn id="378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6" name="Google Shape;3796;p181"/>
          <p:cNvCxnSpPr>
            <a:stCxn id="3790" idx="0"/>
            <a:endCxn id="378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0" name="Shape 3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" name="Google Shape;3801;p1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</a:t>
            </a:r>
            <a:endParaRPr/>
          </a:p>
        </p:txBody>
      </p:sp>
      <p:sp>
        <p:nvSpPr>
          <p:cNvPr id="3802" name="Google Shape;3802;p18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special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when a path begins and ends with the same node?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cycle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path {ED, DA, AC, CE} defines a cycle of length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03" name="Google Shape;3803;p18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04" name="Google Shape;3804;p18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05" name="Google Shape;3805;p182"/>
          <p:cNvCxnSpPr>
            <a:stCxn id="3803" idx="6"/>
            <a:endCxn id="3804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6" name="Google Shape;3806;p18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07" name="Google Shape;3807;p18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08" name="Google Shape;3808;p18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09" name="Google Shape;3809;p182"/>
          <p:cNvCxnSpPr>
            <a:stCxn id="3804" idx="7"/>
            <a:endCxn id="380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0" name="Google Shape;3810;p182"/>
          <p:cNvCxnSpPr>
            <a:stCxn id="3808" idx="1"/>
            <a:endCxn id="380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1" name="Google Shape;3811;p182"/>
          <p:cNvCxnSpPr>
            <a:stCxn id="3808" idx="3"/>
            <a:endCxn id="380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2" name="Google Shape;3812;p182"/>
          <p:cNvCxnSpPr>
            <a:stCxn id="3807" idx="1"/>
            <a:endCxn id="3804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3" name="Google Shape;3813;p182"/>
          <p:cNvCxnSpPr>
            <a:stCxn id="3807" idx="0"/>
            <a:endCxn id="3806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7" name="Shape 3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Google Shape;3818;p1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</a:t>
            </a:r>
            <a:endParaRPr/>
          </a:p>
        </p:txBody>
      </p:sp>
      <p:sp>
        <p:nvSpPr>
          <p:cNvPr id="3819" name="Google Shape;3819;p183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special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when a path begins and ends with the same node?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cycle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path {ED, DA, AC, CE} defines a cycle of length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path {ED, DC, CE} defines a cycle of length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smallest length a cycle can be!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20" name="Google Shape;3820;p18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21" name="Google Shape;3821;p18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22" name="Google Shape;3822;p183"/>
          <p:cNvCxnSpPr>
            <a:stCxn id="3820" idx="6"/>
            <a:endCxn id="382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3" name="Google Shape;3823;p18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24" name="Google Shape;3824;p18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25" name="Google Shape;3825;p18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26" name="Google Shape;3826;p183"/>
          <p:cNvCxnSpPr>
            <a:stCxn id="3821" idx="7"/>
            <a:endCxn id="382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7" name="Google Shape;3827;p183"/>
          <p:cNvCxnSpPr>
            <a:stCxn id="3825" idx="1"/>
            <a:endCxn id="382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8" name="Google Shape;3828;p183"/>
          <p:cNvCxnSpPr>
            <a:stCxn id="3825" idx="3"/>
            <a:endCxn id="382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9" name="Google Shape;3829;p183"/>
          <p:cNvCxnSpPr>
            <a:stCxn id="3824" idx="1"/>
            <a:endCxn id="382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0" name="Google Shape;3830;p183"/>
          <p:cNvCxnSpPr>
            <a:stCxn id="3824" idx="0"/>
            <a:endCxn id="382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4" name="Shape 3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5" name="Google Shape;3835;p18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9" name="Shape 3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" name="Google Shape;3840;p1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3841" name="Google Shape;3841;p18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42" name="Google Shape;3842;p18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43" name="Google Shape;3843;p18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44" name="Google Shape;3844;p185"/>
          <p:cNvCxnSpPr>
            <a:stCxn id="3842" idx="5"/>
            <a:endCxn id="384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845" name="Google Shape;3845;p18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46" name="Google Shape;3846;p18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47" name="Google Shape;3847;p18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48" name="Google Shape;3848;p185"/>
          <p:cNvCxnSpPr>
            <a:stCxn id="3843" idx="7"/>
            <a:endCxn id="384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49" name="Google Shape;3849;p185"/>
          <p:cNvCxnSpPr>
            <a:stCxn id="3847" idx="1"/>
            <a:endCxn id="384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50" name="Google Shape;3850;p185"/>
          <p:cNvCxnSpPr>
            <a:stCxn id="3847" idx="3"/>
            <a:endCxn id="384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51" name="Google Shape;3851;p185"/>
          <p:cNvCxnSpPr>
            <a:stCxn id="3846" idx="1"/>
            <a:endCxn id="3845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52" name="Google Shape;3852;p185"/>
          <p:cNvCxnSpPr>
            <a:stCxn id="3846" idx="7"/>
            <a:endCxn id="3845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53" name="Google Shape;3853;p185"/>
          <p:cNvCxnSpPr>
            <a:stCxn id="3843" idx="1"/>
            <a:endCxn id="384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54" name="Google Shape;3854;p185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55" name="Google Shape;3855;p185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9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Google Shape;3860;p1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3861" name="Google Shape;3861;p186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directed paths of length 3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{AD, DE, EB}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62" name="Google Shape;3862;p18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63" name="Google Shape;3863;p18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64" name="Google Shape;3864;p186"/>
          <p:cNvCxnSpPr>
            <a:stCxn id="3862" idx="5"/>
            <a:endCxn id="386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865" name="Google Shape;3865;p18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66" name="Google Shape;3866;p18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67" name="Google Shape;3867;p18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68" name="Google Shape;3868;p186"/>
          <p:cNvCxnSpPr>
            <a:stCxn id="3863" idx="7"/>
            <a:endCxn id="386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69" name="Google Shape;3869;p186"/>
          <p:cNvCxnSpPr>
            <a:stCxn id="3867" idx="1"/>
            <a:endCxn id="386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70" name="Google Shape;3870;p186"/>
          <p:cNvCxnSpPr>
            <a:stCxn id="3867" idx="3"/>
            <a:endCxn id="386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71" name="Google Shape;3871;p186"/>
          <p:cNvCxnSpPr>
            <a:stCxn id="3866" idx="1"/>
            <a:endCxn id="3865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72" name="Google Shape;3872;p186"/>
          <p:cNvCxnSpPr>
            <a:stCxn id="3866" idx="7"/>
            <a:endCxn id="3865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73" name="Google Shape;3873;p186"/>
          <p:cNvCxnSpPr>
            <a:stCxn id="3863" idx="1"/>
            <a:endCxn id="386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74" name="Google Shape;3874;p186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75" name="Google Shape;3875;p186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9" name="Shape 3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" name="Google Shape;3880;p1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3881" name="Google Shape;3881;p18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directed paths of length 3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{AD, DE, EB}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{AC, CE, EB}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82" name="Google Shape;3882;p18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83" name="Google Shape;3883;p18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84" name="Google Shape;3884;p187"/>
          <p:cNvCxnSpPr>
            <a:stCxn id="3882" idx="5"/>
            <a:endCxn id="388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885" name="Google Shape;3885;p18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86" name="Google Shape;3886;p18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87" name="Google Shape;3887;p18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88" name="Google Shape;3888;p187"/>
          <p:cNvCxnSpPr>
            <a:stCxn id="3883" idx="7"/>
            <a:endCxn id="388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89" name="Google Shape;3889;p187"/>
          <p:cNvCxnSpPr>
            <a:stCxn id="3887" idx="1"/>
            <a:endCxn id="388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90" name="Google Shape;3890;p187"/>
          <p:cNvCxnSpPr>
            <a:stCxn id="3887" idx="3"/>
            <a:endCxn id="388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91" name="Google Shape;3891;p187"/>
          <p:cNvCxnSpPr>
            <a:stCxn id="3886" idx="1"/>
            <a:endCxn id="3885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92" name="Google Shape;3892;p187"/>
          <p:cNvCxnSpPr>
            <a:stCxn id="3886" idx="7"/>
            <a:endCxn id="3885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93" name="Google Shape;3893;p187"/>
          <p:cNvCxnSpPr>
            <a:stCxn id="3883" idx="1"/>
            <a:endCxn id="388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94" name="Google Shape;3894;p187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95" name="Google Shape;3895;p187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9" name="Shape 3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0" name="Google Shape;3900;p1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3901" name="Google Shape;3901;p18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also two directed paths of length 4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{AC, CD, DE, EB}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02" name="Google Shape;3902;p18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03" name="Google Shape;3903;p18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04" name="Google Shape;3904;p188"/>
          <p:cNvCxnSpPr>
            <a:stCxn id="3902" idx="5"/>
            <a:endCxn id="390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905" name="Google Shape;3905;p18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06" name="Google Shape;3906;p18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07" name="Google Shape;3907;p18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08" name="Google Shape;3908;p188"/>
          <p:cNvCxnSpPr>
            <a:stCxn id="3903" idx="7"/>
            <a:endCxn id="390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09" name="Google Shape;3909;p188"/>
          <p:cNvCxnSpPr>
            <a:stCxn id="3907" idx="1"/>
            <a:endCxn id="390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10" name="Google Shape;3910;p188"/>
          <p:cNvCxnSpPr>
            <a:stCxn id="3907" idx="3"/>
            <a:endCxn id="390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11" name="Google Shape;3911;p188"/>
          <p:cNvCxnSpPr>
            <a:stCxn id="3906" idx="1"/>
            <a:endCxn id="3905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12" name="Google Shape;3912;p188"/>
          <p:cNvCxnSpPr>
            <a:stCxn id="3906" idx="7"/>
            <a:endCxn id="3905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13" name="Google Shape;3913;p188"/>
          <p:cNvCxnSpPr>
            <a:stCxn id="3903" idx="1"/>
            <a:endCxn id="390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14" name="Google Shape;3914;p188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15" name="Google Shape;3915;p188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9" name="Shape 3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0" name="Google Shape;3920;p1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3921" name="Google Shape;3921;p189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also two directed paths of length 4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{AC, CD, DE, EB}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{AD, DC, CE, EB}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22" name="Google Shape;3922;p18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23" name="Google Shape;3923;p18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24" name="Google Shape;3924;p189"/>
          <p:cNvCxnSpPr>
            <a:stCxn id="3922" idx="5"/>
            <a:endCxn id="392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925" name="Google Shape;3925;p18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26" name="Google Shape;3926;p18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27" name="Google Shape;3927;p18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28" name="Google Shape;3928;p189"/>
          <p:cNvCxnSpPr>
            <a:stCxn id="3923" idx="7"/>
            <a:endCxn id="392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29" name="Google Shape;3929;p189"/>
          <p:cNvCxnSpPr>
            <a:stCxn id="3927" idx="1"/>
            <a:endCxn id="392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30" name="Google Shape;3930;p189"/>
          <p:cNvCxnSpPr>
            <a:stCxn id="3927" idx="3"/>
            <a:endCxn id="392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31" name="Google Shape;3931;p189"/>
          <p:cNvCxnSpPr>
            <a:stCxn id="3926" idx="1"/>
            <a:endCxn id="3925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32" name="Google Shape;3932;p189"/>
          <p:cNvCxnSpPr>
            <a:stCxn id="3926" idx="7"/>
            <a:endCxn id="3925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33" name="Google Shape;3933;p189"/>
          <p:cNvCxnSpPr>
            <a:stCxn id="3923" idx="1"/>
            <a:endCxn id="392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34" name="Google Shape;3934;p189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35" name="Google Shape;3935;p189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9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p1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3941" name="Google Shape;3941;p19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42" name="Google Shape;3942;p19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43" name="Google Shape;3943;p19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44" name="Google Shape;3944;p190"/>
          <p:cNvCxnSpPr>
            <a:stCxn id="3942" idx="5"/>
            <a:endCxn id="394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945" name="Google Shape;3945;p19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46" name="Google Shape;3946;p19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47" name="Google Shape;3947;p19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48" name="Google Shape;3948;p190"/>
          <p:cNvCxnSpPr>
            <a:stCxn id="3943" idx="7"/>
            <a:endCxn id="394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49" name="Google Shape;3949;p190"/>
          <p:cNvCxnSpPr>
            <a:stCxn id="3947" idx="1"/>
            <a:endCxn id="394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50" name="Google Shape;3950;p190"/>
          <p:cNvCxnSpPr>
            <a:stCxn id="3947" idx="3"/>
            <a:endCxn id="394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51" name="Google Shape;3951;p190"/>
          <p:cNvCxnSpPr>
            <a:stCxn id="3946" idx="1"/>
            <a:endCxn id="3945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52" name="Google Shape;3952;p190"/>
          <p:cNvCxnSpPr>
            <a:stCxn id="3946" idx="7"/>
            <a:endCxn id="3945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53" name="Google Shape;3953;p190"/>
          <p:cNvCxnSpPr>
            <a:stCxn id="3943" idx="1"/>
            <a:endCxn id="394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54" name="Google Shape;3954;p190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55" name="Google Shape;3955;p190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56" name="Google Shape;3956;p190"/>
          <p:cNvSpPr/>
          <p:nvPr/>
        </p:nvSpPr>
        <p:spPr>
          <a:xfrm>
            <a:off x="5061625" y="3344174"/>
            <a:ext cx="2525400" cy="105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0000"/>
                </a:solidFill>
              </a:rPr>
              <a:t>?</a:t>
            </a:r>
            <a:endParaRPr b="1" sz="19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0" name="Shape 3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1" name="Google Shape;3961;p1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3962" name="Google Shape;3962;p191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 that while A can </a:t>
            </a:r>
            <a:r>
              <a:rPr b="1" lang="en"/>
              <a:t>reach </a:t>
            </a:r>
            <a:r>
              <a:rPr lang="en"/>
              <a:t>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</a:t>
            </a:r>
            <a:r>
              <a:rPr b="1" lang="en"/>
              <a:t>cannot reach</a:t>
            </a:r>
            <a:r>
              <a:rPr lang="en"/>
              <a:t> 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63" name="Google Shape;3963;p19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64" name="Google Shape;3964;p19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65" name="Google Shape;3965;p191"/>
          <p:cNvCxnSpPr>
            <a:stCxn id="3963" idx="5"/>
            <a:endCxn id="396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966" name="Google Shape;3966;p19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67" name="Google Shape;3967;p19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68" name="Google Shape;3968;p19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69" name="Google Shape;3969;p191"/>
          <p:cNvCxnSpPr>
            <a:stCxn id="3964" idx="7"/>
            <a:endCxn id="396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70" name="Google Shape;3970;p191"/>
          <p:cNvCxnSpPr>
            <a:stCxn id="3968" idx="1"/>
            <a:endCxn id="396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71" name="Google Shape;3971;p191"/>
          <p:cNvCxnSpPr>
            <a:stCxn id="3968" idx="3"/>
            <a:endCxn id="396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72" name="Google Shape;3972;p191"/>
          <p:cNvCxnSpPr>
            <a:stCxn id="3967" idx="1"/>
            <a:endCxn id="3966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73" name="Google Shape;3973;p191"/>
          <p:cNvCxnSpPr>
            <a:stCxn id="3967" idx="7"/>
            <a:endCxn id="3966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74" name="Google Shape;3974;p191"/>
          <p:cNvCxnSpPr>
            <a:stCxn id="3964" idx="1"/>
            <a:endCxn id="396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75" name="Google Shape;3975;p191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76" name="Google Shape;3976;p191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77" name="Google Shape;3977;p191"/>
          <p:cNvSpPr/>
          <p:nvPr/>
        </p:nvSpPr>
        <p:spPr>
          <a:xfrm>
            <a:off x="4354300" y="3934749"/>
            <a:ext cx="2525400" cy="105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directed graphs the reachability relation is asymmetric!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978" name="Google Shape;3978;p191"/>
          <p:cNvCxnSpPr>
            <a:stCxn id="3977" idx="0"/>
          </p:cNvCxnSpPr>
          <p:nvPr/>
        </p:nvCxnSpPr>
        <p:spPr>
          <a:xfrm flipH="1" rot="10800000">
            <a:off x="5617000" y="3456249"/>
            <a:ext cx="794700" cy="478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p1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3984" name="Google Shape;3984;p19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 that while A can </a:t>
            </a:r>
            <a:r>
              <a:rPr b="1" lang="en"/>
              <a:t>reach </a:t>
            </a:r>
            <a:r>
              <a:rPr lang="en"/>
              <a:t>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</a:t>
            </a:r>
            <a:r>
              <a:rPr b="1" lang="en"/>
              <a:t>cannot reach</a:t>
            </a:r>
            <a:r>
              <a:rPr lang="en"/>
              <a:t>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Nonadjacent nodes may be</a:t>
            </a:r>
            <a:r>
              <a:rPr b="1" lang="en"/>
              <a:t> mutually reachable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85" name="Google Shape;3985;p19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86" name="Google Shape;3986;p19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87" name="Google Shape;3987;p192"/>
          <p:cNvCxnSpPr>
            <a:stCxn id="3985" idx="5"/>
            <a:endCxn id="3986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988" name="Google Shape;3988;p19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89" name="Google Shape;3989;p19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90" name="Google Shape;3990;p19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91" name="Google Shape;3991;p192"/>
          <p:cNvCxnSpPr>
            <a:stCxn id="3986" idx="7"/>
            <a:endCxn id="398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92" name="Google Shape;3992;p192"/>
          <p:cNvCxnSpPr>
            <a:stCxn id="3990" idx="1"/>
            <a:endCxn id="398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93" name="Google Shape;3993;p192"/>
          <p:cNvCxnSpPr>
            <a:stCxn id="3990" idx="3"/>
            <a:endCxn id="398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94" name="Google Shape;3994;p192"/>
          <p:cNvCxnSpPr>
            <a:stCxn id="3989" idx="1"/>
            <a:endCxn id="3988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95" name="Google Shape;3995;p192"/>
          <p:cNvCxnSpPr>
            <a:stCxn id="3989" idx="7"/>
            <a:endCxn id="3988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96" name="Google Shape;3996;p192"/>
          <p:cNvCxnSpPr>
            <a:stCxn id="3986" idx="1"/>
            <a:endCxn id="3985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0D5DD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97" name="Google Shape;3997;p192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0D5DD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98" name="Google Shape;3998;p192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99" name="Google Shape;3999;p192"/>
          <p:cNvSpPr/>
          <p:nvPr/>
        </p:nvSpPr>
        <p:spPr>
          <a:xfrm>
            <a:off x="2918550" y="4159450"/>
            <a:ext cx="49923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 and D are mutually reachable: B can reach D (blue directed path) and D can reach B (red directed path)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000" name="Google Shape;4000;p192"/>
          <p:cNvCxnSpPr>
            <a:stCxn id="3999" idx="0"/>
          </p:cNvCxnSpPr>
          <p:nvPr/>
        </p:nvCxnSpPr>
        <p:spPr>
          <a:xfrm flipH="1" rot="10800000">
            <a:off x="5414700" y="3570850"/>
            <a:ext cx="1040400" cy="58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4" name="Shape 4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5" name="Google Shape;4005;p1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4006" name="Google Shape;4006;p193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 that while A can </a:t>
            </a:r>
            <a:r>
              <a:rPr b="1" lang="en"/>
              <a:t>reach </a:t>
            </a:r>
            <a:r>
              <a:rPr lang="en"/>
              <a:t>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</a:t>
            </a:r>
            <a:r>
              <a:rPr b="1" lang="en"/>
              <a:t>cannot reach</a:t>
            </a:r>
            <a:r>
              <a:rPr lang="en"/>
              <a:t>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Nonadjacent nodes may be</a:t>
            </a:r>
            <a:r>
              <a:rPr b="1" lang="en"/>
              <a:t> mutually reachable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07" name="Google Shape;4007;p19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08" name="Google Shape;4008;p19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09" name="Google Shape;4009;p193"/>
          <p:cNvCxnSpPr>
            <a:stCxn id="4007" idx="5"/>
            <a:endCxn id="4008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010" name="Google Shape;4010;p19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11" name="Google Shape;4011;p19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12" name="Google Shape;4012;p19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13" name="Google Shape;4013;p193"/>
          <p:cNvCxnSpPr>
            <a:stCxn id="4008" idx="7"/>
            <a:endCxn id="401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14" name="Google Shape;4014;p193"/>
          <p:cNvCxnSpPr>
            <a:stCxn id="4012" idx="1"/>
            <a:endCxn id="401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15" name="Google Shape;4015;p193"/>
          <p:cNvCxnSpPr>
            <a:stCxn id="4012" idx="3"/>
            <a:endCxn id="401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16" name="Google Shape;4016;p193"/>
          <p:cNvCxnSpPr>
            <a:stCxn id="4011" idx="1"/>
            <a:endCxn id="4010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17" name="Google Shape;4017;p193"/>
          <p:cNvCxnSpPr>
            <a:stCxn id="4011" idx="7"/>
            <a:endCxn id="4010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18" name="Google Shape;4018;p193"/>
          <p:cNvCxnSpPr>
            <a:stCxn id="4008" idx="1"/>
            <a:endCxn id="4007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19" name="Google Shape;4019;p193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20" name="Google Shape;4020;p193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21" name="Google Shape;4021;p193"/>
          <p:cNvSpPr/>
          <p:nvPr/>
        </p:nvSpPr>
        <p:spPr>
          <a:xfrm>
            <a:off x="2918550" y="4159450"/>
            <a:ext cx="49923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 and B are NOT mutually reachable: A can reach B (red directed path) but B cannot reach A 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022" name="Google Shape;4022;p193"/>
          <p:cNvCxnSpPr>
            <a:stCxn id="4021" idx="0"/>
          </p:cNvCxnSpPr>
          <p:nvPr/>
        </p:nvCxnSpPr>
        <p:spPr>
          <a:xfrm flipH="1" rot="10800000">
            <a:off x="5414700" y="3570850"/>
            <a:ext cx="1040400" cy="58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6" name="Shape 4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7" name="Google Shape;4027;p19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1" name="Shape 4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2" name="Google Shape;4032;p1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033" name="Google Shape;4033;p195"/>
          <p:cNvSpPr txBox="1"/>
          <p:nvPr>
            <p:ph idx="1" type="body"/>
          </p:nvPr>
        </p:nvSpPr>
        <p:spPr>
          <a:xfrm>
            <a:off x="311700" y="1225225"/>
            <a:ext cx="4796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34" name="Google Shape;4034;p195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5" name="Google Shape;4035;p195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6" name="Google Shape;4036;p195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7" name="Google Shape;4037;p195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38" name="Google Shape;4038;p195"/>
          <p:cNvCxnSpPr>
            <a:stCxn id="4034" idx="3"/>
            <a:endCxn id="403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9" name="Google Shape;4039;p195"/>
          <p:cNvCxnSpPr>
            <a:stCxn id="4037" idx="1"/>
            <a:endCxn id="403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0" name="Google Shape;4040;p195"/>
          <p:cNvCxnSpPr>
            <a:stCxn id="4034" idx="4"/>
            <a:endCxn id="403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1" name="Google Shape;4041;p195"/>
          <p:cNvCxnSpPr>
            <a:stCxn id="4034" idx="5"/>
            <a:endCxn id="403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2" name="Google Shape;4042;p195"/>
          <p:cNvCxnSpPr>
            <a:stCxn id="4036" idx="2"/>
            <a:endCxn id="403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3" name="Google Shape;4043;p195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4" name="Google Shape;4044;p195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5" name="Google Shape;4045;p195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6" name="Google Shape;4046;p195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47" name="Google Shape;4047;p195"/>
          <p:cNvCxnSpPr>
            <a:stCxn id="4043" idx="3"/>
            <a:endCxn id="404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8" name="Google Shape;4048;p195"/>
          <p:cNvCxnSpPr>
            <a:stCxn id="4046" idx="0"/>
            <a:endCxn id="404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9" name="Google Shape;4049;p195"/>
          <p:cNvCxnSpPr>
            <a:stCxn id="4043" idx="5"/>
            <a:endCxn id="404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0" name="Google Shape;4050;p195"/>
          <p:cNvCxnSpPr>
            <a:stCxn id="4045" idx="2"/>
            <a:endCxn id="404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1" name="Google Shape;4051;p195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52" name="Google Shape;4052;p195"/>
          <p:cNvCxnSpPr>
            <a:stCxn id="4051" idx="0"/>
            <a:endCxn id="404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3" name="Google Shape;4053;p195"/>
          <p:cNvCxnSpPr>
            <a:stCxn id="4045" idx="3"/>
            <a:endCxn id="404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4" name="Google Shape;4054;p195"/>
          <p:cNvCxnSpPr>
            <a:stCxn id="4045" idx="3"/>
            <a:endCxn id="405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5" name="Google Shape;4055;p195"/>
          <p:cNvCxnSpPr>
            <a:stCxn id="4043" idx="4"/>
            <a:endCxn id="405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6" name="Google Shape;4056;p195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7" name="Google Shape;4057;p195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8" name="Google Shape;4058;p195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9" name="Google Shape;4059;p195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60" name="Google Shape;4060;p195"/>
          <p:cNvCxnSpPr>
            <a:stCxn id="4056" idx="3"/>
            <a:endCxn id="405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1" name="Google Shape;4061;p195"/>
          <p:cNvCxnSpPr>
            <a:stCxn id="4059" idx="0"/>
            <a:endCxn id="4057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2" name="Google Shape;4062;p195"/>
          <p:cNvCxnSpPr>
            <a:stCxn id="4056" idx="5"/>
            <a:endCxn id="4058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3" name="Google Shape;4063;p195"/>
          <p:cNvCxnSpPr>
            <a:stCxn id="4058" idx="2"/>
            <a:endCxn id="4057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4" name="Google Shape;4064;p195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65" name="Google Shape;4065;p195"/>
          <p:cNvCxnSpPr>
            <a:stCxn id="4058" idx="3"/>
            <a:endCxn id="4059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6" name="Google Shape;4066;p195"/>
          <p:cNvCxnSpPr>
            <a:stCxn id="4064" idx="2"/>
            <a:endCxn id="405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7" name="Google Shape;4067;p195"/>
          <p:cNvCxnSpPr>
            <a:stCxn id="4064" idx="0"/>
            <a:endCxn id="405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8" name="Google Shape;4068;p195"/>
          <p:cNvCxnSpPr>
            <a:stCxn id="4059" idx="6"/>
            <a:endCxn id="4064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9" name="Google Shape;4069;p195"/>
          <p:cNvCxnSpPr>
            <a:stCxn id="4036" idx="5"/>
            <a:endCxn id="4057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0" name="Google Shape;4070;p195"/>
          <p:cNvCxnSpPr>
            <a:stCxn id="4036" idx="7"/>
            <a:endCxn id="404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1" name="Google Shape;4071;p195"/>
          <p:cNvCxnSpPr>
            <a:stCxn id="4051" idx="3"/>
            <a:endCxn id="4056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2" name="Google Shape;4072;p195"/>
          <p:cNvCxnSpPr>
            <a:stCxn id="4045" idx="4"/>
            <a:endCxn id="4058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3" name="Google Shape;4073;p195"/>
          <p:cNvSpPr txBox="1"/>
          <p:nvPr/>
        </p:nvSpPr>
        <p:spPr>
          <a:xfrm>
            <a:off x="4080750" y="3946850"/>
            <a:ext cx="2289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connected graph! :)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074" name="Google Shape;4074;p195"/>
          <p:cNvCxnSpPr>
            <a:stCxn id="4073" idx="0"/>
          </p:cNvCxnSpPr>
          <p:nvPr/>
        </p:nvCxnSpPr>
        <p:spPr>
          <a:xfrm flipH="1" rot="10800000">
            <a:off x="5225700" y="3297950"/>
            <a:ext cx="1530300" cy="64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8" name="Shape 4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9" name="Google Shape;4079;p1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080" name="Google Shape;4080;p196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81" name="Google Shape;4081;p196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2" name="Google Shape;4082;p196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3" name="Google Shape;4083;p196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4" name="Google Shape;4084;p196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85" name="Google Shape;4085;p196"/>
          <p:cNvCxnSpPr>
            <a:stCxn id="4081" idx="3"/>
            <a:endCxn id="4082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6" name="Google Shape;4086;p196"/>
          <p:cNvCxnSpPr>
            <a:stCxn id="4084" idx="1"/>
            <a:endCxn id="4082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7" name="Google Shape;4087;p196"/>
          <p:cNvCxnSpPr>
            <a:stCxn id="4081" idx="4"/>
            <a:endCxn id="408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8" name="Google Shape;4088;p196"/>
          <p:cNvCxnSpPr>
            <a:stCxn id="4081" idx="5"/>
            <a:endCxn id="4083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9" name="Google Shape;4089;p196"/>
          <p:cNvCxnSpPr>
            <a:stCxn id="4083" idx="2"/>
            <a:endCxn id="4082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0" name="Google Shape;4090;p196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1" name="Google Shape;4091;p196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2" name="Google Shape;4092;p196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3" name="Google Shape;4093;p196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94" name="Google Shape;4094;p196"/>
          <p:cNvCxnSpPr>
            <a:stCxn id="4090" idx="3"/>
            <a:endCxn id="4091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5" name="Google Shape;4095;p196"/>
          <p:cNvCxnSpPr>
            <a:stCxn id="4093" idx="0"/>
            <a:endCxn id="4091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6" name="Google Shape;4096;p196"/>
          <p:cNvCxnSpPr>
            <a:stCxn id="4090" idx="5"/>
            <a:endCxn id="4092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7" name="Google Shape;4097;p196"/>
          <p:cNvCxnSpPr>
            <a:stCxn id="4092" idx="2"/>
            <a:endCxn id="4091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8" name="Google Shape;4098;p196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99" name="Google Shape;4099;p196"/>
          <p:cNvCxnSpPr>
            <a:stCxn id="4098" idx="0"/>
            <a:endCxn id="4091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0" name="Google Shape;4100;p196"/>
          <p:cNvCxnSpPr>
            <a:stCxn id="4092" idx="3"/>
            <a:endCxn id="4093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1" name="Google Shape;4101;p196"/>
          <p:cNvCxnSpPr>
            <a:stCxn id="4092" idx="3"/>
            <a:endCxn id="4098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2" name="Google Shape;4102;p196"/>
          <p:cNvCxnSpPr>
            <a:stCxn id="4090" idx="4"/>
            <a:endCxn id="4098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3" name="Google Shape;4103;p196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4" name="Google Shape;4104;p196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5" name="Google Shape;4105;p196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6" name="Google Shape;4106;p196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07" name="Google Shape;4107;p196"/>
          <p:cNvCxnSpPr>
            <a:stCxn id="4103" idx="3"/>
            <a:endCxn id="4104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8" name="Google Shape;4108;p196"/>
          <p:cNvCxnSpPr>
            <a:stCxn id="4106" idx="0"/>
            <a:endCxn id="4104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9" name="Google Shape;4109;p196"/>
          <p:cNvCxnSpPr>
            <a:stCxn id="4103" idx="5"/>
            <a:endCxn id="4105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0" name="Google Shape;4110;p196"/>
          <p:cNvCxnSpPr>
            <a:stCxn id="4105" idx="2"/>
            <a:endCxn id="4104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1" name="Google Shape;4111;p196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12" name="Google Shape;4112;p196"/>
          <p:cNvCxnSpPr>
            <a:stCxn id="4105" idx="3"/>
            <a:endCxn id="4106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3" name="Google Shape;4113;p196"/>
          <p:cNvCxnSpPr>
            <a:stCxn id="4111" idx="2"/>
            <a:endCxn id="4104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4" name="Google Shape;4114;p196"/>
          <p:cNvCxnSpPr>
            <a:stCxn id="4111" idx="0"/>
            <a:endCxn id="4103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5" name="Google Shape;4115;p196"/>
          <p:cNvCxnSpPr>
            <a:stCxn id="4106" idx="6"/>
            <a:endCxn id="4111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6" name="Google Shape;4116;p196"/>
          <p:cNvSpPr txBox="1"/>
          <p:nvPr/>
        </p:nvSpPr>
        <p:spPr>
          <a:xfrm>
            <a:off x="4080750" y="3946850"/>
            <a:ext cx="2289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disconnected :(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117" name="Google Shape;4117;p196"/>
          <p:cNvCxnSpPr>
            <a:stCxn id="4116" idx="0"/>
          </p:cNvCxnSpPr>
          <p:nvPr/>
        </p:nvCxnSpPr>
        <p:spPr>
          <a:xfrm flipH="1" rot="10800000">
            <a:off x="5225700" y="3297950"/>
            <a:ext cx="1530300" cy="64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1" name="Shape 4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2" name="Google Shape;4122;p1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123" name="Google Shape;4123;p197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connected subgraph that is part of a larger disconnected graph is called a </a:t>
            </a:r>
            <a:r>
              <a:rPr b="1" lang="en"/>
              <a:t>component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24" name="Google Shape;4124;p197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5" name="Google Shape;4125;p197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6" name="Google Shape;4126;p197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7" name="Google Shape;4127;p197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28" name="Google Shape;4128;p197"/>
          <p:cNvCxnSpPr>
            <a:stCxn id="4124" idx="3"/>
            <a:endCxn id="412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9" name="Google Shape;4129;p197"/>
          <p:cNvCxnSpPr>
            <a:stCxn id="4127" idx="1"/>
            <a:endCxn id="412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0" name="Google Shape;4130;p197"/>
          <p:cNvCxnSpPr>
            <a:stCxn id="4124" idx="4"/>
            <a:endCxn id="412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1" name="Google Shape;4131;p197"/>
          <p:cNvCxnSpPr>
            <a:stCxn id="4124" idx="5"/>
            <a:endCxn id="412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2" name="Google Shape;4132;p197"/>
          <p:cNvCxnSpPr>
            <a:stCxn id="4126" idx="2"/>
            <a:endCxn id="412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3" name="Google Shape;4133;p197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4" name="Google Shape;4134;p197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5" name="Google Shape;4135;p197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6" name="Google Shape;4136;p197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37" name="Google Shape;4137;p197"/>
          <p:cNvCxnSpPr>
            <a:stCxn id="4133" idx="3"/>
            <a:endCxn id="413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8" name="Google Shape;4138;p197"/>
          <p:cNvCxnSpPr>
            <a:stCxn id="4136" idx="0"/>
            <a:endCxn id="413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9" name="Google Shape;4139;p197"/>
          <p:cNvCxnSpPr>
            <a:stCxn id="4133" idx="5"/>
            <a:endCxn id="413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0" name="Google Shape;4140;p197"/>
          <p:cNvCxnSpPr>
            <a:stCxn id="4135" idx="2"/>
            <a:endCxn id="413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1" name="Google Shape;4141;p197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42" name="Google Shape;4142;p197"/>
          <p:cNvCxnSpPr>
            <a:stCxn id="4141" idx="0"/>
            <a:endCxn id="413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3" name="Google Shape;4143;p197"/>
          <p:cNvCxnSpPr>
            <a:stCxn id="4135" idx="3"/>
            <a:endCxn id="413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4" name="Google Shape;4144;p197"/>
          <p:cNvCxnSpPr>
            <a:stCxn id="4135" idx="3"/>
            <a:endCxn id="414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5" name="Google Shape;4145;p197"/>
          <p:cNvCxnSpPr>
            <a:stCxn id="4133" idx="4"/>
            <a:endCxn id="414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6" name="Google Shape;4146;p197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7" name="Google Shape;4147;p197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8" name="Google Shape;4148;p197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9" name="Google Shape;4149;p197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50" name="Google Shape;4150;p197"/>
          <p:cNvCxnSpPr>
            <a:stCxn id="4146" idx="3"/>
            <a:endCxn id="414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1" name="Google Shape;4151;p197"/>
          <p:cNvCxnSpPr>
            <a:stCxn id="4149" idx="0"/>
            <a:endCxn id="4147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2" name="Google Shape;4152;p197"/>
          <p:cNvCxnSpPr>
            <a:stCxn id="4146" idx="5"/>
            <a:endCxn id="4148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3" name="Google Shape;4153;p197"/>
          <p:cNvCxnSpPr>
            <a:stCxn id="4148" idx="2"/>
            <a:endCxn id="4147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4" name="Google Shape;4154;p197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55" name="Google Shape;4155;p197"/>
          <p:cNvCxnSpPr>
            <a:stCxn id="4148" idx="3"/>
            <a:endCxn id="4149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6" name="Google Shape;4156;p197"/>
          <p:cNvCxnSpPr>
            <a:stCxn id="4154" idx="2"/>
            <a:endCxn id="414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7" name="Google Shape;4157;p197"/>
          <p:cNvCxnSpPr>
            <a:stCxn id="4154" idx="0"/>
            <a:endCxn id="414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8" name="Google Shape;4158;p197"/>
          <p:cNvCxnSpPr>
            <a:stCxn id="4149" idx="6"/>
            <a:endCxn id="4154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9" name="Google Shape;4159;p197"/>
          <p:cNvSpPr txBox="1"/>
          <p:nvPr/>
        </p:nvSpPr>
        <p:spPr>
          <a:xfrm>
            <a:off x="4974336" y="4306824"/>
            <a:ext cx="22257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three components!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160" name="Google Shape;4160;p197"/>
          <p:cNvSpPr/>
          <p:nvPr/>
        </p:nvSpPr>
        <p:spPr>
          <a:xfrm>
            <a:off x="5177125" y="17970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1" name="Google Shape;4161;p197"/>
          <p:cNvSpPr/>
          <p:nvPr/>
        </p:nvSpPr>
        <p:spPr>
          <a:xfrm>
            <a:off x="6883725" y="42852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2" name="Google Shape;4162;p197"/>
          <p:cNvSpPr/>
          <p:nvPr/>
        </p:nvSpPr>
        <p:spPr>
          <a:xfrm>
            <a:off x="7162850" y="29922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6" name="Shape 4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" name="Google Shape;4167;p1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168" name="Google Shape;4168;p198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connected subgraph that is part of a larger disconnected 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If a graph has more than one component it is by definition disconnected</a:t>
            </a:r>
            <a:endParaRPr i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69" name="Google Shape;4169;p198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0" name="Google Shape;4170;p198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1" name="Google Shape;4171;p198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2" name="Google Shape;4172;p198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73" name="Google Shape;4173;p198"/>
          <p:cNvCxnSpPr>
            <a:stCxn id="4169" idx="3"/>
            <a:endCxn id="417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4" name="Google Shape;4174;p198"/>
          <p:cNvCxnSpPr>
            <a:stCxn id="4172" idx="1"/>
            <a:endCxn id="417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5" name="Google Shape;4175;p198"/>
          <p:cNvCxnSpPr>
            <a:stCxn id="4169" idx="4"/>
            <a:endCxn id="4172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6" name="Google Shape;4176;p198"/>
          <p:cNvCxnSpPr>
            <a:stCxn id="4169" idx="5"/>
            <a:endCxn id="4171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7" name="Google Shape;4177;p198"/>
          <p:cNvCxnSpPr>
            <a:stCxn id="4171" idx="2"/>
            <a:endCxn id="4170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8" name="Google Shape;4178;p198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9" name="Google Shape;4179;p198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0" name="Google Shape;4180;p198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1" name="Google Shape;4181;p198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82" name="Google Shape;4182;p198"/>
          <p:cNvCxnSpPr>
            <a:stCxn id="4178" idx="3"/>
            <a:endCxn id="4179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3" name="Google Shape;4183;p198"/>
          <p:cNvCxnSpPr>
            <a:stCxn id="4181" idx="0"/>
            <a:endCxn id="4179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4" name="Google Shape;4184;p198"/>
          <p:cNvCxnSpPr>
            <a:stCxn id="4178" idx="5"/>
            <a:endCxn id="4180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5" name="Google Shape;4185;p198"/>
          <p:cNvCxnSpPr>
            <a:stCxn id="4180" idx="2"/>
            <a:endCxn id="4179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6" name="Google Shape;4186;p198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87" name="Google Shape;4187;p198"/>
          <p:cNvCxnSpPr>
            <a:stCxn id="4186" idx="0"/>
            <a:endCxn id="4179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8" name="Google Shape;4188;p198"/>
          <p:cNvCxnSpPr>
            <a:stCxn id="4180" idx="3"/>
            <a:endCxn id="4181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9" name="Google Shape;4189;p198"/>
          <p:cNvCxnSpPr>
            <a:stCxn id="4180" idx="3"/>
            <a:endCxn id="4186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0" name="Google Shape;4190;p198"/>
          <p:cNvCxnSpPr>
            <a:stCxn id="4178" idx="4"/>
            <a:endCxn id="4186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1" name="Google Shape;4191;p198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2" name="Google Shape;4192;p198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3" name="Google Shape;4193;p198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4" name="Google Shape;4194;p198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95" name="Google Shape;4195;p198"/>
          <p:cNvCxnSpPr>
            <a:stCxn id="4191" idx="3"/>
            <a:endCxn id="419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6" name="Google Shape;4196;p198"/>
          <p:cNvCxnSpPr>
            <a:stCxn id="4194" idx="0"/>
            <a:endCxn id="4192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7" name="Google Shape;4197;p198"/>
          <p:cNvCxnSpPr>
            <a:stCxn id="4191" idx="5"/>
            <a:endCxn id="419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8" name="Google Shape;4198;p198"/>
          <p:cNvCxnSpPr>
            <a:stCxn id="4193" idx="2"/>
            <a:endCxn id="419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9" name="Google Shape;4199;p198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00" name="Google Shape;4200;p198"/>
          <p:cNvCxnSpPr>
            <a:stCxn id="4193" idx="3"/>
            <a:endCxn id="4194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1" name="Google Shape;4201;p198"/>
          <p:cNvCxnSpPr>
            <a:stCxn id="4199" idx="2"/>
            <a:endCxn id="419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2" name="Google Shape;4202;p198"/>
          <p:cNvCxnSpPr>
            <a:stCxn id="4199" idx="0"/>
            <a:endCxn id="419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3" name="Google Shape;4203;p198"/>
          <p:cNvCxnSpPr>
            <a:stCxn id="4194" idx="6"/>
            <a:endCxn id="4199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4" name="Google Shape;4204;p198"/>
          <p:cNvSpPr txBox="1"/>
          <p:nvPr/>
        </p:nvSpPr>
        <p:spPr>
          <a:xfrm>
            <a:off x="4974475" y="4306073"/>
            <a:ext cx="22257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three components!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205" name="Google Shape;4205;p198"/>
          <p:cNvSpPr/>
          <p:nvPr/>
        </p:nvSpPr>
        <p:spPr>
          <a:xfrm>
            <a:off x="5177125" y="17970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6" name="Google Shape;4206;p198"/>
          <p:cNvSpPr/>
          <p:nvPr/>
        </p:nvSpPr>
        <p:spPr>
          <a:xfrm>
            <a:off x="6883725" y="42852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7" name="Google Shape;4207;p198"/>
          <p:cNvSpPr/>
          <p:nvPr/>
        </p:nvSpPr>
        <p:spPr>
          <a:xfrm>
            <a:off x="7162850" y="29922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1" name="Shape 4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2" name="Google Shape;4212;p1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213" name="Google Shape;4213;p199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connected subgraph of a disconnected graph containing the largest number of nodes is called the </a:t>
            </a:r>
            <a:r>
              <a:rPr b="1" lang="en"/>
              <a:t>giant component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4214" name="Google Shape;4214;p199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4215" name="Google Shape;4215;p199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199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199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199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19" name="Google Shape;4219;p199"/>
            <p:cNvCxnSpPr>
              <a:stCxn id="4215" idx="3"/>
              <a:endCxn id="4216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0" name="Google Shape;4220;p199"/>
            <p:cNvCxnSpPr>
              <a:stCxn id="4218" idx="1"/>
              <a:endCxn id="4216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1" name="Google Shape;4221;p199"/>
            <p:cNvCxnSpPr>
              <a:stCxn id="4215" idx="4"/>
              <a:endCxn id="4218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2" name="Google Shape;4222;p199"/>
            <p:cNvCxnSpPr>
              <a:stCxn id="4215" idx="5"/>
              <a:endCxn id="4217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3" name="Google Shape;4223;p199"/>
            <p:cNvCxnSpPr>
              <a:stCxn id="4217" idx="2"/>
              <a:endCxn id="4216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24" name="Google Shape;4224;p199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199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199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199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28" name="Google Shape;4228;p199"/>
            <p:cNvCxnSpPr>
              <a:stCxn id="4224" idx="3"/>
              <a:endCxn id="4225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9" name="Google Shape;4229;p199"/>
            <p:cNvCxnSpPr>
              <a:stCxn id="4227" idx="0"/>
              <a:endCxn id="4225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0" name="Google Shape;4230;p199"/>
            <p:cNvCxnSpPr>
              <a:stCxn id="4224" idx="5"/>
              <a:endCxn id="4226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1" name="Google Shape;4231;p199"/>
            <p:cNvCxnSpPr>
              <a:stCxn id="4226" idx="2"/>
              <a:endCxn id="4225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2" name="Google Shape;4232;p199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33" name="Google Shape;4233;p199"/>
            <p:cNvCxnSpPr>
              <a:stCxn id="4232" idx="0"/>
              <a:endCxn id="4225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4" name="Google Shape;4234;p199"/>
            <p:cNvCxnSpPr>
              <a:stCxn id="4226" idx="3"/>
              <a:endCxn id="4227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5" name="Google Shape;4235;p199"/>
            <p:cNvCxnSpPr>
              <a:stCxn id="4226" idx="3"/>
              <a:endCxn id="4232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6" name="Google Shape;4236;p199"/>
            <p:cNvCxnSpPr>
              <a:stCxn id="4224" idx="4"/>
              <a:endCxn id="4232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7" name="Google Shape;4237;p199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199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199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199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41" name="Google Shape;4241;p199"/>
            <p:cNvCxnSpPr>
              <a:stCxn id="4237" idx="3"/>
              <a:endCxn id="4238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2" name="Google Shape;4242;p199"/>
            <p:cNvCxnSpPr>
              <a:stCxn id="4240" idx="0"/>
              <a:endCxn id="4238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3" name="Google Shape;4243;p199"/>
            <p:cNvCxnSpPr>
              <a:stCxn id="4237" idx="5"/>
              <a:endCxn id="4239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4" name="Google Shape;4244;p199"/>
            <p:cNvCxnSpPr>
              <a:stCxn id="4239" idx="2"/>
              <a:endCxn id="4238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45" name="Google Shape;4245;p199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46" name="Google Shape;4246;p199"/>
            <p:cNvCxnSpPr>
              <a:stCxn id="4239" idx="3"/>
              <a:endCxn id="4240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7" name="Google Shape;4247;p199"/>
            <p:cNvCxnSpPr>
              <a:stCxn id="4245" idx="2"/>
              <a:endCxn id="4238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8" name="Google Shape;4248;p199"/>
            <p:cNvCxnSpPr>
              <a:stCxn id="4245" idx="0"/>
              <a:endCxn id="4237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9" name="Google Shape;4249;p199"/>
            <p:cNvCxnSpPr>
              <a:stCxn id="4240" idx="6"/>
              <a:endCxn id="4245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0" name="Google Shape;4250;p199"/>
            <p:cNvCxnSpPr>
              <a:stCxn id="4232" idx="3"/>
              <a:endCxn id="4237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1" name="Google Shape;4251;p199"/>
            <p:cNvCxnSpPr>
              <a:stCxn id="4226" idx="4"/>
              <a:endCxn id="4239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5" name="Shape 4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6" name="Google Shape;4256;p2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257" name="Google Shape;4257;p200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connected subgraph of a disconnected graph containing the largest number of nodes is called the </a:t>
            </a:r>
            <a:r>
              <a:rPr b="1" lang="en"/>
              <a:t>giant component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4258" name="Google Shape;4258;p200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4259" name="Google Shape;4259;p200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200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200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200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63" name="Google Shape;4263;p200"/>
            <p:cNvCxnSpPr>
              <a:stCxn id="4259" idx="3"/>
              <a:endCxn id="4260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4" name="Google Shape;4264;p200"/>
            <p:cNvCxnSpPr>
              <a:stCxn id="4262" idx="1"/>
              <a:endCxn id="4260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5" name="Google Shape;4265;p200"/>
            <p:cNvCxnSpPr>
              <a:stCxn id="4259" idx="4"/>
              <a:endCxn id="4262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6" name="Google Shape;4266;p200"/>
            <p:cNvCxnSpPr>
              <a:stCxn id="4259" idx="5"/>
              <a:endCxn id="4261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7" name="Google Shape;4267;p200"/>
            <p:cNvCxnSpPr>
              <a:stCxn id="4261" idx="2"/>
              <a:endCxn id="4260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68" name="Google Shape;4268;p200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200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200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200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72" name="Google Shape;4272;p200"/>
            <p:cNvCxnSpPr>
              <a:stCxn id="4268" idx="3"/>
              <a:endCxn id="4269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3" name="Google Shape;4273;p200"/>
            <p:cNvCxnSpPr>
              <a:stCxn id="4271" idx="0"/>
              <a:endCxn id="4269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4" name="Google Shape;4274;p200"/>
            <p:cNvCxnSpPr>
              <a:stCxn id="4268" idx="5"/>
              <a:endCxn id="4270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5" name="Google Shape;4275;p200"/>
            <p:cNvCxnSpPr>
              <a:stCxn id="4270" idx="2"/>
              <a:endCxn id="4269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76" name="Google Shape;4276;p200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77" name="Google Shape;4277;p200"/>
            <p:cNvCxnSpPr>
              <a:stCxn id="4276" idx="0"/>
              <a:endCxn id="4269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8" name="Google Shape;4278;p200"/>
            <p:cNvCxnSpPr>
              <a:stCxn id="4270" idx="3"/>
              <a:endCxn id="4271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9" name="Google Shape;4279;p200"/>
            <p:cNvCxnSpPr>
              <a:stCxn id="4270" idx="3"/>
              <a:endCxn id="4276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0" name="Google Shape;4280;p200"/>
            <p:cNvCxnSpPr>
              <a:stCxn id="4268" idx="4"/>
              <a:endCxn id="4276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81" name="Google Shape;4281;p200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200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200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200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85" name="Google Shape;4285;p200"/>
            <p:cNvCxnSpPr>
              <a:stCxn id="4281" idx="3"/>
              <a:endCxn id="4282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6" name="Google Shape;4286;p200"/>
            <p:cNvCxnSpPr>
              <a:stCxn id="4284" idx="0"/>
              <a:endCxn id="4282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7" name="Google Shape;4287;p200"/>
            <p:cNvCxnSpPr>
              <a:stCxn id="4281" idx="5"/>
              <a:endCxn id="4283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8" name="Google Shape;4288;p200"/>
            <p:cNvCxnSpPr>
              <a:stCxn id="4283" idx="2"/>
              <a:endCxn id="4282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89" name="Google Shape;4289;p200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90" name="Google Shape;4290;p200"/>
            <p:cNvCxnSpPr>
              <a:stCxn id="4283" idx="3"/>
              <a:endCxn id="4284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1" name="Google Shape;4291;p200"/>
            <p:cNvCxnSpPr>
              <a:stCxn id="4289" idx="2"/>
              <a:endCxn id="4282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2" name="Google Shape;4292;p200"/>
            <p:cNvCxnSpPr>
              <a:stCxn id="4289" idx="0"/>
              <a:endCxn id="4281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3" name="Google Shape;4293;p200"/>
            <p:cNvCxnSpPr>
              <a:stCxn id="4284" idx="6"/>
              <a:endCxn id="4289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4" name="Google Shape;4294;p200"/>
            <p:cNvCxnSpPr>
              <a:stCxn id="4276" idx="3"/>
              <a:endCxn id="4281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5" name="Google Shape;4295;p200"/>
            <p:cNvCxnSpPr>
              <a:stCxn id="4270" idx="4"/>
              <a:endCxn id="4283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96" name="Google Shape;4296;p200"/>
          <p:cNvSpPr txBox="1"/>
          <p:nvPr/>
        </p:nvSpPr>
        <p:spPr>
          <a:xfrm>
            <a:off x="4974475" y="4306073"/>
            <a:ext cx="22257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giant component!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297" name="Google Shape;4297;p200"/>
          <p:cNvSpPr/>
          <p:nvPr/>
        </p:nvSpPr>
        <p:spPr>
          <a:xfrm>
            <a:off x="6688025" y="416750"/>
            <a:ext cx="2192100" cy="4490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1" name="Shape 4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2" name="Google Shape;4302;p2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303" name="Google Shape;4303;p20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04" name="Google Shape;4304;p20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5" name="Google Shape;4305;p20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6" name="Google Shape;4306;p201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7" name="Google Shape;4307;p20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08" name="Google Shape;4308;p201"/>
          <p:cNvCxnSpPr>
            <a:stCxn id="4304" idx="3"/>
            <a:endCxn id="430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9" name="Google Shape;4309;p201"/>
          <p:cNvCxnSpPr>
            <a:stCxn id="4307" idx="1"/>
            <a:endCxn id="430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0" name="Google Shape;4310;p201"/>
          <p:cNvCxnSpPr>
            <a:stCxn id="4304" idx="4"/>
            <a:endCxn id="430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1" name="Google Shape;4311;p201"/>
          <p:cNvCxnSpPr>
            <a:stCxn id="4304" idx="5"/>
            <a:endCxn id="430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2" name="Google Shape;4312;p201"/>
          <p:cNvCxnSpPr>
            <a:stCxn id="4306" idx="2"/>
            <a:endCxn id="430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3" name="Google Shape;4313;p20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4" name="Google Shape;4314;p20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5" name="Google Shape;4315;p20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6" name="Google Shape;4316;p20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17" name="Google Shape;4317;p201"/>
          <p:cNvCxnSpPr>
            <a:stCxn id="4313" idx="3"/>
            <a:endCxn id="431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8" name="Google Shape;4318;p201"/>
          <p:cNvCxnSpPr>
            <a:stCxn id="4316" idx="0"/>
            <a:endCxn id="431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9" name="Google Shape;4319;p201"/>
          <p:cNvCxnSpPr>
            <a:stCxn id="4313" idx="5"/>
            <a:endCxn id="431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0" name="Google Shape;4320;p201"/>
          <p:cNvCxnSpPr>
            <a:stCxn id="4315" idx="2"/>
            <a:endCxn id="431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1" name="Google Shape;4321;p20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22" name="Google Shape;4322;p201"/>
          <p:cNvCxnSpPr>
            <a:stCxn id="4321" idx="0"/>
            <a:endCxn id="431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3" name="Google Shape;4323;p201"/>
          <p:cNvCxnSpPr>
            <a:stCxn id="4315" idx="3"/>
            <a:endCxn id="431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4" name="Google Shape;4324;p201"/>
          <p:cNvCxnSpPr>
            <a:stCxn id="4315" idx="3"/>
            <a:endCxn id="432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5" name="Google Shape;4325;p201"/>
          <p:cNvCxnSpPr>
            <a:stCxn id="4313" idx="4"/>
            <a:endCxn id="432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6" name="Google Shape;4326;p20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7" name="Google Shape;4327;p20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8" name="Google Shape;4328;p201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9" name="Google Shape;4329;p201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30" name="Google Shape;4330;p201"/>
          <p:cNvCxnSpPr>
            <a:stCxn id="4326" idx="3"/>
            <a:endCxn id="432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1" name="Google Shape;4331;p201"/>
          <p:cNvCxnSpPr>
            <a:stCxn id="4329" idx="0"/>
            <a:endCxn id="4327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2" name="Google Shape;4332;p201"/>
          <p:cNvCxnSpPr>
            <a:stCxn id="4326" idx="5"/>
            <a:endCxn id="4328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3" name="Google Shape;4333;p201"/>
          <p:cNvCxnSpPr>
            <a:stCxn id="4328" idx="2"/>
            <a:endCxn id="4327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4" name="Google Shape;4334;p20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35" name="Google Shape;4335;p201"/>
          <p:cNvCxnSpPr>
            <a:stCxn id="4328" idx="3"/>
            <a:endCxn id="4329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6" name="Google Shape;4336;p201"/>
          <p:cNvCxnSpPr>
            <a:stCxn id="4334" idx="2"/>
            <a:endCxn id="432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7" name="Google Shape;4337;p201"/>
          <p:cNvCxnSpPr>
            <a:stCxn id="4334" idx="0"/>
            <a:endCxn id="432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8" name="Google Shape;4338;p201"/>
          <p:cNvCxnSpPr>
            <a:stCxn id="4329" idx="6"/>
            <a:endCxn id="4334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9" name="Google Shape;4339;p201"/>
          <p:cNvCxnSpPr>
            <a:stCxn id="4306" idx="5"/>
            <a:endCxn id="4327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0" name="Google Shape;4340;p201"/>
          <p:cNvCxnSpPr>
            <a:stCxn id="4306" idx="7"/>
            <a:endCxn id="431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1" name="Google Shape;4341;p201"/>
          <p:cNvCxnSpPr>
            <a:stCxn id="4321" idx="3"/>
            <a:endCxn id="4326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2" name="Google Shape;4342;p201"/>
          <p:cNvCxnSpPr>
            <a:stCxn id="4315" idx="4"/>
            <a:endCxn id="4328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6" name="Shape 4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7" name="Google Shape;4347;p2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348" name="Google Shape;4348;p202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49" name="Google Shape;4349;p202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0" name="Google Shape;4350;p202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1" name="Google Shape;4351;p202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2" name="Google Shape;4352;p202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53" name="Google Shape;4353;p202"/>
          <p:cNvCxnSpPr>
            <a:stCxn id="4349" idx="3"/>
            <a:endCxn id="435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4" name="Google Shape;4354;p202"/>
          <p:cNvCxnSpPr>
            <a:stCxn id="4352" idx="1"/>
            <a:endCxn id="435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5" name="Google Shape;4355;p202"/>
          <p:cNvCxnSpPr>
            <a:stCxn id="4349" idx="4"/>
            <a:endCxn id="4352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6" name="Google Shape;4356;p202"/>
          <p:cNvCxnSpPr>
            <a:stCxn id="4349" idx="5"/>
            <a:endCxn id="4351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7" name="Google Shape;4357;p202"/>
          <p:cNvCxnSpPr>
            <a:stCxn id="4351" idx="2"/>
            <a:endCxn id="4350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8" name="Google Shape;4358;p202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9" name="Google Shape;4359;p202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0" name="Google Shape;4360;p202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1" name="Google Shape;4361;p202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62" name="Google Shape;4362;p202"/>
          <p:cNvCxnSpPr>
            <a:stCxn id="4358" idx="3"/>
            <a:endCxn id="4359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3" name="Google Shape;4363;p202"/>
          <p:cNvCxnSpPr>
            <a:stCxn id="4361" idx="0"/>
            <a:endCxn id="4359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4" name="Google Shape;4364;p202"/>
          <p:cNvCxnSpPr>
            <a:stCxn id="4358" idx="5"/>
            <a:endCxn id="4360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5" name="Google Shape;4365;p202"/>
          <p:cNvCxnSpPr>
            <a:stCxn id="4360" idx="2"/>
            <a:endCxn id="4359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6" name="Google Shape;4366;p202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67" name="Google Shape;4367;p202"/>
          <p:cNvCxnSpPr>
            <a:stCxn id="4366" idx="0"/>
            <a:endCxn id="4359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8" name="Google Shape;4368;p202"/>
          <p:cNvCxnSpPr>
            <a:stCxn id="4360" idx="3"/>
            <a:endCxn id="4361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9" name="Google Shape;4369;p202"/>
          <p:cNvCxnSpPr>
            <a:stCxn id="4360" idx="3"/>
            <a:endCxn id="4366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0" name="Google Shape;4370;p202"/>
          <p:cNvCxnSpPr>
            <a:stCxn id="4358" idx="4"/>
            <a:endCxn id="4366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1" name="Google Shape;4371;p202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2" name="Google Shape;4372;p202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3" name="Google Shape;4373;p202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4" name="Google Shape;4374;p202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75" name="Google Shape;4375;p202"/>
          <p:cNvCxnSpPr>
            <a:stCxn id="4371" idx="3"/>
            <a:endCxn id="437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6" name="Google Shape;4376;p202"/>
          <p:cNvCxnSpPr>
            <a:stCxn id="4374" idx="0"/>
            <a:endCxn id="4372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7" name="Google Shape;4377;p202"/>
          <p:cNvCxnSpPr>
            <a:stCxn id="4371" idx="5"/>
            <a:endCxn id="437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8" name="Google Shape;4378;p202"/>
          <p:cNvCxnSpPr>
            <a:stCxn id="4373" idx="2"/>
            <a:endCxn id="437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9" name="Google Shape;4379;p202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80" name="Google Shape;4380;p202"/>
          <p:cNvCxnSpPr>
            <a:stCxn id="4373" idx="3"/>
            <a:endCxn id="4374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1" name="Google Shape;4381;p202"/>
          <p:cNvCxnSpPr>
            <a:stCxn id="4379" idx="2"/>
            <a:endCxn id="437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2" name="Google Shape;4382;p202"/>
          <p:cNvCxnSpPr>
            <a:stCxn id="4379" idx="0"/>
            <a:endCxn id="437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3" name="Google Shape;4383;p202"/>
          <p:cNvCxnSpPr>
            <a:stCxn id="4374" idx="6"/>
            <a:endCxn id="4379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4" name="Google Shape;4384;p202"/>
          <p:cNvCxnSpPr>
            <a:stCxn id="4366" idx="3"/>
            <a:endCxn id="4371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5" name="Google Shape;4385;p202"/>
          <p:cNvCxnSpPr>
            <a:stCxn id="4360" idx="4"/>
            <a:endCxn id="4373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6" name="Google Shape;4386;p202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0" name="Shape 4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1" name="Google Shape;4391;p2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392" name="Google Shape;4392;p203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4393" name="Google Shape;4393;p203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4394" name="Google Shape;4394;p203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203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203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203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98" name="Google Shape;4398;p203"/>
            <p:cNvCxnSpPr>
              <a:stCxn id="4394" idx="3"/>
              <a:endCxn id="4395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9" name="Google Shape;4399;p203"/>
            <p:cNvCxnSpPr>
              <a:stCxn id="4397" idx="1"/>
              <a:endCxn id="4395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0" name="Google Shape;4400;p203"/>
            <p:cNvCxnSpPr>
              <a:stCxn id="4394" idx="4"/>
              <a:endCxn id="4397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1" name="Google Shape;4401;p203"/>
            <p:cNvCxnSpPr>
              <a:stCxn id="4394" idx="5"/>
              <a:endCxn id="4396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2" name="Google Shape;4402;p203"/>
            <p:cNvCxnSpPr>
              <a:stCxn id="4396" idx="2"/>
              <a:endCxn id="4395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03" name="Google Shape;4403;p203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203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203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203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07" name="Google Shape;4407;p203"/>
            <p:cNvCxnSpPr>
              <a:stCxn id="4403" idx="3"/>
              <a:endCxn id="4404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8" name="Google Shape;4408;p203"/>
            <p:cNvCxnSpPr>
              <a:stCxn id="4406" idx="0"/>
              <a:endCxn id="4404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9" name="Google Shape;4409;p203"/>
            <p:cNvCxnSpPr>
              <a:stCxn id="4403" idx="5"/>
              <a:endCxn id="4405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0" name="Google Shape;4410;p203"/>
            <p:cNvCxnSpPr>
              <a:stCxn id="4405" idx="2"/>
              <a:endCxn id="4404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11" name="Google Shape;4411;p203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12" name="Google Shape;4412;p203"/>
            <p:cNvCxnSpPr>
              <a:stCxn id="4411" idx="0"/>
              <a:endCxn id="4404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3" name="Google Shape;4413;p203"/>
            <p:cNvCxnSpPr>
              <a:stCxn id="4405" idx="3"/>
              <a:endCxn id="4406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4" name="Google Shape;4414;p203"/>
            <p:cNvCxnSpPr>
              <a:stCxn id="4405" idx="3"/>
              <a:endCxn id="4411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5" name="Google Shape;4415;p203"/>
            <p:cNvCxnSpPr>
              <a:stCxn id="4403" idx="4"/>
              <a:endCxn id="4411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16" name="Google Shape;4416;p203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203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203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20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20" name="Google Shape;4420;p203"/>
            <p:cNvCxnSpPr>
              <a:stCxn id="4416" idx="3"/>
              <a:endCxn id="4417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1" name="Google Shape;4421;p203"/>
            <p:cNvCxnSpPr>
              <a:stCxn id="4419" idx="0"/>
              <a:endCxn id="4417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2" name="Google Shape;4422;p203"/>
            <p:cNvCxnSpPr>
              <a:stCxn id="4416" idx="5"/>
              <a:endCxn id="4418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3" name="Google Shape;4423;p203"/>
            <p:cNvCxnSpPr>
              <a:stCxn id="4418" idx="2"/>
              <a:endCxn id="4417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24" name="Google Shape;4424;p203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25" name="Google Shape;4425;p203"/>
            <p:cNvCxnSpPr>
              <a:stCxn id="4418" idx="3"/>
              <a:endCxn id="4419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6" name="Google Shape;4426;p203"/>
            <p:cNvCxnSpPr>
              <a:stCxn id="4424" idx="2"/>
              <a:endCxn id="4417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7" name="Google Shape;4427;p203"/>
            <p:cNvCxnSpPr>
              <a:stCxn id="4424" idx="0"/>
              <a:endCxn id="4416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8" name="Google Shape;4428;p203"/>
            <p:cNvCxnSpPr>
              <a:stCxn id="4419" idx="6"/>
              <a:endCxn id="4424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9" name="Google Shape;4429;p203"/>
            <p:cNvCxnSpPr>
              <a:stCxn id="4396" idx="5"/>
              <a:endCxn id="4417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0" name="Google Shape;4430;p203"/>
            <p:cNvCxnSpPr>
              <a:stCxn id="4396" idx="7"/>
              <a:endCxn id="4406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1" name="Google Shape;4431;p203"/>
            <p:cNvCxnSpPr>
              <a:stCxn id="4411" idx="3"/>
              <a:endCxn id="4416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2" name="Google Shape;4432;p203"/>
            <p:cNvCxnSpPr>
              <a:stCxn id="4405" idx="4"/>
              <a:endCxn id="4418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6" name="Shape 4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7" name="Google Shape;4437;p20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438" name="Google Shape;4438;p204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39" name="Google Shape;4439;p204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0" name="Google Shape;4440;p204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41" name="Google Shape;4441;p204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4442" name="Google Shape;4442;p204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204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4" name="Google Shape;4444;p204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5" name="Google Shape;4445;p204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46" name="Google Shape;4446;p204"/>
            <p:cNvCxnSpPr>
              <a:stCxn id="4442" idx="3"/>
              <a:endCxn id="4443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7" name="Google Shape;4447;p204"/>
            <p:cNvCxnSpPr>
              <a:stCxn id="4445" idx="1"/>
              <a:endCxn id="4443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8" name="Google Shape;4448;p204"/>
            <p:cNvCxnSpPr>
              <a:stCxn id="4442" idx="4"/>
              <a:endCxn id="444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9" name="Google Shape;4449;p204"/>
            <p:cNvCxnSpPr>
              <a:stCxn id="4442" idx="5"/>
              <a:endCxn id="4444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0" name="Google Shape;4450;p204"/>
            <p:cNvCxnSpPr>
              <a:stCxn id="4444" idx="2"/>
              <a:endCxn id="4443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51" name="Google Shape;4451;p204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2" name="Google Shape;4452;p204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3" name="Google Shape;4453;p204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4" name="Google Shape;4454;p204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55" name="Google Shape;4455;p204"/>
            <p:cNvCxnSpPr>
              <a:stCxn id="4451" idx="3"/>
              <a:endCxn id="445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6" name="Google Shape;4456;p204"/>
            <p:cNvCxnSpPr>
              <a:stCxn id="4454" idx="0"/>
              <a:endCxn id="445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7" name="Google Shape;4457;p204"/>
            <p:cNvCxnSpPr>
              <a:stCxn id="4451" idx="5"/>
              <a:endCxn id="445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8" name="Google Shape;4458;p204"/>
            <p:cNvCxnSpPr>
              <a:stCxn id="4453" idx="2"/>
              <a:endCxn id="445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59" name="Google Shape;4459;p204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60" name="Google Shape;4460;p204"/>
            <p:cNvCxnSpPr>
              <a:stCxn id="4459" idx="0"/>
              <a:endCxn id="445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1" name="Google Shape;4461;p204"/>
            <p:cNvCxnSpPr>
              <a:stCxn id="4453" idx="3"/>
              <a:endCxn id="445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2" name="Google Shape;4462;p204"/>
            <p:cNvCxnSpPr>
              <a:stCxn id="4453" idx="3"/>
              <a:endCxn id="445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3" name="Google Shape;4463;p204"/>
            <p:cNvCxnSpPr>
              <a:stCxn id="4451" idx="4"/>
              <a:endCxn id="445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64" name="Google Shape;4464;p204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5" name="Google Shape;4465;p204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6" name="Google Shape;4466;p204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7" name="Google Shape;4467;p20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68" name="Google Shape;4468;p204"/>
            <p:cNvCxnSpPr>
              <a:stCxn id="4464" idx="3"/>
              <a:endCxn id="446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9" name="Google Shape;4469;p204"/>
            <p:cNvCxnSpPr>
              <a:stCxn id="4467" idx="0"/>
              <a:endCxn id="4465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0" name="Google Shape;4470;p204"/>
            <p:cNvCxnSpPr>
              <a:stCxn id="4464" idx="5"/>
              <a:endCxn id="446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1" name="Google Shape;4471;p204"/>
            <p:cNvCxnSpPr>
              <a:stCxn id="4466" idx="2"/>
              <a:endCxn id="446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72" name="Google Shape;4472;p204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73" name="Google Shape;4473;p204"/>
            <p:cNvCxnSpPr>
              <a:stCxn id="4466" idx="3"/>
              <a:endCxn id="4467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4" name="Google Shape;4474;p204"/>
            <p:cNvCxnSpPr>
              <a:stCxn id="4472" idx="2"/>
              <a:endCxn id="446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5" name="Google Shape;4475;p204"/>
            <p:cNvCxnSpPr>
              <a:stCxn id="4472" idx="0"/>
              <a:endCxn id="446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6" name="Google Shape;4476;p204"/>
            <p:cNvCxnSpPr>
              <a:stCxn id="4467" idx="6"/>
              <a:endCxn id="4472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7" name="Google Shape;4477;p204"/>
            <p:cNvCxnSpPr>
              <a:stCxn id="4444" idx="5"/>
              <a:endCxn id="4465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8" name="Google Shape;4478;p204"/>
            <p:cNvCxnSpPr>
              <a:stCxn id="4453" idx="4"/>
              <a:endCxn id="446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79" name="Google Shape;4479;p204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We removed some edges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480" name="Google Shape;4480;p204"/>
          <p:cNvSpPr txBox="1"/>
          <p:nvPr/>
        </p:nvSpPr>
        <p:spPr>
          <a:xfrm>
            <a:off x="4099750" y="4076700"/>
            <a:ext cx="27174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Is this graph disconnected?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4" name="Shape 4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" name="Google Shape;4485;p2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486" name="Google Shape;4486;p205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edges are more important than others when it comes to graph connectivity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87" name="Google Shape;4487;p205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8" name="Google Shape;4488;p205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9" name="Google Shape;4489;p205"/>
          <p:cNvSpPr txBox="1"/>
          <p:nvPr/>
        </p:nvSpPr>
        <p:spPr>
          <a:xfrm>
            <a:off x="4726150" y="39821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it is!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4490" name="Google Shape;4490;p205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4491" name="Google Shape;4491;p205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2" name="Google Shape;4492;p205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3" name="Google Shape;4493;p205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4" name="Google Shape;4494;p205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95" name="Google Shape;4495;p205"/>
            <p:cNvCxnSpPr>
              <a:stCxn id="4491" idx="3"/>
              <a:endCxn id="449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6" name="Google Shape;4496;p205"/>
            <p:cNvCxnSpPr>
              <a:stCxn id="4494" idx="1"/>
              <a:endCxn id="449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7" name="Google Shape;4497;p205"/>
            <p:cNvCxnSpPr>
              <a:stCxn id="4491" idx="4"/>
              <a:endCxn id="4494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8" name="Google Shape;4498;p205"/>
            <p:cNvCxnSpPr>
              <a:stCxn id="4491" idx="5"/>
              <a:endCxn id="449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9" name="Google Shape;4499;p205"/>
            <p:cNvCxnSpPr>
              <a:stCxn id="4493" idx="2"/>
              <a:endCxn id="4492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00" name="Google Shape;4500;p205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1" name="Google Shape;4501;p205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2" name="Google Shape;4502;p205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3" name="Google Shape;4503;p205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04" name="Google Shape;4504;p205"/>
            <p:cNvCxnSpPr>
              <a:stCxn id="4500" idx="3"/>
              <a:endCxn id="4501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5" name="Google Shape;4505;p205"/>
            <p:cNvCxnSpPr>
              <a:stCxn id="4503" idx="0"/>
              <a:endCxn id="4501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6" name="Google Shape;4506;p205"/>
            <p:cNvCxnSpPr>
              <a:stCxn id="4500" idx="5"/>
              <a:endCxn id="4502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7" name="Google Shape;4507;p205"/>
            <p:cNvCxnSpPr>
              <a:stCxn id="4502" idx="2"/>
              <a:endCxn id="4501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08" name="Google Shape;4508;p205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09" name="Google Shape;4509;p205"/>
            <p:cNvCxnSpPr>
              <a:stCxn id="4508" idx="0"/>
              <a:endCxn id="4501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0" name="Google Shape;4510;p205"/>
            <p:cNvCxnSpPr>
              <a:stCxn id="4502" idx="3"/>
              <a:endCxn id="4503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1" name="Google Shape;4511;p205"/>
            <p:cNvCxnSpPr>
              <a:stCxn id="4502" idx="3"/>
              <a:endCxn id="4508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2" name="Google Shape;4512;p205"/>
            <p:cNvCxnSpPr>
              <a:stCxn id="4500" idx="4"/>
              <a:endCxn id="4508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13" name="Google Shape;4513;p205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4" name="Google Shape;4514;p205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5" name="Google Shape;4515;p205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6" name="Google Shape;4516;p20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17" name="Google Shape;4517;p205"/>
            <p:cNvCxnSpPr>
              <a:stCxn id="4513" idx="3"/>
              <a:endCxn id="4514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8" name="Google Shape;4518;p205"/>
            <p:cNvCxnSpPr>
              <a:stCxn id="4516" idx="0"/>
              <a:endCxn id="4514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9" name="Google Shape;4519;p205"/>
            <p:cNvCxnSpPr>
              <a:stCxn id="4513" idx="5"/>
              <a:endCxn id="4515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0" name="Google Shape;4520;p205"/>
            <p:cNvCxnSpPr>
              <a:stCxn id="4515" idx="2"/>
              <a:endCxn id="4514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21" name="Google Shape;4521;p205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22" name="Google Shape;4522;p205"/>
            <p:cNvCxnSpPr>
              <a:stCxn id="4515" idx="3"/>
              <a:endCxn id="4516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3" name="Google Shape;4523;p205"/>
            <p:cNvCxnSpPr>
              <a:stCxn id="4521" idx="2"/>
              <a:endCxn id="4514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4" name="Google Shape;4524;p205"/>
            <p:cNvCxnSpPr>
              <a:stCxn id="4521" idx="0"/>
              <a:endCxn id="4513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5" name="Google Shape;4525;p205"/>
            <p:cNvCxnSpPr>
              <a:stCxn id="4516" idx="6"/>
              <a:endCxn id="4521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6" name="Google Shape;4526;p205"/>
            <p:cNvCxnSpPr>
              <a:stCxn id="4493" idx="5"/>
              <a:endCxn id="4514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0" name="Shape 4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1" name="Google Shape;4531;p2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532" name="Google Shape;4532;p206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some graphs removing just </a:t>
            </a:r>
            <a:r>
              <a:rPr b="1" lang="en"/>
              <a:t>one edge</a:t>
            </a:r>
            <a:r>
              <a:rPr lang="en"/>
              <a:t> leads to disconnection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4533" name="Google Shape;4533;p206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4534" name="Google Shape;4534;p206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5" name="Google Shape;4535;p206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6" name="Google Shape;4536;p206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7" name="Google Shape;4537;p206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38" name="Google Shape;4538;p206"/>
            <p:cNvCxnSpPr>
              <a:stCxn id="4534" idx="3"/>
              <a:endCxn id="4535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9" name="Google Shape;4539;p206"/>
            <p:cNvCxnSpPr>
              <a:stCxn id="4537" idx="1"/>
              <a:endCxn id="4535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0" name="Google Shape;4540;p206"/>
            <p:cNvCxnSpPr>
              <a:stCxn id="4534" idx="4"/>
              <a:endCxn id="4537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1" name="Google Shape;4541;p206"/>
            <p:cNvCxnSpPr>
              <a:stCxn id="4534" idx="5"/>
              <a:endCxn id="4536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2" name="Google Shape;4542;p206"/>
            <p:cNvCxnSpPr>
              <a:stCxn id="4536" idx="2"/>
              <a:endCxn id="4535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43" name="Google Shape;4543;p206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206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206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206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47" name="Google Shape;4547;p206"/>
            <p:cNvCxnSpPr>
              <a:stCxn id="4543" idx="3"/>
              <a:endCxn id="4544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8" name="Google Shape;4548;p206"/>
            <p:cNvCxnSpPr>
              <a:stCxn id="4546" idx="0"/>
              <a:endCxn id="4544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9" name="Google Shape;4549;p206"/>
            <p:cNvCxnSpPr>
              <a:stCxn id="4543" idx="5"/>
              <a:endCxn id="4545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0" name="Google Shape;4550;p206"/>
            <p:cNvCxnSpPr>
              <a:stCxn id="4545" idx="2"/>
              <a:endCxn id="4544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51" name="Google Shape;4551;p206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52" name="Google Shape;4552;p206"/>
            <p:cNvCxnSpPr>
              <a:stCxn id="4551" idx="0"/>
              <a:endCxn id="4544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3" name="Google Shape;4553;p206"/>
            <p:cNvCxnSpPr>
              <a:stCxn id="4545" idx="3"/>
              <a:endCxn id="4546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4" name="Google Shape;4554;p206"/>
            <p:cNvCxnSpPr>
              <a:stCxn id="4545" idx="3"/>
              <a:endCxn id="4551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5" name="Google Shape;4555;p206"/>
            <p:cNvCxnSpPr>
              <a:stCxn id="4543" idx="4"/>
              <a:endCxn id="4551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56" name="Google Shape;4556;p206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7" name="Google Shape;4557;p206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8" name="Google Shape;4558;p206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9" name="Google Shape;4559;p20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60" name="Google Shape;4560;p206"/>
            <p:cNvCxnSpPr>
              <a:stCxn id="4556" idx="3"/>
              <a:endCxn id="4557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1" name="Google Shape;4561;p206"/>
            <p:cNvCxnSpPr>
              <a:stCxn id="4559" idx="0"/>
              <a:endCxn id="4557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2" name="Google Shape;4562;p206"/>
            <p:cNvCxnSpPr>
              <a:stCxn id="4556" idx="5"/>
              <a:endCxn id="4558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3" name="Google Shape;4563;p206"/>
            <p:cNvCxnSpPr>
              <a:stCxn id="4558" idx="2"/>
              <a:endCxn id="4557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64" name="Google Shape;4564;p206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65" name="Google Shape;4565;p206"/>
            <p:cNvCxnSpPr>
              <a:stCxn id="4558" idx="3"/>
              <a:endCxn id="4559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6" name="Google Shape;4566;p206"/>
            <p:cNvCxnSpPr>
              <a:stCxn id="4564" idx="2"/>
              <a:endCxn id="4557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7" name="Google Shape;4567;p206"/>
            <p:cNvCxnSpPr>
              <a:stCxn id="4564" idx="0"/>
              <a:endCxn id="4556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8" name="Google Shape;4568;p206"/>
            <p:cNvCxnSpPr>
              <a:stCxn id="4559" idx="6"/>
              <a:endCxn id="4564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9" name="Google Shape;4569;p206"/>
            <p:cNvCxnSpPr>
              <a:stCxn id="4536" idx="7"/>
              <a:endCxn id="4546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0" name="Google Shape;4570;p206"/>
            <p:cNvCxnSpPr>
              <a:stCxn id="4551" idx="3"/>
              <a:endCxn id="4556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1" name="Google Shape;4571;p206"/>
            <p:cNvCxnSpPr>
              <a:stCxn id="4545" idx="4"/>
              <a:endCxn id="4558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5" name="Shape 4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6" name="Google Shape;4576;p2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577" name="Google Shape;4577;p207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some graphs removing just </a:t>
            </a:r>
            <a:r>
              <a:rPr b="1" lang="en"/>
              <a:t>one edge</a:t>
            </a:r>
            <a:r>
              <a:rPr lang="en"/>
              <a:t> leads to disconnection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Edges with the property of being able to disconnect the graph upon removal are called </a:t>
            </a:r>
            <a:r>
              <a:rPr b="1" lang="en"/>
              <a:t>bridges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4578" name="Google Shape;4578;p207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4579" name="Google Shape;4579;p207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0" name="Google Shape;4580;p207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1" name="Google Shape;4581;p207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2" name="Google Shape;4582;p207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83" name="Google Shape;4583;p207"/>
            <p:cNvCxnSpPr>
              <a:stCxn id="4579" idx="3"/>
              <a:endCxn id="4580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4" name="Google Shape;4584;p207"/>
            <p:cNvCxnSpPr>
              <a:stCxn id="4582" idx="1"/>
              <a:endCxn id="4580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5" name="Google Shape;4585;p207"/>
            <p:cNvCxnSpPr>
              <a:stCxn id="4579" idx="4"/>
              <a:endCxn id="4582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6" name="Google Shape;4586;p207"/>
            <p:cNvCxnSpPr>
              <a:stCxn id="4579" idx="5"/>
              <a:endCxn id="4581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7" name="Google Shape;4587;p207"/>
            <p:cNvCxnSpPr>
              <a:stCxn id="4581" idx="2"/>
              <a:endCxn id="4580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88" name="Google Shape;4588;p207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9" name="Google Shape;4589;p207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207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207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92" name="Google Shape;4592;p207"/>
            <p:cNvCxnSpPr>
              <a:stCxn id="4588" idx="3"/>
              <a:endCxn id="4589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3" name="Google Shape;4593;p207"/>
            <p:cNvCxnSpPr>
              <a:stCxn id="4591" idx="0"/>
              <a:endCxn id="4589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4" name="Google Shape;4594;p207"/>
            <p:cNvCxnSpPr>
              <a:stCxn id="4588" idx="5"/>
              <a:endCxn id="4590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5" name="Google Shape;4595;p207"/>
            <p:cNvCxnSpPr>
              <a:stCxn id="4590" idx="2"/>
              <a:endCxn id="4589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96" name="Google Shape;4596;p207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97" name="Google Shape;4597;p207"/>
            <p:cNvCxnSpPr>
              <a:stCxn id="4596" idx="0"/>
              <a:endCxn id="4589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8" name="Google Shape;4598;p207"/>
            <p:cNvCxnSpPr>
              <a:stCxn id="4590" idx="3"/>
              <a:endCxn id="4591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9" name="Google Shape;4599;p207"/>
            <p:cNvCxnSpPr>
              <a:stCxn id="4590" idx="3"/>
              <a:endCxn id="4596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0" name="Google Shape;4600;p207"/>
            <p:cNvCxnSpPr>
              <a:stCxn id="4588" idx="4"/>
              <a:endCxn id="4596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01" name="Google Shape;4601;p207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207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207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20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05" name="Google Shape;4605;p207"/>
            <p:cNvCxnSpPr>
              <a:stCxn id="4601" idx="3"/>
              <a:endCxn id="4602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6" name="Google Shape;4606;p207"/>
            <p:cNvCxnSpPr>
              <a:stCxn id="4604" idx="0"/>
              <a:endCxn id="4602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7" name="Google Shape;4607;p207"/>
            <p:cNvCxnSpPr>
              <a:stCxn id="4601" idx="5"/>
              <a:endCxn id="4603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8" name="Google Shape;4608;p207"/>
            <p:cNvCxnSpPr>
              <a:stCxn id="4603" idx="2"/>
              <a:endCxn id="4602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09" name="Google Shape;4609;p207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10" name="Google Shape;4610;p207"/>
            <p:cNvCxnSpPr>
              <a:stCxn id="4603" idx="3"/>
              <a:endCxn id="4604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1" name="Google Shape;4611;p207"/>
            <p:cNvCxnSpPr>
              <a:stCxn id="4609" idx="2"/>
              <a:endCxn id="4602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2" name="Google Shape;4612;p207"/>
            <p:cNvCxnSpPr>
              <a:stCxn id="4609" idx="0"/>
              <a:endCxn id="4601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3" name="Google Shape;4613;p207"/>
            <p:cNvCxnSpPr>
              <a:stCxn id="4604" idx="6"/>
              <a:endCxn id="4609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4" name="Google Shape;4614;p207"/>
            <p:cNvCxnSpPr>
              <a:stCxn id="4581" idx="7"/>
              <a:endCxn id="4591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5" name="Google Shape;4615;p207"/>
            <p:cNvCxnSpPr>
              <a:stCxn id="4596" idx="3"/>
              <a:endCxn id="4601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6" name="Google Shape;4616;p207"/>
            <p:cNvCxnSpPr>
              <a:stCxn id="4590" idx="4"/>
              <a:endCxn id="4603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0" name="Shape 4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1" name="Google Shape;4621;p2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4622" name="Google Shape;4622;p208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some graphs removing just one edge leads to disconnection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Edges with the property of being able to disconnect the graph upon removal are called </a:t>
            </a:r>
            <a:r>
              <a:rPr b="1" lang="en"/>
              <a:t>bridges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23" name="Google Shape;4623;p208"/>
          <p:cNvSpPr txBox="1"/>
          <p:nvPr/>
        </p:nvSpPr>
        <p:spPr>
          <a:xfrm>
            <a:off x="4626000" y="939800"/>
            <a:ext cx="161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bridge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4624" name="Google Shape;4624;p208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4625" name="Google Shape;4625;p208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208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208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208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29" name="Google Shape;4629;p208"/>
            <p:cNvCxnSpPr>
              <a:stCxn id="4625" idx="3"/>
              <a:endCxn id="4626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0" name="Google Shape;4630;p208"/>
            <p:cNvCxnSpPr>
              <a:stCxn id="4628" idx="1"/>
              <a:endCxn id="4626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1" name="Google Shape;4631;p208"/>
            <p:cNvCxnSpPr>
              <a:stCxn id="4625" idx="4"/>
              <a:endCxn id="4628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2" name="Google Shape;4632;p208"/>
            <p:cNvCxnSpPr>
              <a:stCxn id="4625" idx="5"/>
              <a:endCxn id="4627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3" name="Google Shape;4633;p208"/>
            <p:cNvCxnSpPr>
              <a:stCxn id="4627" idx="2"/>
              <a:endCxn id="4626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34" name="Google Shape;4634;p208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5" name="Google Shape;4635;p208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6" name="Google Shape;4636;p208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7" name="Google Shape;4637;p208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38" name="Google Shape;4638;p208"/>
            <p:cNvCxnSpPr>
              <a:stCxn id="4634" idx="3"/>
              <a:endCxn id="4635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9" name="Google Shape;4639;p208"/>
            <p:cNvCxnSpPr>
              <a:stCxn id="4637" idx="0"/>
              <a:endCxn id="4635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0" name="Google Shape;4640;p208"/>
            <p:cNvCxnSpPr>
              <a:stCxn id="4634" idx="5"/>
              <a:endCxn id="4636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1" name="Google Shape;4641;p208"/>
            <p:cNvCxnSpPr>
              <a:stCxn id="4636" idx="2"/>
              <a:endCxn id="4635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42" name="Google Shape;4642;p208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43" name="Google Shape;4643;p208"/>
            <p:cNvCxnSpPr>
              <a:stCxn id="4642" idx="0"/>
              <a:endCxn id="4635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4" name="Google Shape;4644;p208"/>
            <p:cNvCxnSpPr>
              <a:stCxn id="4636" idx="3"/>
              <a:endCxn id="4637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5" name="Google Shape;4645;p208"/>
            <p:cNvCxnSpPr>
              <a:stCxn id="4636" idx="3"/>
              <a:endCxn id="4642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6" name="Google Shape;4646;p208"/>
            <p:cNvCxnSpPr>
              <a:stCxn id="4634" idx="4"/>
              <a:endCxn id="4642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47" name="Google Shape;4647;p208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8" name="Google Shape;4648;p208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9" name="Google Shape;4649;p208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0" name="Google Shape;4650;p20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51" name="Google Shape;4651;p208"/>
            <p:cNvCxnSpPr>
              <a:stCxn id="4647" idx="3"/>
              <a:endCxn id="4648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2" name="Google Shape;4652;p208"/>
            <p:cNvCxnSpPr>
              <a:stCxn id="4650" idx="0"/>
              <a:endCxn id="4648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3" name="Google Shape;4653;p208"/>
            <p:cNvCxnSpPr>
              <a:stCxn id="4647" idx="5"/>
              <a:endCxn id="4649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4" name="Google Shape;4654;p208"/>
            <p:cNvCxnSpPr>
              <a:stCxn id="4649" idx="2"/>
              <a:endCxn id="4648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55" name="Google Shape;4655;p208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56" name="Google Shape;4656;p208"/>
            <p:cNvCxnSpPr>
              <a:stCxn id="4649" idx="3"/>
              <a:endCxn id="4650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7" name="Google Shape;4657;p208"/>
            <p:cNvCxnSpPr>
              <a:stCxn id="4655" idx="2"/>
              <a:endCxn id="4648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8" name="Google Shape;4658;p208"/>
            <p:cNvCxnSpPr>
              <a:stCxn id="4655" idx="0"/>
              <a:endCxn id="4647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9" name="Google Shape;4659;p208"/>
            <p:cNvCxnSpPr>
              <a:stCxn id="4650" idx="6"/>
              <a:endCxn id="4655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0" name="Google Shape;4660;p208"/>
            <p:cNvCxnSpPr>
              <a:stCxn id="4627" idx="7"/>
              <a:endCxn id="4637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1" name="Google Shape;4661;p208"/>
            <p:cNvCxnSpPr>
              <a:stCxn id="4642" idx="3"/>
              <a:endCxn id="4647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2" name="Google Shape;4662;p208"/>
            <p:cNvCxnSpPr>
              <a:stCxn id="4636" idx="4"/>
              <a:endCxn id="4649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663" name="Google Shape;4663;p208"/>
          <p:cNvCxnSpPr>
            <a:stCxn id="4623" idx="2"/>
          </p:cNvCxnSpPr>
          <p:nvPr/>
        </p:nvCxnSpPr>
        <p:spPr>
          <a:xfrm>
            <a:off x="5434950" y="1379600"/>
            <a:ext cx="1384500" cy="456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7" name="Shape 4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8" name="Google Shape;4668;p209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Connectivity in Directed Graphs</a:t>
            </a:r>
            <a:endParaRPr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2" name="Shape 4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3" name="Google Shape;4673;p2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4674" name="Google Shape;4674;p21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there are two flavors of indirect connectivity in directed graphs: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5" name="Google Shape;4675;p21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76" name="Google Shape;4676;p21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77" name="Google Shape;4677;p210"/>
          <p:cNvCxnSpPr>
            <a:stCxn id="4675" idx="5"/>
            <a:endCxn id="4676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678" name="Google Shape;4678;p21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79" name="Google Shape;4679;p21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80" name="Google Shape;4680;p21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81" name="Google Shape;4681;p210"/>
          <p:cNvCxnSpPr>
            <a:stCxn id="4676" idx="7"/>
            <a:endCxn id="467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82" name="Google Shape;4682;p210"/>
          <p:cNvCxnSpPr>
            <a:stCxn id="4680" idx="1"/>
            <a:endCxn id="467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83" name="Google Shape;4683;p210"/>
          <p:cNvCxnSpPr>
            <a:stCxn id="4680" idx="3"/>
            <a:endCxn id="467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84" name="Google Shape;4684;p210"/>
          <p:cNvCxnSpPr>
            <a:stCxn id="4679" idx="0"/>
            <a:endCxn id="467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85" name="Google Shape;4685;p210"/>
          <p:cNvCxnSpPr>
            <a:stCxn id="4676" idx="1"/>
            <a:endCxn id="4675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86" name="Google Shape;4686;p210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87" name="Google Shape;4687;p210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1" name="Shape 4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2" name="Google Shape;4692;p2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4693" name="Google Shape;4693;p211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there are two flavors of indirect connectivity in directed graphs: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One-way indirect connectivity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 can reach B via path {CE, EB}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B cannot reach C!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4" name="Google Shape;4694;p21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95" name="Google Shape;4695;p21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96" name="Google Shape;4696;p211"/>
          <p:cNvCxnSpPr>
            <a:stCxn id="4694" idx="5"/>
            <a:endCxn id="4695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697" name="Google Shape;4697;p21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98" name="Google Shape;4698;p21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99" name="Google Shape;4699;p21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00" name="Google Shape;4700;p211"/>
          <p:cNvCxnSpPr>
            <a:stCxn id="4695" idx="7"/>
            <a:endCxn id="469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01" name="Google Shape;4701;p211"/>
          <p:cNvCxnSpPr>
            <a:stCxn id="4699" idx="1"/>
            <a:endCxn id="469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02" name="Google Shape;4702;p211"/>
          <p:cNvCxnSpPr>
            <a:stCxn id="4699" idx="3"/>
            <a:endCxn id="469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03" name="Google Shape;4703;p211"/>
          <p:cNvCxnSpPr>
            <a:stCxn id="4698" idx="0"/>
            <a:endCxn id="469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04" name="Google Shape;4704;p211"/>
          <p:cNvCxnSpPr>
            <a:stCxn id="4695" idx="1"/>
            <a:endCxn id="4694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05" name="Google Shape;4705;p211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06" name="Google Shape;4706;p211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0" name="Shape 4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" name="Google Shape;4711;p2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4712" name="Google Shape;4712;p21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there are two flavors of indirect connectivity in directed graphs: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One-way indirect connectivity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 can reach B via path {CE, EB}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B cannot reach C!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Reachability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 can reach D via path {BE, ED}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 can reach B via path {DE, EB}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3" name="Google Shape;4713;p21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14" name="Google Shape;4714;p21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15" name="Google Shape;4715;p212"/>
          <p:cNvCxnSpPr>
            <a:stCxn id="4713" idx="5"/>
            <a:endCxn id="471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716" name="Google Shape;4716;p21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17" name="Google Shape;4717;p21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18" name="Google Shape;4718;p21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19" name="Google Shape;4719;p212"/>
          <p:cNvCxnSpPr>
            <a:stCxn id="4714" idx="7"/>
            <a:endCxn id="471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20" name="Google Shape;4720;p212"/>
          <p:cNvCxnSpPr>
            <a:stCxn id="4718" idx="1"/>
            <a:endCxn id="471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21" name="Google Shape;4721;p212"/>
          <p:cNvCxnSpPr>
            <a:stCxn id="4718" idx="3"/>
            <a:endCxn id="471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22" name="Google Shape;4722;p212"/>
          <p:cNvCxnSpPr>
            <a:stCxn id="4717" idx="0"/>
            <a:endCxn id="4716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23" name="Google Shape;4723;p212"/>
          <p:cNvCxnSpPr>
            <a:stCxn id="4714" idx="1"/>
            <a:endCxn id="471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0D5DD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24" name="Google Shape;4724;p212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0D5DD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25" name="Google Shape;4725;p212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9" name="Shape 4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" name="Google Shape;4730;p2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4731" name="Google Shape;4731;p213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2" name="Google Shape;4732;p21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33" name="Google Shape;4733;p21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34" name="Google Shape;4734;p213"/>
          <p:cNvCxnSpPr>
            <a:stCxn id="4732" idx="5"/>
            <a:endCxn id="473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735" name="Google Shape;4735;p21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36" name="Google Shape;4736;p21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37" name="Google Shape;4737;p21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38" name="Google Shape;4738;p213"/>
          <p:cNvCxnSpPr>
            <a:stCxn id="4733" idx="7"/>
            <a:endCxn id="473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39" name="Google Shape;4739;p213"/>
          <p:cNvCxnSpPr>
            <a:stCxn id="4737" idx="1"/>
            <a:endCxn id="473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40" name="Google Shape;4740;p213"/>
          <p:cNvCxnSpPr>
            <a:stCxn id="4737" idx="3"/>
            <a:endCxn id="473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41" name="Google Shape;4741;p213"/>
          <p:cNvCxnSpPr>
            <a:stCxn id="4736" idx="0"/>
            <a:endCxn id="473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42" name="Google Shape;4742;p213"/>
          <p:cNvCxnSpPr>
            <a:stCxn id="4733" idx="1"/>
            <a:endCxn id="473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43" name="Google Shape;4743;p213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44" name="Google Shape;4744;p213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8" name="Shape 4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9" name="Google Shape;4749;p2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4750" name="Google Shape;4750;p214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a </a:t>
            </a:r>
            <a:r>
              <a:rPr b="1" lang="en"/>
              <a:t>semi-path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1" name="Google Shape;4751;p21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52" name="Google Shape;4752;p21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53" name="Google Shape;4753;p214"/>
          <p:cNvCxnSpPr>
            <a:stCxn id="4751" idx="5"/>
            <a:endCxn id="475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754" name="Google Shape;4754;p21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55" name="Google Shape;4755;p21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56" name="Google Shape;4756;p21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57" name="Google Shape;4757;p214"/>
          <p:cNvCxnSpPr>
            <a:stCxn id="4752" idx="7"/>
            <a:endCxn id="475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58" name="Google Shape;4758;p214"/>
          <p:cNvCxnSpPr>
            <a:stCxn id="4756" idx="1"/>
            <a:endCxn id="475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59" name="Google Shape;4759;p214"/>
          <p:cNvCxnSpPr>
            <a:stCxn id="4756" idx="3"/>
            <a:endCxn id="475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60" name="Google Shape;4760;p214"/>
          <p:cNvCxnSpPr>
            <a:stCxn id="4755" idx="0"/>
            <a:endCxn id="4754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61" name="Google Shape;4761;p214"/>
          <p:cNvCxnSpPr>
            <a:stCxn id="4752" idx="1"/>
            <a:endCxn id="475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62" name="Google Shape;4762;p214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63" name="Google Shape;4763;p214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7" name="Shape 4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8" name="Google Shape;4768;p2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4769" name="Google Shape;4769;p21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a </a:t>
            </a:r>
            <a:r>
              <a:rPr b="1" lang="en"/>
              <a:t>semi-path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semipaths connecting nodes B and 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0" name="Google Shape;4770;p21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71" name="Google Shape;4771;p21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72" name="Google Shape;4772;p215"/>
          <p:cNvCxnSpPr>
            <a:stCxn id="4770" idx="5"/>
            <a:endCxn id="4771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773" name="Google Shape;4773;p21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74" name="Google Shape;4774;p21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75" name="Google Shape;4775;p21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76" name="Google Shape;4776;p215"/>
          <p:cNvCxnSpPr>
            <a:stCxn id="4771" idx="7"/>
            <a:endCxn id="477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77" name="Google Shape;4777;p215"/>
          <p:cNvCxnSpPr>
            <a:stCxn id="4775" idx="1"/>
            <a:endCxn id="477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78" name="Google Shape;4778;p215"/>
          <p:cNvCxnSpPr>
            <a:stCxn id="4775" idx="3"/>
            <a:endCxn id="477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79" name="Google Shape;4779;p215"/>
          <p:cNvCxnSpPr>
            <a:stCxn id="4774" idx="0"/>
            <a:endCxn id="477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80" name="Google Shape;4780;p215"/>
          <p:cNvCxnSpPr>
            <a:stCxn id="4771" idx="1"/>
            <a:endCxn id="4770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81" name="Google Shape;4781;p215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82" name="Google Shape;4782;p215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6" name="Shape 4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7" name="Google Shape;4787;p2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4788" name="Google Shape;4788;p216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a </a:t>
            </a:r>
            <a:r>
              <a:rPr b="1" lang="en"/>
              <a:t>semi-path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semipaths connecting nodes B and 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{BE, EC, CA}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9" name="Google Shape;4789;p21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90" name="Google Shape;4790;p21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91" name="Google Shape;4791;p216"/>
          <p:cNvCxnSpPr>
            <a:stCxn id="4789" idx="5"/>
            <a:endCxn id="4790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792" name="Google Shape;4792;p21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93" name="Google Shape;4793;p21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94" name="Google Shape;4794;p21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95" name="Google Shape;4795;p216"/>
          <p:cNvCxnSpPr>
            <a:stCxn id="4790" idx="7"/>
            <a:endCxn id="4792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96" name="Google Shape;4796;p216"/>
          <p:cNvCxnSpPr>
            <a:stCxn id="4794" idx="1"/>
            <a:endCxn id="4792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97" name="Google Shape;4797;p216"/>
          <p:cNvCxnSpPr>
            <a:stCxn id="4794" idx="3"/>
            <a:endCxn id="4793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98" name="Google Shape;4798;p216"/>
          <p:cNvCxnSpPr>
            <a:stCxn id="4793" idx="0"/>
            <a:endCxn id="4792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99" name="Google Shape;4799;p216"/>
          <p:cNvCxnSpPr>
            <a:stCxn id="4790" idx="1"/>
            <a:endCxn id="4789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00" name="Google Shape;4800;p216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01" name="Google Shape;4801;p216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5" name="Shape 4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6" name="Google Shape;4806;p2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4807" name="Google Shape;4807;p21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a </a:t>
            </a:r>
            <a:r>
              <a:rPr b="1" lang="en"/>
              <a:t>semi-path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multiple semipaths connecting nodes B and 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{BE, EC, CA}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{BE, ED, DC, CA}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forth, treating the graph just like we would an undirected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8" name="Google Shape;4808;p21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09" name="Google Shape;4809;p21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10" name="Google Shape;4810;p217"/>
          <p:cNvCxnSpPr>
            <a:stCxn id="4808" idx="5"/>
            <a:endCxn id="480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811" name="Google Shape;4811;p21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12" name="Google Shape;4812;p21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13" name="Google Shape;4813;p21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14" name="Google Shape;4814;p217"/>
          <p:cNvCxnSpPr>
            <a:stCxn id="4809" idx="7"/>
            <a:endCxn id="481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15" name="Google Shape;4815;p217"/>
          <p:cNvCxnSpPr>
            <a:stCxn id="4813" idx="1"/>
            <a:endCxn id="481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16" name="Google Shape;4816;p217"/>
          <p:cNvCxnSpPr>
            <a:stCxn id="4813" idx="3"/>
            <a:endCxn id="481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17" name="Google Shape;4817;p217"/>
          <p:cNvCxnSpPr>
            <a:stCxn id="4812" idx="0"/>
            <a:endCxn id="4811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18" name="Google Shape;4818;p217"/>
          <p:cNvCxnSpPr>
            <a:stCxn id="4809" idx="1"/>
            <a:endCxn id="480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19" name="Google Shape;4819;p217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20" name="Google Shape;4820;p217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4" name="Shape 4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5" name="Google Shape;4825;p2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4826" name="Google Shape;4826;p21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a </a:t>
            </a:r>
            <a:r>
              <a:rPr b="1" lang="en"/>
              <a:t>semi-path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multiple semipaths connecting nodes B and 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{BE, EC, CA}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{BE, ED, DC, CA}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thing goes for </a:t>
            </a:r>
            <a:r>
              <a:rPr b="1" lang="en"/>
              <a:t>semicycles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{CD, DA, AC} is a semicycle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7" name="Google Shape;4827;p21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28" name="Google Shape;4828;p21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29" name="Google Shape;4829;p218"/>
          <p:cNvCxnSpPr>
            <a:stCxn id="4827" idx="5"/>
            <a:endCxn id="4828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830" name="Google Shape;4830;p21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31" name="Google Shape;4831;p21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32" name="Google Shape;4832;p21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33" name="Google Shape;4833;p218"/>
          <p:cNvCxnSpPr>
            <a:stCxn id="4828" idx="7"/>
            <a:endCxn id="483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34" name="Google Shape;4834;p218"/>
          <p:cNvCxnSpPr>
            <a:stCxn id="4832" idx="1"/>
            <a:endCxn id="483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35" name="Google Shape;4835;p218"/>
          <p:cNvCxnSpPr>
            <a:stCxn id="4832" idx="3"/>
            <a:endCxn id="483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36" name="Google Shape;4836;p218"/>
          <p:cNvCxnSpPr>
            <a:stCxn id="4831" idx="0"/>
            <a:endCxn id="483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37" name="Google Shape;4837;p218"/>
          <p:cNvCxnSpPr>
            <a:stCxn id="4828" idx="1"/>
            <a:endCxn id="4827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38" name="Google Shape;4838;p218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39" name="Google Shape;4839;p218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3" name="Shape 4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4" name="Google Shape;4844;p2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4845" name="Google Shape;4845;p219"/>
          <p:cNvSpPr txBox="1"/>
          <p:nvPr>
            <p:ph idx="1" type="body"/>
          </p:nvPr>
        </p:nvSpPr>
        <p:spPr>
          <a:xfrm>
            <a:off x="311700" y="1225225"/>
            <a:ext cx="45546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these definitions in hand we can distinguish </a:t>
            </a:r>
            <a:r>
              <a:rPr b="1" lang="en"/>
              <a:t>three flavors</a:t>
            </a:r>
            <a:r>
              <a:rPr lang="en"/>
              <a:t> of connectivity in directed graphs: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6" name="Google Shape;4846;p219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47" name="Google Shape;4847;p219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48" name="Google Shape;4848;p219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49" name="Google Shape;4849;p219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50" name="Google Shape;4850;p219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51" name="Google Shape;4851;p219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52" name="Google Shape;4852;p219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53" name="Google Shape;4853;p219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54" name="Google Shape;4854;p219"/>
          <p:cNvCxnSpPr>
            <a:stCxn id="4846" idx="7"/>
            <a:endCxn id="4849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55" name="Google Shape;4855;p219"/>
          <p:cNvCxnSpPr>
            <a:stCxn id="4851" idx="6"/>
            <a:endCxn id="4852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6" name="Google Shape;4856;p219"/>
          <p:cNvCxnSpPr>
            <a:stCxn id="4848" idx="6"/>
            <a:endCxn id="4853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7" name="Google Shape;4857;p219"/>
          <p:cNvCxnSpPr>
            <a:stCxn id="4851" idx="4"/>
            <a:endCxn id="4848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8" name="Google Shape;4858;p219"/>
          <p:cNvCxnSpPr>
            <a:stCxn id="4847" idx="4"/>
            <a:endCxn id="4850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59" name="Google Shape;4859;p219"/>
          <p:cNvCxnSpPr>
            <a:stCxn id="4846" idx="5"/>
            <a:endCxn id="4850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0" name="Google Shape;4860;p219"/>
          <p:cNvCxnSpPr>
            <a:stCxn id="4846" idx="6"/>
            <a:endCxn id="4847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1" name="Google Shape;4861;p219"/>
          <p:cNvCxnSpPr>
            <a:stCxn id="4848" idx="2"/>
            <a:endCxn id="4850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2" name="Google Shape;4862;p219"/>
          <p:cNvCxnSpPr>
            <a:stCxn id="4853" idx="1"/>
            <a:endCxn id="4851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3" name="Google Shape;4863;p219"/>
          <p:cNvCxnSpPr>
            <a:stCxn id="4852" idx="1"/>
            <a:endCxn id="4849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4" name="Google Shape;4864;p219"/>
          <p:cNvCxnSpPr>
            <a:stCxn id="4849" idx="5"/>
            <a:endCxn id="4851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5" name="Google Shape;4865;p219"/>
          <p:cNvCxnSpPr>
            <a:stCxn id="4847" idx="0"/>
            <a:endCxn id="4849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6" name="Google Shape;4866;p219"/>
          <p:cNvCxnSpPr>
            <a:stCxn id="4851" idx="3"/>
            <a:endCxn id="4850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7" name="Google Shape;4867;p219"/>
          <p:cNvCxnSpPr>
            <a:stCxn id="4847" idx="6"/>
            <a:endCxn id="4851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1" name="Shape 4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2" name="Google Shape;4872;p2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4873" name="Google Shape;4873;p220"/>
          <p:cNvSpPr txBox="1"/>
          <p:nvPr>
            <p:ph idx="1" type="body"/>
          </p:nvPr>
        </p:nvSpPr>
        <p:spPr>
          <a:xfrm>
            <a:off x="311700" y="1225225"/>
            <a:ext cx="45546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these definitions in hand we can distinguish </a:t>
            </a:r>
            <a:r>
              <a:rPr b="1" lang="en"/>
              <a:t>three flavors</a:t>
            </a:r>
            <a:r>
              <a:rPr lang="en"/>
              <a:t>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</p:txBody>
      </p:sp>
      <p:sp>
        <p:nvSpPr>
          <p:cNvPr id="4874" name="Google Shape;4874;p220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75" name="Google Shape;4875;p220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76" name="Google Shape;4876;p220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77" name="Google Shape;4877;p220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78" name="Google Shape;4878;p220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79" name="Google Shape;4879;p220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80" name="Google Shape;4880;p220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81" name="Google Shape;4881;p220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82" name="Google Shape;4882;p220"/>
          <p:cNvCxnSpPr>
            <a:stCxn id="4874" idx="7"/>
            <a:endCxn id="4877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83" name="Google Shape;4883;p220"/>
          <p:cNvCxnSpPr>
            <a:stCxn id="4879" idx="6"/>
            <a:endCxn id="4880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84" name="Google Shape;4884;p220"/>
          <p:cNvCxnSpPr>
            <a:stCxn id="4876" idx="6"/>
            <a:endCxn id="4881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85" name="Google Shape;4885;p220"/>
          <p:cNvCxnSpPr>
            <a:stCxn id="4879" idx="4"/>
            <a:endCxn id="4876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86" name="Google Shape;4886;p220"/>
          <p:cNvCxnSpPr>
            <a:stCxn id="4875" idx="4"/>
            <a:endCxn id="4878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87" name="Google Shape;4887;p220"/>
          <p:cNvCxnSpPr>
            <a:stCxn id="4874" idx="5"/>
            <a:endCxn id="4878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88" name="Google Shape;4888;p220"/>
          <p:cNvCxnSpPr>
            <a:stCxn id="4874" idx="6"/>
            <a:endCxn id="4875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89" name="Google Shape;4889;p220"/>
          <p:cNvCxnSpPr>
            <a:stCxn id="4876" idx="2"/>
            <a:endCxn id="4878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0" name="Google Shape;4890;p220"/>
          <p:cNvCxnSpPr>
            <a:stCxn id="4881" idx="1"/>
            <a:endCxn id="4879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1" name="Google Shape;4891;p220"/>
          <p:cNvCxnSpPr>
            <a:stCxn id="4880" idx="1"/>
            <a:endCxn id="4877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2" name="Google Shape;4892;p220"/>
          <p:cNvCxnSpPr>
            <a:stCxn id="4877" idx="5"/>
            <a:endCxn id="4879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3" name="Google Shape;4893;p220"/>
          <p:cNvCxnSpPr>
            <a:stCxn id="4875" idx="0"/>
            <a:endCxn id="4877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4" name="Google Shape;4894;p220"/>
          <p:cNvCxnSpPr>
            <a:stCxn id="4879" idx="3"/>
            <a:endCxn id="4878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5" name="Google Shape;4895;p220"/>
          <p:cNvCxnSpPr>
            <a:stCxn id="4875" idx="6"/>
            <a:endCxn id="4879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9" name="Shape 4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0" name="Google Shape;4900;p2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4901" name="Google Shape;4901;p221"/>
          <p:cNvSpPr txBox="1"/>
          <p:nvPr>
            <p:ph idx="1" type="body"/>
          </p:nvPr>
        </p:nvSpPr>
        <p:spPr>
          <a:xfrm>
            <a:off x="311700" y="1225225"/>
            <a:ext cx="45546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these definitions in hand we can distinguish three flavors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</p:txBody>
      </p:sp>
      <p:sp>
        <p:nvSpPr>
          <p:cNvPr id="4902" name="Google Shape;4902;p221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03" name="Google Shape;4903;p221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04" name="Google Shape;4904;p221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05" name="Google Shape;4905;p221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06" name="Google Shape;4906;p221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07" name="Google Shape;4907;p221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08" name="Google Shape;4908;p221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09" name="Google Shape;4909;p221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10" name="Google Shape;4910;p221"/>
          <p:cNvCxnSpPr>
            <a:stCxn id="4902" idx="7"/>
            <a:endCxn id="4905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11" name="Google Shape;4911;p221"/>
          <p:cNvCxnSpPr>
            <a:stCxn id="4907" idx="6"/>
            <a:endCxn id="4908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2" name="Google Shape;4912;p221"/>
          <p:cNvCxnSpPr>
            <a:stCxn id="4904" idx="6"/>
            <a:endCxn id="4909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3" name="Google Shape;4913;p221"/>
          <p:cNvCxnSpPr>
            <a:stCxn id="4907" idx="4"/>
            <a:endCxn id="4904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4" name="Google Shape;4914;p221"/>
          <p:cNvCxnSpPr>
            <a:stCxn id="4903" idx="4"/>
            <a:endCxn id="4906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15" name="Google Shape;4915;p221"/>
          <p:cNvCxnSpPr>
            <a:stCxn id="4902" idx="5"/>
            <a:endCxn id="4906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6" name="Google Shape;4916;p221"/>
          <p:cNvCxnSpPr>
            <a:stCxn id="4902" idx="6"/>
            <a:endCxn id="4903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7" name="Google Shape;4917;p221"/>
          <p:cNvCxnSpPr>
            <a:stCxn id="4904" idx="2"/>
            <a:endCxn id="4906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8" name="Google Shape;4918;p221"/>
          <p:cNvCxnSpPr>
            <a:stCxn id="4909" idx="1"/>
            <a:endCxn id="4907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9" name="Google Shape;4919;p221"/>
          <p:cNvCxnSpPr>
            <a:stCxn id="4908" idx="1"/>
            <a:endCxn id="4905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0" name="Google Shape;4920;p221"/>
          <p:cNvCxnSpPr>
            <a:stCxn id="4905" idx="5"/>
            <a:endCxn id="4907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1" name="Google Shape;4921;p221"/>
          <p:cNvCxnSpPr>
            <a:stCxn id="4903" idx="0"/>
            <a:endCxn id="4905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2" name="Google Shape;4922;p221"/>
          <p:cNvCxnSpPr>
            <a:stCxn id="4907" idx="3"/>
            <a:endCxn id="4906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3" name="Google Shape;4923;p221"/>
          <p:cNvCxnSpPr>
            <a:stCxn id="4903" idx="6"/>
            <a:endCxn id="4907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4" name="Google Shape;4924;p221"/>
          <p:cNvSpPr/>
          <p:nvPr/>
        </p:nvSpPr>
        <p:spPr>
          <a:xfrm>
            <a:off x="1887025" y="4068550"/>
            <a:ext cx="4141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directed graph is strongly 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925" name="Google Shape;4925;p221"/>
          <p:cNvCxnSpPr>
            <a:stCxn id="4924" idx="0"/>
          </p:cNvCxnSpPr>
          <p:nvPr/>
        </p:nvCxnSpPr>
        <p:spPr>
          <a:xfrm flipH="1" rot="10800000">
            <a:off x="3957775" y="3479950"/>
            <a:ext cx="1040400" cy="58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9" name="Shape 4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0" name="Google Shape;4930;p2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4931" name="Google Shape;4931;p222"/>
          <p:cNvSpPr txBox="1"/>
          <p:nvPr>
            <p:ph idx="1" type="body"/>
          </p:nvPr>
        </p:nvSpPr>
        <p:spPr>
          <a:xfrm>
            <a:off x="311700" y="1225225"/>
            <a:ext cx="45546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these definitions in hand we can distinguish three flavors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Unilaterally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one directed path</a:t>
            </a:r>
            <a:endParaRPr/>
          </a:p>
        </p:txBody>
      </p:sp>
      <p:sp>
        <p:nvSpPr>
          <p:cNvPr id="4932" name="Google Shape;4932;p222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33" name="Google Shape;4933;p222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34" name="Google Shape;4934;p222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35" name="Google Shape;4935;p222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36" name="Google Shape;4936;p222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37" name="Google Shape;4937;p222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38" name="Google Shape;4938;p222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39" name="Google Shape;4939;p222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40" name="Google Shape;4940;p222"/>
          <p:cNvCxnSpPr>
            <a:stCxn id="4932" idx="7"/>
            <a:endCxn id="4935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1" name="Google Shape;4941;p222"/>
          <p:cNvCxnSpPr>
            <a:stCxn id="4937" idx="6"/>
            <a:endCxn id="4938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2" name="Google Shape;4942;p222"/>
          <p:cNvCxnSpPr>
            <a:stCxn id="4934" idx="6"/>
            <a:endCxn id="4939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3" name="Google Shape;4943;p222"/>
          <p:cNvCxnSpPr>
            <a:stCxn id="4937" idx="4"/>
            <a:endCxn id="4934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4" name="Google Shape;4944;p222"/>
          <p:cNvCxnSpPr>
            <a:stCxn id="4933" idx="4"/>
            <a:endCxn id="4936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45" name="Google Shape;4945;p222"/>
          <p:cNvCxnSpPr>
            <a:stCxn id="4932" idx="5"/>
            <a:endCxn id="4936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6" name="Google Shape;4946;p222"/>
          <p:cNvCxnSpPr>
            <a:stCxn id="4932" idx="6"/>
            <a:endCxn id="4933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7" name="Google Shape;4947;p222"/>
          <p:cNvCxnSpPr>
            <a:stCxn id="4934" idx="2"/>
            <a:endCxn id="4936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8" name="Google Shape;4948;p222"/>
          <p:cNvCxnSpPr>
            <a:stCxn id="4939" idx="1"/>
            <a:endCxn id="4937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9" name="Google Shape;4949;p222"/>
          <p:cNvCxnSpPr>
            <a:stCxn id="4938" idx="1"/>
            <a:endCxn id="4935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0" name="Google Shape;4950;p222"/>
          <p:cNvCxnSpPr>
            <a:stCxn id="4935" idx="5"/>
            <a:endCxn id="4937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1" name="Google Shape;4951;p222"/>
          <p:cNvCxnSpPr>
            <a:stCxn id="4933" idx="0"/>
            <a:endCxn id="4935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2" name="Google Shape;4952;p222"/>
          <p:cNvCxnSpPr>
            <a:stCxn id="4937" idx="3"/>
            <a:endCxn id="4936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3" name="Google Shape;4953;p222"/>
          <p:cNvCxnSpPr>
            <a:stCxn id="4933" idx="6"/>
            <a:endCxn id="4937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7" name="Shape 4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8" name="Google Shape;4958;p2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4959" name="Google Shape;4959;p223"/>
          <p:cNvSpPr txBox="1"/>
          <p:nvPr>
            <p:ph idx="1" type="body"/>
          </p:nvPr>
        </p:nvSpPr>
        <p:spPr>
          <a:xfrm>
            <a:off x="311700" y="1225225"/>
            <a:ext cx="45546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these definitions in hand we can distinguish three flavors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Unilaterally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one directed path</a:t>
            </a:r>
            <a:endParaRPr/>
          </a:p>
        </p:txBody>
      </p:sp>
      <p:sp>
        <p:nvSpPr>
          <p:cNvPr id="4960" name="Google Shape;4960;p223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61" name="Google Shape;4961;p223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62" name="Google Shape;4962;p223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63" name="Google Shape;4963;p223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64" name="Google Shape;4964;p223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65" name="Google Shape;4965;p223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66" name="Google Shape;4966;p223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67" name="Google Shape;4967;p223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68" name="Google Shape;4968;p223"/>
          <p:cNvCxnSpPr>
            <a:stCxn id="4960" idx="7"/>
            <a:endCxn id="4963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9" name="Google Shape;4969;p223"/>
          <p:cNvCxnSpPr>
            <a:stCxn id="4965" idx="6"/>
            <a:endCxn id="4966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0" name="Google Shape;4970;p223"/>
          <p:cNvCxnSpPr>
            <a:stCxn id="4962" idx="6"/>
            <a:endCxn id="4967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1" name="Google Shape;4971;p223"/>
          <p:cNvCxnSpPr>
            <a:stCxn id="4965" idx="4"/>
            <a:endCxn id="4962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2" name="Google Shape;4972;p223"/>
          <p:cNvCxnSpPr>
            <a:stCxn id="4961" idx="4"/>
            <a:endCxn id="4964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73" name="Google Shape;4973;p223"/>
          <p:cNvCxnSpPr>
            <a:stCxn id="4960" idx="5"/>
            <a:endCxn id="4964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4" name="Google Shape;4974;p223"/>
          <p:cNvCxnSpPr>
            <a:stCxn id="4960" idx="6"/>
            <a:endCxn id="4961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5" name="Google Shape;4975;p223"/>
          <p:cNvCxnSpPr>
            <a:stCxn id="4962" idx="2"/>
            <a:endCxn id="4964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6" name="Google Shape;4976;p223"/>
          <p:cNvCxnSpPr>
            <a:stCxn id="4967" idx="1"/>
            <a:endCxn id="4965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7" name="Google Shape;4977;p223"/>
          <p:cNvCxnSpPr>
            <a:stCxn id="4966" idx="1"/>
            <a:endCxn id="4963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8" name="Google Shape;4978;p223"/>
          <p:cNvCxnSpPr>
            <a:stCxn id="4963" idx="5"/>
            <a:endCxn id="4965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9" name="Google Shape;4979;p223"/>
          <p:cNvCxnSpPr>
            <a:stCxn id="4961" idx="0"/>
            <a:endCxn id="4963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0" name="Google Shape;4980;p223"/>
          <p:cNvCxnSpPr>
            <a:stCxn id="4965" idx="3"/>
            <a:endCxn id="4964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1" name="Google Shape;4981;p223"/>
          <p:cNvCxnSpPr>
            <a:stCxn id="4961" idx="6"/>
            <a:endCxn id="4965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82" name="Google Shape;4982;p223"/>
          <p:cNvSpPr/>
          <p:nvPr/>
        </p:nvSpPr>
        <p:spPr>
          <a:xfrm>
            <a:off x="2244600" y="4189900"/>
            <a:ext cx="38817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directed graph is unilaterally 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983" name="Google Shape;4983;p223"/>
          <p:cNvCxnSpPr>
            <a:stCxn id="4982" idx="0"/>
          </p:cNvCxnSpPr>
          <p:nvPr/>
        </p:nvCxnSpPr>
        <p:spPr>
          <a:xfrm flipH="1" rot="10800000">
            <a:off x="4185450" y="3601300"/>
            <a:ext cx="1040400" cy="58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7" name="Shape 4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8" name="Google Shape;4988;p2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4989" name="Google Shape;4989;p224"/>
          <p:cNvSpPr txBox="1"/>
          <p:nvPr>
            <p:ph idx="1" type="body"/>
          </p:nvPr>
        </p:nvSpPr>
        <p:spPr>
          <a:xfrm>
            <a:off x="311700" y="1225225"/>
            <a:ext cx="45546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these definitions in hand we can distinguish three flavors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Unilaterally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one directed path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Weakly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a </a:t>
            </a:r>
            <a:r>
              <a:rPr b="1" lang="en"/>
              <a:t>semipath</a:t>
            </a:r>
            <a:endParaRPr b="1"/>
          </a:p>
        </p:txBody>
      </p:sp>
      <p:sp>
        <p:nvSpPr>
          <p:cNvPr id="4990" name="Google Shape;4990;p224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91" name="Google Shape;4991;p224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92" name="Google Shape;4992;p224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93" name="Google Shape;4993;p224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94" name="Google Shape;4994;p224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95" name="Google Shape;4995;p224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96" name="Google Shape;4996;p224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97" name="Google Shape;4997;p224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98" name="Google Shape;4998;p224"/>
          <p:cNvCxnSpPr>
            <a:stCxn id="4990" idx="7"/>
            <a:endCxn id="4993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9" name="Google Shape;4999;p224"/>
          <p:cNvCxnSpPr>
            <a:stCxn id="4995" idx="6"/>
            <a:endCxn id="4996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00" name="Google Shape;5000;p224"/>
          <p:cNvCxnSpPr>
            <a:stCxn id="4992" idx="6"/>
            <a:endCxn id="4997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01" name="Google Shape;5001;p224"/>
          <p:cNvCxnSpPr>
            <a:stCxn id="4995" idx="4"/>
            <a:endCxn id="4992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02" name="Google Shape;5002;p224"/>
          <p:cNvCxnSpPr>
            <a:stCxn id="4991" idx="4"/>
            <a:endCxn id="4994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03" name="Google Shape;5003;p224"/>
          <p:cNvCxnSpPr>
            <a:stCxn id="4990" idx="5"/>
            <a:endCxn id="4994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04" name="Google Shape;5004;p224"/>
          <p:cNvCxnSpPr>
            <a:stCxn id="4990" idx="6"/>
            <a:endCxn id="4991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05" name="Google Shape;5005;p224"/>
          <p:cNvCxnSpPr>
            <a:stCxn id="4992" idx="2"/>
            <a:endCxn id="4994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06" name="Google Shape;5006;p224"/>
          <p:cNvCxnSpPr>
            <a:stCxn id="4997" idx="1"/>
            <a:endCxn id="4995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07" name="Google Shape;5007;p224"/>
          <p:cNvCxnSpPr>
            <a:stCxn id="4996" idx="1"/>
            <a:endCxn id="4993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08" name="Google Shape;5008;p224"/>
          <p:cNvCxnSpPr>
            <a:stCxn id="4993" idx="5"/>
            <a:endCxn id="4995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09" name="Google Shape;5009;p224"/>
          <p:cNvCxnSpPr>
            <a:stCxn id="4991" idx="0"/>
            <a:endCxn id="4993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0" name="Google Shape;5010;p224"/>
          <p:cNvCxnSpPr>
            <a:stCxn id="4995" idx="3"/>
            <a:endCxn id="4994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1" name="Google Shape;5011;p224"/>
          <p:cNvCxnSpPr>
            <a:stCxn id="4991" idx="6"/>
            <a:endCxn id="4995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5" name="Shape 5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6" name="Google Shape;5016;p2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5017" name="Google Shape;5017;p225"/>
          <p:cNvSpPr txBox="1"/>
          <p:nvPr>
            <p:ph idx="1" type="body"/>
          </p:nvPr>
        </p:nvSpPr>
        <p:spPr>
          <a:xfrm>
            <a:off x="311700" y="1225225"/>
            <a:ext cx="45546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these definitions in hand we can distinguish three flavors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Unilaterally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one directed path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Weakly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a </a:t>
            </a:r>
            <a:r>
              <a:rPr b="1" lang="en"/>
              <a:t>semipath</a:t>
            </a:r>
            <a:endParaRPr b="1"/>
          </a:p>
        </p:txBody>
      </p:sp>
      <p:sp>
        <p:nvSpPr>
          <p:cNvPr id="5018" name="Google Shape;5018;p225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19" name="Google Shape;5019;p225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20" name="Google Shape;5020;p225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21" name="Google Shape;5021;p225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22" name="Google Shape;5022;p225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23" name="Google Shape;5023;p225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24" name="Google Shape;5024;p225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25" name="Google Shape;5025;p225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26" name="Google Shape;5026;p225"/>
          <p:cNvCxnSpPr>
            <a:stCxn id="5018" idx="7"/>
            <a:endCxn id="5021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7" name="Google Shape;5027;p225"/>
          <p:cNvCxnSpPr>
            <a:stCxn id="5023" idx="6"/>
            <a:endCxn id="5024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28" name="Google Shape;5028;p225"/>
          <p:cNvCxnSpPr>
            <a:stCxn id="5020" idx="6"/>
            <a:endCxn id="5025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9" name="Google Shape;5029;p225"/>
          <p:cNvCxnSpPr>
            <a:stCxn id="5023" idx="4"/>
            <a:endCxn id="5020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0" name="Google Shape;5030;p225"/>
          <p:cNvCxnSpPr>
            <a:stCxn id="5019" idx="4"/>
            <a:endCxn id="5022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31" name="Google Shape;5031;p225"/>
          <p:cNvCxnSpPr>
            <a:stCxn id="5018" idx="5"/>
            <a:endCxn id="5022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2" name="Google Shape;5032;p225"/>
          <p:cNvCxnSpPr>
            <a:stCxn id="5018" idx="6"/>
            <a:endCxn id="5019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3" name="Google Shape;5033;p225"/>
          <p:cNvCxnSpPr>
            <a:stCxn id="5020" idx="2"/>
            <a:endCxn id="5022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4" name="Google Shape;5034;p225"/>
          <p:cNvCxnSpPr>
            <a:stCxn id="5025" idx="1"/>
            <a:endCxn id="5023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5" name="Google Shape;5035;p225"/>
          <p:cNvCxnSpPr>
            <a:stCxn id="5024" idx="1"/>
            <a:endCxn id="5021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6" name="Google Shape;5036;p225"/>
          <p:cNvCxnSpPr>
            <a:stCxn id="5021" idx="5"/>
            <a:endCxn id="5023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7" name="Google Shape;5037;p225"/>
          <p:cNvCxnSpPr>
            <a:stCxn id="5019" idx="0"/>
            <a:endCxn id="5021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8" name="Google Shape;5038;p225"/>
          <p:cNvCxnSpPr>
            <a:stCxn id="5023" idx="3"/>
            <a:endCxn id="5022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9" name="Google Shape;5039;p225"/>
          <p:cNvCxnSpPr>
            <a:stCxn id="5019" idx="6"/>
            <a:endCxn id="5023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40" name="Google Shape;5040;p225"/>
          <p:cNvSpPr/>
          <p:nvPr/>
        </p:nvSpPr>
        <p:spPr>
          <a:xfrm>
            <a:off x="1659150" y="1411575"/>
            <a:ext cx="3881700" cy="831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directed graph is weakly 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041" name="Google Shape;5041;p225"/>
          <p:cNvCxnSpPr>
            <a:stCxn id="5040" idx="4"/>
          </p:cNvCxnSpPr>
          <p:nvPr/>
        </p:nvCxnSpPr>
        <p:spPr>
          <a:xfrm>
            <a:off x="3600000" y="2242875"/>
            <a:ext cx="1278600" cy="287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045" name="Shape 5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6" name="Google Shape;5046;p2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Matrices</a:t>
            </a:r>
            <a:endParaRPr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0" name="Shape 5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1" name="Google Shape;5051;p2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052" name="Google Shape;5052;p227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Adjacency relations</a:t>
            </a:r>
            <a:r>
              <a:rPr lang="en">
                <a:solidFill>
                  <a:srgbClr val="000000"/>
                </a:solidFill>
              </a:rPr>
              <a:t> between vertices in a graph can be represented using a matrix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5053" name="Google Shape;5053;p227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054" name="Google Shape;5054;p227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55" name="Google Shape;5055;p22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5056" name="Google Shape;5056;p227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0" name="Shape 5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1" name="Google Shape;5061;p2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062" name="Google Shape;5062;p228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5063" name="Google Shape;5063;p228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064" name="Google Shape;5064;p228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5" name="Google Shape;5065;p228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5066" name="Google Shape;5066;p228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067" name="Google Shape;5067;p228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1" name="Shape 5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2" name="Google Shape;5072;p2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073" name="Google Shape;5073;p229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adjacency matrix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5074" name="Google Shape;5074;p229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075" name="Google Shape;5075;p229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6" name="Google Shape;5076;p229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5077" name="Google Shape;5077;p229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078" name="Google Shape;5078;p229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2" name="Shape 5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Google Shape;5083;p2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084" name="Google Shape;5084;p230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adjacency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matrix: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lang="en">
                <a:solidFill>
                  <a:srgbClr val="000000"/>
                </a:solidFill>
              </a:rPr>
              <a:t>row objects</a:t>
            </a:r>
            <a:r>
              <a:rPr lang="en">
                <a:solidFill>
                  <a:srgbClr val="000000"/>
                </a:solidFill>
              </a:rPr>
              <a:t> are the </a:t>
            </a:r>
            <a:r>
              <a:rPr b="1" lang="en">
                <a:solidFill>
                  <a:srgbClr val="000000"/>
                </a:solidFill>
              </a:rPr>
              <a:t>vertices</a:t>
            </a:r>
            <a:r>
              <a:rPr lang="en">
                <a:solidFill>
                  <a:srgbClr val="000000"/>
                </a:solidFill>
              </a:rPr>
              <a:t> in the graph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5085" name="Google Shape;5085;p230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086" name="Google Shape;5086;p230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7" name="Google Shape;5087;p230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5088" name="Google Shape;5088;p230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089" name="Google Shape;5089;p230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090" name="Google Shape;5090;p230"/>
          <p:cNvSpPr/>
          <p:nvPr/>
        </p:nvSpPr>
        <p:spPr>
          <a:xfrm rot="5400000">
            <a:off x="5029650" y="3581050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4" name="Shape 5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5" name="Google Shape;5095;p2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096" name="Google Shape;5096;p231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adjacency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matrix: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lang="en">
                <a:solidFill>
                  <a:srgbClr val="000000"/>
                </a:solidFill>
              </a:rPr>
              <a:t>row objects</a:t>
            </a:r>
            <a:r>
              <a:rPr lang="en">
                <a:solidFill>
                  <a:srgbClr val="000000"/>
                </a:solidFill>
              </a:rPr>
              <a:t> are the </a:t>
            </a:r>
            <a:r>
              <a:rPr b="1" lang="en">
                <a:solidFill>
                  <a:srgbClr val="000000"/>
                </a:solidFill>
              </a:rPr>
              <a:t>vertices</a:t>
            </a:r>
            <a:r>
              <a:rPr lang="en">
                <a:solidFill>
                  <a:srgbClr val="000000"/>
                </a:solidFill>
              </a:rPr>
              <a:t> in the graph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And so are the </a:t>
            </a:r>
            <a:r>
              <a:rPr b="1" lang="en">
                <a:solidFill>
                  <a:srgbClr val="000000"/>
                </a:solidFill>
              </a:rPr>
              <a:t>column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objects</a:t>
            </a:r>
            <a:r>
              <a:rPr lang="en">
                <a:solidFill>
                  <a:srgbClr val="000000"/>
                </a:solidFill>
              </a:rPr>
              <a:t>!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5097" name="Google Shape;5097;p231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098" name="Google Shape;5098;p23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9" name="Google Shape;5099;p23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5100" name="Google Shape;5100;p231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101" name="Google Shape;5101;p231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102" name="Google Shape;5102;p231"/>
          <p:cNvSpPr/>
          <p:nvPr/>
        </p:nvSpPr>
        <p:spPr>
          <a:xfrm rot="5400000">
            <a:off x="5029650" y="3581050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103" name="Google Shape;5103;p231"/>
          <p:cNvSpPr/>
          <p:nvPr/>
        </p:nvSpPr>
        <p:spPr>
          <a:xfrm rot="10800000">
            <a:off x="6181800" y="2395300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7" name="Shape 5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8" name="Google Shape;5108;p2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109" name="Google Shape;5109;p232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is called the </a:t>
            </a:r>
            <a:r>
              <a:rPr b="1" lang="en" sz="1800"/>
              <a:t>adjacency matrix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adjacency matrix is </a:t>
            </a:r>
            <a:r>
              <a:rPr b="1" lang="en">
                <a:solidFill>
                  <a:srgbClr val="000000"/>
                </a:solidFill>
              </a:rPr>
              <a:t>square</a:t>
            </a:r>
            <a:r>
              <a:rPr lang="en">
                <a:solidFill>
                  <a:srgbClr val="000000"/>
                </a:solidFill>
              </a:rPr>
              <a:t> because the number of rows is the same as the number of columns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R = C = 5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5110" name="Google Shape;5110;p232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111" name="Google Shape;5111;p23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2" name="Google Shape;5112;p23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113" name="Google Shape;5113;p232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114" name="Google Shape;5114;p232"/>
          <p:cNvSpPr/>
          <p:nvPr/>
        </p:nvSpPr>
        <p:spPr>
          <a:xfrm>
            <a:off x="2567925" y="4083900"/>
            <a:ext cx="31176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matrix is 5 X 5!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115" name="Google Shape;5115;p232"/>
          <p:cNvCxnSpPr>
            <a:stCxn id="5114" idx="7"/>
          </p:cNvCxnSpPr>
          <p:nvPr/>
        </p:nvCxnSpPr>
        <p:spPr>
          <a:xfrm flipH="1" rot="10800000">
            <a:off x="5228963" y="3831841"/>
            <a:ext cx="662700" cy="37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9" name="Shape 5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" name="Google Shape;5120;p2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121" name="Google Shape;5121;p233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5122" name="Google Shape;5122;p233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123" name="Google Shape;5123;p233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4" name="Google Shape;5124;p233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125" name="Google Shape;5125;p233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126" name="Google Shape;5126;p233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27" name="Google Shape;5127;p233"/>
          <p:cNvSpPr txBox="1"/>
          <p:nvPr>
            <p:ph idx="1" type="body"/>
          </p:nvPr>
        </p:nvSpPr>
        <p:spPr>
          <a:xfrm>
            <a:off x="311700" y="1225225"/>
            <a:ext cx="5203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conventional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Refer to the </a:t>
            </a:r>
            <a:r>
              <a:rPr b="1" lang="en" sz="1400"/>
              <a:t>whole</a:t>
            </a:r>
            <a:r>
              <a:rPr lang="en" sz="1400"/>
              <a:t> </a:t>
            </a:r>
            <a:r>
              <a:rPr b="1" lang="en" sz="1400"/>
              <a:t>matrix</a:t>
            </a:r>
            <a:r>
              <a:rPr lang="en" sz="1400"/>
              <a:t> by its </a:t>
            </a:r>
            <a:r>
              <a:rPr i="1" lang="en" sz="1400"/>
              <a:t>name</a:t>
            </a:r>
            <a:r>
              <a:rPr lang="en" sz="1400"/>
              <a:t> usually a capital letter like </a:t>
            </a:r>
            <a:r>
              <a:rPr b="1" lang="en" sz="1400"/>
              <a:t>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object with the letter </a:t>
            </a:r>
            <a:r>
              <a:rPr i="1" lang="en"/>
              <a:t>i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 </a:t>
            </a:r>
            <a:r>
              <a:rPr b="1" lang="en"/>
              <a:t>column</a:t>
            </a:r>
            <a:r>
              <a:rPr lang="en"/>
              <a:t> object with the letter </a:t>
            </a:r>
            <a:r>
              <a:rPr i="1" lang="en"/>
              <a:t>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cell</a:t>
            </a:r>
            <a:r>
              <a:rPr lang="en"/>
              <a:t> in the matrix by the matrix name in lowercase followed by a </a:t>
            </a:r>
            <a:r>
              <a:rPr b="1" lang="en"/>
              <a:t>row subscript</a:t>
            </a:r>
            <a:r>
              <a:rPr lang="en"/>
              <a:t> and a </a:t>
            </a:r>
            <a:r>
              <a:rPr b="1" lang="en"/>
              <a:t>column subscript</a:t>
            </a:r>
            <a:r>
              <a:rPr lang="en"/>
              <a:t>: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1" name="Shape 5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2" name="Google Shape;5132;p2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133" name="Google Shape;5133;p234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5134" name="Google Shape;5134;p234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135" name="Google Shape;5135;p234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6" name="Google Shape;5136;p234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137" name="Google Shape;5137;p234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138" name="Google Shape;5138;p234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39" name="Google Shape;5139;p234"/>
          <p:cNvSpPr txBox="1"/>
          <p:nvPr>
            <p:ph idx="1" type="body"/>
          </p:nvPr>
        </p:nvSpPr>
        <p:spPr>
          <a:xfrm>
            <a:off x="311700" y="1225225"/>
            <a:ext cx="5203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conventional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Refer to the </a:t>
            </a:r>
            <a:r>
              <a:rPr b="1" lang="en" sz="1400"/>
              <a:t>whole</a:t>
            </a:r>
            <a:r>
              <a:rPr lang="en" sz="1400"/>
              <a:t> </a:t>
            </a:r>
            <a:r>
              <a:rPr b="1" lang="en" sz="1400"/>
              <a:t>matrix</a:t>
            </a:r>
            <a:r>
              <a:rPr lang="en" sz="1400"/>
              <a:t> by its </a:t>
            </a:r>
            <a:r>
              <a:rPr i="1" lang="en" sz="1400"/>
              <a:t>name</a:t>
            </a:r>
            <a:r>
              <a:rPr lang="en" sz="1400"/>
              <a:t> usually a capital letter like </a:t>
            </a:r>
            <a:r>
              <a:rPr b="1" lang="en" sz="1400"/>
              <a:t>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object with the letter </a:t>
            </a:r>
            <a:r>
              <a:rPr i="1" lang="en"/>
              <a:t>i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 </a:t>
            </a:r>
            <a:r>
              <a:rPr b="1" lang="en"/>
              <a:t>column</a:t>
            </a:r>
            <a:r>
              <a:rPr lang="en"/>
              <a:t> object with the letter </a:t>
            </a:r>
            <a:r>
              <a:rPr i="1" lang="en"/>
              <a:t>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cell</a:t>
            </a:r>
            <a:r>
              <a:rPr lang="en"/>
              <a:t> in the matrix by the matrix name in lowercase followed by a </a:t>
            </a:r>
            <a:r>
              <a:rPr b="1" lang="en"/>
              <a:t>row subscript</a:t>
            </a:r>
            <a:r>
              <a:rPr lang="en"/>
              <a:t> and a </a:t>
            </a:r>
            <a:r>
              <a:rPr b="1" lang="en"/>
              <a:t>column subscript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ij</a:t>
            </a:r>
            <a:r>
              <a:rPr lang="en"/>
              <a:t> is the cell corresponding to row </a:t>
            </a:r>
            <a:r>
              <a:rPr i="1" lang="en"/>
              <a:t>i </a:t>
            </a:r>
            <a:r>
              <a:rPr lang="en"/>
              <a:t>and column </a:t>
            </a:r>
            <a:r>
              <a:rPr i="1" lang="en"/>
              <a:t>j</a:t>
            </a:r>
            <a:r>
              <a:rPr lang="en"/>
              <a:t> of matrix </a:t>
            </a:r>
            <a:r>
              <a:rPr b="1" lang="en"/>
              <a:t>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3" name="Shape 5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4" name="Google Shape;5144;p2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145" name="Google Shape;5145;p235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5146" name="Google Shape;5146;p235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147" name="Google Shape;5147;p23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8" name="Google Shape;5148;p23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149" name="Google Shape;5149;p235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50" name="Google Shape;5150;p235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51" name="Google Shape;5151;p235"/>
          <p:cNvSpPr txBox="1"/>
          <p:nvPr>
            <p:ph idx="1" type="body"/>
          </p:nvPr>
        </p:nvSpPr>
        <p:spPr>
          <a:xfrm>
            <a:off x="311700" y="1225225"/>
            <a:ext cx="5203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conventional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Refer to the </a:t>
            </a:r>
            <a:r>
              <a:rPr b="1" lang="en" sz="1400"/>
              <a:t>whole</a:t>
            </a:r>
            <a:r>
              <a:rPr lang="en" sz="1400"/>
              <a:t> </a:t>
            </a:r>
            <a:r>
              <a:rPr b="1" lang="en" sz="1400"/>
              <a:t>matrix</a:t>
            </a:r>
            <a:r>
              <a:rPr lang="en" sz="1400"/>
              <a:t> by its </a:t>
            </a:r>
            <a:r>
              <a:rPr i="1" lang="en" sz="1400"/>
              <a:t>name</a:t>
            </a:r>
            <a:r>
              <a:rPr lang="en" sz="1400"/>
              <a:t> usually a capital letter like </a:t>
            </a:r>
            <a:r>
              <a:rPr b="1" lang="en" sz="1400"/>
              <a:t>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object with the letter </a:t>
            </a:r>
            <a:r>
              <a:rPr i="1" lang="en"/>
              <a:t>i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 </a:t>
            </a:r>
            <a:r>
              <a:rPr b="1" lang="en"/>
              <a:t>column</a:t>
            </a:r>
            <a:r>
              <a:rPr lang="en"/>
              <a:t> object with the letter </a:t>
            </a:r>
            <a:r>
              <a:rPr i="1" lang="en"/>
              <a:t>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cell</a:t>
            </a:r>
            <a:r>
              <a:rPr lang="en"/>
              <a:t> in the matrix by the matrix name in lowercase followed by a </a:t>
            </a:r>
            <a:r>
              <a:rPr b="1" lang="en"/>
              <a:t>row subscript</a:t>
            </a:r>
            <a:r>
              <a:rPr lang="en"/>
              <a:t> and a </a:t>
            </a:r>
            <a:r>
              <a:rPr b="1" lang="en"/>
              <a:t>column subscript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ij</a:t>
            </a:r>
            <a:r>
              <a:rPr lang="en"/>
              <a:t> is the cell corresponding to row </a:t>
            </a:r>
            <a:r>
              <a:rPr i="1" lang="en"/>
              <a:t>i </a:t>
            </a:r>
            <a:r>
              <a:rPr lang="en"/>
              <a:t>and column </a:t>
            </a:r>
            <a:r>
              <a:rPr i="1" lang="en"/>
              <a:t>j</a:t>
            </a:r>
            <a:r>
              <a:rPr lang="en"/>
              <a:t> of matrix </a:t>
            </a:r>
            <a:r>
              <a:rPr b="1" lang="en"/>
              <a:t>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cells in which </a:t>
            </a:r>
            <a:r>
              <a:rPr i="1" lang="en"/>
              <a:t>i </a:t>
            </a:r>
            <a:r>
              <a:rPr lang="en"/>
              <a:t>= </a:t>
            </a:r>
            <a:r>
              <a:rPr i="1" lang="en"/>
              <a:t>j</a:t>
            </a:r>
            <a:r>
              <a:rPr lang="en"/>
              <a:t> is called the </a:t>
            </a:r>
            <a:r>
              <a:rPr b="1" lang="en"/>
              <a:t>matrix diagonal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5" name="Shape 5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6" name="Google Shape;5156;p2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157" name="Google Shape;5157;p236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5158" name="Google Shape;5158;p236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159" name="Google Shape;5159;p236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0" name="Google Shape;5160;p236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161" name="Google Shape;5161;p236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162" name="Google Shape;5162;p236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6" name="Shape 5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7" name="Google Shape;5167;p2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168" name="Google Shape;5168;p237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5169" name="Google Shape;5169;p237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170" name="Google Shape;5170;p237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1" name="Google Shape;5171;p23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172" name="Google Shape;5172;p237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173" name="Google Shape;5173;p237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7" name="Shape 5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8" name="Google Shape;5178;p2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179" name="Google Shape;5179;p238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5180" name="Google Shape;5180;p238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181" name="Google Shape;5181;p238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2" name="Google Shape;5182;p238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183" name="Google Shape;5183;p238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184" name="Google Shape;5184;p238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8" name="Shape 5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9" name="Google Shape;5189;p2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190" name="Google Shape;5190;p239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the same for each row object until every cell has a value {0, 1}!</a:t>
            </a:r>
            <a:endParaRPr/>
          </a:p>
        </p:txBody>
      </p:sp>
      <p:grpSp>
        <p:nvGrpSpPr>
          <p:cNvPr id="5191" name="Google Shape;5191;p239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192" name="Google Shape;5192;p239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3" name="Google Shape;5193;p239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194" name="Google Shape;5194;p239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195" name="Google Shape;5195;p239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9" name="Shape 5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0" name="Google Shape;5200;p2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201" name="Google Shape;5201;p240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the same for each row object until every cell has a value {0, 1}!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graph’s </a:t>
            </a:r>
            <a:r>
              <a:rPr b="1" lang="en"/>
              <a:t>adjacency matrix</a:t>
            </a:r>
            <a:endParaRPr b="1"/>
          </a:p>
        </p:txBody>
      </p:sp>
      <p:grpSp>
        <p:nvGrpSpPr>
          <p:cNvPr id="5202" name="Google Shape;5202;p240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203" name="Google Shape;5203;p240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4" name="Google Shape;5204;p240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205" name="Google Shape;5205;p240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206" name="Google Shape;5206;p240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0" name="Shape 5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1" name="Google Shape;5211;p2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5212" name="Google Shape;5212;p24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Adjacency matrices can be used to represent either</a:t>
            </a:r>
            <a:r>
              <a:rPr b="1" lang="en"/>
              <a:t> undirected graphs</a:t>
            </a:r>
            <a:r>
              <a:rPr lang="en"/>
              <a:t> or </a:t>
            </a:r>
            <a:r>
              <a:rPr b="1" lang="en"/>
              <a:t>directed graphs</a:t>
            </a:r>
            <a:r>
              <a:rPr lang="en"/>
              <a:t>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Undirected</a:t>
            </a:r>
            <a:r>
              <a:rPr b="1" lang="en"/>
              <a:t> </a:t>
            </a:r>
            <a:r>
              <a:rPr lang="en"/>
              <a:t>graphs result in </a:t>
            </a:r>
            <a:r>
              <a:rPr b="1" lang="en">
                <a:solidFill>
                  <a:srgbClr val="FF0000"/>
                </a:solidFill>
              </a:rPr>
              <a:t>symmetric adjacency matrices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5213" name="Google Shape;5213;p241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214" name="Google Shape;5214;p24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5" name="Google Shape;5215;p24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216" name="Google Shape;5216;p241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0" name="Shape 5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1" name="Google Shape;5221;p2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pSp>
        <p:nvGrpSpPr>
          <p:cNvPr id="5222" name="Google Shape;5222;p242"/>
          <p:cNvGrpSpPr/>
          <p:nvPr/>
        </p:nvGrpSpPr>
        <p:grpSpPr>
          <a:xfrm>
            <a:off x="5341612" y="805761"/>
            <a:ext cx="3490675" cy="1614202"/>
            <a:chOff x="5264900" y="3059073"/>
            <a:chExt cx="3490675" cy="1614202"/>
          </a:xfrm>
        </p:grpSpPr>
        <p:pic>
          <p:nvPicPr>
            <p:cNvPr id="5223" name="Google Shape;5223;p242"/>
            <p:cNvPicPr preferRelativeResize="0"/>
            <p:nvPr/>
          </p:nvPicPr>
          <p:blipFill rotWithShape="1">
            <a:blip r:embed="rId3">
              <a:alphaModFix/>
            </a:blip>
            <a:srcRect b="54218" l="50926" r="2550" t="22708"/>
            <a:stretch/>
          </p:blipFill>
          <p:spPr>
            <a:xfrm>
              <a:off x="5264900" y="3059073"/>
              <a:ext cx="3490675" cy="132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4" name="Google Shape;5224;p242"/>
            <p:cNvSpPr txBox="1"/>
            <p:nvPr/>
          </p:nvSpPr>
          <p:spPr>
            <a:xfrm>
              <a:off x="5782900" y="4380775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FF"/>
                  </a:solidFill>
                  <a:latin typeface="Economica"/>
                  <a:ea typeface="Economica"/>
                  <a:cs typeface="Economica"/>
                  <a:sym typeface="Economica"/>
                </a:rPr>
                <a:t>Directed Graph</a:t>
              </a:r>
              <a:endParaRPr b="1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225" name="Google Shape;5225;p242"/>
          <p:cNvGraphicFramePr/>
          <p:nvPr/>
        </p:nvGraphicFramePr>
        <p:xfrm>
          <a:off x="5891663" y="24199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226" name="Google Shape;5226;p24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Adjacency matrices can be used to represent either</a:t>
            </a:r>
            <a:r>
              <a:rPr b="1" lang="en"/>
              <a:t> undirected graphs</a:t>
            </a:r>
            <a:r>
              <a:rPr lang="en"/>
              <a:t> or </a:t>
            </a:r>
            <a:r>
              <a:rPr b="1" lang="en"/>
              <a:t>directed graphs</a:t>
            </a:r>
            <a:r>
              <a:rPr lang="en"/>
              <a:t>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Undirected</a:t>
            </a:r>
            <a:r>
              <a:rPr b="1" lang="en"/>
              <a:t> </a:t>
            </a:r>
            <a:r>
              <a:rPr lang="en"/>
              <a:t>graphs result in </a:t>
            </a:r>
            <a:r>
              <a:rPr b="1" lang="en">
                <a:solidFill>
                  <a:srgbClr val="FF0000"/>
                </a:solidFill>
              </a:rPr>
              <a:t>symmetric adjacency matrices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 graphs</a:t>
            </a:r>
            <a:r>
              <a:rPr b="1" lang="en"/>
              <a:t> </a:t>
            </a:r>
            <a:r>
              <a:rPr lang="en"/>
              <a:t>result in </a:t>
            </a:r>
            <a:r>
              <a:rPr b="1" lang="en">
                <a:solidFill>
                  <a:srgbClr val="0000FF"/>
                </a:solidFill>
              </a:rPr>
              <a:t>asymmetric adjacency matrices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0" name="Shape 5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1" name="Google Shape;5231;p2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pSp>
        <p:nvGrpSpPr>
          <p:cNvPr id="5232" name="Google Shape;5232;p243"/>
          <p:cNvGrpSpPr/>
          <p:nvPr/>
        </p:nvGrpSpPr>
        <p:grpSpPr>
          <a:xfrm>
            <a:off x="5341612" y="805761"/>
            <a:ext cx="3490675" cy="1614202"/>
            <a:chOff x="5264900" y="3059073"/>
            <a:chExt cx="3490675" cy="1614202"/>
          </a:xfrm>
        </p:grpSpPr>
        <p:pic>
          <p:nvPicPr>
            <p:cNvPr id="5233" name="Google Shape;5233;p243"/>
            <p:cNvPicPr preferRelativeResize="0"/>
            <p:nvPr/>
          </p:nvPicPr>
          <p:blipFill rotWithShape="1">
            <a:blip r:embed="rId3">
              <a:alphaModFix/>
            </a:blip>
            <a:srcRect b="54218" l="50926" r="2550" t="22708"/>
            <a:stretch/>
          </p:blipFill>
          <p:spPr>
            <a:xfrm>
              <a:off x="5264900" y="3059073"/>
              <a:ext cx="3490675" cy="132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4" name="Google Shape;5234;p243"/>
            <p:cNvSpPr txBox="1"/>
            <p:nvPr/>
          </p:nvSpPr>
          <p:spPr>
            <a:xfrm>
              <a:off x="5782900" y="4380775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FF"/>
                  </a:solidFill>
                  <a:latin typeface="Economica"/>
                  <a:ea typeface="Economica"/>
                  <a:cs typeface="Economica"/>
                  <a:sym typeface="Economica"/>
                </a:rPr>
                <a:t>Directed Graph</a:t>
              </a:r>
              <a:endParaRPr b="1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5235" name="Google Shape;5235;p24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Adjacency matrices can be used to represent either</a:t>
            </a:r>
            <a:r>
              <a:rPr b="1" lang="en"/>
              <a:t> undirected graphs</a:t>
            </a:r>
            <a:r>
              <a:rPr lang="en"/>
              <a:t> or </a:t>
            </a:r>
            <a:r>
              <a:rPr b="1" lang="en"/>
              <a:t>directed graphs</a:t>
            </a:r>
            <a:r>
              <a:rPr lang="en"/>
              <a:t>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Undirected</a:t>
            </a:r>
            <a:r>
              <a:rPr b="1" lang="en"/>
              <a:t> </a:t>
            </a:r>
            <a:r>
              <a:rPr lang="en"/>
              <a:t>graphs result in </a:t>
            </a:r>
            <a:r>
              <a:rPr b="1" lang="en">
                <a:solidFill>
                  <a:srgbClr val="FF0000"/>
                </a:solidFill>
              </a:rPr>
              <a:t>symmetric adjacency matrices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 graphs</a:t>
            </a:r>
            <a:r>
              <a:rPr b="1" lang="en"/>
              <a:t> </a:t>
            </a:r>
            <a:r>
              <a:rPr lang="en"/>
              <a:t>result in </a:t>
            </a:r>
            <a:r>
              <a:rPr b="1" lang="en">
                <a:solidFill>
                  <a:srgbClr val="0000FF"/>
                </a:solidFill>
              </a:rPr>
              <a:t>asymmetric adjacency matrices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236" name="Google Shape;5236;p243"/>
          <p:cNvGraphicFramePr/>
          <p:nvPr/>
        </p:nvGraphicFramePr>
        <p:xfrm>
          <a:off x="5888736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0" name="Shape 5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1" name="Google Shape;5241;p2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aphicFrame>
        <p:nvGraphicFramePr>
          <p:cNvPr id="5242" name="Google Shape;5242;p244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5243" name="Google Shape;5243;p244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244" name="Google Shape;5244;p244"/>
          <p:cNvSpPr txBox="1"/>
          <p:nvPr/>
        </p:nvSpPr>
        <p:spPr>
          <a:xfrm>
            <a:off x="5854838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5245" name="Google Shape;5245;p244"/>
          <p:cNvPicPr preferRelativeResize="0"/>
          <p:nvPr/>
        </p:nvPicPr>
        <p:blipFill rotWithShape="1">
          <a:blip r:embed="rId3">
            <a:alphaModFix/>
          </a:blip>
          <a:srcRect b="53299" l="1982" r="51491" t="30025"/>
          <a:stretch/>
        </p:blipFill>
        <p:spPr>
          <a:xfrm>
            <a:off x="316463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246" name="Google Shape;5246;p244"/>
          <p:cNvSpPr txBox="1"/>
          <p:nvPr/>
        </p:nvSpPr>
        <p:spPr>
          <a:xfrm>
            <a:off x="778225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Undirected Graph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247" name="Google Shape;5247;p244"/>
          <p:cNvGraphicFramePr/>
          <p:nvPr/>
        </p:nvGraphicFramePr>
        <p:xfrm>
          <a:off x="861763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248" name="Google Shape;5248;p244"/>
          <p:cNvSpPr txBox="1"/>
          <p:nvPr/>
        </p:nvSpPr>
        <p:spPr>
          <a:xfrm>
            <a:off x="447650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Symmetric Adjacency Matrix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49" name="Google Shape;5249;p244"/>
          <p:cNvSpPr txBox="1"/>
          <p:nvPr/>
        </p:nvSpPr>
        <p:spPr>
          <a:xfrm>
            <a:off x="5601025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Adjacency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50" name="Google Shape;5250;p244"/>
          <p:cNvSpPr txBox="1"/>
          <p:nvPr/>
        </p:nvSpPr>
        <p:spPr>
          <a:xfrm>
            <a:off x="3465963" y="2413000"/>
            <a:ext cx="21351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How do we know if an adjacency matrix is symmetric or asymmetric? </a:t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4" name="Shape 5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5" name="Google Shape;5255;p2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aphicFrame>
        <p:nvGraphicFramePr>
          <p:cNvPr id="5256" name="Google Shape;5256;p245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5257" name="Google Shape;5257;p245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258" name="Google Shape;5258;p245"/>
          <p:cNvSpPr txBox="1"/>
          <p:nvPr/>
        </p:nvSpPr>
        <p:spPr>
          <a:xfrm>
            <a:off x="5854838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5259" name="Google Shape;5259;p245"/>
          <p:cNvPicPr preferRelativeResize="0"/>
          <p:nvPr/>
        </p:nvPicPr>
        <p:blipFill rotWithShape="1">
          <a:blip r:embed="rId3">
            <a:alphaModFix/>
          </a:blip>
          <a:srcRect b="53299" l="1982" r="51491" t="30025"/>
          <a:stretch/>
        </p:blipFill>
        <p:spPr>
          <a:xfrm>
            <a:off x="316463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260" name="Google Shape;5260;p245"/>
          <p:cNvSpPr txBox="1"/>
          <p:nvPr/>
        </p:nvSpPr>
        <p:spPr>
          <a:xfrm>
            <a:off x="778225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Undirected Graph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261" name="Google Shape;5261;p245"/>
          <p:cNvGraphicFramePr/>
          <p:nvPr/>
        </p:nvGraphicFramePr>
        <p:xfrm>
          <a:off x="861763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262" name="Google Shape;5262;p245"/>
          <p:cNvSpPr txBox="1"/>
          <p:nvPr/>
        </p:nvSpPr>
        <p:spPr>
          <a:xfrm>
            <a:off x="3158875" y="2064500"/>
            <a:ext cx="27729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●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In a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symmetric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matrix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the upper and lower “triangles” (off-diagonal entries) are mirror images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○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= 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ji</a:t>
            </a:r>
            <a:endParaRPr baseline="-25000"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63" name="Google Shape;5263;p245"/>
          <p:cNvCxnSpPr/>
          <p:nvPr/>
        </p:nvCxnSpPr>
        <p:spPr>
          <a:xfrm>
            <a:off x="1274425" y="2778863"/>
            <a:ext cx="1968000" cy="19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4" name="Google Shape;5264;p245"/>
          <p:cNvCxnSpPr/>
          <p:nvPr/>
        </p:nvCxnSpPr>
        <p:spPr>
          <a:xfrm>
            <a:off x="6294875" y="2715788"/>
            <a:ext cx="1968000" cy="19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5" name="Google Shape;5265;p245"/>
          <p:cNvSpPr txBox="1"/>
          <p:nvPr/>
        </p:nvSpPr>
        <p:spPr>
          <a:xfrm>
            <a:off x="447650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Symmetric Adjacency Matrix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66" name="Google Shape;5266;p245"/>
          <p:cNvSpPr txBox="1"/>
          <p:nvPr/>
        </p:nvSpPr>
        <p:spPr>
          <a:xfrm>
            <a:off x="5601025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Adjacency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0" name="Shape 5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1" name="Google Shape;5271;p2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aphicFrame>
        <p:nvGraphicFramePr>
          <p:cNvPr id="5272" name="Google Shape;5272;p246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5273" name="Google Shape;5273;p246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274" name="Google Shape;5274;p246"/>
          <p:cNvSpPr txBox="1"/>
          <p:nvPr/>
        </p:nvSpPr>
        <p:spPr>
          <a:xfrm>
            <a:off x="5854838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5275" name="Google Shape;5275;p246"/>
          <p:cNvPicPr preferRelativeResize="0"/>
          <p:nvPr/>
        </p:nvPicPr>
        <p:blipFill rotWithShape="1">
          <a:blip r:embed="rId3">
            <a:alphaModFix/>
          </a:blip>
          <a:srcRect b="53299" l="1982" r="51491" t="30025"/>
          <a:stretch/>
        </p:blipFill>
        <p:spPr>
          <a:xfrm>
            <a:off x="316463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276" name="Google Shape;5276;p246"/>
          <p:cNvSpPr txBox="1"/>
          <p:nvPr/>
        </p:nvSpPr>
        <p:spPr>
          <a:xfrm>
            <a:off x="778225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Undirected Graph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277" name="Google Shape;5277;p246"/>
          <p:cNvGraphicFramePr/>
          <p:nvPr/>
        </p:nvGraphicFramePr>
        <p:xfrm>
          <a:off x="861763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278" name="Google Shape;5278;p246"/>
          <p:cNvSpPr txBox="1"/>
          <p:nvPr/>
        </p:nvSpPr>
        <p:spPr>
          <a:xfrm>
            <a:off x="3158875" y="2064500"/>
            <a:ext cx="27729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●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In a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symmetric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matrix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the upper and lower “triangles” (off-diagonal entries) are mirror images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○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= 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ji</a:t>
            </a:r>
            <a:endParaRPr baseline="-25000"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●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In an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asymmetric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matrix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they can be different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≠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  <a:r>
              <a:rPr baseline="-25000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ji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79" name="Google Shape;5279;p246"/>
          <p:cNvCxnSpPr/>
          <p:nvPr/>
        </p:nvCxnSpPr>
        <p:spPr>
          <a:xfrm>
            <a:off x="1274425" y="2778863"/>
            <a:ext cx="1968000" cy="19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0" name="Google Shape;5280;p246"/>
          <p:cNvCxnSpPr/>
          <p:nvPr/>
        </p:nvCxnSpPr>
        <p:spPr>
          <a:xfrm>
            <a:off x="6294875" y="2715788"/>
            <a:ext cx="1968000" cy="19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1" name="Google Shape;5281;p246"/>
          <p:cNvSpPr txBox="1"/>
          <p:nvPr/>
        </p:nvSpPr>
        <p:spPr>
          <a:xfrm>
            <a:off x="447650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Symmetric Adjacency Matrix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82" name="Google Shape;5282;p246"/>
          <p:cNvSpPr txBox="1"/>
          <p:nvPr/>
        </p:nvSpPr>
        <p:spPr>
          <a:xfrm>
            <a:off x="5601025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Adjacency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6" name="Shape 5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7" name="Google Shape;5287;p247"/>
          <p:cNvSpPr txBox="1"/>
          <p:nvPr>
            <p:ph idx="1" type="body"/>
          </p:nvPr>
        </p:nvSpPr>
        <p:spPr>
          <a:xfrm>
            <a:off x="0" y="45276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Symmetric and Asymmetric Adjacency Matrices</a:t>
            </a:r>
            <a:endParaRPr/>
          </a:p>
        </p:txBody>
      </p:sp>
      <p:pic>
        <p:nvPicPr>
          <p:cNvPr id="5288" name="Google Shape;5288;p247"/>
          <p:cNvPicPr preferRelativeResize="0"/>
          <p:nvPr/>
        </p:nvPicPr>
        <p:blipFill rotWithShape="1">
          <a:blip r:embed="rId3">
            <a:alphaModFix/>
          </a:blip>
          <a:srcRect b="53299" l="1982" r="51491" t="22709"/>
          <a:stretch/>
        </p:blipFill>
        <p:spPr>
          <a:xfrm>
            <a:off x="311700" y="305123"/>
            <a:ext cx="3490675" cy="137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9" name="Google Shape;5289;p247"/>
          <p:cNvSpPr txBox="1"/>
          <p:nvPr/>
        </p:nvSpPr>
        <p:spPr>
          <a:xfrm>
            <a:off x="824938" y="16794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Undirected Graph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5290" name="Google Shape;5290;p247"/>
          <p:cNvPicPr preferRelativeResize="0"/>
          <p:nvPr/>
        </p:nvPicPr>
        <p:blipFill rotWithShape="1">
          <a:blip r:embed="rId3">
            <a:alphaModFix/>
          </a:blip>
          <a:srcRect b="54218" l="50926" r="2550" t="22708"/>
          <a:stretch/>
        </p:blipFill>
        <p:spPr>
          <a:xfrm>
            <a:off x="311700" y="2913473"/>
            <a:ext cx="3490675" cy="13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1" name="Google Shape;5291;p247"/>
          <p:cNvSpPr txBox="1"/>
          <p:nvPr/>
        </p:nvSpPr>
        <p:spPr>
          <a:xfrm>
            <a:off x="829700" y="423517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292" name="Google Shape;5292;p247"/>
          <p:cNvGraphicFramePr/>
          <p:nvPr/>
        </p:nvGraphicFramePr>
        <p:xfrm>
          <a:off x="6443863" y="2233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49575"/>
                <a:gridCol w="349575"/>
                <a:gridCol w="349575"/>
                <a:gridCol w="349575"/>
                <a:gridCol w="349575"/>
                <a:gridCol w="349575"/>
              </a:tblGrid>
              <a:tr h="3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293" name="Google Shape;5293;p247"/>
          <p:cNvSpPr txBox="1"/>
          <p:nvPr/>
        </p:nvSpPr>
        <p:spPr>
          <a:xfrm>
            <a:off x="6260500" y="2053733"/>
            <a:ext cx="24642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Symmetric 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294" name="Google Shape;5294;p247"/>
          <p:cNvGraphicFramePr/>
          <p:nvPr/>
        </p:nvGraphicFramePr>
        <p:xfrm>
          <a:off x="6346238" y="2608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65850"/>
                <a:gridCol w="365850"/>
                <a:gridCol w="365850"/>
                <a:gridCol w="365850"/>
                <a:gridCol w="365850"/>
                <a:gridCol w="365825"/>
              </a:tblGrid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295" name="Google Shape;5295;p247"/>
          <p:cNvSpPr txBox="1"/>
          <p:nvPr/>
        </p:nvSpPr>
        <p:spPr>
          <a:xfrm>
            <a:off x="6260500" y="4438862"/>
            <a:ext cx="24642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96" name="Google Shape;5296;p247"/>
          <p:cNvSpPr/>
          <p:nvPr/>
        </p:nvSpPr>
        <p:spPr>
          <a:xfrm>
            <a:off x="4024450" y="1106350"/>
            <a:ext cx="1974300" cy="6051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7" name="Google Shape;5297;p247"/>
          <p:cNvSpPr/>
          <p:nvPr/>
        </p:nvSpPr>
        <p:spPr>
          <a:xfrm>
            <a:off x="4024473" y="3523625"/>
            <a:ext cx="1974300" cy="6051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8" name="Google Shape;5298;p247"/>
          <p:cNvSpPr txBox="1"/>
          <p:nvPr/>
        </p:nvSpPr>
        <p:spPr>
          <a:xfrm>
            <a:off x="533675" y="2038000"/>
            <a:ext cx="2930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9" name="Google Shape;5299;p247"/>
          <p:cNvSpPr txBox="1"/>
          <p:nvPr/>
        </p:nvSpPr>
        <p:spPr>
          <a:xfrm>
            <a:off x="533675" y="2240700"/>
            <a:ext cx="34908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Adjacent vertices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: Edge exists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Non-adjacent vertices: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Edge does not exist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3" name="Shape 5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" name="Google Shape;5304;p2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305" name="Google Shape;5305;p248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5306" name="Google Shape;5306;p248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307" name="Google Shape;5307;p248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8" name="Google Shape;5308;p248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309" name="Google Shape;5309;p248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 a_{ij}" id="5310" name="Google Shape;5310;p2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2395300"/>
            <a:ext cx="68580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j a_{ij}" id="5311" name="Google Shape;5311;p2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3060388"/>
            <a:ext cx="685800" cy="597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i \sum_j a_{ij}" id="5312" name="Google Shape;5312;p2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731" y="3817741"/>
            <a:ext cx="1097280" cy="570586"/>
          </a:xfrm>
          <a:prstGeom prst="rect">
            <a:avLst/>
          </a:prstGeom>
          <a:noFill/>
          <a:ln>
            <a:noFill/>
          </a:ln>
        </p:spPr>
      </p:pic>
      <p:sp>
        <p:nvSpPr>
          <p:cNvPr id="5313" name="Google Shape;5313;p248"/>
          <p:cNvSpPr txBox="1"/>
          <p:nvPr/>
        </p:nvSpPr>
        <p:spPr>
          <a:xfrm>
            <a:off x="1632600" y="23953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row i across the columns”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14" name="Google Shape;5314;p248"/>
          <p:cNvSpPr txBox="1"/>
          <p:nvPr/>
        </p:nvSpPr>
        <p:spPr>
          <a:xfrm>
            <a:off x="1632600" y="3817738"/>
            <a:ext cx="3411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all the cells in the matrix”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15" name="Google Shape;5315;p248"/>
          <p:cNvSpPr txBox="1"/>
          <p:nvPr/>
        </p:nvSpPr>
        <p:spPr>
          <a:xfrm>
            <a:off x="1632600" y="30604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column j down the rows”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9" name="Shape 5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0" name="Google Shape;5320;p2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321" name="Google Shape;5321;p249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5322" name="Google Shape;5322;p249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323" name="Google Shape;5323;p249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24" name="Google Shape;5324;p249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325" name="Google Shape;5325;p249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 a_{ij}" id="5326" name="Google Shape;5326;p2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2395300"/>
            <a:ext cx="68580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1^{ }a_{1j} = 1 + 0 + 0 + 0 = 1" id="5327" name="Google Shape;5327;p2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3180104"/>
            <a:ext cx="2743201" cy="521208"/>
          </a:xfrm>
          <a:prstGeom prst="rect">
            <a:avLst/>
          </a:prstGeom>
          <a:noFill/>
          <a:ln>
            <a:noFill/>
          </a:ln>
        </p:spPr>
      </p:pic>
      <p:sp>
        <p:nvSpPr>
          <p:cNvPr id="5328" name="Google Shape;5328;p249"/>
          <p:cNvSpPr/>
          <p:nvPr/>
        </p:nvSpPr>
        <p:spPr>
          <a:xfrm>
            <a:off x="6181575" y="2754775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329" name="Google Shape;5329;p249"/>
          <p:cNvSpPr txBox="1"/>
          <p:nvPr/>
        </p:nvSpPr>
        <p:spPr>
          <a:xfrm>
            <a:off x="1632600" y="23953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row i across the columns”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3" name="Shape 5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4" name="Google Shape;5334;p2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335" name="Google Shape;5335;p250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5336" name="Google Shape;5336;p250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337" name="Google Shape;5337;p250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38" name="Google Shape;5338;p250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339" name="Google Shape;5339;p250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 a_{ij}" id="5340" name="Google Shape;5340;p2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2395300"/>
            <a:ext cx="68580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1^{ }a_{1j} = 1 + 0 + 0 + 0 = 1" id="5341" name="Google Shape;5341;p2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3180104"/>
            <a:ext cx="2743201" cy="521208"/>
          </a:xfrm>
          <a:prstGeom prst="rect">
            <a:avLst/>
          </a:prstGeom>
          <a:noFill/>
          <a:ln>
            <a:noFill/>
          </a:ln>
        </p:spPr>
      </p:pic>
      <p:sp>
        <p:nvSpPr>
          <p:cNvPr id="5342" name="Google Shape;5342;p250"/>
          <p:cNvSpPr/>
          <p:nvPr/>
        </p:nvSpPr>
        <p:spPr>
          <a:xfrm>
            <a:off x="6174625" y="3532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3^{ }a_{3j}=0+1+1+1=3" id="5343" name="Google Shape;5343;p2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725" y="3814279"/>
            <a:ext cx="2743200" cy="503560"/>
          </a:xfrm>
          <a:prstGeom prst="rect">
            <a:avLst/>
          </a:prstGeom>
          <a:noFill/>
          <a:ln>
            <a:noFill/>
          </a:ln>
        </p:spPr>
      </p:pic>
      <p:sp>
        <p:nvSpPr>
          <p:cNvPr id="5344" name="Google Shape;5344;p250"/>
          <p:cNvSpPr txBox="1"/>
          <p:nvPr/>
        </p:nvSpPr>
        <p:spPr>
          <a:xfrm>
            <a:off x="1632600" y="23953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row i across the columns”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8" name="Shape 5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9" name="Google Shape;5349;p2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350" name="Google Shape;5350;p251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5351" name="Google Shape;5351;p251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352" name="Google Shape;5352;p25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3" name="Google Shape;5353;p25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354" name="Google Shape;5354;p251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355" name="Google Shape;5355;p251"/>
          <p:cNvSpPr txBox="1"/>
          <p:nvPr/>
        </p:nvSpPr>
        <p:spPr>
          <a:xfrm>
            <a:off x="1632600" y="2395300"/>
            <a:ext cx="3411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down row j”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\sum_2 a_{i2}=1+1+0+0=2" id="5356" name="Google Shape;5356;p2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3186708"/>
            <a:ext cx="27432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7" name="Google Shape;5357;p251"/>
          <p:cNvSpPr/>
          <p:nvPr/>
        </p:nvSpPr>
        <p:spPr>
          <a:xfrm rot="5400000">
            <a:off x="5858625" y="3556675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j a_{ij}" id="5358" name="Google Shape;5358;p2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2313675"/>
            <a:ext cx="685800" cy="59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2" name="Shape 5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3" name="Google Shape;5363;p2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364" name="Google Shape;5364;p252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5365" name="Google Shape;5365;p252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366" name="Google Shape;5366;p25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7" name="Google Shape;5367;p25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368" name="Google Shape;5368;p252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369" name="Google Shape;5369;p252"/>
          <p:cNvSpPr txBox="1"/>
          <p:nvPr/>
        </p:nvSpPr>
        <p:spPr>
          <a:xfrm>
            <a:off x="1632600" y="2395300"/>
            <a:ext cx="3411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down row j”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\sum_2 a_{i2}=1+1+0+0=2" id="5370" name="Google Shape;5370;p2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3186708"/>
            <a:ext cx="27432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1" name="Google Shape;5371;p252"/>
          <p:cNvSpPr/>
          <p:nvPr/>
        </p:nvSpPr>
        <p:spPr>
          <a:xfrm rot="5400000">
            <a:off x="6657075" y="3549725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j a_{ij}" id="5372" name="Google Shape;5372;p2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2313675"/>
            <a:ext cx="685800" cy="597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4^{ }a_{i4}=0+0+1+1=2" id="5373" name="Google Shape;5373;p2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715" y="3814279"/>
            <a:ext cx="2719221" cy="50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7" name="Shape 5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8" name="Google Shape;5378;p2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379" name="Google Shape;5379;p253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5380" name="Google Shape;5380;p253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381" name="Google Shape;5381;p253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2" name="Google Shape;5382;p253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383" name="Google Shape;5383;p253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384" name="Google Shape;5384;p253"/>
          <p:cNvSpPr/>
          <p:nvPr/>
        </p:nvSpPr>
        <p:spPr>
          <a:xfrm rot="5400000">
            <a:off x="5862550" y="3535775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385" name="Google Shape;5385;p253"/>
          <p:cNvSpPr/>
          <p:nvPr/>
        </p:nvSpPr>
        <p:spPr>
          <a:xfrm>
            <a:off x="6174650" y="3105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9" name="Shape 5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0" name="Google Shape;5390;p2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391" name="Google Shape;5391;p254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5392" name="Google Shape;5392;p254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393" name="Google Shape;5393;p254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4" name="Google Shape;5394;p254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395" name="Google Shape;5395;p254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396" name="Google Shape;5396;p254"/>
          <p:cNvSpPr/>
          <p:nvPr/>
        </p:nvSpPr>
        <p:spPr>
          <a:xfrm>
            <a:off x="6174650" y="3105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i^{ }a_{ij} = k_i&#10;%cda2c255-b9ab-43c7-8c97-ed4054dc9af3" id="5397" name="Google Shape;5397;p2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9175" y="3057963"/>
            <a:ext cx="1133475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1" name="Shape 5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2" name="Google Shape;5402;p2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403" name="Google Shape;5403;p255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5404" name="Google Shape;5404;p255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405" name="Google Shape;5405;p25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6" name="Google Shape;5406;p25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407" name="Google Shape;5407;p255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408" name="Google Shape;5408;p255"/>
          <p:cNvSpPr/>
          <p:nvPr/>
        </p:nvSpPr>
        <p:spPr>
          <a:xfrm rot="5400000">
            <a:off x="5862550" y="3535775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j^{ }a_{ij} = k_i&#10;%8d1a67de-c718-4e9f-b3e5-dac480a85125" id="5409" name="Google Shape;5409;p2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840" y="3054096"/>
            <a:ext cx="113347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3" name="Shape 5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4" name="Google Shape;5414;p2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415" name="Google Shape;5415;p256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row sum: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Equals the </a:t>
            </a:r>
            <a:r>
              <a:rPr b="1" lang="en"/>
              <a:t>outdegree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416" name="Google Shape;5416;p256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5417" name="Google Shape;5417;p256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418" name="Google Shape;5418;p256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419" name="Google Shape;5419;p256"/>
          <p:cNvSpPr/>
          <p:nvPr/>
        </p:nvSpPr>
        <p:spPr>
          <a:xfrm>
            <a:off x="6174650" y="3105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i a_{ij} = k_i^{out}&#10;%17a012a9-f893-4b76-a489-85731db1d31d" id="5420" name="Google Shape;5420;p2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7700" y="3431175"/>
            <a:ext cx="13049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4" name="Shape 5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5" name="Google Shape;5425;p2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426" name="Google Shape;5426;p257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row sum: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Equals the </a:t>
            </a:r>
            <a:r>
              <a:rPr b="1" lang="en"/>
              <a:t>outdegree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column sum: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Equals the </a:t>
            </a:r>
            <a:r>
              <a:rPr b="1" lang="en"/>
              <a:t>indegree</a:t>
            </a:r>
            <a:endParaRPr b="1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427" name="Google Shape;5427;p257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5428" name="Google Shape;5428;p257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429" name="Google Shape;5429;p257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430" name="Google Shape;5430;p257"/>
          <p:cNvSpPr/>
          <p:nvPr/>
        </p:nvSpPr>
        <p:spPr>
          <a:xfrm>
            <a:off x="6174650" y="3105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431" name="Google Shape;5431;p257"/>
          <p:cNvSpPr/>
          <p:nvPr/>
        </p:nvSpPr>
        <p:spPr>
          <a:xfrm rot="5400000">
            <a:off x="5866175" y="3509150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j a_{ij} = k_i^{in}&#10;%ae6efe50-ae6c-4d6d-849b-9cffff75cc36" id="5432" name="Google Shape;5432;p2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7700" y="3926475"/>
            <a:ext cx="12287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i a_{ij} = k_i^{out}&#10;%17a012a9-f893-4b76-a489-85731db1d31d" id="5433" name="Google Shape;5433;p2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7700" y="3431175"/>
            <a:ext cx="13049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7" name="Shape 5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8" name="Google Shape;5438;p2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439" name="Google Shape;5439;p258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all the cells equals the </a:t>
            </a:r>
            <a:r>
              <a:rPr b="1" lang="en"/>
              <a:t>graph size </a:t>
            </a:r>
            <a:r>
              <a:rPr lang="en"/>
              <a:t>(number of edges)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440" name="Google Shape;5440;p258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5441" name="Google Shape;5441;p258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442" name="Google Shape;5442;p258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\sum_i^{ }\sum_j^{ }a_{ij}=m" id="5443" name="Google Shape;5443;p2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7162" y="3892998"/>
            <a:ext cx="15773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444" name="Google Shape;5444;p258"/>
          <p:cNvSpPr/>
          <p:nvPr/>
        </p:nvSpPr>
        <p:spPr>
          <a:xfrm rot="5400000">
            <a:off x="6220900" y="26117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8" name="Shape 5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9" name="Google Shape;5449;p2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450" name="Google Shape;5450;p259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all the cells equals the </a:t>
            </a:r>
            <a:r>
              <a:rPr b="1" lang="en"/>
              <a:t>graph size </a:t>
            </a:r>
            <a:r>
              <a:rPr lang="en"/>
              <a:t>(number of edges)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451" name="Google Shape;5451;p259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5452" name="Google Shape;5452;p259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453" name="Google Shape;5453;p259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\sum_i \sum_j a_{ij} = 1 + 0 + 0 + 0 + 1 + 0 + 0 + 0 + 0 + 0 + 1 + 1 + 1 + 0 + 0 + 0 + 0 + 0 + 0 + 1 + 1 = 7" id="5454" name="Google Shape;5454;p2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631" y="3892998"/>
            <a:ext cx="5486401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455" name="Google Shape;5455;p259"/>
          <p:cNvSpPr/>
          <p:nvPr/>
        </p:nvSpPr>
        <p:spPr>
          <a:xfrm rot="5400000">
            <a:off x="6220900" y="26117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9" name="Shape 5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0" name="Google Shape;5460;p2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461" name="Google Shape;5461;p260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all the cells equals </a:t>
            </a:r>
            <a:r>
              <a:rPr b="1" lang="en"/>
              <a:t>double the graph size </a:t>
            </a:r>
            <a:r>
              <a:rPr lang="en"/>
              <a:t>(twice the number of edges)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5462" name="Google Shape;5462;p260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463" name="Google Shape;5463;p260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64" name="Google Shape;5464;p260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465" name="Google Shape;5465;p260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^{ }\sum_j^{ }a_{ij}=2m" id="5466" name="Google Shape;5466;p2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7162" y="3912027"/>
            <a:ext cx="1577340" cy="5105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7" name="Google Shape;5467;p260"/>
          <p:cNvSpPr/>
          <p:nvPr/>
        </p:nvSpPr>
        <p:spPr>
          <a:xfrm rot="5400000">
            <a:off x="6307225" y="27035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1" name="Shape 5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2" name="Google Shape;5472;p2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5473" name="Google Shape;5473;p261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that means the matrix formula for the </a:t>
            </a:r>
            <a:r>
              <a:rPr b="1" lang="en"/>
              <a:t>size</a:t>
            </a:r>
            <a:r>
              <a:rPr lang="en"/>
              <a:t> of an </a:t>
            </a:r>
            <a:r>
              <a:rPr b="1" lang="en"/>
              <a:t>undirected graph</a:t>
            </a:r>
            <a:r>
              <a:rPr lang="en"/>
              <a:t> is: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5474" name="Google Shape;5474;p261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5475" name="Google Shape;5475;p26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6" name="Google Shape;5476;p26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5477" name="Google Shape;5477;p261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{E4BE2668-28A5-45B1-9AB9-DCE1FF3313D5}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m = \frac{\sum_i^{ }\sum_j^{ }a_{ij}}{2}" id="5478" name="Google Shape;5478;p2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1868" y="3912027"/>
            <a:ext cx="1828800" cy="6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5479" name="Google Shape;5479;p261"/>
          <p:cNvSpPr/>
          <p:nvPr/>
        </p:nvSpPr>
        <p:spPr>
          <a:xfrm rot="5400000">
            <a:off x="6307225" y="27035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