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Older </a:t>
            </a:r>
            <a:r>
              <a:rPr lang="en-US"/>
              <a:t>people's</a:t>
            </a:r>
            <a:r>
              <a:rPr b="0" i="0" lang="en-US" sz="1800" u="none" cap="none" strike="noStrike"/>
              <a:t> nets are composed of people who are both close, seen frequently and kin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Low status people’s nets are composed of people who  are close, </a:t>
            </a:r>
            <a:r>
              <a:rPr lang="en-US"/>
              <a:t>frequent</a:t>
            </a:r>
            <a:r>
              <a:rPr b="0" i="0" lang="en-US" sz="1800" u="none" cap="none" strike="noStrike"/>
              <a:t> and </a:t>
            </a:r>
            <a:r>
              <a:rPr lang="en-US"/>
              <a:t>kim</a:t>
            </a:r>
            <a:r>
              <a:rPr b="0" i="0" lang="en-US" sz="1800" u="none" cap="none" strike="noStrike"/>
              <a:t>  (so relations are ambiguous)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41" name="Google Shape;141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148" name="Google Shape;148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Ego Networks	</a:t>
            </a:r>
            <a:endParaRPr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and k egos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Nodal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degree (k)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diverse is an ego’s network?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Correlates of “diversity”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heterogeneity (composition)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ties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redundancy/density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Marsden Findings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network is dense  (.61)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network is more homogenous on age, education, race, sex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though there is age and education </a:t>
            </a:r>
            <a:r>
              <a:rPr lang="en-US"/>
              <a:t>heterogeneity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Age, Education, Sex, Race and Place Correlates of network size, density and </a:t>
            </a:r>
            <a:r>
              <a:rPr lang="en-US"/>
              <a:t>heterogeneity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(Tables 3 </a:t>
            </a:r>
            <a:r>
              <a:rPr lang="en-US"/>
              <a:t>&amp; 4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– Discussion Groups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diverse network is one in which ties with alters vary in their content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and Content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Form:  Three dimensions:  Frequency, Closeness, and Kin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Discussion Groups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417637"/>
            <a:ext cx="6578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Findings	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predominant character of core </a:t>
            </a:r>
            <a:r>
              <a:rPr lang="en-US" sz="3000"/>
              <a:t>discussion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groups is that they connect people to alters that a person sees more often, are close to,  and are kin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Distinction between different types of alters increases with status and declines with age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status people have kin, but they also have nonkin they see frequency (co-workers) AND close people beyond family and </a:t>
            </a:r>
            <a:r>
              <a:rPr lang="en-US" sz="2600"/>
              <a:t>coworkers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Younger people have kin, but also no-kin that they see frequently and close people who are not kin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 aged keep kin (but now children), less daily contact</a:t>
            </a:r>
            <a:endParaRPr/>
          </a:p>
          <a:p>
            <a:pPr indent="-889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- Range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(number of alters)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</a:t>
            </a:r>
            <a:r>
              <a:rPr b="0" i="0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alters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Granovetter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Strength of Weak Ties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Getting a better job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 Search &amp; Information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people get jobs – contacts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whether job is better and type of contact used to find job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of contact:  family/friend vs. acquaintance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Finding:  Odd getting better job increases when a person heard about the job through an acquaintance (weak tie)</a:t>
            </a:r>
            <a:endParaRPr/>
          </a:p>
          <a:p>
            <a:pPr indent="-1524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000"/>
              <a:t>Granovetter</a:t>
            </a:r>
            <a:b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Acquaintance = Weak Tie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Tie = Non-redundant tie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– Structural Holes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degree and high density → less diverse network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Dense networks are redundant, i.e. not diverse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Hole:  </a:t>
            </a:r>
            <a:r>
              <a:rPr lang="en-US" sz="3000"/>
              <a:t>Separation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(lack of direct or indirect ties) </a:t>
            </a:r>
            <a:r>
              <a:rPr lang="en-US" sz="3000"/>
              <a:t>between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/>
              <a:t>non redundant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contact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benefits of each alter additive (no overlap)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 between ego and non-redundant alter is a bridge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744662"/>
            <a:ext cx="61087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&amp; </a:t>
            </a:r>
            <a:r>
              <a:rPr lang="en-US"/>
              <a:t>Effectiveness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Efficiency:  Maximize the number of non-redundant alters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Effectiveness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Draw your alters from different social worlds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Ties &amp; Structural Holes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Hypothesis:  The ties with non-redundant alters that form a structural hole tend to be weak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Holes &amp; Weak Ties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600200"/>
            <a:ext cx="55118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Redundancy:  2 Steps	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how important each alter is to ego (relative strength of a tie)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redundancy of each alter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1143000" y="1417637"/>
            <a:ext cx="2895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defines redundancy as:</a:t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81200"/>
            <a:ext cx="4813300" cy="5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