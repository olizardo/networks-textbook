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Economica"/>
      <p:regular r:id="rId39"/>
      <p:bold r:id="rId40"/>
      <p:italic r:id="rId41"/>
      <p:boldItalic r:id="rId42"/>
    </p:embeddedFont>
    <p:embeddedFont>
      <p:font typeface="Cantarell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7B5577-C463-4DE1-8369-22202AB60FF9}">
  <a:tblStyle styleId="{7B7B5577-C463-4DE1-8369-22202AB60F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Cantarell-bold.fntdata"/><Relationship Id="rId43" Type="http://schemas.openxmlformats.org/officeDocument/2006/relationships/font" Target="fonts/Cantarell-regular.fntdata"/><Relationship Id="rId46" Type="http://schemas.openxmlformats.org/officeDocument/2006/relationships/font" Target="fonts/Cantarell-boldItalic.fntdata"/><Relationship Id="rId45" Type="http://schemas.openxmlformats.org/officeDocument/2006/relationships/font" Target="fonts/Cantarell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Economica-regular.fntdata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ef805b4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0ef805b4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ec2620f64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0ec2620f64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9160961d0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9160961d0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9160961d0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9160961d0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c5317a2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c5317a2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160961d0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9160961d0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09160961d0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09160961d0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09160961d0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09160961d0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9160961d0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09160961d0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09160961d0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09160961d0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09160961d0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09160961d0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0c5317a23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0c5317a23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0f76f3ba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0f76f3ba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f76f3bac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f76f3bac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f76f3bac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f76f3bac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0f76f3bac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0f76f3bac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0f76f3bac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0f76f3bac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f76f3bac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0f76f3bac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0f76f3bac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0f76f3bac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0f76f3bac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0f76f3bac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0f76f3bac0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0f76f3bac0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f76f3bac0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0f76f3bac0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10f76f3bac0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10f76f3bac0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10f76f3bac0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10f76f3bac0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10f76f3bac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10f76f3bac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10f76f3bac0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10f76f3bac0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10f76f3bac0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10f76f3bac0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0f76f3bac0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0f76f3bac0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0f76f3bac0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0f76f3bac0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0f76f3bac0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0f76f3bac0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0f76f3bac0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0f76f3bac0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gif"/><Relationship Id="rId4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gif"/><Relationship Id="rId4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013675" y="1245446"/>
            <a:ext cx="3054600" cy="26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Density, Neighborhoods, and Degree in Directed Graphs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in Directed Graphs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" name="Google Shape;127;p27"/>
          <p:cNvCxnSpPr>
            <a:stCxn id="119" idx="7"/>
            <a:endCxn id="12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7"/>
          <p:cNvCxnSpPr>
            <a:stCxn id="122" idx="3"/>
            <a:endCxn id="12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7"/>
          <p:cNvCxnSpPr>
            <a:stCxn id="124" idx="7"/>
            <a:endCxn id="12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7"/>
          <p:cNvCxnSpPr>
            <a:stCxn id="125" idx="3"/>
            <a:endCxn id="12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27"/>
          <p:cNvCxnSpPr>
            <a:stCxn id="121" idx="6"/>
            <a:endCxn id="12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7"/>
          <p:cNvCxnSpPr>
            <a:stCxn id="124" idx="4"/>
            <a:endCxn id="12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7"/>
          <p:cNvCxnSpPr>
            <a:stCxn id="120" idx="4"/>
            <a:endCxn id="12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7"/>
          <p:cNvCxnSpPr>
            <a:stCxn id="119" idx="5"/>
            <a:endCxn id="12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7"/>
          <p:cNvCxnSpPr>
            <a:stCxn id="119" idx="6"/>
            <a:endCxn id="12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7"/>
          <p:cNvCxnSpPr>
            <a:stCxn id="121" idx="2"/>
            <a:endCxn id="12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27"/>
          <p:cNvCxnSpPr>
            <a:stCxn id="126" idx="1"/>
            <a:endCxn id="12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27"/>
          <p:cNvCxnSpPr>
            <a:stCxn id="125" idx="1"/>
            <a:endCxn id="12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7"/>
          <p:cNvCxnSpPr>
            <a:stCxn id="122" idx="5"/>
            <a:endCxn id="12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7"/>
          <p:cNvCxnSpPr>
            <a:stCxn id="120" idx="7"/>
            <a:endCxn id="12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7"/>
          <p:cNvCxnSpPr>
            <a:stCxn id="124" idx="3"/>
            <a:endCxn id="12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7"/>
          <p:cNvCxnSpPr>
            <a:stCxn id="120" idx="6"/>
            <a:endCxn id="12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" name="Google Shape;154;p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" name="Google Shape;157;p28"/>
          <p:cNvCxnSpPr>
            <a:stCxn id="149" idx="7"/>
            <a:endCxn id="15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8"/>
          <p:cNvCxnSpPr>
            <a:stCxn id="152" idx="3"/>
            <a:endCxn id="15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8"/>
          <p:cNvCxnSpPr>
            <a:stCxn id="154" idx="7"/>
            <a:endCxn id="15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8"/>
          <p:cNvCxnSpPr>
            <a:stCxn id="155" idx="3"/>
            <a:endCxn id="15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8"/>
          <p:cNvCxnSpPr>
            <a:stCxn id="151" idx="6"/>
            <a:endCxn id="15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8"/>
          <p:cNvCxnSpPr>
            <a:stCxn id="154" idx="4"/>
            <a:endCxn id="15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8"/>
          <p:cNvCxnSpPr>
            <a:stCxn id="150" idx="4"/>
            <a:endCxn id="15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8"/>
          <p:cNvCxnSpPr>
            <a:stCxn id="149" idx="5"/>
            <a:endCxn id="15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8"/>
          <p:cNvCxnSpPr>
            <a:stCxn id="149" idx="6"/>
            <a:endCxn id="15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8"/>
          <p:cNvCxnSpPr>
            <a:stCxn id="151" idx="2"/>
            <a:endCxn id="15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8"/>
          <p:cNvCxnSpPr>
            <a:stCxn id="156" idx="1"/>
            <a:endCxn id="15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8"/>
          <p:cNvCxnSpPr>
            <a:stCxn id="155" idx="1"/>
            <a:endCxn id="15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8"/>
          <p:cNvCxnSpPr>
            <a:stCxn id="152" idx="5"/>
            <a:endCxn id="15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8"/>
          <p:cNvCxnSpPr>
            <a:stCxn id="150" idx="7"/>
            <a:endCxn id="15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8"/>
          <p:cNvCxnSpPr>
            <a:stCxn id="154" idx="3"/>
            <a:endCxn id="15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8"/>
          <p:cNvCxnSpPr>
            <a:stCxn id="150" idx="6"/>
            <a:endCxn id="15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" name="Google Shape;187;p29"/>
          <p:cNvCxnSpPr>
            <a:stCxn id="179" idx="7"/>
            <a:endCxn id="18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9"/>
          <p:cNvCxnSpPr>
            <a:stCxn id="182" idx="3"/>
            <a:endCxn id="18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9"/>
          <p:cNvCxnSpPr>
            <a:stCxn id="184" idx="7"/>
            <a:endCxn id="18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9"/>
          <p:cNvCxnSpPr>
            <a:stCxn id="185" idx="3"/>
            <a:endCxn id="18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9"/>
          <p:cNvCxnSpPr>
            <a:stCxn id="181" idx="6"/>
            <a:endCxn id="18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9"/>
          <p:cNvCxnSpPr>
            <a:stCxn id="184" idx="4"/>
            <a:endCxn id="18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9"/>
          <p:cNvCxnSpPr>
            <a:stCxn id="180" idx="4"/>
            <a:endCxn id="18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9"/>
          <p:cNvCxnSpPr>
            <a:stCxn id="179" idx="5"/>
            <a:endCxn id="18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9"/>
          <p:cNvCxnSpPr>
            <a:stCxn id="179" idx="6"/>
            <a:endCxn id="18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9"/>
          <p:cNvCxnSpPr>
            <a:stCxn id="181" idx="2"/>
            <a:endCxn id="18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9"/>
          <p:cNvCxnSpPr>
            <a:stCxn id="186" idx="1"/>
            <a:endCxn id="18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9"/>
          <p:cNvCxnSpPr>
            <a:stCxn id="185" idx="1"/>
            <a:endCxn id="18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9"/>
          <p:cNvCxnSpPr>
            <a:stCxn id="182" idx="5"/>
            <a:endCxn id="18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9"/>
          <p:cNvCxnSpPr>
            <a:stCxn id="180" idx="7"/>
            <a:endCxn id="18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9"/>
          <p:cNvCxnSpPr>
            <a:stCxn id="184" idx="3"/>
            <a:endCxn id="18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9"/>
          <p:cNvCxnSpPr>
            <a:stCxn id="180" idx="6"/>
            <a:endCxn id="18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8" name="Google Shape;218;p30"/>
          <p:cNvCxnSpPr>
            <a:stCxn id="210" idx="7"/>
            <a:endCxn id="21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0"/>
          <p:cNvCxnSpPr>
            <a:stCxn id="213" idx="3"/>
            <a:endCxn id="21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0"/>
          <p:cNvCxnSpPr>
            <a:stCxn id="215" idx="7"/>
            <a:endCxn id="21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0"/>
          <p:cNvCxnSpPr>
            <a:stCxn id="216" idx="3"/>
            <a:endCxn id="21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0"/>
          <p:cNvCxnSpPr>
            <a:stCxn id="212" idx="6"/>
            <a:endCxn id="21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0"/>
          <p:cNvCxnSpPr>
            <a:stCxn id="215" idx="4"/>
            <a:endCxn id="21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30"/>
          <p:cNvCxnSpPr>
            <a:stCxn id="211" idx="4"/>
            <a:endCxn id="21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30"/>
          <p:cNvCxnSpPr>
            <a:stCxn id="210" idx="5"/>
            <a:endCxn id="21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30"/>
          <p:cNvCxnSpPr>
            <a:stCxn id="210" idx="6"/>
            <a:endCxn id="21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30"/>
          <p:cNvCxnSpPr>
            <a:stCxn id="212" idx="2"/>
            <a:endCxn id="21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30"/>
          <p:cNvCxnSpPr>
            <a:stCxn id="217" idx="1"/>
            <a:endCxn id="21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30"/>
          <p:cNvCxnSpPr>
            <a:stCxn id="216" idx="1"/>
            <a:endCxn id="21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30"/>
          <p:cNvCxnSpPr>
            <a:stCxn id="213" idx="5"/>
            <a:endCxn id="21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0"/>
          <p:cNvCxnSpPr>
            <a:stCxn id="211" idx="7"/>
            <a:endCxn id="21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0"/>
          <p:cNvCxnSpPr>
            <a:stCxn id="215" idx="3"/>
            <a:endCxn id="21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0"/>
          <p:cNvCxnSpPr>
            <a:stCxn id="211" idx="6"/>
            <a:endCxn id="21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240" name="Google Shape;2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241" name="Google Shape;24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0" name="Google Shape;250;p31"/>
          <p:cNvCxnSpPr>
            <a:stCxn id="242" idx="7"/>
            <a:endCxn id="24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1"/>
          <p:cNvCxnSpPr>
            <a:stCxn id="245" idx="3"/>
            <a:endCxn id="24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31"/>
          <p:cNvCxnSpPr>
            <a:stCxn id="247" idx="7"/>
            <a:endCxn id="24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1"/>
          <p:cNvCxnSpPr>
            <a:stCxn id="248" idx="3"/>
            <a:endCxn id="24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1"/>
          <p:cNvCxnSpPr>
            <a:stCxn id="244" idx="6"/>
            <a:endCxn id="24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31"/>
          <p:cNvCxnSpPr>
            <a:stCxn id="247" idx="4"/>
            <a:endCxn id="24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31"/>
          <p:cNvCxnSpPr>
            <a:stCxn id="243" idx="4"/>
            <a:endCxn id="24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1"/>
          <p:cNvCxnSpPr>
            <a:stCxn id="242" idx="5"/>
            <a:endCxn id="24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1"/>
          <p:cNvCxnSpPr>
            <a:stCxn id="242" idx="6"/>
            <a:endCxn id="24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1"/>
          <p:cNvCxnSpPr>
            <a:stCxn id="244" idx="2"/>
            <a:endCxn id="24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31"/>
          <p:cNvCxnSpPr>
            <a:stCxn id="249" idx="1"/>
            <a:endCxn id="24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31"/>
          <p:cNvCxnSpPr>
            <a:stCxn id="248" idx="1"/>
            <a:endCxn id="24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1"/>
          <p:cNvCxnSpPr>
            <a:stCxn id="245" idx="5"/>
            <a:endCxn id="24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1"/>
          <p:cNvCxnSpPr>
            <a:stCxn id="243" idx="7"/>
            <a:endCxn id="24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1"/>
          <p:cNvCxnSpPr>
            <a:stCxn id="247" idx="3"/>
            <a:endCxn id="24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31"/>
          <p:cNvCxnSpPr>
            <a:stCxn id="243" idx="6"/>
            <a:endCxn id="24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71" name="Google Shape;271;p3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272" name="Google Shape;2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273" name="Google Shape;27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2"/>
          <p:cNvSpPr/>
          <p:nvPr/>
        </p:nvSpPr>
        <p:spPr>
          <a:xfrm>
            <a:off x="3793300" y="4040550"/>
            <a:ext cx="26565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Even Simpler!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" name="Google Shape;282;p3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3" name="Google Shape;283;p32"/>
          <p:cNvCxnSpPr>
            <a:stCxn id="275" idx="7"/>
            <a:endCxn id="27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32"/>
          <p:cNvCxnSpPr>
            <a:stCxn id="278" idx="3"/>
            <a:endCxn id="27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32"/>
          <p:cNvCxnSpPr>
            <a:stCxn id="280" idx="7"/>
            <a:endCxn id="28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32"/>
          <p:cNvCxnSpPr>
            <a:stCxn id="281" idx="3"/>
            <a:endCxn id="28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32"/>
          <p:cNvCxnSpPr>
            <a:stCxn id="277" idx="6"/>
            <a:endCxn id="28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32"/>
          <p:cNvCxnSpPr>
            <a:stCxn id="280" idx="4"/>
            <a:endCxn id="27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32"/>
          <p:cNvCxnSpPr>
            <a:stCxn id="276" idx="4"/>
            <a:endCxn id="27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2"/>
          <p:cNvCxnSpPr>
            <a:stCxn id="275" idx="5"/>
            <a:endCxn id="27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2"/>
          <p:cNvCxnSpPr>
            <a:stCxn id="275" idx="6"/>
            <a:endCxn id="27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32"/>
          <p:cNvCxnSpPr>
            <a:stCxn id="277" idx="2"/>
            <a:endCxn id="27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2"/>
          <p:cNvCxnSpPr>
            <a:stCxn id="282" idx="1"/>
            <a:endCxn id="28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2"/>
          <p:cNvCxnSpPr>
            <a:stCxn id="281" idx="1"/>
            <a:endCxn id="27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2"/>
          <p:cNvCxnSpPr>
            <a:stCxn id="278" idx="5"/>
            <a:endCxn id="28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2"/>
          <p:cNvCxnSpPr>
            <a:stCxn id="276" idx="7"/>
            <a:endCxn id="27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2"/>
          <p:cNvCxnSpPr>
            <a:stCxn id="280" idx="3"/>
            <a:endCxn id="27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2"/>
          <p:cNvCxnSpPr>
            <a:stCxn id="276" idx="6"/>
            <a:endCxn id="28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04" name="Google Shape;304;p3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3" name="Google Shape;313;p33"/>
          <p:cNvCxnSpPr>
            <a:stCxn id="305" idx="7"/>
            <a:endCxn id="30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3"/>
          <p:cNvCxnSpPr>
            <a:stCxn id="308" idx="3"/>
            <a:endCxn id="30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3"/>
          <p:cNvCxnSpPr>
            <a:stCxn id="310" idx="7"/>
            <a:endCxn id="31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3"/>
          <p:cNvCxnSpPr>
            <a:stCxn id="311" idx="3"/>
            <a:endCxn id="31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3"/>
          <p:cNvCxnSpPr>
            <a:stCxn id="307" idx="6"/>
            <a:endCxn id="31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3"/>
          <p:cNvCxnSpPr>
            <a:stCxn id="310" idx="4"/>
            <a:endCxn id="30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3"/>
          <p:cNvCxnSpPr>
            <a:stCxn id="306" idx="4"/>
            <a:endCxn id="30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33"/>
          <p:cNvCxnSpPr>
            <a:stCxn id="305" idx="5"/>
            <a:endCxn id="30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3"/>
          <p:cNvCxnSpPr>
            <a:stCxn id="305" idx="6"/>
            <a:endCxn id="30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33"/>
          <p:cNvCxnSpPr>
            <a:stCxn id="307" idx="2"/>
            <a:endCxn id="30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3"/>
          <p:cNvCxnSpPr>
            <a:stCxn id="312" idx="1"/>
            <a:endCxn id="31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3"/>
          <p:cNvCxnSpPr>
            <a:stCxn id="311" idx="1"/>
            <a:endCxn id="30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3"/>
          <p:cNvCxnSpPr>
            <a:stCxn id="308" idx="5"/>
            <a:endCxn id="31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3"/>
          <p:cNvCxnSpPr>
            <a:stCxn id="306" idx="7"/>
            <a:endCxn id="30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33"/>
          <p:cNvCxnSpPr>
            <a:stCxn id="310" idx="3"/>
            <a:endCxn id="30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33"/>
          <p:cNvCxnSpPr>
            <a:stCxn id="306" idx="6"/>
            <a:endCxn id="31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34" name="Google Shape;334;p3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6" name="Google Shape;336;p3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7" name="Google Shape;337;p3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" name="Google Shape;338;p3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9" name="Google Shape;339;p3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0" name="Google Shape;340;p3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3" name="Google Shape;343;p34"/>
          <p:cNvCxnSpPr>
            <a:stCxn id="335" idx="7"/>
            <a:endCxn id="33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4"/>
          <p:cNvCxnSpPr>
            <a:stCxn id="338" idx="3"/>
            <a:endCxn id="33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34"/>
          <p:cNvCxnSpPr>
            <a:stCxn id="340" idx="7"/>
            <a:endCxn id="34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4"/>
          <p:cNvCxnSpPr>
            <a:stCxn id="341" idx="3"/>
            <a:endCxn id="34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34"/>
          <p:cNvCxnSpPr>
            <a:stCxn id="337" idx="6"/>
            <a:endCxn id="34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34"/>
          <p:cNvCxnSpPr>
            <a:stCxn id="340" idx="4"/>
            <a:endCxn id="33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4"/>
          <p:cNvCxnSpPr>
            <a:stCxn id="336" idx="4"/>
            <a:endCxn id="33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34"/>
          <p:cNvCxnSpPr>
            <a:stCxn id="335" idx="5"/>
            <a:endCxn id="33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34"/>
          <p:cNvCxnSpPr>
            <a:stCxn id="335" idx="6"/>
            <a:endCxn id="33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34"/>
          <p:cNvCxnSpPr>
            <a:stCxn id="337" idx="2"/>
            <a:endCxn id="33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34"/>
          <p:cNvCxnSpPr>
            <a:stCxn id="342" idx="1"/>
            <a:endCxn id="34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34"/>
          <p:cNvCxnSpPr>
            <a:stCxn id="341" idx="1"/>
            <a:endCxn id="33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4"/>
          <p:cNvCxnSpPr>
            <a:stCxn id="338" idx="5"/>
            <a:endCxn id="34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34"/>
          <p:cNvCxnSpPr>
            <a:stCxn id="336" idx="7"/>
            <a:endCxn id="33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34"/>
          <p:cNvCxnSpPr>
            <a:stCxn id="340" idx="3"/>
            <a:endCxn id="33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34"/>
          <p:cNvCxnSpPr>
            <a:stCxn id="336" idx="6"/>
            <a:endCxn id="34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64" name="Google Shape;364;p3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density is: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365" name="Google Shape;36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" name="Google Shape;373;p3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4" name="Google Shape;374;p35"/>
          <p:cNvCxnSpPr>
            <a:stCxn id="366" idx="7"/>
            <a:endCxn id="36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35"/>
          <p:cNvCxnSpPr>
            <a:stCxn id="369" idx="3"/>
            <a:endCxn id="36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35"/>
          <p:cNvCxnSpPr>
            <a:stCxn id="371" idx="7"/>
            <a:endCxn id="37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35"/>
          <p:cNvCxnSpPr>
            <a:stCxn id="372" idx="3"/>
            <a:endCxn id="37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5"/>
          <p:cNvCxnSpPr>
            <a:stCxn id="368" idx="6"/>
            <a:endCxn id="37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5"/>
          <p:cNvCxnSpPr>
            <a:stCxn id="371" idx="4"/>
            <a:endCxn id="36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5"/>
          <p:cNvCxnSpPr>
            <a:stCxn id="367" idx="4"/>
            <a:endCxn id="37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35"/>
          <p:cNvCxnSpPr>
            <a:stCxn id="366" idx="5"/>
            <a:endCxn id="37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35"/>
          <p:cNvCxnSpPr>
            <a:stCxn id="366" idx="6"/>
            <a:endCxn id="36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35"/>
          <p:cNvCxnSpPr>
            <a:stCxn id="368" idx="2"/>
            <a:endCxn id="37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35"/>
          <p:cNvCxnSpPr>
            <a:stCxn id="373" idx="1"/>
            <a:endCxn id="37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35"/>
          <p:cNvCxnSpPr>
            <a:stCxn id="372" idx="1"/>
            <a:endCxn id="36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35"/>
          <p:cNvCxnSpPr>
            <a:stCxn id="369" idx="5"/>
            <a:endCxn id="37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35"/>
          <p:cNvCxnSpPr>
            <a:stCxn id="367" idx="7"/>
            <a:endCxn id="36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35"/>
          <p:cNvCxnSpPr>
            <a:stCxn id="371" idx="3"/>
            <a:endCxn id="37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5"/>
          <p:cNvCxnSpPr>
            <a:stCxn id="367" idx="6"/>
            <a:endCxn id="37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density is: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396" name="Google Shape;3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" name="Google Shape;398;p3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5" name="Google Shape;405;p36"/>
          <p:cNvCxnSpPr>
            <a:stCxn id="397" idx="7"/>
            <a:endCxn id="40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36"/>
          <p:cNvCxnSpPr>
            <a:stCxn id="400" idx="3"/>
            <a:endCxn id="39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6"/>
          <p:cNvCxnSpPr>
            <a:stCxn id="402" idx="7"/>
            <a:endCxn id="40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6"/>
          <p:cNvCxnSpPr>
            <a:stCxn id="403" idx="3"/>
            <a:endCxn id="40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36"/>
          <p:cNvCxnSpPr>
            <a:stCxn id="399" idx="6"/>
            <a:endCxn id="40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6"/>
          <p:cNvCxnSpPr>
            <a:stCxn id="402" idx="4"/>
            <a:endCxn id="39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6"/>
          <p:cNvCxnSpPr>
            <a:stCxn id="398" idx="4"/>
            <a:endCxn id="40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36"/>
          <p:cNvCxnSpPr>
            <a:stCxn id="397" idx="5"/>
            <a:endCxn id="40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36"/>
          <p:cNvCxnSpPr>
            <a:stCxn id="397" idx="6"/>
            <a:endCxn id="39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36"/>
          <p:cNvCxnSpPr>
            <a:stCxn id="399" idx="2"/>
            <a:endCxn id="40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36"/>
          <p:cNvCxnSpPr>
            <a:stCxn id="404" idx="1"/>
            <a:endCxn id="40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36"/>
          <p:cNvCxnSpPr>
            <a:stCxn id="403" idx="1"/>
            <a:endCxn id="40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6"/>
          <p:cNvCxnSpPr>
            <a:stCxn id="400" idx="5"/>
            <a:endCxn id="40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36"/>
          <p:cNvCxnSpPr>
            <a:stCxn id="398" idx="7"/>
            <a:endCxn id="40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36"/>
          <p:cNvCxnSpPr>
            <a:stCxn id="402" idx="3"/>
            <a:endCxn id="40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36"/>
          <p:cNvCxnSpPr>
            <a:stCxn id="398" idx="6"/>
            <a:endCxn id="40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" name="Google Shape;421;p36"/>
          <p:cNvSpPr/>
          <p:nvPr/>
        </p:nvSpPr>
        <p:spPr>
          <a:xfrm>
            <a:off x="3793300" y="4040550"/>
            <a:ext cx="31866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29% of the possible edges that could exist are present!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432" name="Google Shape;432;p38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1" name="Google Shape;441;p38"/>
          <p:cNvCxnSpPr>
            <a:stCxn id="433" idx="7"/>
            <a:endCxn id="43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38"/>
          <p:cNvCxnSpPr>
            <a:stCxn id="436" idx="3"/>
            <a:endCxn id="43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38"/>
          <p:cNvCxnSpPr>
            <a:stCxn id="438" idx="7"/>
            <a:endCxn id="43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38"/>
          <p:cNvCxnSpPr>
            <a:stCxn id="439" idx="3"/>
            <a:endCxn id="43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38"/>
          <p:cNvCxnSpPr>
            <a:stCxn id="435" idx="6"/>
            <a:endCxn id="44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38"/>
          <p:cNvCxnSpPr>
            <a:stCxn id="438" idx="4"/>
            <a:endCxn id="43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38"/>
          <p:cNvCxnSpPr>
            <a:stCxn id="434" idx="4"/>
            <a:endCxn id="43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38"/>
          <p:cNvCxnSpPr>
            <a:stCxn id="433" idx="5"/>
            <a:endCxn id="43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38"/>
          <p:cNvCxnSpPr>
            <a:stCxn id="433" idx="6"/>
            <a:endCxn id="43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38"/>
          <p:cNvCxnSpPr>
            <a:stCxn id="435" idx="2"/>
            <a:endCxn id="43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38"/>
          <p:cNvCxnSpPr>
            <a:stCxn id="440" idx="1"/>
            <a:endCxn id="43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38"/>
          <p:cNvCxnSpPr>
            <a:stCxn id="439" idx="1"/>
            <a:endCxn id="43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38"/>
          <p:cNvCxnSpPr>
            <a:stCxn id="436" idx="5"/>
            <a:endCxn id="43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38"/>
          <p:cNvCxnSpPr>
            <a:stCxn id="434" idx="7"/>
            <a:endCxn id="43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38"/>
          <p:cNvCxnSpPr>
            <a:stCxn id="438" idx="3"/>
            <a:endCxn id="43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38"/>
          <p:cNvCxnSpPr>
            <a:stCxn id="434" idx="6"/>
            <a:endCxn id="43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462" name="Google Shape;462;p39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1" name="Google Shape;471;p39"/>
          <p:cNvCxnSpPr>
            <a:stCxn id="463" idx="7"/>
            <a:endCxn id="46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39"/>
          <p:cNvCxnSpPr>
            <a:stCxn id="466" idx="3"/>
            <a:endCxn id="46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39"/>
          <p:cNvCxnSpPr>
            <a:stCxn id="468" idx="7"/>
            <a:endCxn id="46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p39"/>
          <p:cNvCxnSpPr>
            <a:stCxn id="469" idx="3"/>
            <a:endCxn id="46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39"/>
          <p:cNvCxnSpPr>
            <a:stCxn id="465" idx="6"/>
            <a:endCxn id="47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39"/>
          <p:cNvCxnSpPr>
            <a:stCxn id="468" idx="4"/>
            <a:endCxn id="46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39"/>
          <p:cNvCxnSpPr>
            <a:stCxn id="464" idx="4"/>
            <a:endCxn id="46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39"/>
          <p:cNvCxnSpPr>
            <a:stCxn id="463" idx="5"/>
            <a:endCxn id="46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39"/>
          <p:cNvCxnSpPr>
            <a:stCxn id="463" idx="6"/>
            <a:endCxn id="46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39"/>
          <p:cNvCxnSpPr>
            <a:stCxn id="465" idx="2"/>
            <a:endCxn id="46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39"/>
          <p:cNvCxnSpPr>
            <a:stCxn id="470" idx="1"/>
            <a:endCxn id="46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39"/>
          <p:cNvCxnSpPr>
            <a:stCxn id="469" idx="1"/>
            <a:endCxn id="46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p39"/>
          <p:cNvCxnSpPr>
            <a:stCxn id="466" idx="5"/>
            <a:endCxn id="46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39"/>
          <p:cNvCxnSpPr>
            <a:stCxn id="464" idx="7"/>
            <a:endCxn id="46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39"/>
          <p:cNvCxnSpPr>
            <a:stCxn id="468" idx="3"/>
            <a:endCxn id="46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39"/>
          <p:cNvCxnSpPr>
            <a:stCxn id="464" idx="6"/>
            <a:endCxn id="46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492" name="Google Shape;492;p40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difference is that now we have to distinguish between the out-degree and in-degree versions!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4" name="Google Shape;494;p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" name="Google Shape;496;p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7" name="Google Shape;497;p4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8" name="Google Shape;498;p4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" name="Google Shape;499;p4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0" name="Google Shape;500;p4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1" name="Google Shape;501;p40"/>
          <p:cNvCxnSpPr>
            <a:stCxn id="493" idx="7"/>
            <a:endCxn id="49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40"/>
          <p:cNvCxnSpPr>
            <a:stCxn id="496" idx="3"/>
            <a:endCxn id="49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p40"/>
          <p:cNvCxnSpPr>
            <a:stCxn id="498" idx="7"/>
            <a:endCxn id="49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40"/>
          <p:cNvCxnSpPr>
            <a:stCxn id="499" idx="3"/>
            <a:endCxn id="49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40"/>
          <p:cNvCxnSpPr>
            <a:stCxn id="495" idx="6"/>
            <a:endCxn id="50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40"/>
          <p:cNvCxnSpPr>
            <a:stCxn id="498" idx="4"/>
            <a:endCxn id="49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40"/>
          <p:cNvCxnSpPr>
            <a:stCxn id="494" idx="4"/>
            <a:endCxn id="49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40"/>
          <p:cNvCxnSpPr>
            <a:stCxn id="493" idx="5"/>
            <a:endCxn id="49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40"/>
          <p:cNvCxnSpPr>
            <a:stCxn id="493" idx="6"/>
            <a:endCxn id="49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40"/>
          <p:cNvCxnSpPr>
            <a:stCxn id="495" idx="2"/>
            <a:endCxn id="49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40"/>
          <p:cNvCxnSpPr>
            <a:stCxn id="500" idx="1"/>
            <a:endCxn id="49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40"/>
          <p:cNvCxnSpPr>
            <a:stCxn id="499" idx="1"/>
            <a:endCxn id="49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40"/>
          <p:cNvCxnSpPr>
            <a:stCxn id="496" idx="5"/>
            <a:endCxn id="49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40"/>
          <p:cNvCxnSpPr>
            <a:stCxn id="494" idx="7"/>
            <a:endCxn id="49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40"/>
          <p:cNvCxnSpPr>
            <a:stCxn id="498" idx="3"/>
            <a:endCxn id="49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40"/>
          <p:cNvCxnSpPr>
            <a:stCxn id="494" idx="6"/>
            <a:endCxn id="49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523" name="Google Shape;523;p4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5" name="Google Shape;525;p4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6" name="Google Shape;526;p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8" name="Google Shape;528;p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1" name="Google Shape;531;p41"/>
          <p:cNvCxnSpPr>
            <a:stCxn id="523" idx="7"/>
            <a:endCxn id="52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41"/>
          <p:cNvCxnSpPr>
            <a:stCxn id="526" idx="3"/>
            <a:endCxn id="52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41"/>
          <p:cNvCxnSpPr>
            <a:stCxn id="528" idx="7"/>
            <a:endCxn id="52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41"/>
          <p:cNvCxnSpPr>
            <a:stCxn id="529" idx="3"/>
            <a:endCxn id="52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41"/>
          <p:cNvCxnSpPr>
            <a:stCxn id="525" idx="6"/>
            <a:endCxn id="53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41"/>
          <p:cNvCxnSpPr>
            <a:stCxn id="528" idx="4"/>
            <a:endCxn id="52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41"/>
          <p:cNvCxnSpPr>
            <a:stCxn id="524" idx="4"/>
            <a:endCxn id="52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41"/>
          <p:cNvCxnSpPr>
            <a:stCxn id="523" idx="5"/>
            <a:endCxn id="52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41"/>
          <p:cNvCxnSpPr>
            <a:stCxn id="523" idx="6"/>
            <a:endCxn id="52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41"/>
          <p:cNvCxnSpPr>
            <a:stCxn id="525" idx="2"/>
            <a:endCxn id="52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41"/>
          <p:cNvCxnSpPr>
            <a:stCxn id="530" idx="1"/>
            <a:endCxn id="52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41"/>
          <p:cNvCxnSpPr>
            <a:stCxn id="529" idx="1"/>
            <a:endCxn id="52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41"/>
          <p:cNvCxnSpPr>
            <a:stCxn id="526" idx="5"/>
            <a:endCxn id="52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41"/>
          <p:cNvCxnSpPr>
            <a:stCxn id="524" idx="7"/>
            <a:endCxn id="52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41"/>
          <p:cNvCxnSpPr>
            <a:stCxn id="528" idx="3"/>
            <a:endCxn id="52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41"/>
          <p:cNvCxnSpPr>
            <a:stCxn id="524" idx="6"/>
            <a:endCxn id="52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2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553" name="Google Shape;553;p4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6" name="Google Shape;556;p4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7" name="Google Shape;557;p4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8" name="Google Shape;558;p4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9" name="Google Shape;559;p4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0" name="Google Shape;560;p4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1" name="Google Shape;561;p42"/>
          <p:cNvCxnSpPr>
            <a:stCxn id="553" idx="7"/>
            <a:endCxn id="55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42"/>
          <p:cNvCxnSpPr>
            <a:stCxn id="556" idx="3"/>
            <a:endCxn id="55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42"/>
          <p:cNvCxnSpPr>
            <a:stCxn id="558" idx="7"/>
            <a:endCxn id="55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42"/>
          <p:cNvCxnSpPr>
            <a:stCxn id="559" idx="3"/>
            <a:endCxn id="55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42"/>
          <p:cNvCxnSpPr>
            <a:stCxn id="555" idx="6"/>
            <a:endCxn id="56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42"/>
          <p:cNvCxnSpPr>
            <a:stCxn id="558" idx="4"/>
            <a:endCxn id="55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42"/>
          <p:cNvCxnSpPr>
            <a:stCxn id="554" idx="4"/>
            <a:endCxn id="55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42"/>
          <p:cNvCxnSpPr>
            <a:stCxn id="553" idx="5"/>
            <a:endCxn id="55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42"/>
          <p:cNvCxnSpPr>
            <a:stCxn id="553" idx="6"/>
            <a:endCxn id="55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42"/>
          <p:cNvCxnSpPr>
            <a:stCxn id="555" idx="2"/>
            <a:endCxn id="55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42"/>
          <p:cNvCxnSpPr>
            <a:stCxn id="560" idx="1"/>
            <a:endCxn id="55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42"/>
          <p:cNvCxnSpPr>
            <a:stCxn id="559" idx="1"/>
            <a:endCxn id="55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42"/>
          <p:cNvCxnSpPr>
            <a:stCxn id="556" idx="5"/>
            <a:endCxn id="55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42"/>
          <p:cNvCxnSpPr>
            <a:stCxn id="554" idx="7"/>
            <a:endCxn id="55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42"/>
          <p:cNvCxnSpPr>
            <a:stCxn id="558" idx="3"/>
            <a:endCxn id="55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42"/>
          <p:cNvCxnSpPr>
            <a:stCxn id="554" idx="6"/>
            <a:endCxn id="55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77" name="Google Shape;577;p42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584" name="Google Shape;584;p4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5" name="Google Shape;585;p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6" name="Google Shape;586;p4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7" name="Google Shape;587;p4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8" name="Google Shape;588;p4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9" name="Google Shape;589;p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90" name="Google Shape;590;p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91" name="Google Shape;591;p4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2" name="Google Shape;592;p43"/>
          <p:cNvCxnSpPr>
            <a:stCxn id="584" idx="7"/>
            <a:endCxn id="58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43"/>
          <p:cNvCxnSpPr>
            <a:stCxn id="587" idx="3"/>
            <a:endCxn id="58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43"/>
          <p:cNvCxnSpPr>
            <a:stCxn id="589" idx="7"/>
            <a:endCxn id="59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" name="Google Shape;595;p43"/>
          <p:cNvCxnSpPr>
            <a:stCxn id="590" idx="3"/>
            <a:endCxn id="58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6" name="Google Shape;596;p43"/>
          <p:cNvCxnSpPr>
            <a:stCxn id="586" idx="6"/>
            <a:endCxn id="59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43"/>
          <p:cNvCxnSpPr>
            <a:stCxn id="589" idx="4"/>
            <a:endCxn id="58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43"/>
          <p:cNvCxnSpPr>
            <a:stCxn id="585" idx="4"/>
            <a:endCxn id="58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43"/>
          <p:cNvCxnSpPr>
            <a:stCxn id="584" idx="5"/>
            <a:endCxn id="58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0" name="Google Shape;600;p43"/>
          <p:cNvCxnSpPr>
            <a:stCxn id="584" idx="6"/>
            <a:endCxn id="58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43"/>
          <p:cNvCxnSpPr>
            <a:stCxn id="586" idx="2"/>
            <a:endCxn id="58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43"/>
          <p:cNvCxnSpPr>
            <a:stCxn id="591" idx="1"/>
            <a:endCxn id="58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43"/>
          <p:cNvCxnSpPr>
            <a:stCxn id="590" idx="1"/>
            <a:endCxn id="58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43"/>
          <p:cNvCxnSpPr>
            <a:stCxn id="587" idx="5"/>
            <a:endCxn id="58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43"/>
          <p:cNvCxnSpPr>
            <a:stCxn id="585" idx="7"/>
            <a:endCxn id="58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43"/>
          <p:cNvCxnSpPr>
            <a:stCxn id="589" idx="3"/>
            <a:endCxn id="58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43"/>
          <p:cNvCxnSpPr>
            <a:stCxn id="585" idx="6"/>
            <a:endCxn id="58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608" name="Google Shape;608;p43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9" name="Google Shape;609;p43"/>
          <p:cNvGraphicFramePr/>
          <p:nvPr/>
        </p:nvGraphicFramePr>
        <p:xfrm>
          <a:off x="801050" y="385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4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</a:t>
            </a:r>
            <a:r>
              <a:rPr lang="en"/>
              <a:t>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616" name="Google Shape;616;p4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9" name="Google Shape;619;p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0" name="Google Shape;620;p4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1" name="Google Shape;621;p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2" name="Google Shape;622;p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3" name="Google Shape;623;p4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4" name="Google Shape;624;p44"/>
          <p:cNvCxnSpPr>
            <a:stCxn id="616" idx="7"/>
            <a:endCxn id="61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44"/>
          <p:cNvCxnSpPr>
            <a:stCxn id="619" idx="3"/>
            <a:endCxn id="61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44"/>
          <p:cNvCxnSpPr>
            <a:stCxn id="621" idx="7"/>
            <a:endCxn id="62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44"/>
          <p:cNvCxnSpPr>
            <a:stCxn id="622" idx="3"/>
            <a:endCxn id="62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44"/>
          <p:cNvCxnSpPr>
            <a:stCxn id="618" idx="6"/>
            <a:endCxn id="62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44"/>
          <p:cNvCxnSpPr>
            <a:stCxn id="621" idx="4"/>
            <a:endCxn id="61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44"/>
          <p:cNvCxnSpPr>
            <a:stCxn id="617" idx="4"/>
            <a:endCxn id="62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1" name="Google Shape;631;p44"/>
          <p:cNvCxnSpPr>
            <a:stCxn id="616" idx="5"/>
            <a:endCxn id="62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2" name="Google Shape;632;p44"/>
          <p:cNvCxnSpPr>
            <a:stCxn id="616" idx="6"/>
            <a:endCxn id="61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3" name="Google Shape;633;p44"/>
          <p:cNvCxnSpPr>
            <a:stCxn id="618" idx="2"/>
            <a:endCxn id="62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44"/>
          <p:cNvCxnSpPr>
            <a:stCxn id="623" idx="1"/>
            <a:endCxn id="62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44"/>
          <p:cNvCxnSpPr>
            <a:stCxn id="622" idx="1"/>
            <a:endCxn id="61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44"/>
          <p:cNvCxnSpPr>
            <a:stCxn id="619" idx="5"/>
            <a:endCxn id="62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7" name="Google Shape;637;p44"/>
          <p:cNvCxnSpPr>
            <a:stCxn id="617" idx="7"/>
            <a:endCxn id="61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44"/>
          <p:cNvCxnSpPr>
            <a:stCxn id="621" idx="3"/>
            <a:endCxn id="62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44"/>
          <p:cNvCxnSpPr>
            <a:stCxn id="617" idx="6"/>
            <a:endCxn id="62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5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646" name="Google Shape;646;p4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7" name="Google Shape;647;p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8" name="Google Shape;648;p4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9" name="Google Shape;649;p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0" name="Google Shape;650;p4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1" name="Google Shape;651;p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2" name="Google Shape;652;p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3" name="Google Shape;653;p4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4" name="Google Shape;654;p45"/>
          <p:cNvCxnSpPr>
            <a:stCxn id="646" idx="7"/>
            <a:endCxn id="64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45"/>
          <p:cNvCxnSpPr>
            <a:stCxn id="649" idx="3"/>
            <a:endCxn id="64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p45"/>
          <p:cNvCxnSpPr>
            <a:stCxn id="651" idx="7"/>
            <a:endCxn id="65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p45"/>
          <p:cNvCxnSpPr>
            <a:stCxn id="652" idx="3"/>
            <a:endCxn id="65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45"/>
          <p:cNvCxnSpPr>
            <a:stCxn id="648" idx="6"/>
            <a:endCxn id="65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45"/>
          <p:cNvCxnSpPr>
            <a:stCxn id="651" idx="4"/>
            <a:endCxn id="64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0" name="Google Shape;660;p45"/>
          <p:cNvCxnSpPr>
            <a:stCxn id="647" idx="4"/>
            <a:endCxn id="65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45"/>
          <p:cNvCxnSpPr>
            <a:stCxn id="646" idx="5"/>
            <a:endCxn id="65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45"/>
          <p:cNvCxnSpPr>
            <a:stCxn id="646" idx="6"/>
            <a:endCxn id="64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45"/>
          <p:cNvCxnSpPr>
            <a:stCxn id="648" idx="2"/>
            <a:endCxn id="65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4" name="Google Shape;664;p45"/>
          <p:cNvCxnSpPr>
            <a:stCxn id="653" idx="1"/>
            <a:endCxn id="65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5" name="Google Shape;665;p45"/>
          <p:cNvCxnSpPr>
            <a:stCxn id="652" idx="1"/>
            <a:endCxn id="64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45"/>
          <p:cNvCxnSpPr>
            <a:stCxn id="649" idx="5"/>
            <a:endCxn id="65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45"/>
          <p:cNvCxnSpPr>
            <a:stCxn id="647" idx="7"/>
            <a:endCxn id="64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45"/>
          <p:cNvCxnSpPr>
            <a:stCxn id="651" idx="3"/>
            <a:endCxn id="65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9" name="Google Shape;669;p45"/>
          <p:cNvCxnSpPr>
            <a:stCxn id="647" idx="6"/>
            <a:endCxn id="65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670" name="Google Shape;670;p45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6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677" name="Google Shape;677;p4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8" name="Google Shape;678;p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0" name="Google Shape;680;p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1" name="Google Shape;681;p4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2" name="Google Shape;682;p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3" name="Google Shape;683;p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4" name="Google Shape;684;p4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5" name="Google Shape;685;p46"/>
          <p:cNvCxnSpPr>
            <a:stCxn id="677" idx="7"/>
            <a:endCxn id="68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46"/>
          <p:cNvCxnSpPr>
            <a:stCxn id="680" idx="3"/>
            <a:endCxn id="67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46"/>
          <p:cNvCxnSpPr>
            <a:stCxn id="682" idx="7"/>
            <a:endCxn id="68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46"/>
          <p:cNvCxnSpPr>
            <a:stCxn id="683" idx="3"/>
            <a:endCxn id="68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46"/>
          <p:cNvCxnSpPr>
            <a:stCxn id="679" idx="6"/>
            <a:endCxn id="68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46"/>
          <p:cNvCxnSpPr>
            <a:stCxn id="682" idx="4"/>
            <a:endCxn id="67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1" name="Google Shape;691;p46"/>
          <p:cNvCxnSpPr>
            <a:stCxn id="678" idx="4"/>
            <a:endCxn id="68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2" name="Google Shape;692;p46"/>
          <p:cNvCxnSpPr>
            <a:stCxn id="677" idx="5"/>
            <a:endCxn id="68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3" name="Google Shape;693;p46"/>
          <p:cNvCxnSpPr>
            <a:stCxn id="677" idx="6"/>
            <a:endCxn id="67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46"/>
          <p:cNvCxnSpPr>
            <a:stCxn id="679" idx="2"/>
            <a:endCxn id="68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46"/>
          <p:cNvCxnSpPr>
            <a:stCxn id="684" idx="1"/>
            <a:endCxn id="68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46"/>
          <p:cNvCxnSpPr>
            <a:stCxn id="683" idx="1"/>
            <a:endCxn id="68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46"/>
          <p:cNvCxnSpPr>
            <a:stCxn id="680" idx="5"/>
            <a:endCxn id="68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46"/>
          <p:cNvCxnSpPr>
            <a:stCxn id="678" idx="7"/>
            <a:endCxn id="68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9" name="Google Shape;699;p46"/>
          <p:cNvCxnSpPr>
            <a:stCxn id="682" idx="3"/>
            <a:endCxn id="68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p46"/>
          <p:cNvCxnSpPr>
            <a:stCxn id="678" idx="6"/>
            <a:endCxn id="68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01" name="Google Shape;701;p46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2" name="Google Shape;702;p46"/>
          <p:cNvGraphicFramePr/>
          <p:nvPr/>
        </p:nvGraphicFramePr>
        <p:xfrm>
          <a:off x="801050" y="3795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7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</a:t>
            </a:r>
            <a:r>
              <a:rPr lang="en"/>
              <a:t>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</a:t>
            </a:r>
            <a:r>
              <a:rPr lang="en"/>
              <a:t>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</a:t>
            </a:r>
            <a:r>
              <a:rPr lang="en"/>
              <a:t>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709" name="Google Shape;709;p4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0" name="Google Shape;710;p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1" name="Google Shape;711;p4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2" name="Google Shape;712;p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3" name="Google Shape;713;p4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4" name="Google Shape;714;p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6" name="Google Shape;716;p4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7" name="Google Shape;717;p47"/>
          <p:cNvCxnSpPr>
            <a:stCxn id="709" idx="7"/>
            <a:endCxn id="71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8" name="Google Shape;718;p47"/>
          <p:cNvCxnSpPr>
            <a:stCxn id="712" idx="3"/>
            <a:endCxn id="71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9" name="Google Shape;719;p47"/>
          <p:cNvCxnSpPr>
            <a:stCxn id="714" idx="7"/>
            <a:endCxn id="71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0" name="Google Shape;720;p47"/>
          <p:cNvCxnSpPr>
            <a:stCxn id="715" idx="3"/>
            <a:endCxn id="71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47"/>
          <p:cNvCxnSpPr>
            <a:stCxn id="711" idx="6"/>
            <a:endCxn id="71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2" name="Google Shape;722;p47"/>
          <p:cNvCxnSpPr>
            <a:stCxn id="714" idx="4"/>
            <a:endCxn id="71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3" name="Google Shape;723;p47"/>
          <p:cNvCxnSpPr>
            <a:stCxn id="710" idx="4"/>
            <a:endCxn id="71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4" name="Google Shape;724;p47"/>
          <p:cNvCxnSpPr>
            <a:stCxn id="709" idx="5"/>
            <a:endCxn id="71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5" name="Google Shape;725;p47"/>
          <p:cNvCxnSpPr>
            <a:stCxn id="709" idx="6"/>
            <a:endCxn id="71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6" name="Google Shape;726;p47"/>
          <p:cNvCxnSpPr>
            <a:stCxn id="711" idx="2"/>
            <a:endCxn id="71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7" name="Google Shape;727;p47"/>
          <p:cNvCxnSpPr>
            <a:stCxn id="716" idx="1"/>
            <a:endCxn id="71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8" name="Google Shape;728;p47"/>
          <p:cNvCxnSpPr>
            <a:stCxn id="715" idx="1"/>
            <a:endCxn id="71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9" name="Google Shape;729;p47"/>
          <p:cNvCxnSpPr>
            <a:stCxn id="712" idx="5"/>
            <a:endCxn id="71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0" name="Google Shape;730;p47"/>
          <p:cNvCxnSpPr>
            <a:stCxn id="710" idx="7"/>
            <a:endCxn id="71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1" name="Google Shape;731;p47"/>
          <p:cNvCxnSpPr>
            <a:stCxn id="714" idx="3"/>
            <a:endCxn id="71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47"/>
          <p:cNvCxnSpPr>
            <a:stCxn id="710" idx="6"/>
            <a:endCxn id="71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8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in</a:t>
            </a:r>
            <a:r>
              <a:rPr lang="en"/>
              <a:t>= 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739" name="Google Shape;739;p4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0" name="Google Shape;740;p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1" name="Google Shape;741;p4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2" name="Google Shape;742;p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3" name="Google Shape;743;p4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4" name="Google Shape;744;p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5" name="Google Shape;745;p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6" name="Google Shape;746;p4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7" name="Google Shape;747;p48"/>
          <p:cNvCxnSpPr>
            <a:stCxn id="739" idx="7"/>
            <a:endCxn id="74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48"/>
          <p:cNvCxnSpPr>
            <a:stCxn id="742" idx="3"/>
            <a:endCxn id="74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48"/>
          <p:cNvCxnSpPr>
            <a:stCxn id="744" idx="7"/>
            <a:endCxn id="74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48"/>
          <p:cNvCxnSpPr>
            <a:stCxn id="745" idx="3"/>
            <a:endCxn id="74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1" name="Google Shape;751;p48"/>
          <p:cNvCxnSpPr>
            <a:stCxn id="741" idx="6"/>
            <a:endCxn id="74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48"/>
          <p:cNvCxnSpPr>
            <a:stCxn id="744" idx="4"/>
            <a:endCxn id="74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p48"/>
          <p:cNvCxnSpPr>
            <a:stCxn id="740" idx="4"/>
            <a:endCxn id="74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48"/>
          <p:cNvCxnSpPr>
            <a:stCxn id="739" idx="5"/>
            <a:endCxn id="74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5" name="Google Shape;755;p48"/>
          <p:cNvCxnSpPr>
            <a:stCxn id="739" idx="6"/>
            <a:endCxn id="74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6" name="Google Shape;756;p48"/>
          <p:cNvCxnSpPr>
            <a:stCxn id="741" idx="2"/>
            <a:endCxn id="74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48"/>
          <p:cNvCxnSpPr>
            <a:stCxn id="746" idx="1"/>
            <a:endCxn id="74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48"/>
          <p:cNvCxnSpPr>
            <a:stCxn id="745" idx="1"/>
            <a:endCxn id="74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48"/>
          <p:cNvCxnSpPr>
            <a:stCxn id="742" idx="5"/>
            <a:endCxn id="74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0" name="Google Shape;760;p48"/>
          <p:cNvCxnSpPr>
            <a:stCxn id="740" idx="7"/>
            <a:endCxn id="74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1" name="Google Shape;761;p48"/>
          <p:cNvCxnSpPr>
            <a:stCxn id="744" idx="3"/>
            <a:endCxn id="74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48"/>
          <p:cNvCxnSpPr>
            <a:stCxn id="740" idx="6"/>
            <a:endCxn id="74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63" name="Google Shape;763;p48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9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in</a:t>
            </a:r>
            <a:r>
              <a:rPr lang="en"/>
              <a:t>=     0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770" name="Google Shape;770;p4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2" name="Google Shape;772;p4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3" name="Google Shape;773;p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4" name="Google Shape;774;p4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5" name="Google Shape;775;p4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6" name="Google Shape;776;p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7" name="Google Shape;777;p4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8" name="Google Shape;778;p49"/>
          <p:cNvCxnSpPr>
            <a:stCxn id="770" idx="7"/>
            <a:endCxn id="77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9" name="Google Shape;779;p49"/>
          <p:cNvCxnSpPr>
            <a:stCxn id="773" idx="3"/>
            <a:endCxn id="77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0" name="Google Shape;780;p49"/>
          <p:cNvCxnSpPr>
            <a:stCxn id="775" idx="7"/>
            <a:endCxn id="77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1" name="Google Shape;781;p49"/>
          <p:cNvCxnSpPr>
            <a:stCxn id="776" idx="3"/>
            <a:endCxn id="77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2" name="Google Shape;782;p49"/>
          <p:cNvCxnSpPr>
            <a:stCxn id="772" idx="6"/>
            <a:endCxn id="77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49"/>
          <p:cNvCxnSpPr>
            <a:stCxn id="775" idx="4"/>
            <a:endCxn id="77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49"/>
          <p:cNvCxnSpPr>
            <a:stCxn id="771" idx="4"/>
            <a:endCxn id="77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5" name="Google Shape;785;p49"/>
          <p:cNvCxnSpPr>
            <a:stCxn id="770" idx="5"/>
            <a:endCxn id="77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6" name="Google Shape;786;p49"/>
          <p:cNvCxnSpPr>
            <a:stCxn id="770" idx="6"/>
            <a:endCxn id="77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7" name="Google Shape;787;p49"/>
          <p:cNvCxnSpPr>
            <a:stCxn id="772" idx="2"/>
            <a:endCxn id="77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8" name="Google Shape;788;p49"/>
          <p:cNvCxnSpPr>
            <a:stCxn id="777" idx="1"/>
            <a:endCxn id="77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9" name="Google Shape;789;p49"/>
          <p:cNvCxnSpPr>
            <a:stCxn id="776" idx="1"/>
            <a:endCxn id="77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49"/>
          <p:cNvCxnSpPr>
            <a:stCxn id="773" idx="5"/>
            <a:endCxn id="77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49"/>
          <p:cNvCxnSpPr>
            <a:stCxn id="771" idx="7"/>
            <a:endCxn id="77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49"/>
          <p:cNvCxnSpPr>
            <a:stCxn id="775" idx="3"/>
            <a:endCxn id="77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3" name="Google Shape;793;p49"/>
          <p:cNvCxnSpPr>
            <a:stCxn id="771" idx="6"/>
            <a:endCxn id="77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94" name="Google Shape;794;p49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0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801" name="Google Shape;801;p5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2" name="Google Shape;802;p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3" name="Google Shape;803;p5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4" name="Google Shape;804;p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5" name="Google Shape;805;p5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6" name="Google Shape;806;p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7" name="Google Shape;807;p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8" name="Google Shape;808;p5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9" name="Google Shape;809;p50"/>
          <p:cNvCxnSpPr>
            <a:stCxn id="801" idx="7"/>
            <a:endCxn id="80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0" name="Google Shape;810;p50"/>
          <p:cNvCxnSpPr>
            <a:stCxn id="804" idx="3"/>
            <a:endCxn id="80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50"/>
          <p:cNvCxnSpPr>
            <a:stCxn id="806" idx="7"/>
            <a:endCxn id="80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50"/>
          <p:cNvCxnSpPr>
            <a:stCxn id="807" idx="3"/>
            <a:endCxn id="80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3" name="Google Shape;813;p50"/>
          <p:cNvCxnSpPr>
            <a:stCxn id="803" idx="6"/>
            <a:endCxn id="80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4" name="Google Shape;814;p50"/>
          <p:cNvCxnSpPr>
            <a:stCxn id="806" idx="4"/>
            <a:endCxn id="80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5" name="Google Shape;815;p50"/>
          <p:cNvCxnSpPr>
            <a:stCxn id="802" idx="4"/>
            <a:endCxn id="80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6" name="Google Shape;816;p50"/>
          <p:cNvCxnSpPr>
            <a:stCxn id="801" idx="5"/>
            <a:endCxn id="80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50"/>
          <p:cNvCxnSpPr>
            <a:stCxn id="801" idx="6"/>
            <a:endCxn id="80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8" name="Google Shape;818;p50"/>
          <p:cNvCxnSpPr>
            <a:stCxn id="803" idx="2"/>
            <a:endCxn id="80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50"/>
          <p:cNvCxnSpPr>
            <a:stCxn id="808" idx="1"/>
            <a:endCxn id="80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0" name="Google Shape;820;p50"/>
          <p:cNvCxnSpPr>
            <a:stCxn id="807" idx="1"/>
            <a:endCxn id="80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1" name="Google Shape;821;p50"/>
          <p:cNvCxnSpPr>
            <a:stCxn id="804" idx="5"/>
            <a:endCxn id="80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2" name="Google Shape;822;p50"/>
          <p:cNvCxnSpPr>
            <a:stCxn id="802" idx="7"/>
            <a:endCxn id="80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50"/>
          <p:cNvCxnSpPr>
            <a:stCxn id="806" idx="3"/>
            <a:endCxn id="80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50"/>
          <p:cNvCxnSpPr>
            <a:stCxn id="802" idx="6"/>
            <a:endCxn id="80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25" name="Google Shape;825;p50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1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832" name="Google Shape;832;p5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3" name="Google Shape;833;p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4" name="Google Shape;834;p5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5" name="Google Shape;835;p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6" name="Google Shape;836;p5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7" name="Google Shape;837;p5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8" name="Google Shape;838;p5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9" name="Google Shape;839;p5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0" name="Google Shape;840;p51"/>
          <p:cNvCxnSpPr>
            <a:stCxn id="832" idx="7"/>
            <a:endCxn id="83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1" name="Google Shape;841;p51"/>
          <p:cNvCxnSpPr>
            <a:stCxn id="835" idx="3"/>
            <a:endCxn id="83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2" name="Google Shape;842;p51"/>
          <p:cNvCxnSpPr>
            <a:stCxn id="837" idx="7"/>
            <a:endCxn id="83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3" name="Google Shape;843;p51"/>
          <p:cNvCxnSpPr>
            <a:stCxn id="838" idx="3"/>
            <a:endCxn id="83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4" name="Google Shape;844;p51"/>
          <p:cNvCxnSpPr>
            <a:stCxn id="834" idx="6"/>
            <a:endCxn id="83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5" name="Google Shape;845;p51"/>
          <p:cNvCxnSpPr>
            <a:stCxn id="837" idx="4"/>
            <a:endCxn id="83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6" name="Google Shape;846;p51"/>
          <p:cNvCxnSpPr>
            <a:stCxn id="833" idx="4"/>
            <a:endCxn id="83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51"/>
          <p:cNvCxnSpPr>
            <a:stCxn id="832" idx="5"/>
            <a:endCxn id="83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51"/>
          <p:cNvCxnSpPr>
            <a:stCxn id="832" idx="6"/>
            <a:endCxn id="83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51"/>
          <p:cNvCxnSpPr>
            <a:stCxn id="834" idx="2"/>
            <a:endCxn id="83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0" name="Google Shape;850;p51"/>
          <p:cNvCxnSpPr>
            <a:stCxn id="839" idx="1"/>
            <a:endCxn id="83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1" name="Google Shape;851;p51"/>
          <p:cNvCxnSpPr>
            <a:stCxn id="838" idx="1"/>
            <a:endCxn id="83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51"/>
          <p:cNvCxnSpPr>
            <a:stCxn id="835" idx="5"/>
            <a:endCxn id="83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51"/>
          <p:cNvCxnSpPr>
            <a:stCxn id="833" idx="7"/>
            <a:endCxn id="83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51"/>
          <p:cNvCxnSpPr>
            <a:stCxn id="837" idx="3"/>
            <a:endCxn id="83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51"/>
          <p:cNvCxnSpPr>
            <a:stCxn id="833" idx="6"/>
            <a:endCxn id="83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56" name="Google Shape;856;p51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2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863" name="Google Shape;863;p5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4" name="Google Shape;864;p5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5" name="Google Shape;865;p5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6" name="Google Shape;866;p5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7" name="Google Shape;867;p5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8" name="Google Shape;868;p5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9" name="Google Shape;869;p5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0" name="Google Shape;870;p5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1" name="Google Shape;871;p52"/>
          <p:cNvCxnSpPr>
            <a:stCxn id="863" idx="7"/>
            <a:endCxn id="86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52"/>
          <p:cNvCxnSpPr>
            <a:stCxn id="866" idx="3"/>
            <a:endCxn id="86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3" name="Google Shape;873;p52"/>
          <p:cNvCxnSpPr>
            <a:stCxn id="868" idx="7"/>
            <a:endCxn id="86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4" name="Google Shape;874;p52"/>
          <p:cNvCxnSpPr>
            <a:stCxn id="869" idx="3"/>
            <a:endCxn id="86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5" name="Google Shape;875;p52"/>
          <p:cNvCxnSpPr>
            <a:stCxn id="865" idx="6"/>
            <a:endCxn id="87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6" name="Google Shape;876;p52"/>
          <p:cNvCxnSpPr>
            <a:stCxn id="868" idx="4"/>
            <a:endCxn id="86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7" name="Google Shape;877;p52"/>
          <p:cNvCxnSpPr>
            <a:stCxn id="864" idx="4"/>
            <a:endCxn id="86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52"/>
          <p:cNvCxnSpPr>
            <a:stCxn id="863" idx="5"/>
            <a:endCxn id="86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52"/>
          <p:cNvCxnSpPr>
            <a:stCxn id="863" idx="6"/>
            <a:endCxn id="86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0" name="Google Shape;880;p52"/>
          <p:cNvCxnSpPr>
            <a:stCxn id="865" idx="2"/>
            <a:endCxn id="86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52"/>
          <p:cNvCxnSpPr>
            <a:stCxn id="870" idx="1"/>
            <a:endCxn id="86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2" name="Google Shape;882;p52"/>
          <p:cNvCxnSpPr>
            <a:stCxn id="869" idx="1"/>
            <a:endCxn id="86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3" name="Google Shape;883;p52"/>
          <p:cNvCxnSpPr>
            <a:stCxn id="866" idx="5"/>
            <a:endCxn id="86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52"/>
          <p:cNvCxnSpPr>
            <a:stCxn id="864" idx="7"/>
            <a:endCxn id="86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52"/>
          <p:cNvCxnSpPr>
            <a:stCxn id="868" idx="3"/>
            <a:endCxn id="86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52"/>
          <p:cNvCxnSpPr>
            <a:stCxn id="864" idx="6"/>
            <a:endCxn id="86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87" name="Google Shape;887;p52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{7B7B5577-C463-4DE1-8369-22202AB60FF9}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3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894" name="Google Shape;894;p5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5" name="Google Shape;895;p5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6" name="Google Shape;896;p5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7" name="Google Shape;897;p5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8" name="Google Shape;898;p5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9" name="Google Shape;899;p5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0" name="Google Shape;900;p5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1" name="Google Shape;901;p5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2" name="Google Shape;902;p53"/>
          <p:cNvCxnSpPr>
            <a:stCxn id="894" idx="7"/>
            <a:endCxn id="89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53"/>
          <p:cNvCxnSpPr>
            <a:stCxn id="897" idx="3"/>
            <a:endCxn id="89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4" name="Google Shape;904;p53"/>
          <p:cNvCxnSpPr>
            <a:stCxn id="899" idx="7"/>
            <a:endCxn id="90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53"/>
          <p:cNvCxnSpPr>
            <a:stCxn id="900" idx="3"/>
            <a:endCxn id="89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53"/>
          <p:cNvCxnSpPr>
            <a:stCxn id="896" idx="6"/>
            <a:endCxn id="90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53"/>
          <p:cNvCxnSpPr>
            <a:stCxn id="899" idx="4"/>
            <a:endCxn id="89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53"/>
          <p:cNvCxnSpPr>
            <a:stCxn id="895" idx="4"/>
            <a:endCxn id="89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53"/>
          <p:cNvCxnSpPr>
            <a:stCxn id="894" idx="5"/>
            <a:endCxn id="89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0" name="Google Shape;910;p53"/>
          <p:cNvCxnSpPr>
            <a:stCxn id="894" idx="6"/>
            <a:endCxn id="89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1" name="Google Shape;911;p53"/>
          <p:cNvCxnSpPr>
            <a:stCxn id="896" idx="2"/>
            <a:endCxn id="89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2" name="Google Shape;912;p53"/>
          <p:cNvCxnSpPr>
            <a:stCxn id="901" idx="1"/>
            <a:endCxn id="89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3" name="Google Shape;913;p53"/>
          <p:cNvCxnSpPr>
            <a:stCxn id="900" idx="1"/>
            <a:endCxn id="89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4" name="Google Shape;914;p53"/>
          <p:cNvCxnSpPr>
            <a:stCxn id="897" idx="5"/>
            <a:endCxn id="89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5" name="Google Shape;915;p53"/>
          <p:cNvCxnSpPr>
            <a:stCxn id="895" idx="7"/>
            <a:endCxn id="89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6" name="Google Shape;916;p53"/>
          <p:cNvCxnSpPr>
            <a:stCxn id="899" idx="3"/>
            <a:endCxn id="89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53"/>
          <p:cNvCxnSpPr>
            <a:stCxn id="895" idx="6"/>
            <a:endCxn id="89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53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directed graph, the sum of the in and out degrees is always the same number!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19" name="Google Shape;919;p53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0" name="Google Shape;920;p53"/>
          <p:cNvCxnSpPr>
            <a:stCxn id="918" idx="2"/>
            <a:endCxn id="919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4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927" name="Google Shape;927;p5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8" name="Google Shape;928;p5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9" name="Google Shape;929;p5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0" name="Google Shape;930;p5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1" name="Google Shape;931;p5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2" name="Google Shape;932;p5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3" name="Google Shape;933;p5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4" name="Google Shape;934;p5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5" name="Google Shape;935;p54"/>
          <p:cNvCxnSpPr>
            <a:stCxn id="927" idx="7"/>
            <a:endCxn id="93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54"/>
          <p:cNvCxnSpPr>
            <a:stCxn id="930" idx="3"/>
            <a:endCxn id="92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54"/>
          <p:cNvCxnSpPr>
            <a:stCxn id="932" idx="7"/>
            <a:endCxn id="93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54"/>
          <p:cNvCxnSpPr>
            <a:stCxn id="933" idx="3"/>
            <a:endCxn id="93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54"/>
          <p:cNvCxnSpPr>
            <a:stCxn id="929" idx="6"/>
            <a:endCxn id="93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54"/>
          <p:cNvCxnSpPr>
            <a:stCxn id="932" idx="4"/>
            <a:endCxn id="92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54"/>
          <p:cNvCxnSpPr>
            <a:stCxn id="928" idx="4"/>
            <a:endCxn id="93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54"/>
          <p:cNvCxnSpPr>
            <a:stCxn id="927" idx="5"/>
            <a:endCxn id="93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54"/>
          <p:cNvCxnSpPr>
            <a:stCxn id="927" idx="6"/>
            <a:endCxn id="92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54"/>
          <p:cNvCxnSpPr>
            <a:stCxn id="929" idx="2"/>
            <a:endCxn id="93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54"/>
          <p:cNvCxnSpPr>
            <a:stCxn id="934" idx="1"/>
            <a:endCxn id="93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54"/>
          <p:cNvCxnSpPr>
            <a:stCxn id="933" idx="1"/>
            <a:endCxn id="93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54"/>
          <p:cNvCxnSpPr>
            <a:stCxn id="930" idx="5"/>
            <a:endCxn id="93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54"/>
          <p:cNvCxnSpPr>
            <a:stCxn id="928" idx="7"/>
            <a:endCxn id="93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9" name="Google Shape;949;p54"/>
          <p:cNvCxnSpPr>
            <a:stCxn id="932" idx="3"/>
            <a:endCxn id="93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0" name="Google Shape;950;p54"/>
          <p:cNvCxnSpPr>
            <a:stCxn id="928" idx="6"/>
            <a:endCxn id="93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1" name="Google Shape;951;p54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sum of the in or out-degrees is also </a:t>
            </a:r>
            <a:r>
              <a:rPr b="1" lang="en">
                <a:solidFill>
                  <a:srgbClr val="FF0000"/>
                </a:solidFill>
              </a:rPr>
              <a:t>equal to graph size (m): The number of edges!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52" name="Google Shape;952;p54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3" name="Google Shape;953;p54"/>
          <p:cNvCxnSpPr>
            <a:stCxn id="951" idx="2"/>
            <a:endCxn id="952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5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960" name="Google Shape;960;p5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1" name="Google Shape;961;p5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2" name="Google Shape;962;p5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3" name="Google Shape;963;p5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4" name="Google Shape;964;p5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5" name="Google Shape;965;p5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6" name="Google Shape;966;p5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7" name="Google Shape;967;p5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8" name="Google Shape;968;p55"/>
          <p:cNvCxnSpPr>
            <a:stCxn id="960" idx="7"/>
            <a:endCxn id="96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9" name="Google Shape;969;p55"/>
          <p:cNvCxnSpPr>
            <a:stCxn id="963" idx="3"/>
            <a:endCxn id="96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0" name="Google Shape;970;p55"/>
          <p:cNvCxnSpPr>
            <a:stCxn id="965" idx="7"/>
            <a:endCxn id="96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55"/>
          <p:cNvCxnSpPr>
            <a:stCxn id="966" idx="3"/>
            <a:endCxn id="96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2" name="Google Shape;972;p55"/>
          <p:cNvCxnSpPr>
            <a:stCxn id="962" idx="6"/>
            <a:endCxn id="96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3" name="Google Shape;973;p55"/>
          <p:cNvCxnSpPr>
            <a:stCxn id="965" idx="4"/>
            <a:endCxn id="96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4" name="Google Shape;974;p55"/>
          <p:cNvCxnSpPr>
            <a:stCxn id="961" idx="4"/>
            <a:endCxn id="96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55"/>
          <p:cNvCxnSpPr>
            <a:stCxn id="960" idx="5"/>
            <a:endCxn id="96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55"/>
          <p:cNvCxnSpPr>
            <a:stCxn id="960" idx="6"/>
            <a:endCxn id="96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7" name="Google Shape;977;p55"/>
          <p:cNvCxnSpPr>
            <a:stCxn id="962" idx="2"/>
            <a:endCxn id="96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8" name="Google Shape;978;p55"/>
          <p:cNvCxnSpPr>
            <a:stCxn id="967" idx="1"/>
            <a:endCxn id="96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9" name="Google Shape;979;p55"/>
          <p:cNvCxnSpPr>
            <a:stCxn id="966" idx="1"/>
            <a:endCxn id="96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0" name="Google Shape;980;p55"/>
          <p:cNvCxnSpPr>
            <a:stCxn id="963" idx="5"/>
            <a:endCxn id="96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1" name="Google Shape;981;p55"/>
          <p:cNvCxnSpPr>
            <a:stCxn id="961" idx="7"/>
            <a:endCxn id="96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2" name="Google Shape;982;p55"/>
          <p:cNvCxnSpPr>
            <a:stCxn id="965" idx="3"/>
            <a:endCxn id="96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3" name="Google Shape;983;p55"/>
          <p:cNvCxnSpPr>
            <a:stCxn id="961" idx="6"/>
            <a:endCxn id="96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4" name="Google Shape;984;p55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also means that directed graphs have only ONE average degree!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85" name="Google Shape;985;p55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6" name="Google Shape;986;p55"/>
          <p:cNvCxnSpPr>
            <a:stCxn id="984" idx="2"/>
            <a:endCxn id="985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overline{k}=\frac{\sum k_i}{n}=\frac{16}{8}=2" id="987" name="Google Shape;98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976" y="4175025"/>
            <a:ext cx="2523874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