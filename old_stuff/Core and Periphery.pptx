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Economic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conomic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3dac94691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3dac94691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3dac94691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3dac94691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3dac94691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3dac94691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3dac94691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b3dac94691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b3dac94691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b3dac94691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3dac94691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b3dac94691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b3dac94691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b3dac94691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b3dac94691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b3dac94691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b3dac94691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b3dac94691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21" name="Google Shape;121;p27"/>
          <p:cNvCxnSpPr>
            <a:stCxn id="117" idx="2"/>
            <a:endCxn id="118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7"/>
          <p:cNvCxnSpPr>
            <a:stCxn id="120" idx="0"/>
            <a:endCxn id="118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7"/>
          <p:cNvCxnSpPr>
            <a:stCxn id="117" idx="5"/>
            <a:endCxn id="119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19" idx="2"/>
            <a:endCxn id="118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7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26" name="Google Shape;126;p27"/>
          <p:cNvCxnSpPr>
            <a:stCxn id="125" idx="0"/>
            <a:endCxn id="118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7"/>
          <p:cNvCxnSpPr>
            <a:stCxn id="119" idx="2"/>
            <a:endCxn id="120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7"/>
          <p:cNvCxnSpPr>
            <a:stCxn id="119" idx="3"/>
            <a:endCxn id="125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7"/>
          <p:cNvCxnSpPr>
            <a:stCxn id="117" idx="4"/>
            <a:endCxn id="125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7"/>
          <p:cNvCxnSpPr>
            <a:stCxn id="120" idx="6"/>
            <a:endCxn id="125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17" idx="3"/>
            <a:endCxn id="120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7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33" name="Google Shape;133;p27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34" name="Google Shape;134;p27"/>
          <p:cNvCxnSpPr>
            <a:stCxn id="118" idx="2"/>
            <a:endCxn id="132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7"/>
          <p:cNvCxnSpPr>
            <a:stCxn id="120" idx="1"/>
            <a:endCxn id="132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7"/>
          <p:cNvCxnSpPr>
            <a:stCxn id="119" idx="2"/>
            <a:endCxn id="132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7"/>
          <p:cNvCxnSpPr>
            <a:stCxn id="133" idx="6"/>
            <a:endCxn id="125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7"/>
          <p:cNvCxnSpPr>
            <a:stCxn id="120" idx="3"/>
            <a:endCxn id="133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7"/>
          <p:cNvCxnSpPr>
            <a:stCxn id="132" idx="5"/>
            <a:endCxn id="133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7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41" name="Google Shape;141;p27"/>
          <p:cNvCxnSpPr>
            <a:stCxn id="117" idx="1"/>
            <a:endCxn id="140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7"/>
          <p:cNvCxnSpPr>
            <a:stCxn id="118" idx="0"/>
            <a:endCxn id="140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7"/>
          <p:cNvCxnSpPr>
            <a:stCxn id="132" idx="7"/>
            <a:endCxn id="140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7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45" name="Google Shape;145;p27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50" name="Google Shape;150;p27"/>
          <p:cNvCxnSpPr>
            <a:stCxn id="117" idx="0"/>
            <a:endCxn id="149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7"/>
          <p:cNvCxnSpPr>
            <a:stCxn id="140" idx="6"/>
            <a:endCxn id="149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7"/>
          <p:cNvCxnSpPr>
            <a:stCxn id="117" idx="7"/>
            <a:endCxn id="148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7"/>
          <p:cNvCxnSpPr>
            <a:stCxn id="148" idx="4"/>
            <a:endCxn id="119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7"/>
          <p:cNvCxnSpPr>
            <a:stCxn id="144" idx="1"/>
            <a:endCxn id="119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7"/>
          <p:cNvCxnSpPr>
            <a:stCxn id="144" idx="3"/>
            <a:endCxn id="125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7"/>
          <p:cNvCxnSpPr>
            <a:stCxn id="145" idx="0"/>
            <a:endCxn id="133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7"/>
          <p:cNvCxnSpPr>
            <a:stCxn id="145" idx="0"/>
            <a:endCxn id="125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7"/>
          <p:cNvCxnSpPr>
            <a:stCxn id="146" idx="6"/>
            <a:endCxn id="120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7"/>
          <p:cNvCxnSpPr>
            <a:stCxn id="120" idx="3"/>
            <a:endCxn id="147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7"/>
          <p:cNvCxnSpPr>
            <a:stCxn id="146" idx="7"/>
            <a:endCxn id="118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7"/>
          <p:cNvCxnSpPr>
            <a:stCxn id="118" idx="4"/>
            <a:endCxn id="147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7"/>
          <p:cNvSpPr/>
          <p:nvPr/>
        </p:nvSpPr>
        <p:spPr>
          <a:xfrm>
            <a:off x="8417799" y="379498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8646762" y="2213913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P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7639656" y="4205517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U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6054638" y="877173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T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5181422" y="22139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R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6176194" y="430052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Q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5664026" y="155054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O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69" name="Google Shape;169;p27"/>
          <p:cNvCxnSpPr>
            <a:stCxn id="118" idx="1"/>
            <a:endCxn id="165" idx="5"/>
          </p:cNvCxnSpPr>
          <p:nvPr/>
        </p:nvCxnSpPr>
        <p:spPr>
          <a:xfrm rot="10800000">
            <a:off x="6291992" y="1115180"/>
            <a:ext cx="5298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7"/>
          <p:cNvCxnSpPr>
            <a:stCxn id="164" idx="0"/>
            <a:endCxn id="125" idx="4"/>
          </p:cNvCxnSpPr>
          <p:nvPr/>
        </p:nvCxnSpPr>
        <p:spPr>
          <a:xfrm rot="10800000">
            <a:off x="7683006" y="3663417"/>
            <a:ext cx="95700" cy="5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7"/>
          <p:cNvCxnSpPr>
            <a:stCxn id="119" idx="6"/>
            <a:endCxn id="163" idx="2"/>
          </p:cNvCxnSpPr>
          <p:nvPr/>
        </p:nvCxnSpPr>
        <p:spPr>
          <a:xfrm>
            <a:off x="8338640" y="2352975"/>
            <a:ext cx="3081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7"/>
          <p:cNvCxnSpPr>
            <a:stCxn id="125" idx="6"/>
            <a:endCxn id="162" idx="2"/>
          </p:cNvCxnSpPr>
          <p:nvPr/>
        </p:nvCxnSpPr>
        <p:spPr>
          <a:xfrm>
            <a:off x="7822121" y="3523935"/>
            <a:ext cx="595800" cy="4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7"/>
          <p:cNvCxnSpPr>
            <a:stCxn id="133" idx="3"/>
            <a:endCxn id="167" idx="0"/>
          </p:cNvCxnSpPr>
          <p:nvPr/>
        </p:nvCxnSpPr>
        <p:spPr>
          <a:xfrm flipH="1">
            <a:off x="6315149" y="3823856"/>
            <a:ext cx="2871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7"/>
          <p:cNvCxnSpPr>
            <a:stCxn id="132" idx="2"/>
            <a:endCxn id="166" idx="6"/>
          </p:cNvCxnSpPr>
          <p:nvPr/>
        </p:nvCxnSpPr>
        <p:spPr>
          <a:xfrm rot="10800000">
            <a:off x="5459588" y="2353271"/>
            <a:ext cx="218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7"/>
          <p:cNvCxnSpPr>
            <a:stCxn id="118" idx="2"/>
            <a:endCxn id="168" idx="6"/>
          </p:cNvCxnSpPr>
          <p:nvPr/>
        </p:nvCxnSpPr>
        <p:spPr>
          <a:xfrm rot="10800000">
            <a:off x="5942265" y="1689815"/>
            <a:ext cx="838800" cy="36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7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0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87" name="Google Shape;187;p28"/>
          <p:cNvCxnSpPr>
            <a:stCxn id="183" idx="2"/>
            <a:endCxn id="184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8"/>
          <p:cNvCxnSpPr>
            <a:stCxn id="186" idx="0"/>
            <a:endCxn id="184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8"/>
          <p:cNvCxnSpPr>
            <a:stCxn id="183" idx="5"/>
            <a:endCxn id="185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8"/>
          <p:cNvCxnSpPr>
            <a:stCxn id="185" idx="2"/>
            <a:endCxn id="184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8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192" name="Google Shape;192;p28"/>
          <p:cNvCxnSpPr>
            <a:stCxn id="191" idx="0"/>
            <a:endCxn id="184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8"/>
          <p:cNvCxnSpPr>
            <a:stCxn id="185" idx="2"/>
            <a:endCxn id="186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8"/>
          <p:cNvCxnSpPr>
            <a:stCxn id="185" idx="3"/>
            <a:endCxn id="191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8"/>
          <p:cNvCxnSpPr>
            <a:stCxn id="183" idx="4"/>
            <a:endCxn id="191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8"/>
          <p:cNvCxnSpPr>
            <a:stCxn id="186" idx="6"/>
            <a:endCxn id="191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8"/>
          <p:cNvCxnSpPr>
            <a:stCxn id="183" idx="3"/>
            <a:endCxn id="186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8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00" name="Google Shape;200;p28"/>
          <p:cNvCxnSpPr>
            <a:stCxn id="184" idx="2"/>
            <a:endCxn id="198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8"/>
          <p:cNvCxnSpPr>
            <a:stCxn id="186" idx="1"/>
            <a:endCxn id="198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8"/>
          <p:cNvCxnSpPr>
            <a:stCxn id="185" idx="2"/>
            <a:endCxn id="198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8"/>
          <p:cNvCxnSpPr>
            <a:stCxn id="199" idx="6"/>
            <a:endCxn id="191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8"/>
          <p:cNvCxnSpPr>
            <a:stCxn id="186" idx="3"/>
            <a:endCxn id="199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8"/>
          <p:cNvCxnSpPr>
            <a:stCxn id="198" idx="5"/>
            <a:endCxn id="199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8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07" name="Google Shape;207;p28"/>
          <p:cNvCxnSpPr>
            <a:stCxn id="183" idx="1"/>
            <a:endCxn id="206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8"/>
          <p:cNvCxnSpPr>
            <a:stCxn id="184" idx="0"/>
            <a:endCxn id="206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8"/>
          <p:cNvCxnSpPr>
            <a:stCxn id="198" idx="7"/>
            <a:endCxn id="206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8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16" name="Google Shape;216;p28"/>
          <p:cNvCxnSpPr>
            <a:stCxn id="183" idx="0"/>
            <a:endCxn id="215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8"/>
          <p:cNvCxnSpPr>
            <a:stCxn id="206" idx="6"/>
            <a:endCxn id="215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8"/>
          <p:cNvCxnSpPr>
            <a:stCxn id="183" idx="7"/>
            <a:endCxn id="214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8"/>
          <p:cNvCxnSpPr>
            <a:stCxn id="214" idx="4"/>
            <a:endCxn id="185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8"/>
          <p:cNvCxnSpPr>
            <a:stCxn id="210" idx="1"/>
            <a:endCxn id="185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8"/>
          <p:cNvCxnSpPr>
            <a:stCxn id="210" idx="3"/>
            <a:endCxn id="191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8"/>
          <p:cNvCxnSpPr>
            <a:stCxn id="211" idx="0"/>
            <a:endCxn id="199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8"/>
          <p:cNvCxnSpPr>
            <a:stCxn id="211" idx="0"/>
            <a:endCxn id="191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8"/>
          <p:cNvCxnSpPr>
            <a:stCxn id="212" idx="6"/>
            <a:endCxn id="186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8"/>
          <p:cNvCxnSpPr>
            <a:stCxn id="186" idx="3"/>
            <a:endCxn id="213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8"/>
          <p:cNvCxnSpPr>
            <a:stCxn id="212" idx="7"/>
            <a:endCxn id="184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8"/>
          <p:cNvCxnSpPr>
            <a:stCxn id="184" idx="4"/>
            <a:endCxn id="213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8"/>
          <p:cNvSpPr/>
          <p:nvPr/>
        </p:nvSpPr>
        <p:spPr>
          <a:xfrm>
            <a:off x="8417799" y="3794984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8646762" y="2213913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P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7639656" y="4205517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U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6054638" y="877173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T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5181422" y="2213925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R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6176194" y="4300524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Q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5664026" y="1550545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O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35" name="Google Shape;235;p28"/>
          <p:cNvCxnSpPr>
            <a:stCxn id="184" idx="1"/>
            <a:endCxn id="231" idx="5"/>
          </p:cNvCxnSpPr>
          <p:nvPr/>
        </p:nvCxnSpPr>
        <p:spPr>
          <a:xfrm rot="10800000">
            <a:off x="6291992" y="1115180"/>
            <a:ext cx="5298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8"/>
          <p:cNvCxnSpPr>
            <a:stCxn id="230" idx="0"/>
            <a:endCxn id="191" idx="4"/>
          </p:cNvCxnSpPr>
          <p:nvPr/>
        </p:nvCxnSpPr>
        <p:spPr>
          <a:xfrm rot="10800000">
            <a:off x="7683006" y="3663417"/>
            <a:ext cx="95700" cy="5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8"/>
          <p:cNvCxnSpPr>
            <a:stCxn id="185" idx="6"/>
            <a:endCxn id="229" idx="2"/>
          </p:cNvCxnSpPr>
          <p:nvPr/>
        </p:nvCxnSpPr>
        <p:spPr>
          <a:xfrm>
            <a:off x="8338640" y="2352975"/>
            <a:ext cx="3081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8"/>
          <p:cNvCxnSpPr>
            <a:stCxn id="191" idx="6"/>
            <a:endCxn id="228" idx="2"/>
          </p:cNvCxnSpPr>
          <p:nvPr/>
        </p:nvCxnSpPr>
        <p:spPr>
          <a:xfrm>
            <a:off x="7822121" y="3523935"/>
            <a:ext cx="595800" cy="4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8"/>
          <p:cNvCxnSpPr>
            <a:stCxn id="199" idx="3"/>
            <a:endCxn id="233" idx="0"/>
          </p:cNvCxnSpPr>
          <p:nvPr/>
        </p:nvCxnSpPr>
        <p:spPr>
          <a:xfrm flipH="1">
            <a:off x="6315149" y="3823856"/>
            <a:ext cx="2871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8"/>
          <p:cNvCxnSpPr>
            <a:stCxn id="198" idx="2"/>
            <a:endCxn id="232" idx="6"/>
          </p:cNvCxnSpPr>
          <p:nvPr/>
        </p:nvCxnSpPr>
        <p:spPr>
          <a:xfrm rot="10800000">
            <a:off x="5459588" y="2353271"/>
            <a:ext cx="218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8"/>
          <p:cNvCxnSpPr>
            <a:stCxn id="184" idx="2"/>
            <a:endCxn id="234" idx="6"/>
          </p:cNvCxnSpPr>
          <p:nvPr/>
        </p:nvCxnSpPr>
        <p:spPr>
          <a:xfrm rot="10800000">
            <a:off x="5942265" y="1689815"/>
            <a:ext cx="838800" cy="36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8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1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248" name="Google Shape;248;p29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53" name="Google Shape;253;p29"/>
          <p:cNvCxnSpPr>
            <a:stCxn id="249" idx="2"/>
            <a:endCxn id="250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9"/>
          <p:cNvCxnSpPr>
            <a:stCxn id="252" idx="0"/>
            <a:endCxn id="250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9"/>
          <p:cNvCxnSpPr>
            <a:stCxn id="249" idx="5"/>
            <a:endCxn id="251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9"/>
          <p:cNvCxnSpPr>
            <a:stCxn id="251" idx="2"/>
            <a:endCxn id="250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58" name="Google Shape;258;p29"/>
          <p:cNvCxnSpPr>
            <a:stCxn id="257" idx="0"/>
            <a:endCxn id="250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9"/>
          <p:cNvCxnSpPr>
            <a:stCxn id="251" idx="2"/>
            <a:endCxn id="252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9"/>
          <p:cNvCxnSpPr>
            <a:stCxn id="251" idx="3"/>
            <a:endCxn id="257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9"/>
          <p:cNvCxnSpPr>
            <a:stCxn id="249" idx="4"/>
            <a:endCxn id="257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9"/>
          <p:cNvCxnSpPr>
            <a:stCxn id="252" idx="6"/>
            <a:endCxn id="257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9"/>
          <p:cNvCxnSpPr>
            <a:stCxn id="249" idx="3"/>
            <a:endCxn id="252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9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66" name="Google Shape;266;p29"/>
          <p:cNvCxnSpPr>
            <a:stCxn id="250" idx="2"/>
            <a:endCxn id="264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9"/>
          <p:cNvCxnSpPr>
            <a:stCxn id="252" idx="1"/>
            <a:endCxn id="264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9"/>
          <p:cNvCxnSpPr>
            <a:stCxn id="251" idx="2"/>
            <a:endCxn id="264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9"/>
          <p:cNvCxnSpPr>
            <a:stCxn id="265" idx="6"/>
            <a:endCxn id="257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9"/>
          <p:cNvCxnSpPr>
            <a:stCxn id="252" idx="3"/>
            <a:endCxn id="265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9"/>
          <p:cNvCxnSpPr>
            <a:stCxn id="264" idx="5"/>
            <a:endCxn id="265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9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73" name="Google Shape;273;p29"/>
          <p:cNvCxnSpPr>
            <a:stCxn id="249" idx="1"/>
            <a:endCxn id="272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9"/>
          <p:cNvCxnSpPr>
            <a:stCxn id="250" idx="0"/>
            <a:endCxn id="272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9"/>
          <p:cNvCxnSpPr>
            <a:stCxn id="264" idx="7"/>
            <a:endCxn id="272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9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282" name="Google Shape;282;p29"/>
          <p:cNvCxnSpPr>
            <a:stCxn id="249" idx="0"/>
            <a:endCxn id="281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>
            <a:stCxn id="272" idx="6"/>
            <a:endCxn id="281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9"/>
          <p:cNvCxnSpPr>
            <a:stCxn id="249" idx="7"/>
            <a:endCxn id="280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9"/>
          <p:cNvCxnSpPr>
            <a:stCxn id="280" idx="4"/>
            <a:endCxn id="251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9"/>
          <p:cNvCxnSpPr>
            <a:stCxn id="276" idx="1"/>
            <a:endCxn id="251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9"/>
          <p:cNvCxnSpPr>
            <a:stCxn id="276" idx="3"/>
            <a:endCxn id="257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9"/>
          <p:cNvCxnSpPr>
            <a:stCxn id="277" idx="0"/>
            <a:endCxn id="265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9"/>
          <p:cNvCxnSpPr>
            <a:stCxn id="277" idx="0"/>
            <a:endCxn id="257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9"/>
          <p:cNvCxnSpPr>
            <a:stCxn id="278" idx="6"/>
            <a:endCxn id="252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9"/>
          <p:cNvCxnSpPr>
            <a:stCxn id="252" idx="3"/>
            <a:endCxn id="279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9"/>
          <p:cNvCxnSpPr>
            <a:stCxn id="278" idx="7"/>
            <a:endCxn id="250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9"/>
          <p:cNvCxnSpPr>
            <a:stCxn id="250" idx="4"/>
            <a:endCxn id="279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9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1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300" name="Google Shape;300;p30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05" name="Google Shape;305;p30"/>
          <p:cNvCxnSpPr>
            <a:stCxn id="301" idx="2"/>
            <a:endCxn id="302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0"/>
          <p:cNvCxnSpPr>
            <a:stCxn id="304" idx="0"/>
            <a:endCxn id="302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0"/>
          <p:cNvCxnSpPr>
            <a:stCxn id="301" idx="5"/>
            <a:endCxn id="303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0"/>
          <p:cNvCxnSpPr>
            <a:stCxn id="303" idx="2"/>
            <a:endCxn id="302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0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10" name="Google Shape;310;p30"/>
          <p:cNvCxnSpPr>
            <a:stCxn id="309" idx="0"/>
            <a:endCxn id="302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0"/>
          <p:cNvCxnSpPr>
            <a:stCxn id="303" idx="2"/>
            <a:endCxn id="304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0"/>
          <p:cNvCxnSpPr>
            <a:stCxn id="303" idx="3"/>
            <a:endCxn id="309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0"/>
          <p:cNvCxnSpPr>
            <a:stCxn id="301" idx="4"/>
            <a:endCxn id="309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0"/>
          <p:cNvCxnSpPr>
            <a:stCxn id="304" idx="6"/>
            <a:endCxn id="309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0"/>
          <p:cNvCxnSpPr>
            <a:stCxn id="301" idx="3"/>
            <a:endCxn id="304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0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18" name="Google Shape;318;p30"/>
          <p:cNvCxnSpPr>
            <a:stCxn id="302" idx="2"/>
            <a:endCxn id="316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0"/>
          <p:cNvCxnSpPr>
            <a:stCxn id="304" idx="1"/>
            <a:endCxn id="316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0"/>
          <p:cNvCxnSpPr>
            <a:stCxn id="303" idx="2"/>
            <a:endCxn id="316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0"/>
          <p:cNvCxnSpPr>
            <a:stCxn id="317" idx="6"/>
            <a:endCxn id="309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0"/>
          <p:cNvCxnSpPr>
            <a:stCxn id="304" idx="3"/>
            <a:endCxn id="317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0"/>
          <p:cNvCxnSpPr>
            <a:stCxn id="316" idx="5"/>
            <a:endCxn id="317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0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25" name="Google Shape;325;p30"/>
          <p:cNvCxnSpPr>
            <a:stCxn id="301" idx="1"/>
            <a:endCxn id="324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0"/>
          <p:cNvCxnSpPr>
            <a:stCxn id="302" idx="0"/>
            <a:endCxn id="324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0"/>
          <p:cNvCxnSpPr>
            <a:stCxn id="316" idx="7"/>
            <a:endCxn id="324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34" name="Google Shape;334;p30"/>
          <p:cNvCxnSpPr>
            <a:stCxn id="301" idx="0"/>
            <a:endCxn id="333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0"/>
          <p:cNvCxnSpPr>
            <a:stCxn id="324" idx="6"/>
            <a:endCxn id="333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30"/>
          <p:cNvCxnSpPr>
            <a:stCxn id="301" idx="7"/>
            <a:endCxn id="332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0"/>
          <p:cNvCxnSpPr>
            <a:stCxn id="332" idx="4"/>
            <a:endCxn id="303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0"/>
          <p:cNvCxnSpPr>
            <a:stCxn id="328" idx="1"/>
            <a:endCxn id="303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0"/>
          <p:cNvCxnSpPr>
            <a:stCxn id="328" idx="3"/>
            <a:endCxn id="309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0"/>
          <p:cNvCxnSpPr>
            <a:stCxn id="329" idx="0"/>
            <a:endCxn id="317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0"/>
          <p:cNvCxnSpPr>
            <a:stCxn id="329" idx="0"/>
            <a:endCxn id="309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0"/>
          <p:cNvCxnSpPr>
            <a:stCxn id="330" idx="6"/>
            <a:endCxn id="304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0"/>
          <p:cNvCxnSpPr>
            <a:stCxn id="304" idx="3"/>
            <a:endCxn id="331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0"/>
          <p:cNvCxnSpPr>
            <a:stCxn id="330" idx="7"/>
            <a:endCxn id="302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0"/>
          <p:cNvCxnSpPr>
            <a:stCxn id="302" idx="4"/>
            <a:endCxn id="331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0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2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 txBox="1"/>
          <p:nvPr>
            <p:ph type="title"/>
          </p:nvPr>
        </p:nvSpPr>
        <p:spPr>
          <a:xfrm>
            <a:off x="311700" y="315925"/>
            <a:ext cx="5878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352" name="Google Shape;352;p31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57" name="Google Shape;357;p31"/>
          <p:cNvCxnSpPr>
            <a:stCxn id="353" idx="2"/>
            <a:endCxn id="354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1"/>
          <p:cNvCxnSpPr>
            <a:stCxn id="356" idx="0"/>
            <a:endCxn id="354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1"/>
          <p:cNvCxnSpPr>
            <a:stCxn id="353" idx="5"/>
            <a:endCxn id="355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1"/>
          <p:cNvCxnSpPr>
            <a:stCxn id="355" idx="2"/>
            <a:endCxn id="354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31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62" name="Google Shape;362;p31"/>
          <p:cNvCxnSpPr>
            <a:stCxn id="361" idx="0"/>
            <a:endCxn id="354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1"/>
          <p:cNvCxnSpPr>
            <a:stCxn id="355" idx="2"/>
            <a:endCxn id="356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1"/>
          <p:cNvCxnSpPr>
            <a:stCxn id="355" idx="3"/>
            <a:endCxn id="361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31"/>
          <p:cNvCxnSpPr>
            <a:stCxn id="353" idx="4"/>
            <a:endCxn id="361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1"/>
          <p:cNvCxnSpPr>
            <a:stCxn id="356" idx="6"/>
            <a:endCxn id="361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1"/>
          <p:cNvCxnSpPr>
            <a:stCxn id="353" idx="3"/>
            <a:endCxn id="356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1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70" name="Google Shape;370;p31"/>
          <p:cNvCxnSpPr>
            <a:stCxn id="354" idx="2"/>
            <a:endCxn id="368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1"/>
          <p:cNvCxnSpPr>
            <a:stCxn id="356" idx="1"/>
            <a:endCxn id="368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1"/>
          <p:cNvCxnSpPr>
            <a:stCxn id="355" idx="2"/>
            <a:endCxn id="368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1"/>
          <p:cNvCxnSpPr>
            <a:stCxn id="369" idx="6"/>
            <a:endCxn id="361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1"/>
          <p:cNvCxnSpPr>
            <a:stCxn id="356" idx="3"/>
            <a:endCxn id="369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1"/>
          <p:cNvCxnSpPr>
            <a:stCxn id="368" idx="5"/>
            <a:endCxn id="369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31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77" name="Google Shape;377;p31"/>
          <p:cNvCxnSpPr>
            <a:stCxn id="353" idx="1"/>
            <a:endCxn id="376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1"/>
          <p:cNvCxnSpPr>
            <a:stCxn id="354" idx="0"/>
            <a:endCxn id="376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1"/>
          <p:cNvCxnSpPr>
            <a:stCxn id="368" idx="7"/>
            <a:endCxn id="376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1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2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/>
          <p:nvPr>
            <p:ph type="title"/>
          </p:nvPr>
        </p:nvSpPr>
        <p:spPr>
          <a:xfrm>
            <a:off x="311700" y="315925"/>
            <a:ext cx="57717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386" name="Google Shape;386;p32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91" name="Google Shape;391;p32"/>
          <p:cNvCxnSpPr>
            <a:stCxn id="387" idx="2"/>
            <a:endCxn id="388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2"/>
          <p:cNvCxnSpPr>
            <a:stCxn id="390" idx="0"/>
            <a:endCxn id="388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2"/>
          <p:cNvCxnSpPr>
            <a:stCxn id="387" idx="5"/>
            <a:endCxn id="389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2"/>
          <p:cNvCxnSpPr>
            <a:stCxn id="389" idx="2"/>
            <a:endCxn id="388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2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396" name="Google Shape;396;p32"/>
          <p:cNvCxnSpPr>
            <a:stCxn id="395" idx="0"/>
            <a:endCxn id="388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2"/>
          <p:cNvCxnSpPr>
            <a:stCxn id="389" idx="2"/>
            <a:endCxn id="390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32"/>
          <p:cNvCxnSpPr>
            <a:stCxn id="389" idx="3"/>
            <a:endCxn id="395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2"/>
          <p:cNvCxnSpPr>
            <a:stCxn id="387" idx="4"/>
            <a:endCxn id="395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2"/>
          <p:cNvCxnSpPr>
            <a:stCxn id="390" idx="6"/>
            <a:endCxn id="395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2"/>
          <p:cNvCxnSpPr>
            <a:stCxn id="387" idx="3"/>
            <a:endCxn id="390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32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404" name="Google Shape;404;p32"/>
          <p:cNvCxnSpPr>
            <a:stCxn id="388" idx="2"/>
            <a:endCxn id="402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2"/>
          <p:cNvCxnSpPr>
            <a:stCxn id="390" idx="1"/>
            <a:endCxn id="402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2"/>
          <p:cNvCxnSpPr>
            <a:stCxn id="389" idx="2"/>
            <a:endCxn id="402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2"/>
          <p:cNvCxnSpPr>
            <a:stCxn id="403" idx="6"/>
            <a:endCxn id="395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2"/>
          <p:cNvCxnSpPr>
            <a:stCxn id="390" idx="3"/>
            <a:endCxn id="403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2"/>
          <p:cNvCxnSpPr>
            <a:stCxn id="402" idx="5"/>
            <a:endCxn id="403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32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411" name="Google Shape;411;p32"/>
          <p:cNvCxnSpPr>
            <a:stCxn id="387" idx="1"/>
            <a:endCxn id="410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2"/>
          <p:cNvCxnSpPr>
            <a:stCxn id="388" idx="0"/>
            <a:endCxn id="410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2"/>
          <p:cNvCxnSpPr>
            <a:stCxn id="402" idx="7"/>
            <a:endCxn id="410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32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3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/>
          <p:nvPr>
            <p:ph type="title"/>
          </p:nvPr>
        </p:nvSpPr>
        <p:spPr>
          <a:xfrm>
            <a:off x="311700" y="315925"/>
            <a:ext cx="5842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420" name="Google Shape;420;p33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3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425" name="Google Shape;425;p33"/>
          <p:cNvCxnSpPr>
            <a:stCxn id="421" idx="2"/>
            <a:endCxn id="422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33"/>
          <p:cNvCxnSpPr>
            <a:stCxn id="424" idx="0"/>
            <a:endCxn id="422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3"/>
          <p:cNvCxnSpPr>
            <a:stCxn id="421" idx="5"/>
            <a:endCxn id="423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3"/>
          <p:cNvCxnSpPr>
            <a:stCxn id="423" idx="2"/>
            <a:endCxn id="422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33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430" name="Google Shape;430;p33"/>
          <p:cNvCxnSpPr>
            <a:stCxn id="429" idx="0"/>
            <a:endCxn id="422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3"/>
          <p:cNvCxnSpPr>
            <a:stCxn id="423" idx="2"/>
            <a:endCxn id="424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33"/>
          <p:cNvCxnSpPr>
            <a:stCxn id="423" idx="3"/>
            <a:endCxn id="429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3"/>
          <p:cNvCxnSpPr>
            <a:stCxn id="421" idx="4"/>
            <a:endCxn id="429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3"/>
          <p:cNvCxnSpPr>
            <a:stCxn id="424" idx="6"/>
            <a:endCxn id="429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3"/>
          <p:cNvCxnSpPr>
            <a:stCxn id="421" idx="3"/>
            <a:endCxn id="424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33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437" name="Google Shape;437;p33"/>
          <p:cNvCxnSpPr>
            <a:stCxn id="422" idx="2"/>
            <a:endCxn id="436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3"/>
          <p:cNvCxnSpPr>
            <a:stCxn id="424" idx="1"/>
            <a:endCxn id="436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3"/>
          <p:cNvCxnSpPr>
            <a:stCxn id="423" idx="2"/>
            <a:endCxn id="436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33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4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4"/>
          <p:cNvSpPr txBox="1"/>
          <p:nvPr>
            <p:ph type="title"/>
          </p:nvPr>
        </p:nvSpPr>
        <p:spPr>
          <a:xfrm>
            <a:off x="311700" y="315925"/>
            <a:ext cx="5842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446" name="Google Shape;446;p34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4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450" name="Google Shape;450;p34"/>
          <p:cNvCxnSpPr>
            <a:stCxn id="449" idx="0"/>
            <a:endCxn id="447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4"/>
          <p:cNvCxnSpPr>
            <a:stCxn id="448" idx="2"/>
            <a:endCxn id="447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4"/>
          <p:cNvCxnSpPr>
            <a:stCxn id="448" idx="2"/>
            <a:endCxn id="449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4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4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