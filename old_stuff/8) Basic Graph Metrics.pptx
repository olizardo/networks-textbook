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Economica"/>
      <p:regular r:id="rId46"/>
      <p:bold r:id="rId47"/>
      <p:italic r:id="rId48"/>
      <p:boldItalic r:id="rId49"/>
    </p:embeddedFont>
    <p:embeddedFont>
      <p:font typeface="Cantarell"/>
      <p:regular r:id="rId50"/>
      <p:bold r:id="rId51"/>
      <p:italic r:id="rId52"/>
      <p:boldItalic r:id="rId53"/>
    </p:embeddedFont>
    <p:embeddedFont>
      <p:font typeface="Open Sans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F75E8E-2E98-414A-B9ED-838BDDEAA29B}">
  <a:tblStyle styleId="{3DF75E8E-2E98-414A-B9ED-838BDDEAA2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Economica-regular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Economica-italic.fntdata"/><Relationship Id="rId47" Type="http://schemas.openxmlformats.org/officeDocument/2006/relationships/font" Target="fonts/Economica-bold.fntdata"/><Relationship Id="rId49" Type="http://schemas.openxmlformats.org/officeDocument/2006/relationships/font" Target="fonts/Economica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Cantarell-bold.fntdata"/><Relationship Id="rId50" Type="http://schemas.openxmlformats.org/officeDocument/2006/relationships/font" Target="fonts/Cantarell-regular.fntdata"/><Relationship Id="rId53" Type="http://schemas.openxmlformats.org/officeDocument/2006/relationships/font" Target="fonts/Cantarell-boldItalic.fntdata"/><Relationship Id="rId52" Type="http://schemas.openxmlformats.org/officeDocument/2006/relationships/font" Target="fonts/Cantarell-italic.fntdata"/><Relationship Id="rId11" Type="http://schemas.openxmlformats.org/officeDocument/2006/relationships/slide" Target="slides/slide5.xml"/><Relationship Id="rId55" Type="http://schemas.openxmlformats.org/officeDocument/2006/relationships/font" Target="fonts/OpenSans-bold.fntdata"/><Relationship Id="rId10" Type="http://schemas.openxmlformats.org/officeDocument/2006/relationships/slide" Target="slides/slide4.xml"/><Relationship Id="rId54" Type="http://schemas.openxmlformats.org/officeDocument/2006/relationships/font" Target="fonts/OpenSans-regular.fntdata"/><Relationship Id="rId13" Type="http://schemas.openxmlformats.org/officeDocument/2006/relationships/slide" Target="slides/slide7.xml"/><Relationship Id="rId57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56" Type="http://schemas.openxmlformats.org/officeDocument/2006/relationships/font" Target="fonts/Open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06da3af1ce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06da3af1ce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6da3af1ce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06da3af1ce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06da3af1ce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06da3af1ce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06da3af1ce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06da3af1ce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06da3af1ce_0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06da3af1ce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0aefdf382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0aefdf382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0aefdf382a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0aefdf382a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0aefdf382a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0aefdf382a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0aefdf382a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0aefdf382a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0aefdf382a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0aefdf382a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aefdf382a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0aefdf382a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0aefdf382a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0aefdf382a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0aefdf382a_1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0aefdf382a_1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0aefdf382a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0aefdf382a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0aefdf382a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0aefdf382a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0aefdf382a_1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0aefdf382a_1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0aefdf382a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0aefdf382a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0aefdf382a_1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0aefdf382a_1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0aefdf382a_1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0aefdf382a_1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0aefdf382a_1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0aefdf382a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aefdf382a_1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aefdf382a_1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06da3af1ce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06da3af1ce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06da3af1ce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06da3af1ce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6da3af1ce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6da3af1ce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06da3af1ce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06da3af1ce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106da3af1ce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106da3af1ce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06da3af1ce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106da3af1ce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106da3af1ce_0_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106da3af1ce_0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106da3af1ce_0_1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106da3af1ce_0_1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06da3af1ce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106da3af1ce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106da3af1ce_0_1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106da3af1ce_0_1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106da3af1ce_0_1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106da3af1ce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106da3af1ce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106da3af1ce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06da3af1ce_0_1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06da3af1ce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106da3af1ce_0_1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106da3af1ce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106da3af1ce_0_1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106da3af1ce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06da3af1ce_0_1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06da3af1ce_0_1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106da3af1ce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106da3af1ce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gif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gif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0" name="Google Shape;70;p14"/>
          <p:cNvCxnSpPr>
            <a:stCxn id="69" idx="6"/>
            <a:endCxn id="7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" name="Google Shape;74;p14"/>
          <p:cNvCxnSpPr>
            <a:stCxn id="73" idx="4"/>
            <a:endCxn id="7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6" name="Google Shape;76;p14"/>
          <p:cNvCxnSpPr>
            <a:stCxn id="69" idx="5"/>
            <a:endCxn id="7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8" name="Google Shape;78;p14"/>
          <p:cNvCxnSpPr>
            <a:stCxn id="77" idx="2"/>
            <a:endCxn id="7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0" name="Google Shape;80;p14"/>
          <p:cNvCxnSpPr>
            <a:stCxn id="79" idx="2"/>
            <a:endCxn id="7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" name="Google Shape;82;p14"/>
          <p:cNvCxnSpPr>
            <a:stCxn id="81" idx="0"/>
            <a:endCxn id="7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4"/>
          <p:cNvCxnSpPr>
            <a:stCxn id="71" idx="4"/>
            <a:endCxn id="7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1" name="Google Shape;91;p15"/>
          <p:cNvCxnSpPr>
            <a:stCxn id="90" idx="6"/>
            <a:endCxn id="9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5" name="Google Shape;95;p15"/>
          <p:cNvCxnSpPr>
            <a:stCxn id="94" idx="4"/>
            <a:endCxn id="9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7" name="Google Shape;97;p15"/>
          <p:cNvCxnSpPr>
            <a:stCxn id="90" idx="5"/>
            <a:endCxn id="9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" name="Google Shape;99;p15"/>
          <p:cNvCxnSpPr>
            <a:stCxn id="98" idx="2"/>
            <a:endCxn id="9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1" name="Google Shape;101;p15"/>
          <p:cNvCxnSpPr>
            <a:stCxn id="100" idx="2"/>
            <a:endCxn id="9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" name="Google Shape;103;p15"/>
          <p:cNvCxnSpPr>
            <a:stCxn id="102" idx="0"/>
            <a:endCxn id="10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5"/>
          <p:cNvCxnSpPr>
            <a:stCxn id="92" idx="4"/>
            <a:endCxn id="9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cardinality of a set is the number of elements </a:t>
            </a:r>
            <a:r>
              <a:rPr b="1" lang="en">
                <a:solidFill>
                  <a:srgbClr val="FF0000"/>
                </a:solidFill>
              </a:rPr>
              <a:t>inside</a:t>
            </a:r>
            <a:r>
              <a:rPr b="1" lang="en">
                <a:solidFill>
                  <a:srgbClr val="FF0000"/>
                </a:solidFill>
              </a:rPr>
              <a:t> it!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3" name="Google Shape;113;p16"/>
          <p:cNvCxnSpPr>
            <a:stCxn id="112" idx="6"/>
            <a:endCxn id="11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7" name="Google Shape;117;p16"/>
          <p:cNvCxnSpPr>
            <a:stCxn id="116" idx="4"/>
            <a:endCxn id="11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9" name="Google Shape;119;p16"/>
          <p:cNvCxnSpPr>
            <a:stCxn id="112" idx="5"/>
            <a:endCxn id="11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1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1" name="Google Shape;121;p16"/>
          <p:cNvCxnSpPr>
            <a:stCxn id="120" idx="2"/>
            <a:endCxn id="11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3" name="Google Shape;123;p16"/>
          <p:cNvCxnSpPr>
            <a:stCxn id="122" idx="2"/>
            <a:endCxn id="12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5" name="Google Shape;125;p16"/>
          <p:cNvCxnSpPr>
            <a:stCxn id="124" idx="0"/>
            <a:endCxn id="12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6"/>
          <p:cNvCxnSpPr>
            <a:stCxn id="114" idx="4"/>
            <a:endCxn id="11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edge set (m)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4" name="Google Shape;134;p17"/>
          <p:cNvCxnSpPr>
            <a:stCxn id="133" idx="6"/>
            <a:endCxn id="13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8" name="Google Shape;138;p17"/>
          <p:cNvCxnSpPr>
            <a:stCxn id="137" idx="4"/>
            <a:endCxn id="13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1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0" name="Google Shape;140;p17"/>
          <p:cNvCxnSpPr>
            <a:stCxn id="133" idx="5"/>
            <a:endCxn id="13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2" name="Google Shape;142;p17"/>
          <p:cNvCxnSpPr>
            <a:stCxn id="141" idx="2"/>
            <a:endCxn id="13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4" name="Google Shape;144;p17"/>
          <p:cNvCxnSpPr>
            <a:stCxn id="143" idx="2"/>
            <a:endCxn id="14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6" name="Google Shape;146;p17"/>
          <p:cNvCxnSpPr>
            <a:stCxn id="145" idx="0"/>
            <a:endCxn id="14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7"/>
          <p:cNvCxnSpPr>
            <a:stCxn id="135" idx="4"/>
            <a:endCxn id="13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53" name="Google Shape;153;p18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b="1" lang="en">
                <a:solidFill>
                  <a:srgbClr val="000000"/>
                </a:solidFill>
              </a:rPr>
              <a:t>size</a:t>
            </a:r>
            <a:r>
              <a:rPr lang="en">
                <a:solidFill>
                  <a:srgbClr val="000000"/>
                </a:solidFill>
              </a:rPr>
              <a:t> of a graph is the </a:t>
            </a:r>
            <a:r>
              <a:rPr b="1" lang="en">
                <a:solidFill>
                  <a:srgbClr val="000000"/>
                </a:solidFill>
              </a:rPr>
              <a:t>cardinality</a:t>
            </a:r>
            <a:r>
              <a:rPr lang="en">
                <a:solidFill>
                  <a:srgbClr val="000000"/>
                </a:solidFill>
              </a:rPr>
              <a:t> of the edge set (m) </a:t>
            </a:r>
            <a:endParaRPr>
              <a:solidFill>
                <a:srgbClr val="000000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This is the number of edges:</a:t>
            </a:r>
            <a:endParaRPr>
              <a:solidFill>
                <a:srgbClr val="000000"/>
              </a:solidFill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|E| = m = 7</a:t>
            </a:r>
            <a:endParaRPr>
              <a:solidFill>
                <a:srgbClr val="000000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cardinality of a set is the number of elements </a:t>
            </a:r>
            <a:r>
              <a:rPr b="1" lang="en">
                <a:solidFill>
                  <a:srgbClr val="FF0000"/>
                </a:solidFill>
              </a:rPr>
              <a:t>inside</a:t>
            </a:r>
            <a:r>
              <a:rPr b="1" lang="en">
                <a:solidFill>
                  <a:srgbClr val="FF0000"/>
                </a:solidFill>
              </a:rPr>
              <a:t> it!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6" name="Google Shape;156;p18"/>
          <p:cNvCxnSpPr>
            <a:stCxn id="155" idx="6"/>
            <a:endCxn id="15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0" name="Google Shape;160;p18"/>
          <p:cNvCxnSpPr>
            <a:stCxn id="159" idx="4"/>
            <a:endCxn id="15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1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2" name="Google Shape;162;p18"/>
          <p:cNvCxnSpPr>
            <a:stCxn id="155" idx="5"/>
            <a:endCxn id="16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1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4" name="Google Shape;164;p18"/>
          <p:cNvCxnSpPr>
            <a:stCxn id="163" idx="2"/>
            <a:endCxn id="15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1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6" name="Google Shape;166;p18"/>
          <p:cNvCxnSpPr>
            <a:stCxn id="165" idx="2"/>
            <a:endCxn id="16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8" name="Google Shape;168;p18"/>
          <p:cNvCxnSpPr>
            <a:stCxn id="167" idx="0"/>
            <a:endCxn id="16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8"/>
          <p:cNvCxnSpPr>
            <a:stCxn id="157" idx="4"/>
            <a:endCxn id="16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Set and Degree Sequence</a:t>
            </a:r>
            <a:endParaRPr/>
          </a:p>
        </p:txBody>
      </p:sp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7" name="Google Shape;177;p19"/>
          <p:cNvCxnSpPr>
            <a:stCxn id="176" idx="6"/>
            <a:endCxn id="17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1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1" name="Google Shape;181;p19"/>
          <p:cNvCxnSpPr>
            <a:stCxn id="180" idx="4"/>
            <a:endCxn id="17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1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3" name="Google Shape;183;p19"/>
          <p:cNvCxnSpPr>
            <a:stCxn id="176" idx="5"/>
            <a:endCxn id="18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1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5" name="Google Shape;185;p19"/>
          <p:cNvCxnSpPr>
            <a:stCxn id="184" idx="2"/>
            <a:endCxn id="17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1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7" name="Google Shape;187;p19"/>
          <p:cNvCxnSpPr>
            <a:stCxn id="186" idx="2"/>
            <a:endCxn id="18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1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9" name="Google Shape;189;p19"/>
          <p:cNvCxnSpPr>
            <a:stCxn id="188" idx="0"/>
            <a:endCxn id="18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19"/>
          <p:cNvCxnSpPr>
            <a:stCxn id="178" idx="4"/>
            <a:endCxn id="18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91" name="Google Shape;191;p19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Set and Degree Sequence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9" name="Google Shape;199;p20"/>
          <p:cNvCxnSpPr>
            <a:stCxn id="198" idx="6"/>
            <a:endCxn id="20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2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3" name="Google Shape;203;p20"/>
          <p:cNvCxnSpPr>
            <a:stCxn id="202" idx="4"/>
            <a:endCxn id="20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5" name="Google Shape;205;p20"/>
          <p:cNvCxnSpPr>
            <a:stCxn id="198" idx="5"/>
            <a:endCxn id="20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7" name="Google Shape;207;p20"/>
          <p:cNvCxnSpPr>
            <a:stCxn id="206" idx="2"/>
            <a:endCxn id="20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9" name="Google Shape;209;p20"/>
          <p:cNvCxnSpPr>
            <a:stCxn id="208" idx="2"/>
            <a:endCxn id="20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1" name="Google Shape;211;p20"/>
          <p:cNvCxnSpPr>
            <a:stCxn id="210" idx="0"/>
            <a:endCxn id="20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0"/>
          <p:cNvCxnSpPr>
            <a:stCxn id="200" idx="4"/>
            <a:endCxn id="20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13" name="Google Shape;213;p20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Set and Degree Sequence</a:t>
            </a:r>
            <a:endParaRPr/>
          </a:p>
        </p:txBody>
      </p:sp>
      <p:sp>
        <p:nvSpPr>
          <p:cNvPr id="219" name="Google Shape;219;p21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sequence</a:t>
            </a:r>
            <a:r>
              <a:rPr lang="en"/>
              <a:t> is an </a:t>
            </a:r>
            <a:r>
              <a:rPr i="1" lang="en"/>
              <a:t>ordered</a:t>
            </a:r>
            <a:r>
              <a:rPr lang="en"/>
              <a:t> version of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1" name="Google Shape;221;p21"/>
          <p:cNvCxnSpPr>
            <a:stCxn id="220" idx="6"/>
            <a:endCxn id="22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5" name="Google Shape;225;p21"/>
          <p:cNvCxnSpPr>
            <a:stCxn id="224" idx="4"/>
            <a:endCxn id="22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7" name="Google Shape;227;p21"/>
          <p:cNvCxnSpPr>
            <a:stCxn id="220" idx="5"/>
            <a:endCxn id="22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2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9" name="Google Shape;229;p21"/>
          <p:cNvCxnSpPr>
            <a:stCxn id="228" idx="2"/>
            <a:endCxn id="22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2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1" name="Google Shape;231;p21"/>
          <p:cNvCxnSpPr>
            <a:stCxn id="230" idx="2"/>
            <a:endCxn id="22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3" name="Google Shape;233;p21"/>
          <p:cNvCxnSpPr>
            <a:stCxn id="232" idx="0"/>
            <a:endCxn id="23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1"/>
          <p:cNvCxnSpPr>
            <a:stCxn id="222" idx="4"/>
            <a:endCxn id="22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35" name="Google Shape;235;p21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</a:t>
            </a:r>
            <a:r>
              <a:rPr lang="en"/>
              <a:t>Degree Set and Degree Sequence</a:t>
            </a:r>
            <a:endParaRPr/>
          </a:p>
        </p:txBody>
      </p:sp>
      <p:sp>
        <p:nvSpPr>
          <p:cNvPr id="241" name="Google Shape;241;p22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sequence</a:t>
            </a:r>
            <a:r>
              <a:rPr lang="en"/>
              <a:t> is an </a:t>
            </a:r>
            <a:r>
              <a:rPr i="1" lang="en"/>
              <a:t>ordered</a:t>
            </a:r>
            <a:r>
              <a:rPr lang="en"/>
              <a:t> version of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3" name="Google Shape;243;p22"/>
          <p:cNvCxnSpPr>
            <a:stCxn id="242" idx="6"/>
            <a:endCxn id="24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7" name="Google Shape;247;p22"/>
          <p:cNvCxnSpPr>
            <a:stCxn id="246" idx="4"/>
            <a:endCxn id="24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2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9" name="Google Shape;249;p22"/>
          <p:cNvCxnSpPr>
            <a:stCxn id="242" idx="5"/>
            <a:endCxn id="24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1" name="Google Shape;251;p22"/>
          <p:cNvCxnSpPr>
            <a:stCxn id="250" idx="2"/>
            <a:endCxn id="24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3" name="Google Shape;253;p22"/>
          <p:cNvCxnSpPr>
            <a:stCxn id="252" idx="2"/>
            <a:endCxn id="25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p2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5" name="Google Shape;255;p22"/>
          <p:cNvCxnSpPr>
            <a:stCxn id="254" idx="0"/>
            <a:endCxn id="25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2"/>
          <p:cNvCxnSpPr>
            <a:stCxn id="244" idx="4"/>
            <a:endCxn id="24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57" name="Google Shape;257;p22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58" name="Google Shape;258;p22"/>
          <p:cNvGraphicFramePr/>
          <p:nvPr/>
        </p:nvGraphicFramePr>
        <p:xfrm>
          <a:off x="801050" y="4183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6" name="Google Shape;266;p23"/>
          <p:cNvCxnSpPr>
            <a:stCxn id="265" idx="6"/>
            <a:endCxn id="26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0" name="Google Shape;270;p23"/>
          <p:cNvCxnSpPr>
            <a:stCxn id="269" idx="4"/>
            <a:endCxn id="26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2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2" name="Google Shape;272;p23"/>
          <p:cNvCxnSpPr>
            <a:stCxn id="265" idx="5"/>
            <a:endCxn id="27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2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4" name="Google Shape;274;p23"/>
          <p:cNvCxnSpPr>
            <a:stCxn id="273" idx="2"/>
            <a:endCxn id="26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2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6" name="Google Shape;276;p23"/>
          <p:cNvCxnSpPr>
            <a:stCxn id="275" idx="2"/>
            <a:endCxn id="27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2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8" name="Google Shape;278;p23"/>
          <p:cNvCxnSpPr>
            <a:stCxn id="277" idx="0"/>
            <a:endCxn id="27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3"/>
          <p:cNvCxnSpPr>
            <a:stCxn id="267" idx="4"/>
            <a:endCxn id="27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80" name="Google Shape;280;p23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8" name="Google Shape;288;p24"/>
          <p:cNvCxnSpPr>
            <a:stCxn id="287" idx="6"/>
            <a:endCxn id="28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2" name="Google Shape;292;p24"/>
          <p:cNvCxnSpPr>
            <a:stCxn id="291" idx="4"/>
            <a:endCxn id="28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2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4" name="Google Shape;294;p24"/>
          <p:cNvCxnSpPr>
            <a:stCxn id="287" idx="5"/>
            <a:endCxn id="29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2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6" name="Google Shape;296;p24"/>
          <p:cNvCxnSpPr>
            <a:stCxn id="295" idx="2"/>
            <a:endCxn id="28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2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8" name="Google Shape;298;p24"/>
          <p:cNvCxnSpPr>
            <a:stCxn id="297" idx="2"/>
            <a:endCxn id="29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2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0" name="Google Shape;300;p24"/>
          <p:cNvCxnSpPr>
            <a:stCxn id="299" idx="0"/>
            <a:endCxn id="29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24"/>
          <p:cNvCxnSpPr>
            <a:stCxn id="289" idx="4"/>
            <a:endCxn id="29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02" name="Google Shape;302;p24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</a:t>
            </a:r>
            <a:r>
              <a:rPr b="1" lang="en"/>
              <a:t>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</a:t>
            </a:r>
            <a:r>
              <a:rPr lang="en"/>
              <a:t>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minimum degree</a:t>
            </a:r>
            <a:r>
              <a:rPr lang="en"/>
              <a:t> (k</a:t>
            </a:r>
            <a:r>
              <a:rPr baseline="-25000" lang="en"/>
              <a:t>min</a:t>
            </a:r>
            <a:r>
              <a:rPr lang="en"/>
              <a:t>) is the </a:t>
            </a:r>
            <a:r>
              <a:rPr b="1" lang="en"/>
              <a:t>smallest</a:t>
            </a:r>
            <a:r>
              <a:rPr lang="en"/>
              <a:t> number in the graph degree set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0" name="Google Shape;310;p25"/>
          <p:cNvCxnSpPr>
            <a:stCxn id="309" idx="6"/>
            <a:endCxn id="31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2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4" name="Google Shape;314;p25"/>
          <p:cNvCxnSpPr>
            <a:stCxn id="313" idx="4"/>
            <a:endCxn id="31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2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6" name="Google Shape;316;p25"/>
          <p:cNvCxnSpPr>
            <a:stCxn id="309" idx="5"/>
            <a:endCxn id="31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2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8" name="Google Shape;318;p25"/>
          <p:cNvCxnSpPr>
            <a:stCxn id="317" idx="2"/>
            <a:endCxn id="31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0" name="Google Shape;320;p25"/>
          <p:cNvCxnSpPr>
            <a:stCxn id="319" idx="2"/>
            <a:endCxn id="31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2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2" name="Google Shape;322;p25"/>
          <p:cNvCxnSpPr>
            <a:stCxn id="321" idx="0"/>
            <a:endCxn id="31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25"/>
          <p:cNvCxnSpPr>
            <a:stCxn id="311" idx="4"/>
            <a:endCxn id="31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24" name="Google Shape;324;p25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minimum degree</a:t>
            </a:r>
            <a:r>
              <a:rPr lang="en"/>
              <a:t> (k</a:t>
            </a:r>
            <a:r>
              <a:rPr baseline="-25000" lang="en"/>
              <a:t>min</a:t>
            </a:r>
            <a:r>
              <a:rPr lang="en"/>
              <a:t>) is the </a:t>
            </a:r>
            <a:r>
              <a:rPr b="1" lang="en"/>
              <a:t>smallest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min</a:t>
            </a:r>
            <a:r>
              <a:rPr lang="en" sz="1800"/>
              <a:t>= 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331" name="Google Shape;331;p2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2" name="Google Shape;332;p26"/>
          <p:cNvCxnSpPr>
            <a:stCxn id="331" idx="6"/>
            <a:endCxn id="33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2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6" name="Google Shape;336;p26"/>
          <p:cNvCxnSpPr>
            <a:stCxn id="335" idx="4"/>
            <a:endCxn id="33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" name="Google Shape;337;p2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8" name="Google Shape;338;p26"/>
          <p:cNvCxnSpPr>
            <a:stCxn id="331" idx="5"/>
            <a:endCxn id="33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2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0" name="Google Shape;340;p26"/>
          <p:cNvCxnSpPr>
            <a:stCxn id="339" idx="2"/>
            <a:endCxn id="33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2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2" name="Google Shape;342;p26"/>
          <p:cNvCxnSpPr>
            <a:stCxn id="341" idx="2"/>
            <a:endCxn id="33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2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4" name="Google Shape;344;p26"/>
          <p:cNvCxnSpPr>
            <a:stCxn id="343" idx="0"/>
            <a:endCxn id="34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26"/>
          <p:cNvCxnSpPr>
            <a:stCxn id="333" idx="4"/>
            <a:endCxn id="33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46" name="Google Shape;346;p26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7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minimum degree</a:t>
            </a:r>
            <a:r>
              <a:rPr lang="en"/>
              <a:t> (k</a:t>
            </a:r>
            <a:r>
              <a:rPr baseline="-25000" lang="en"/>
              <a:t>min</a:t>
            </a:r>
            <a:r>
              <a:rPr lang="en"/>
              <a:t>) is the </a:t>
            </a:r>
            <a:r>
              <a:rPr b="1" lang="en"/>
              <a:t>smallest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min</a:t>
            </a:r>
            <a:r>
              <a:rPr lang="en" sz="1800"/>
              <a:t>= 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353" name="Google Shape;353;p2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4" name="Google Shape;354;p27"/>
          <p:cNvCxnSpPr>
            <a:stCxn id="353" idx="6"/>
            <a:endCxn id="35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2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7" name="Google Shape;357;p2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8" name="Google Shape;358;p27"/>
          <p:cNvCxnSpPr>
            <a:stCxn id="357" idx="4"/>
            <a:endCxn id="35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2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0" name="Google Shape;360;p27"/>
          <p:cNvCxnSpPr>
            <a:stCxn id="353" idx="5"/>
            <a:endCxn id="35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2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2" name="Google Shape;362;p27"/>
          <p:cNvCxnSpPr>
            <a:stCxn id="361" idx="2"/>
            <a:endCxn id="35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2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4" name="Google Shape;364;p27"/>
          <p:cNvCxnSpPr>
            <a:stCxn id="363" idx="2"/>
            <a:endCxn id="36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2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6" name="Google Shape;366;p27"/>
          <p:cNvCxnSpPr>
            <a:stCxn id="365" idx="0"/>
            <a:endCxn id="36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27"/>
          <p:cNvCxnSpPr>
            <a:stCxn id="355" idx="4"/>
            <a:endCxn id="35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68" name="Google Shape;368;p27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8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range </a:t>
            </a:r>
            <a:r>
              <a:rPr lang="en"/>
              <a:t>(k</a:t>
            </a:r>
            <a:r>
              <a:rPr baseline="-25000" lang="en"/>
              <a:t>r</a:t>
            </a:r>
            <a:r>
              <a:rPr lang="en"/>
              <a:t>) is the </a:t>
            </a:r>
            <a:r>
              <a:rPr b="1" lang="en"/>
              <a:t>difference</a:t>
            </a:r>
            <a:r>
              <a:rPr lang="en"/>
              <a:t> between the maximum and </a:t>
            </a:r>
            <a:r>
              <a:rPr lang="en"/>
              <a:t>minimum</a:t>
            </a:r>
            <a:r>
              <a:rPr lang="en"/>
              <a:t> degrees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Range</a:t>
            </a:r>
            <a:endParaRPr/>
          </a:p>
        </p:txBody>
      </p:sp>
      <p:sp>
        <p:nvSpPr>
          <p:cNvPr id="375" name="Google Shape;375;p2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6" name="Google Shape;376;p28"/>
          <p:cNvCxnSpPr>
            <a:stCxn id="375" idx="6"/>
            <a:endCxn id="37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2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0" name="Google Shape;380;p28"/>
          <p:cNvCxnSpPr>
            <a:stCxn id="379" idx="4"/>
            <a:endCxn id="37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2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2" name="Google Shape;382;p28"/>
          <p:cNvCxnSpPr>
            <a:stCxn id="375" idx="5"/>
            <a:endCxn id="38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2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4" name="Google Shape;384;p28"/>
          <p:cNvCxnSpPr>
            <a:stCxn id="383" idx="2"/>
            <a:endCxn id="37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2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6" name="Google Shape;386;p28"/>
          <p:cNvCxnSpPr>
            <a:stCxn id="385" idx="2"/>
            <a:endCxn id="38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2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8" name="Google Shape;388;p28"/>
          <p:cNvCxnSpPr>
            <a:stCxn id="387" idx="0"/>
            <a:endCxn id="38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28"/>
          <p:cNvCxnSpPr>
            <a:stCxn id="377" idx="4"/>
            <a:endCxn id="38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90" name="Google Shape;390;p28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9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range </a:t>
            </a:r>
            <a:r>
              <a:rPr lang="en"/>
              <a:t>(k</a:t>
            </a:r>
            <a:r>
              <a:rPr baseline="-25000" lang="en"/>
              <a:t>r</a:t>
            </a:r>
            <a:r>
              <a:rPr lang="en"/>
              <a:t>) is the </a:t>
            </a:r>
            <a:r>
              <a:rPr b="1" lang="en"/>
              <a:t>difference</a:t>
            </a:r>
            <a:r>
              <a:rPr lang="en"/>
              <a:t> between the maximum and minimum degrees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 = (k</a:t>
            </a:r>
            <a:r>
              <a:rPr baseline="-25000" lang="en"/>
              <a:t>max</a:t>
            </a:r>
            <a:r>
              <a:rPr lang="en"/>
              <a:t>－ k</a:t>
            </a:r>
            <a:r>
              <a:rPr baseline="-25000" lang="en"/>
              <a:t>min</a:t>
            </a:r>
            <a:r>
              <a:rPr lang="en"/>
              <a:t>) = (4 － 0) = 4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Range</a:t>
            </a:r>
            <a:endParaRPr/>
          </a:p>
        </p:txBody>
      </p:sp>
      <p:sp>
        <p:nvSpPr>
          <p:cNvPr id="397" name="Google Shape;397;p2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8" name="Google Shape;398;p29"/>
          <p:cNvCxnSpPr>
            <a:stCxn id="397" idx="6"/>
            <a:endCxn id="39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" name="Google Shape;399;p2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0" name="Google Shape;400;p2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2" name="Google Shape;402;p29"/>
          <p:cNvCxnSpPr>
            <a:stCxn id="401" idx="4"/>
            <a:endCxn id="39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2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4" name="Google Shape;404;p29"/>
          <p:cNvCxnSpPr>
            <a:stCxn id="397" idx="5"/>
            <a:endCxn id="40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" name="Google Shape;405;p2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6" name="Google Shape;406;p29"/>
          <p:cNvCxnSpPr>
            <a:stCxn id="405" idx="2"/>
            <a:endCxn id="39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2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8" name="Google Shape;408;p29"/>
          <p:cNvCxnSpPr>
            <a:stCxn id="407" idx="2"/>
            <a:endCxn id="40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0" name="Google Shape;410;p29"/>
          <p:cNvCxnSpPr>
            <a:stCxn id="409" idx="0"/>
            <a:endCxn id="40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9"/>
          <p:cNvCxnSpPr>
            <a:stCxn id="399" idx="4"/>
            <a:endCxn id="40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12" name="Google Shape;412;p29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0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sum of degrees</a:t>
            </a:r>
            <a:r>
              <a:rPr lang="en"/>
              <a:t> (Σk</a:t>
            </a:r>
            <a:r>
              <a:rPr baseline="-25000" lang="en"/>
              <a:t>i</a:t>
            </a:r>
            <a:r>
              <a:rPr lang="en"/>
              <a:t>) is the sum of all the numbers in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Sum of Degrees</a:t>
            </a:r>
            <a:endParaRPr/>
          </a:p>
        </p:txBody>
      </p:sp>
      <p:sp>
        <p:nvSpPr>
          <p:cNvPr id="419" name="Google Shape;419;p3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0" name="Google Shape;420;p30"/>
          <p:cNvCxnSpPr>
            <a:stCxn id="419" idx="6"/>
            <a:endCxn id="42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3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2" name="Google Shape;422;p3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3" name="Google Shape;423;p3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4" name="Google Shape;424;p30"/>
          <p:cNvCxnSpPr>
            <a:stCxn id="423" idx="4"/>
            <a:endCxn id="42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3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6" name="Google Shape;426;p30"/>
          <p:cNvCxnSpPr>
            <a:stCxn id="419" idx="5"/>
            <a:endCxn id="42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" name="Google Shape;427;p3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8" name="Google Shape;428;p30"/>
          <p:cNvCxnSpPr>
            <a:stCxn id="427" idx="2"/>
            <a:endCxn id="42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" name="Google Shape;429;p3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0" name="Google Shape;430;p30"/>
          <p:cNvCxnSpPr>
            <a:stCxn id="429" idx="2"/>
            <a:endCxn id="42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3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2" name="Google Shape;432;p30"/>
          <p:cNvCxnSpPr>
            <a:stCxn id="431" idx="0"/>
            <a:endCxn id="42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30"/>
          <p:cNvCxnSpPr>
            <a:stCxn id="421" idx="4"/>
            <a:endCxn id="42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34" name="Google Shape;434;p30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1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sum of degrees</a:t>
            </a:r>
            <a:r>
              <a:rPr lang="en"/>
              <a:t> (Σk</a:t>
            </a:r>
            <a:r>
              <a:rPr baseline="-25000" lang="en"/>
              <a:t>i</a:t>
            </a:r>
            <a:r>
              <a:rPr lang="en"/>
              <a:t>) is the sum of all the numbers in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-25000" lang="en"/>
              <a:t>i </a:t>
            </a:r>
            <a:r>
              <a:rPr lang="en"/>
              <a:t>= 1 + 2 + 4 + 2 + 2 + 0 + 2 + 1 = 14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Sum of Degrees</a:t>
            </a:r>
            <a:endParaRPr/>
          </a:p>
        </p:txBody>
      </p:sp>
      <p:sp>
        <p:nvSpPr>
          <p:cNvPr id="441" name="Google Shape;441;p3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2" name="Google Shape;442;p31"/>
          <p:cNvCxnSpPr>
            <a:stCxn id="441" idx="6"/>
            <a:endCxn id="44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3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4" name="Google Shape;444;p3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5" name="Google Shape;445;p3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6" name="Google Shape;446;p31"/>
          <p:cNvCxnSpPr>
            <a:stCxn id="445" idx="4"/>
            <a:endCxn id="44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3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8" name="Google Shape;448;p31"/>
          <p:cNvCxnSpPr>
            <a:stCxn id="441" idx="5"/>
            <a:endCxn id="44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3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0" name="Google Shape;450;p31"/>
          <p:cNvCxnSpPr>
            <a:stCxn id="449" idx="2"/>
            <a:endCxn id="44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" name="Google Shape;451;p3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2" name="Google Shape;452;p31"/>
          <p:cNvCxnSpPr>
            <a:stCxn id="451" idx="2"/>
            <a:endCxn id="44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3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4" name="Google Shape;454;p31"/>
          <p:cNvCxnSpPr>
            <a:stCxn id="453" idx="0"/>
            <a:endCxn id="45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1"/>
          <p:cNvCxnSpPr>
            <a:stCxn id="443" idx="4"/>
            <a:endCxn id="44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56" name="Google Shape;456;p31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sum of degrees</a:t>
            </a:r>
            <a:r>
              <a:rPr lang="en"/>
              <a:t> (Σk</a:t>
            </a:r>
            <a:r>
              <a:rPr baseline="-25000" lang="en"/>
              <a:t>i</a:t>
            </a:r>
            <a:r>
              <a:rPr lang="en"/>
              <a:t>) is the sum of all the numbers in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-25000" lang="en"/>
              <a:t>i </a:t>
            </a:r>
            <a:r>
              <a:rPr lang="en"/>
              <a:t>= 1 + 2 + 4 + 2 + 2 + 0 + 2 + 1 = 14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 sum of degrees is equal to </a:t>
            </a:r>
            <a:r>
              <a:rPr b="1" lang="en"/>
              <a:t>twice</a:t>
            </a:r>
            <a:r>
              <a:rPr lang="en"/>
              <a:t> the number of </a:t>
            </a:r>
            <a:r>
              <a:rPr b="1" lang="en"/>
              <a:t>edges</a:t>
            </a:r>
            <a:r>
              <a:rPr lang="en"/>
              <a:t>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Σk</a:t>
            </a:r>
            <a:r>
              <a:rPr baseline="-25000" lang="en" sz="1800"/>
              <a:t>i  </a:t>
            </a:r>
            <a:r>
              <a:rPr lang="en" sz="1800"/>
              <a:t>= 2m = 2 ✕ 7 = 14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Sum of Degrees</a:t>
            </a:r>
            <a:endParaRPr/>
          </a:p>
        </p:txBody>
      </p:sp>
      <p:sp>
        <p:nvSpPr>
          <p:cNvPr id="463" name="Google Shape;463;p3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64" name="Google Shape;464;p32"/>
          <p:cNvCxnSpPr>
            <a:stCxn id="463" idx="6"/>
            <a:endCxn id="46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3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7" name="Google Shape;467;p3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68" name="Google Shape;468;p32"/>
          <p:cNvCxnSpPr>
            <a:stCxn id="467" idx="4"/>
            <a:endCxn id="46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3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0" name="Google Shape;470;p32"/>
          <p:cNvCxnSpPr>
            <a:stCxn id="463" idx="5"/>
            <a:endCxn id="46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3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2" name="Google Shape;472;p32"/>
          <p:cNvCxnSpPr>
            <a:stCxn id="471" idx="2"/>
            <a:endCxn id="46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3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4" name="Google Shape;474;p32"/>
          <p:cNvCxnSpPr>
            <a:stCxn id="473" idx="2"/>
            <a:endCxn id="47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3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6" name="Google Shape;476;p32"/>
          <p:cNvCxnSpPr>
            <a:stCxn id="475" idx="0"/>
            <a:endCxn id="47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32"/>
          <p:cNvCxnSpPr>
            <a:stCxn id="465" idx="4"/>
            <a:endCxn id="46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78" name="Google Shape;478;p32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3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average degree</a:t>
            </a:r>
            <a:r>
              <a:rPr lang="en"/>
              <a:t> (  ) is the ratio of the sum of the degrees (Σk</a:t>
            </a:r>
            <a:r>
              <a:rPr baseline="-25000" lang="en"/>
              <a:t>i</a:t>
            </a:r>
            <a:r>
              <a:rPr lang="en"/>
              <a:t>) to the </a:t>
            </a:r>
            <a:r>
              <a:rPr b="1" lang="en"/>
              <a:t>graph order </a:t>
            </a:r>
            <a:r>
              <a:rPr lang="en"/>
              <a:t>(n)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Average Degree</a:t>
            </a:r>
            <a:endParaRPr/>
          </a:p>
        </p:txBody>
      </p:sp>
      <p:sp>
        <p:nvSpPr>
          <p:cNvPr id="485" name="Google Shape;485;p3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6" name="Google Shape;486;p33"/>
          <p:cNvCxnSpPr>
            <a:stCxn id="485" idx="6"/>
            <a:endCxn id="48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" name="Google Shape;487;p3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8" name="Google Shape;488;p3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9" name="Google Shape;489;p3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0" name="Google Shape;490;p33"/>
          <p:cNvCxnSpPr>
            <a:stCxn id="489" idx="4"/>
            <a:endCxn id="48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1" name="Google Shape;491;p3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2" name="Google Shape;492;p33"/>
          <p:cNvCxnSpPr>
            <a:stCxn id="485" idx="5"/>
            <a:endCxn id="49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3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4" name="Google Shape;494;p33"/>
          <p:cNvCxnSpPr>
            <a:stCxn id="493" idx="2"/>
            <a:endCxn id="48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3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6" name="Google Shape;496;p33"/>
          <p:cNvCxnSpPr>
            <a:stCxn id="495" idx="2"/>
            <a:endCxn id="49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3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8" name="Google Shape;498;p33"/>
          <p:cNvCxnSpPr>
            <a:stCxn id="497" idx="0"/>
            <a:endCxn id="49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33"/>
          <p:cNvCxnSpPr>
            <a:stCxn id="487" idx="4"/>
            <a:endCxn id="49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00" name="Google Shape;500;p33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\overline{k}" id="501" name="Google Shape;50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750" y="1357050"/>
            <a:ext cx="137160" cy="219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4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average degree</a:t>
            </a:r>
            <a:r>
              <a:rPr lang="en"/>
              <a:t> (  ) is the ratio of the sum of the degrees (</a:t>
            </a:r>
            <a:r>
              <a:rPr lang="en"/>
              <a:t>Σk</a:t>
            </a:r>
            <a:r>
              <a:rPr baseline="-25000" lang="en"/>
              <a:t>i</a:t>
            </a:r>
            <a:r>
              <a:rPr lang="en"/>
              <a:t>) </a:t>
            </a:r>
            <a:r>
              <a:rPr lang="en"/>
              <a:t>to the </a:t>
            </a:r>
            <a:r>
              <a:rPr b="1" lang="en"/>
              <a:t>graph order </a:t>
            </a:r>
            <a:r>
              <a:rPr lang="en"/>
              <a:t>(n)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Average Degree</a:t>
            </a:r>
            <a:endParaRPr/>
          </a:p>
        </p:txBody>
      </p:sp>
      <p:sp>
        <p:nvSpPr>
          <p:cNvPr id="508" name="Google Shape;508;p3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9" name="Google Shape;509;p34"/>
          <p:cNvCxnSpPr>
            <a:stCxn id="508" idx="6"/>
            <a:endCxn id="51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3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11" name="Google Shape;511;p3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12" name="Google Shape;512;p3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3" name="Google Shape;513;p34"/>
          <p:cNvCxnSpPr>
            <a:stCxn id="512" idx="4"/>
            <a:endCxn id="51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" name="Google Shape;514;p3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5" name="Google Shape;515;p34"/>
          <p:cNvCxnSpPr>
            <a:stCxn id="508" idx="5"/>
            <a:endCxn id="51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3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7" name="Google Shape;517;p34"/>
          <p:cNvCxnSpPr>
            <a:stCxn id="516" idx="2"/>
            <a:endCxn id="51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" name="Google Shape;518;p3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9" name="Google Shape;519;p34"/>
          <p:cNvCxnSpPr>
            <a:stCxn id="518" idx="2"/>
            <a:endCxn id="51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3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1" name="Google Shape;521;p34"/>
          <p:cNvCxnSpPr>
            <a:stCxn id="520" idx="0"/>
            <a:endCxn id="51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34"/>
          <p:cNvCxnSpPr>
            <a:stCxn id="510" idx="4"/>
            <a:endCxn id="51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23" name="Google Shape;523;p34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{3DF75E8E-2E98-414A-B9ED-838BDDEAA29B}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\overline{k}" id="524" name="Google Shape;5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750" y="1357050"/>
            <a:ext cx="13716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overline{k} = \frac{\sum k_i}{n} = \frac{14}{8}=1.75" id="525" name="Google Shape;52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5850" y="3579925"/>
            <a:ext cx="2743201" cy="64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531" name="Google Shape;531;p35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</a:t>
            </a:r>
            <a:r>
              <a:rPr i="1" lang="en"/>
              <a:t>n</a:t>
            </a:r>
            <a:r>
              <a:rPr lang="en"/>
              <a:t> is the number of edges that would exist if graph was </a:t>
            </a:r>
            <a:r>
              <a:rPr b="1" lang="en"/>
              <a:t>complete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532" name="Google Shape;532;p35"/>
          <p:cNvCxnSpPr>
            <a:stCxn id="533" idx="0"/>
            <a:endCxn id="53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" name="Google Shape;535;p3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6" name="Google Shape;536;p35"/>
          <p:cNvCxnSpPr>
            <a:stCxn id="535" idx="6"/>
            <a:endCxn id="53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3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38" name="Google Shape;538;p3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39" name="Google Shape;539;p3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0" name="Google Shape;540;p35"/>
          <p:cNvCxnSpPr>
            <a:stCxn id="539" idx="4"/>
            <a:endCxn id="53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" name="Google Shape;541;p3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2" name="Google Shape;542;p35"/>
          <p:cNvCxnSpPr>
            <a:stCxn id="535" idx="5"/>
            <a:endCxn id="54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" name="Google Shape;543;p3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4" name="Google Shape;544;p35"/>
          <p:cNvCxnSpPr>
            <a:stCxn id="543" idx="2"/>
            <a:endCxn id="53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Google Shape;545;p3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6" name="Google Shape;546;p35"/>
          <p:cNvCxnSpPr>
            <a:stCxn id="545" idx="2"/>
            <a:endCxn id="54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3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8" name="Google Shape;548;p35"/>
          <p:cNvCxnSpPr>
            <a:stCxn id="547" idx="0"/>
            <a:endCxn id="54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35"/>
          <p:cNvCxnSpPr>
            <a:stCxn id="537" idx="4"/>
            <a:endCxn id="54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555" name="Google Shape;555;p36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7" name="Google Shape;557;p36"/>
          <p:cNvCxnSpPr>
            <a:stCxn id="556" idx="6"/>
            <a:endCxn id="55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" name="Google Shape;558;p3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9" name="Google Shape;559;p3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0" name="Google Shape;560;p3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1" name="Google Shape;561;p36"/>
          <p:cNvCxnSpPr>
            <a:stCxn id="560" idx="4"/>
            <a:endCxn id="55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3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3" name="Google Shape;563;p36"/>
          <p:cNvCxnSpPr>
            <a:stCxn id="556" idx="5"/>
            <a:endCxn id="56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" name="Google Shape;564;p3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5" name="Google Shape;565;p36"/>
          <p:cNvCxnSpPr>
            <a:stCxn id="564" idx="2"/>
            <a:endCxn id="55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6" name="Google Shape;566;p3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7" name="Google Shape;567;p36"/>
          <p:cNvCxnSpPr>
            <a:stCxn id="566" idx="2"/>
            <a:endCxn id="56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3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9" name="Google Shape;569;p36"/>
          <p:cNvCxnSpPr>
            <a:stCxn id="568" idx="0"/>
            <a:endCxn id="56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36"/>
          <p:cNvCxnSpPr>
            <a:stCxn id="558" idx="4"/>
            <a:endCxn id="56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36"/>
          <p:cNvCxnSpPr>
            <a:stCxn id="556" idx="7"/>
            <a:endCxn id="560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36"/>
          <p:cNvCxnSpPr>
            <a:stCxn id="556" idx="0"/>
            <a:endCxn id="564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36"/>
          <p:cNvCxnSpPr>
            <a:stCxn id="560" idx="5"/>
            <a:endCxn id="56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36"/>
          <p:cNvCxnSpPr>
            <a:stCxn id="564" idx="4"/>
            <a:endCxn id="562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36"/>
          <p:cNvCxnSpPr>
            <a:stCxn id="559" idx="2"/>
            <a:endCxn id="562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36"/>
          <p:cNvCxnSpPr>
            <a:stCxn id="564" idx="4"/>
            <a:endCxn id="559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36"/>
          <p:cNvCxnSpPr>
            <a:stCxn id="564" idx="4"/>
            <a:endCxn id="568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36"/>
          <p:cNvCxnSpPr>
            <a:stCxn id="568" idx="2"/>
            <a:endCxn id="559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36"/>
          <p:cNvCxnSpPr>
            <a:stCxn id="566" idx="3"/>
            <a:endCxn id="559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36"/>
          <p:cNvCxnSpPr>
            <a:stCxn id="566" idx="1"/>
            <a:endCxn id="56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36"/>
          <p:cNvCxnSpPr>
            <a:stCxn id="559" idx="1"/>
            <a:endCxn id="556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36"/>
          <p:cNvCxnSpPr>
            <a:stCxn id="556" idx="0"/>
            <a:endCxn id="566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36"/>
          <p:cNvCxnSpPr>
            <a:stCxn id="568" idx="1"/>
            <a:endCxn id="556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36"/>
          <p:cNvCxnSpPr>
            <a:stCxn id="558" idx="0"/>
            <a:endCxn id="566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36"/>
          <p:cNvCxnSpPr>
            <a:stCxn id="568" idx="1"/>
            <a:endCxn id="558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36"/>
          <p:cNvCxnSpPr>
            <a:stCxn id="559" idx="1"/>
            <a:endCxn id="558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36"/>
          <p:cNvCxnSpPr>
            <a:stCxn id="560" idx="2"/>
            <a:endCxn id="562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36"/>
          <p:cNvCxnSpPr>
            <a:stCxn id="560" idx="6"/>
            <a:endCxn id="568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36"/>
          <p:cNvCxnSpPr>
            <a:stCxn id="568" idx="4"/>
            <a:endCxn id="562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36"/>
          <p:cNvCxnSpPr>
            <a:stCxn id="559" idx="0"/>
            <a:endCxn id="560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36"/>
          <p:cNvCxnSpPr>
            <a:stCxn id="566" idx="3"/>
            <a:endCxn id="562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36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complete graph of order 8!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93" name="Google Shape;593;p36"/>
          <p:cNvCxnSpPr>
            <a:stCxn id="592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599" name="Google Shape;599;p37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01" name="Google Shape;601;p37"/>
          <p:cNvCxnSpPr>
            <a:stCxn id="600" idx="6"/>
            <a:endCxn id="60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2" name="Google Shape;602;p3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3" name="Google Shape;603;p3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4" name="Google Shape;604;p3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05" name="Google Shape;605;p37"/>
          <p:cNvCxnSpPr>
            <a:stCxn id="604" idx="4"/>
            <a:endCxn id="60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" name="Google Shape;606;p3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07" name="Google Shape;607;p37"/>
          <p:cNvCxnSpPr>
            <a:stCxn id="600" idx="5"/>
            <a:endCxn id="60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" name="Google Shape;608;p3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09" name="Google Shape;609;p37"/>
          <p:cNvCxnSpPr>
            <a:stCxn id="608" idx="2"/>
            <a:endCxn id="60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" name="Google Shape;610;p3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1" name="Google Shape;611;p37"/>
          <p:cNvCxnSpPr>
            <a:stCxn id="610" idx="2"/>
            <a:endCxn id="60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3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3" name="Google Shape;613;p37"/>
          <p:cNvCxnSpPr>
            <a:stCxn id="612" idx="0"/>
            <a:endCxn id="61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37"/>
          <p:cNvCxnSpPr>
            <a:stCxn id="602" idx="4"/>
            <a:endCxn id="60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37"/>
          <p:cNvCxnSpPr>
            <a:stCxn id="600" idx="7"/>
            <a:endCxn id="604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37"/>
          <p:cNvCxnSpPr>
            <a:stCxn id="600" idx="0"/>
            <a:endCxn id="608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37"/>
          <p:cNvCxnSpPr>
            <a:stCxn id="604" idx="5"/>
            <a:endCxn id="60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37"/>
          <p:cNvCxnSpPr>
            <a:stCxn id="608" idx="4"/>
            <a:endCxn id="606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37"/>
          <p:cNvCxnSpPr>
            <a:stCxn id="603" idx="2"/>
            <a:endCxn id="606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37"/>
          <p:cNvCxnSpPr>
            <a:stCxn id="608" idx="4"/>
            <a:endCxn id="603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37"/>
          <p:cNvCxnSpPr>
            <a:stCxn id="608" idx="4"/>
            <a:endCxn id="612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37"/>
          <p:cNvCxnSpPr>
            <a:stCxn id="612" idx="2"/>
            <a:endCxn id="603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37"/>
          <p:cNvCxnSpPr>
            <a:stCxn id="610" idx="3"/>
            <a:endCxn id="603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37"/>
          <p:cNvCxnSpPr>
            <a:stCxn id="610" idx="1"/>
            <a:endCxn id="60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37"/>
          <p:cNvCxnSpPr>
            <a:stCxn id="603" idx="1"/>
            <a:endCxn id="600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37"/>
          <p:cNvCxnSpPr>
            <a:stCxn id="600" idx="0"/>
            <a:endCxn id="610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37"/>
          <p:cNvCxnSpPr>
            <a:stCxn id="612" idx="1"/>
            <a:endCxn id="600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37"/>
          <p:cNvCxnSpPr>
            <a:stCxn id="602" idx="0"/>
            <a:endCxn id="610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37"/>
          <p:cNvCxnSpPr>
            <a:stCxn id="612" idx="1"/>
            <a:endCxn id="602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37"/>
          <p:cNvCxnSpPr>
            <a:stCxn id="603" idx="1"/>
            <a:endCxn id="602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37"/>
          <p:cNvCxnSpPr>
            <a:stCxn id="604" idx="2"/>
            <a:endCxn id="606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37"/>
          <p:cNvCxnSpPr>
            <a:stCxn id="604" idx="6"/>
            <a:endCxn id="612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37"/>
          <p:cNvCxnSpPr>
            <a:stCxn id="612" idx="4"/>
            <a:endCxn id="606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37"/>
          <p:cNvCxnSpPr>
            <a:stCxn id="603" idx="0"/>
            <a:endCxn id="604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37"/>
          <p:cNvCxnSpPr>
            <a:stCxn id="610" idx="3"/>
            <a:endCxn id="606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n(n-1)}{2}" id="636" name="Google Shape;63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372" y="3593275"/>
            <a:ext cx="2624007" cy="64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642" name="Google Shape;642;p38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44" name="Google Shape;644;p38"/>
          <p:cNvCxnSpPr>
            <a:stCxn id="643" idx="6"/>
            <a:endCxn id="64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5" name="Google Shape;645;p3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6" name="Google Shape;646;p3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7" name="Google Shape;647;p3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48" name="Google Shape;648;p38"/>
          <p:cNvCxnSpPr>
            <a:stCxn id="647" idx="4"/>
            <a:endCxn id="64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9" name="Google Shape;649;p3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0" name="Google Shape;650;p38"/>
          <p:cNvCxnSpPr>
            <a:stCxn id="643" idx="5"/>
            <a:endCxn id="64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3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2" name="Google Shape;652;p38"/>
          <p:cNvCxnSpPr>
            <a:stCxn id="651" idx="2"/>
            <a:endCxn id="64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3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4" name="Google Shape;654;p38"/>
          <p:cNvCxnSpPr>
            <a:stCxn id="653" idx="2"/>
            <a:endCxn id="65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5" name="Google Shape;655;p3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6" name="Google Shape;656;p38"/>
          <p:cNvCxnSpPr>
            <a:stCxn id="655" idx="0"/>
            <a:endCxn id="65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38"/>
          <p:cNvCxnSpPr>
            <a:stCxn id="645" idx="4"/>
            <a:endCxn id="64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38"/>
          <p:cNvCxnSpPr>
            <a:stCxn id="643" idx="7"/>
            <a:endCxn id="647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38"/>
          <p:cNvCxnSpPr>
            <a:stCxn id="643" idx="0"/>
            <a:endCxn id="651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38"/>
          <p:cNvCxnSpPr>
            <a:stCxn id="647" idx="5"/>
            <a:endCxn id="65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38"/>
          <p:cNvCxnSpPr>
            <a:stCxn id="651" idx="4"/>
            <a:endCxn id="649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38"/>
          <p:cNvCxnSpPr>
            <a:stCxn id="646" idx="2"/>
            <a:endCxn id="649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38"/>
          <p:cNvCxnSpPr>
            <a:stCxn id="651" idx="4"/>
            <a:endCxn id="646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38"/>
          <p:cNvCxnSpPr>
            <a:stCxn id="651" idx="4"/>
            <a:endCxn id="655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38"/>
          <p:cNvCxnSpPr>
            <a:stCxn id="655" idx="2"/>
            <a:endCxn id="646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38"/>
          <p:cNvCxnSpPr>
            <a:stCxn id="653" idx="3"/>
            <a:endCxn id="646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38"/>
          <p:cNvCxnSpPr>
            <a:stCxn id="653" idx="1"/>
            <a:endCxn id="64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38"/>
          <p:cNvCxnSpPr>
            <a:stCxn id="646" idx="1"/>
            <a:endCxn id="643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38"/>
          <p:cNvCxnSpPr>
            <a:stCxn id="643" idx="0"/>
            <a:endCxn id="653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38"/>
          <p:cNvCxnSpPr>
            <a:stCxn id="655" idx="1"/>
            <a:endCxn id="643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38"/>
          <p:cNvCxnSpPr>
            <a:stCxn id="645" idx="0"/>
            <a:endCxn id="653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38"/>
          <p:cNvCxnSpPr>
            <a:stCxn id="655" idx="1"/>
            <a:endCxn id="645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38"/>
          <p:cNvCxnSpPr>
            <a:stCxn id="646" idx="1"/>
            <a:endCxn id="645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38"/>
          <p:cNvCxnSpPr>
            <a:stCxn id="647" idx="2"/>
            <a:endCxn id="649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38"/>
          <p:cNvCxnSpPr>
            <a:stCxn id="647" idx="6"/>
            <a:endCxn id="655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38"/>
          <p:cNvCxnSpPr>
            <a:stCxn id="655" idx="4"/>
            <a:endCxn id="649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38"/>
          <p:cNvCxnSpPr>
            <a:stCxn id="646" idx="0"/>
            <a:endCxn id="647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38"/>
          <p:cNvCxnSpPr>
            <a:stCxn id="653" idx="3"/>
            <a:endCxn id="649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8\times(8-1)}{2}" id="679" name="Google Shape;6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775" y="3620877"/>
            <a:ext cx="2743201" cy="58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685" name="Google Shape;685;p39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87" name="Google Shape;687;p39"/>
          <p:cNvCxnSpPr>
            <a:stCxn id="686" idx="6"/>
            <a:endCxn id="68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8" name="Google Shape;688;p3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89" name="Google Shape;689;p3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90" name="Google Shape;690;p3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1" name="Google Shape;691;p39"/>
          <p:cNvCxnSpPr>
            <a:stCxn id="690" idx="4"/>
            <a:endCxn id="68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2" name="Google Shape;692;p3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3" name="Google Shape;693;p39"/>
          <p:cNvCxnSpPr>
            <a:stCxn id="686" idx="5"/>
            <a:endCxn id="69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4" name="Google Shape;694;p3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5" name="Google Shape;695;p39"/>
          <p:cNvCxnSpPr>
            <a:stCxn id="694" idx="2"/>
            <a:endCxn id="68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6" name="Google Shape;696;p3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7" name="Google Shape;697;p39"/>
          <p:cNvCxnSpPr>
            <a:stCxn id="696" idx="2"/>
            <a:endCxn id="69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8" name="Google Shape;698;p3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9" name="Google Shape;699;p39"/>
          <p:cNvCxnSpPr>
            <a:stCxn id="698" idx="0"/>
            <a:endCxn id="69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39"/>
          <p:cNvCxnSpPr>
            <a:stCxn id="688" idx="4"/>
            <a:endCxn id="69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39"/>
          <p:cNvCxnSpPr>
            <a:stCxn id="686" idx="7"/>
            <a:endCxn id="690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39"/>
          <p:cNvCxnSpPr>
            <a:stCxn id="686" idx="0"/>
            <a:endCxn id="694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39"/>
          <p:cNvCxnSpPr>
            <a:stCxn id="690" idx="5"/>
            <a:endCxn id="69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39"/>
          <p:cNvCxnSpPr>
            <a:stCxn id="694" idx="4"/>
            <a:endCxn id="692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39"/>
          <p:cNvCxnSpPr>
            <a:stCxn id="689" idx="2"/>
            <a:endCxn id="692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39"/>
          <p:cNvCxnSpPr>
            <a:stCxn id="694" idx="4"/>
            <a:endCxn id="689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39"/>
          <p:cNvCxnSpPr>
            <a:stCxn id="694" idx="4"/>
            <a:endCxn id="698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39"/>
          <p:cNvCxnSpPr>
            <a:stCxn id="698" idx="2"/>
            <a:endCxn id="689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39"/>
          <p:cNvCxnSpPr>
            <a:stCxn id="696" idx="3"/>
            <a:endCxn id="689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39"/>
          <p:cNvCxnSpPr>
            <a:stCxn id="696" idx="1"/>
            <a:endCxn id="69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39"/>
          <p:cNvCxnSpPr>
            <a:stCxn id="689" idx="1"/>
            <a:endCxn id="686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39"/>
          <p:cNvCxnSpPr>
            <a:stCxn id="686" idx="0"/>
            <a:endCxn id="696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39"/>
          <p:cNvCxnSpPr>
            <a:stCxn id="698" idx="1"/>
            <a:endCxn id="686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39"/>
          <p:cNvCxnSpPr>
            <a:stCxn id="688" idx="0"/>
            <a:endCxn id="696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39"/>
          <p:cNvCxnSpPr>
            <a:stCxn id="698" idx="1"/>
            <a:endCxn id="688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39"/>
          <p:cNvCxnSpPr>
            <a:stCxn id="689" idx="1"/>
            <a:endCxn id="688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" name="Google Shape;717;p39"/>
          <p:cNvCxnSpPr>
            <a:stCxn id="690" idx="2"/>
            <a:endCxn id="692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39"/>
          <p:cNvCxnSpPr>
            <a:stCxn id="690" idx="6"/>
            <a:endCxn id="698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39"/>
          <p:cNvCxnSpPr>
            <a:stCxn id="698" idx="4"/>
            <a:endCxn id="692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39"/>
          <p:cNvCxnSpPr>
            <a:stCxn id="689" idx="0"/>
            <a:endCxn id="690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39"/>
          <p:cNvCxnSpPr>
            <a:stCxn id="696" idx="3"/>
            <a:endCxn id="692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8\times7}{2}" id="722" name="Google Shape;72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283" y="3620877"/>
            <a:ext cx="2086184" cy="58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728" name="Google Shape;728;p40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4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30" name="Google Shape;730;p40"/>
          <p:cNvCxnSpPr>
            <a:stCxn id="729" idx="6"/>
            <a:endCxn id="73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" name="Google Shape;731;p4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2" name="Google Shape;732;p4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3" name="Google Shape;733;p4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34" name="Google Shape;734;p40"/>
          <p:cNvCxnSpPr>
            <a:stCxn id="733" idx="4"/>
            <a:endCxn id="73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4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36" name="Google Shape;736;p40"/>
          <p:cNvCxnSpPr>
            <a:stCxn id="729" idx="5"/>
            <a:endCxn id="73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7" name="Google Shape;737;p4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38" name="Google Shape;738;p40"/>
          <p:cNvCxnSpPr>
            <a:stCxn id="737" idx="2"/>
            <a:endCxn id="73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9" name="Google Shape;739;p4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0" name="Google Shape;740;p40"/>
          <p:cNvCxnSpPr>
            <a:stCxn id="739" idx="2"/>
            <a:endCxn id="73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1" name="Google Shape;741;p4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2" name="Google Shape;742;p40"/>
          <p:cNvCxnSpPr>
            <a:stCxn id="741" idx="0"/>
            <a:endCxn id="73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40"/>
          <p:cNvCxnSpPr>
            <a:stCxn id="731" idx="4"/>
            <a:endCxn id="73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40"/>
          <p:cNvCxnSpPr>
            <a:stCxn id="729" idx="7"/>
            <a:endCxn id="733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40"/>
          <p:cNvCxnSpPr>
            <a:stCxn id="729" idx="0"/>
            <a:endCxn id="737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40"/>
          <p:cNvCxnSpPr>
            <a:stCxn id="733" idx="5"/>
            <a:endCxn id="73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40"/>
          <p:cNvCxnSpPr>
            <a:stCxn id="737" idx="4"/>
            <a:endCxn id="735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8" name="Google Shape;748;p40"/>
          <p:cNvCxnSpPr>
            <a:stCxn id="732" idx="2"/>
            <a:endCxn id="735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40"/>
          <p:cNvCxnSpPr>
            <a:stCxn id="737" idx="4"/>
            <a:endCxn id="732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" name="Google Shape;750;p40"/>
          <p:cNvCxnSpPr>
            <a:stCxn id="737" idx="4"/>
            <a:endCxn id="741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1" name="Google Shape;751;p40"/>
          <p:cNvCxnSpPr>
            <a:stCxn id="741" idx="2"/>
            <a:endCxn id="732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40"/>
          <p:cNvCxnSpPr>
            <a:stCxn id="739" idx="3"/>
            <a:endCxn id="732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40"/>
          <p:cNvCxnSpPr>
            <a:stCxn id="739" idx="1"/>
            <a:endCxn id="733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" name="Google Shape;754;p40"/>
          <p:cNvCxnSpPr>
            <a:stCxn id="732" idx="1"/>
            <a:endCxn id="729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40"/>
          <p:cNvCxnSpPr>
            <a:stCxn id="729" idx="0"/>
            <a:endCxn id="739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40"/>
          <p:cNvCxnSpPr>
            <a:stCxn id="741" idx="1"/>
            <a:endCxn id="729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40"/>
          <p:cNvCxnSpPr>
            <a:stCxn id="731" idx="0"/>
            <a:endCxn id="739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40"/>
          <p:cNvCxnSpPr>
            <a:stCxn id="741" idx="1"/>
            <a:endCxn id="731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40"/>
          <p:cNvCxnSpPr>
            <a:stCxn id="732" idx="1"/>
            <a:endCxn id="731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40"/>
          <p:cNvCxnSpPr>
            <a:stCxn id="733" idx="2"/>
            <a:endCxn id="735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40"/>
          <p:cNvCxnSpPr>
            <a:stCxn id="733" idx="6"/>
            <a:endCxn id="741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40"/>
          <p:cNvCxnSpPr>
            <a:stCxn id="741" idx="4"/>
            <a:endCxn id="735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40"/>
          <p:cNvCxnSpPr>
            <a:stCxn id="732" idx="0"/>
            <a:endCxn id="733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40"/>
          <p:cNvCxnSpPr>
            <a:stCxn id="739" idx="3"/>
            <a:endCxn id="735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56}{2}" id="765" name="Google Shape;76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957" y="3620877"/>
            <a:ext cx="1750836" cy="58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771" name="Google Shape;771;p41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4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73" name="Google Shape;773;p41"/>
          <p:cNvCxnSpPr>
            <a:stCxn id="772" idx="6"/>
            <a:endCxn id="77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4" name="Google Shape;774;p4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75" name="Google Shape;775;p4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76" name="Google Shape;776;p4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77" name="Google Shape;777;p41"/>
          <p:cNvCxnSpPr>
            <a:stCxn id="776" idx="4"/>
            <a:endCxn id="77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8" name="Google Shape;778;p4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79" name="Google Shape;779;p41"/>
          <p:cNvCxnSpPr>
            <a:stCxn id="772" idx="5"/>
            <a:endCxn id="77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0" name="Google Shape;780;p4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81" name="Google Shape;781;p41"/>
          <p:cNvCxnSpPr>
            <a:stCxn id="780" idx="2"/>
            <a:endCxn id="77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2" name="Google Shape;782;p4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83" name="Google Shape;783;p41"/>
          <p:cNvCxnSpPr>
            <a:stCxn id="782" idx="2"/>
            <a:endCxn id="78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4" name="Google Shape;784;p4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85" name="Google Shape;785;p41"/>
          <p:cNvCxnSpPr>
            <a:stCxn id="784" idx="0"/>
            <a:endCxn id="78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41"/>
          <p:cNvCxnSpPr>
            <a:stCxn id="774" idx="4"/>
            <a:endCxn id="77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41"/>
          <p:cNvCxnSpPr>
            <a:stCxn id="772" idx="7"/>
            <a:endCxn id="776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" name="Google Shape;788;p41"/>
          <p:cNvCxnSpPr>
            <a:stCxn id="772" idx="0"/>
            <a:endCxn id="780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41"/>
          <p:cNvCxnSpPr>
            <a:stCxn id="776" idx="5"/>
            <a:endCxn id="78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41"/>
          <p:cNvCxnSpPr>
            <a:stCxn id="780" idx="4"/>
            <a:endCxn id="778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41"/>
          <p:cNvCxnSpPr>
            <a:stCxn id="775" idx="2"/>
            <a:endCxn id="778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41"/>
          <p:cNvCxnSpPr>
            <a:stCxn id="780" idx="4"/>
            <a:endCxn id="775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41"/>
          <p:cNvCxnSpPr>
            <a:stCxn id="780" idx="4"/>
            <a:endCxn id="784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41"/>
          <p:cNvCxnSpPr>
            <a:stCxn id="784" idx="2"/>
            <a:endCxn id="775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41"/>
          <p:cNvCxnSpPr>
            <a:stCxn id="782" idx="3"/>
            <a:endCxn id="775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41"/>
          <p:cNvCxnSpPr>
            <a:stCxn id="782" idx="1"/>
            <a:endCxn id="77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41"/>
          <p:cNvCxnSpPr>
            <a:stCxn id="775" idx="1"/>
            <a:endCxn id="772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41"/>
          <p:cNvCxnSpPr>
            <a:stCxn id="772" idx="0"/>
            <a:endCxn id="782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41"/>
          <p:cNvCxnSpPr>
            <a:stCxn id="784" idx="1"/>
            <a:endCxn id="772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41"/>
          <p:cNvCxnSpPr>
            <a:stCxn id="774" idx="0"/>
            <a:endCxn id="782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41"/>
          <p:cNvCxnSpPr>
            <a:stCxn id="784" idx="1"/>
            <a:endCxn id="774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41"/>
          <p:cNvCxnSpPr>
            <a:stCxn id="775" idx="1"/>
            <a:endCxn id="774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41"/>
          <p:cNvCxnSpPr>
            <a:stCxn id="776" idx="2"/>
            <a:endCxn id="778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41"/>
          <p:cNvCxnSpPr>
            <a:stCxn id="776" idx="6"/>
            <a:endCxn id="784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41"/>
          <p:cNvCxnSpPr>
            <a:stCxn id="784" idx="4"/>
            <a:endCxn id="778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41"/>
          <p:cNvCxnSpPr>
            <a:stCxn id="775" idx="0"/>
            <a:endCxn id="776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41"/>
          <p:cNvCxnSpPr>
            <a:stCxn id="782" idx="3"/>
            <a:endCxn id="778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28" id="808" name="Google Shape;80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957" y="3766213"/>
            <a:ext cx="1750836" cy="298778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41"/>
          <p:cNvSpPr/>
          <p:nvPr/>
        </p:nvSpPr>
        <p:spPr>
          <a:xfrm>
            <a:off x="3535625" y="3728342"/>
            <a:ext cx="23010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are 28 edges in there!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810" name="Google Shape;810;p41"/>
          <p:cNvCxnSpPr>
            <a:stCxn id="809" idx="7"/>
          </p:cNvCxnSpPr>
          <p:nvPr/>
        </p:nvCxnSpPr>
        <p:spPr>
          <a:xfrm flipH="1" rot="10800000">
            <a:off x="5499651" y="3462327"/>
            <a:ext cx="3912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816" name="Google Shape;816;p42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4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18" name="Google Shape;818;p42"/>
          <p:cNvCxnSpPr>
            <a:stCxn id="817" idx="6"/>
            <a:endCxn id="81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9" name="Google Shape;819;p4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20" name="Google Shape;820;p4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21" name="Google Shape;821;p4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2" name="Google Shape;822;p42"/>
          <p:cNvCxnSpPr>
            <a:stCxn id="821" idx="4"/>
            <a:endCxn id="81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3" name="Google Shape;823;p4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4" name="Google Shape;824;p42"/>
          <p:cNvCxnSpPr>
            <a:stCxn id="817" idx="5"/>
            <a:endCxn id="82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4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6" name="Google Shape;826;p42"/>
          <p:cNvCxnSpPr>
            <a:stCxn id="825" idx="2"/>
            <a:endCxn id="81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7" name="Google Shape;827;p4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8" name="Google Shape;828;p42"/>
          <p:cNvCxnSpPr>
            <a:stCxn id="827" idx="2"/>
            <a:endCxn id="82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" name="Google Shape;829;p4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30" name="Google Shape;830;p42"/>
          <p:cNvCxnSpPr>
            <a:stCxn id="829" idx="0"/>
            <a:endCxn id="82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42"/>
          <p:cNvCxnSpPr>
            <a:stCxn id="819" idx="4"/>
            <a:endCxn id="82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837" name="Google Shape;837;p43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4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39" name="Google Shape;839;p43"/>
          <p:cNvCxnSpPr>
            <a:stCxn id="838" idx="6"/>
            <a:endCxn id="84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" name="Google Shape;840;p4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1" name="Google Shape;841;p4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2" name="Google Shape;842;p4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3" name="Google Shape;843;p43"/>
          <p:cNvCxnSpPr>
            <a:stCxn id="842" idx="4"/>
            <a:endCxn id="84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4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5" name="Google Shape;845;p43"/>
          <p:cNvCxnSpPr>
            <a:stCxn id="838" idx="5"/>
            <a:endCxn id="84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6" name="Google Shape;846;p4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7" name="Google Shape;847;p43"/>
          <p:cNvCxnSpPr>
            <a:stCxn id="846" idx="2"/>
            <a:endCxn id="84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8" name="Google Shape;848;p4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9" name="Google Shape;849;p43"/>
          <p:cNvCxnSpPr>
            <a:stCxn id="848" idx="2"/>
            <a:endCxn id="84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0" name="Google Shape;850;p4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51" name="Google Shape;851;p43"/>
          <p:cNvCxnSpPr>
            <a:stCxn id="850" idx="0"/>
            <a:endCxn id="84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43"/>
          <p:cNvCxnSpPr>
            <a:stCxn id="840" idx="4"/>
            <a:endCxn id="84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858" name="Google Shape;858;p44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4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60" name="Google Shape;860;p44"/>
          <p:cNvCxnSpPr>
            <a:stCxn id="859" idx="6"/>
            <a:endCxn id="86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4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62" name="Google Shape;862;p4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63" name="Google Shape;863;p4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64" name="Google Shape;864;p44"/>
          <p:cNvCxnSpPr>
            <a:stCxn id="863" idx="4"/>
            <a:endCxn id="86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5" name="Google Shape;865;p4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66" name="Google Shape;866;p44"/>
          <p:cNvCxnSpPr>
            <a:stCxn id="859" idx="5"/>
            <a:endCxn id="86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7" name="Google Shape;867;p4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68" name="Google Shape;868;p44"/>
          <p:cNvCxnSpPr>
            <a:stCxn id="867" idx="2"/>
            <a:endCxn id="86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p4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70" name="Google Shape;870;p44"/>
          <p:cNvCxnSpPr>
            <a:stCxn id="869" idx="2"/>
            <a:endCxn id="86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1" name="Google Shape;871;p4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72" name="Google Shape;872;p44"/>
          <p:cNvCxnSpPr>
            <a:stCxn id="871" idx="0"/>
            <a:endCxn id="86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" name="Google Shape;873;p44"/>
          <p:cNvCxnSpPr>
            <a:stCxn id="861" idx="4"/>
            <a:endCxn id="86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\frac{m}{\frac{n(n-1)}{2}}" id="874" name="Google Shape;87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2848" y="3770786"/>
            <a:ext cx="1418303" cy="74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880" name="Google Shape;880;p45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4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82" name="Google Shape;882;p45"/>
          <p:cNvCxnSpPr>
            <a:stCxn id="881" idx="6"/>
            <a:endCxn id="88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4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84" name="Google Shape;884;p4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85" name="Google Shape;885;p4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86" name="Google Shape;886;p45"/>
          <p:cNvCxnSpPr>
            <a:stCxn id="885" idx="4"/>
            <a:endCxn id="88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7" name="Google Shape;887;p4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88" name="Google Shape;888;p45"/>
          <p:cNvCxnSpPr>
            <a:stCxn id="881" idx="5"/>
            <a:endCxn id="88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9" name="Google Shape;889;p4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90" name="Google Shape;890;p45"/>
          <p:cNvCxnSpPr>
            <a:stCxn id="889" idx="2"/>
            <a:endCxn id="88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4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92" name="Google Shape;892;p45"/>
          <p:cNvCxnSpPr>
            <a:stCxn id="891" idx="2"/>
            <a:endCxn id="88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3" name="Google Shape;893;p4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94" name="Google Shape;894;p45"/>
          <p:cNvCxnSpPr>
            <a:stCxn id="893" idx="0"/>
            <a:endCxn id="89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45"/>
          <p:cNvCxnSpPr>
            <a:stCxn id="883" idx="4"/>
            <a:endCxn id="88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m\times\frac{2}{n(n-1)}" id="896" name="Google Shape;89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508" y="3872943"/>
            <a:ext cx="2101014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902" name="Google Shape;902;p46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4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04" name="Google Shape;904;p46"/>
          <p:cNvCxnSpPr>
            <a:stCxn id="903" idx="6"/>
            <a:endCxn id="90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5" name="Google Shape;905;p4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06" name="Google Shape;906;p4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07" name="Google Shape;907;p4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08" name="Google Shape;908;p46"/>
          <p:cNvCxnSpPr>
            <a:stCxn id="907" idx="4"/>
            <a:endCxn id="90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9" name="Google Shape;909;p4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10" name="Google Shape;910;p46"/>
          <p:cNvCxnSpPr>
            <a:stCxn id="903" idx="5"/>
            <a:endCxn id="90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1" name="Google Shape;911;p4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12" name="Google Shape;912;p46"/>
          <p:cNvCxnSpPr>
            <a:stCxn id="911" idx="2"/>
            <a:endCxn id="90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3" name="Google Shape;913;p4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14" name="Google Shape;914;p46"/>
          <p:cNvCxnSpPr>
            <a:stCxn id="913" idx="2"/>
            <a:endCxn id="91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" name="Google Shape;915;p4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16" name="Google Shape;916;p46"/>
          <p:cNvCxnSpPr>
            <a:stCxn id="915" idx="0"/>
            <a:endCxn id="91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46"/>
          <p:cNvCxnSpPr>
            <a:stCxn id="905" idx="4"/>
            <a:endCxn id="90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\frac{2m}{n(n-1)}" id="918" name="Google Shape;91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654" y="3873105"/>
            <a:ext cx="1526721" cy="62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924" name="Google Shape;924;p47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4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26" name="Google Shape;926;p47"/>
          <p:cNvCxnSpPr>
            <a:stCxn id="925" idx="6"/>
            <a:endCxn id="92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4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8" name="Google Shape;928;p4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9" name="Google Shape;929;p4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0" name="Google Shape;930;p47"/>
          <p:cNvCxnSpPr>
            <a:stCxn id="929" idx="4"/>
            <a:endCxn id="92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1" name="Google Shape;931;p4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2" name="Google Shape;932;p47"/>
          <p:cNvCxnSpPr>
            <a:stCxn id="925" idx="5"/>
            <a:endCxn id="93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3" name="Google Shape;933;p4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4" name="Google Shape;934;p47"/>
          <p:cNvCxnSpPr>
            <a:stCxn id="933" idx="2"/>
            <a:endCxn id="92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4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6" name="Google Shape;936;p47"/>
          <p:cNvCxnSpPr>
            <a:stCxn id="935" idx="2"/>
            <a:endCxn id="93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7" name="Google Shape;937;p4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8" name="Google Shape;938;p47"/>
          <p:cNvCxnSpPr>
            <a:stCxn id="937" idx="0"/>
            <a:endCxn id="93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47"/>
          <p:cNvCxnSpPr>
            <a:stCxn id="927" idx="4"/>
            <a:endCxn id="93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 = \frac{2 \times 7}{8 \times 7} = \frac{14}{56}=0.25" id="940" name="Google Shape;94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942" y="3835284"/>
            <a:ext cx="2743199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946" name="Google Shape;946;p48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(</a:t>
            </a:r>
            <a:r>
              <a:rPr i="1" lang="en"/>
              <a:t>d</a:t>
            </a:r>
            <a:r>
              <a:rPr lang="en"/>
              <a:t>) is always a number between 0 and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zero</a:t>
            </a:r>
            <a:r>
              <a:rPr lang="en"/>
              <a:t> the closer the observed graph is to the </a:t>
            </a:r>
            <a:r>
              <a:rPr b="1" lang="en"/>
              <a:t>empty graph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one</a:t>
            </a:r>
            <a:r>
              <a:rPr lang="en"/>
              <a:t> the closer the observed graph is to the </a:t>
            </a:r>
            <a:r>
              <a:rPr b="1" lang="en"/>
              <a:t>complete graph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4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48" name="Google Shape;948;p48"/>
          <p:cNvCxnSpPr>
            <a:stCxn id="947" idx="6"/>
            <a:endCxn id="94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9" name="Google Shape;949;p4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0" name="Google Shape;950;p4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1" name="Google Shape;951;p4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52" name="Google Shape;952;p48"/>
          <p:cNvCxnSpPr>
            <a:stCxn id="951" idx="4"/>
            <a:endCxn id="94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3" name="Google Shape;953;p4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54" name="Google Shape;954;p48"/>
          <p:cNvCxnSpPr>
            <a:stCxn id="947" idx="5"/>
            <a:endCxn id="95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5" name="Google Shape;955;p4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56" name="Google Shape;956;p48"/>
          <p:cNvCxnSpPr>
            <a:stCxn id="955" idx="2"/>
            <a:endCxn id="94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7" name="Google Shape;957;p4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58" name="Google Shape;958;p48"/>
          <p:cNvCxnSpPr>
            <a:stCxn id="957" idx="2"/>
            <a:endCxn id="95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9" name="Google Shape;959;p4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60" name="Google Shape;960;p48"/>
          <p:cNvCxnSpPr>
            <a:stCxn id="959" idx="0"/>
            <a:endCxn id="95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48"/>
          <p:cNvCxnSpPr>
            <a:stCxn id="949" idx="4"/>
            <a:endCxn id="95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 = \frac{2 \times 7}{8 \times 7} = \frac{14}{56}=0.25" id="962" name="Google Shape;96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942" y="3835284"/>
            <a:ext cx="2743199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968" name="Google Shape;968;p49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(</a:t>
            </a:r>
            <a:r>
              <a:rPr i="1" lang="en"/>
              <a:t>d</a:t>
            </a:r>
            <a:r>
              <a:rPr lang="en"/>
              <a:t>) is always a number between 0 and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zero</a:t>
            </a:r>
            <a:r>
              <a:rPr lang="en"/>
              <a:t> the closer the observed graph is to the </a:t>
            </a:r>
            <a:r>
              <a:rPr b="1" lang="en"/>
              <a:t>empty graph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one</a:t>
            </a:r>
            <a:r>
              <a:rPr lang="en"/>
              <a:t> the closer the observed graph is to the </a:t>
            </a:r>
            <a:r>
              <a:rPr b="1" lang="en"/>
              <a:t>complete graph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49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has a density equal to one!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970" name="Google Shape;970;p49"/>
          <p:cNvCxnSpPr>
            <a:stCxn id="969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1" name="Google Shape;971;p4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72" name="Google Shape;972;p49"/>
          <p:cNvCxnSpPr>
            <a:stCxn id="971" idx="6"/>
            <a:endCxn id="97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4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74" name="Google Shape;974;p4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75" name="Google Shape;975;p4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76" name="Google Shape;976;p49"/>
          <p:cNvCxnSpPr>
            <a:stCxn id="975" idx="4"/>
            <a:endCxn id="97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7" name="Google Shape;977;p4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78" name="Google Shape;978;p49"/>
          <p:cNvCxnSpPr>
            <a:stCxn id="971" idx="5"/>
            <a:endCxn id="97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9" name="Google Shape;979;p4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80" name="Google Shape;980;p49"/>
          <p:cNvCxnSpPr>
            <a:stCxn id="979" idx="2"/>
            <a:endCxn id="97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4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82" name="Google Shape;982;p49"/>
          <p:cNvCxnSpPr>
            <a:stCxn id="981" idx="2"/>
            <a:endCxn id="97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3" name="Google Shape;983;p4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84" name="Google Shape;984;p49"/>
          <p:cNvCxnSpPr>
            <a:stCxn id="983" idx="0"/>
            <a:endCxn id="98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5" name="Google Shape;985;p49"/>
          <p:cNvCxnSpPr>
            <a:stCxn id="973" idx="4"/>
            <a:endCxn id="97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49"/>
          <p:cNvCxnSpPr>
            <a:stCxn id="971" idx="7"/>
            <a:endCxn id="975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49"/>
          <p:cNvCxnSpPr>
            <a:stCxn id="971" idx="0"/>
            <a:endCxn id="979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515422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49"/>
          <p:cNvCxnSpPr>
            <a:stCxn id="975" idx="5"/>
            <a:endCxn id="97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49"/>
          <p:cNvCxnSpPr>
            <a:stCxn id="979" idx="4"/>
            <a:endCxn id="977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49"/>
          <p:cNvCxnSpPr>
            <a:stCxn id="974" idx="2"/>
            <a:endCxn id="977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49"/>
          <p:cNvCxnSpPr>
            <a:stCxn id="979" idx="4"/>
            <a:endCxn id="974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49"/>
          <p:cNvCxnSpPr>
            <a:stCxn id="979" idx="4"/>
            <a:endCxn id="983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49"/>
          <p:cNvCxnSpPr>
            <a:stCxn id="983" idx="2"/>
            <a:endCxn id="974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49"/>
          <p:cNvCxnSpPr>
            <a:stCxn id="981" idx="3"/>
            <a:endCxn id="974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49"/>
          <p:cNvCxnSpPr>
            <a:stCxn id="981" idx="1"/>
            <a:endCxn id="97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49"/>
          <p:cNvCxnSpPr>
            <a:stCxn id="974" idx="1"/>
            <a:endCxn id="971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49"/>
          <p:cNvCxnSpPr>
            <a:stCxn id="971" idx="0"/>
            <a:endCxn id="981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54325176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49"/>
          <p:cNvCxnSpPr>
            <a:stCxn id="983" idx="1"/>
            <a:endCxn id="971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49"/>
          <p:cNvCxnSpPr>
            <a:stCxn id="973" idx="0"/>
            <a:endCxn id="981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49"/>
          <p:cNvCxnSpPr>
            <a:stCxn id="983" idx="1"/>
            <a:endCxn id="973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49"/>
          <p:cNvCxnSpPr>
            <a:stCxn id="974" idx="1"/>
            <a:endCxn id="973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49"/>
          <p:cNvCxnSpPr>
            <a:stCxn id="975" idx="2"/>
            <a:endCxn id="977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49"/>
          <p:cNvCxnSpPr>
            <a:stCxn id="975" idx="6"/>
            <a:endCxn id="983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4" name="Google Shape;1004;p49"/>
          <p:cNvCxnSpPr>
            <a:stCxn id="983" idx="4"/>
            <a:endCxn id="977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49"/>
          <p:cNvCxnSpPr>
            <a:stCxn id="974" idx="0"/>
            <a:endCxn id="975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49"/>
          <p:cNvCxnSpPr>
            <a:stCxn id="981" idx="3"/>
            <a:endCxn id="977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012" name="Google Shape;1012;p50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(</a:t>
            </a:r>
            <a:r>
              <a:rPr i="1" lang="en"/>
              <a:t>d</a:t>
            </a:r>
            <a:r>
              <a:rPr lang="en"/>
              <a:t>) is always a number between 0 and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zero</a:t>
            </a:r>
            <a:r>
              <a:rPr lang="en"/>
              <a:t> the closer the observed graph is to the </a:t>
            </a:r>
            <a:r>
              <a:rPr b="1" lang="en"/>
              <a:t>empty graph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one</a:t>
            </a:r>
            <a:r>
              <a:rPr lang="en"/>
              <a:t> the closer the observed graph is to the </a:t>
            </a:r>
            <a:r>
              <a:rPr b="1" lang="en"/>
              <a:t>complete graph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50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has a density equal to zero!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014" name="Google Shape;1014;p50"/>
          <p:cNvCxnSpPr>
            <a:stCxn id="1013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5" name="Google Shape;1015;p5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6" name="Google Shape;1016;p5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7" name="Google Shape;1017;p5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8" name="Google Shape;1018;p5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9" name="Google Shape;1019;p5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20" name="Google Shape;1020;p5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21" name="Google Shape;1021;p5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22" name="Google Shape;1022;p5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028" name="Google Shape;1028;p51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graph density can be interpreted in two other ways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the </a:t>
            </a:r>
            <a:r>
              <a:rPr b="1" lang="en"/>
              <a:t>percentage </a:t>
            </a:r>
            <a:r>
              <a:rPr lang="en"/>
              <a:t>of possible edges that are actually present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the </a:t>
            </a:r>
            <a:r>
              <a:rPr b="1" lang="en"/>
              <a:t>probability</a:t>
            </a:r>
            <a:r>
              <a:rPr lang="en"/>
              <a:t> that if we pick two nodes at random from the graph that there will be an edge linking them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5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0" name="Google Shape;1030;p51"/>
          <p:cNvCxnSpPr>
            <a:stCxn id="1029" idx="6"/>
            <a:endCxn id="103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1" name="Google Shape;1031;p5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32" name="Google Shape;1032;p5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33" name="Google Shape;1033;p5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4" name="Google Shape;1034;p51"/>
          <p:cNvCxnSpPr>
            <a:stCxn id="1033" idx="4"/>
            <a:endCxn id="103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5" name="Google Shape;1035;p5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6" name="Google Shape;1036;p51"/>
          <p:cNvCxnSpPr>
            <a:stCxn id="1029" idx="5"/>
            <a:endCxn id="103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7" name="Google Shape;1037;p5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8" name="Google Shape;1038;p51"/>
          <p:cNvCxnSpPr>
            <a:stCxn id="1037" idx="2"/>
            <a:endCxn id="103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9" name="Google Shape;1039;p5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40" name="Google Shape;1040;p51"/>
          <p:cNvCxnSpPr>
            <a:stCxn id="1039" idx="2"/>
            <a:endCxn id="103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1" name="Google Shape;1041;p5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42" name="Google Shape;1042;p51"/>
          <p:cNvCxnSpPr>
            <a:stCxn id="1041" idx="0"/>
            <a:endCxn id="103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51"/>
          <p:cNvCxnSpPr>
            <a:stCxn id="1031" idx="4"/>
            <a:endCxn id="103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0.25" id="1044" name="Google Shape;104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801" y="4182081"/>
            <a:ext cx="1371600" cy="27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