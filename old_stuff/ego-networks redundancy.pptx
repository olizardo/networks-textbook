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66abe132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66abe13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66abe1325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9a34eb21_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9a34eb21_0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flipH="1" rot="10800000">
            <a:off x="0" y="4124513"/>
            <a:ext cx="8458200" cy="94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734343"/>
            <a:ext cx="7772400" cy="224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4124476"/>
            <a:ext cx="7772400" cy="9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7"/>
            <a:ext cx="8229600" cy="15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947332"/>
            <a:ext cx="8229600" cy="46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7"/>
            <a:ext cx="8229600" cy="15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947332"/>
            <a:ext cx="4030200" cy="46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656667" y="1949212"/>
            <a:ext cx="4030200" cy="46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74636"/>
            <a:ext cx="8686800" cy="155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7"/>
            <a:ext cx="8229600" cy="152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0" y="5875079"/>
            <a:ext cx="8686800" cy="69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947332"/>
            <a:ext cx="8229600" cy="46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Redundancy</a:t>
            </a:r>
            <a:endParaRPr/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239700" y="961925"/>
            <a:ext cx="5826000" cy="47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number of alters = n = 6</a:t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number of edges among the n  alters = t = 4 </a:t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redundancy = </a:t>
            </a:r>
            <a:r>
              <a:rPr lang="en-US" sz="2000">
                <a:solidFill>
                  <a:srgbClr val="FF0000"/>
                </a:solidFill>
              </a:rPr>
              <a:t>(2t)/n </a:t>
            </a:r>
            <a:r>
              <a:rPr lang="en-US" sz="2000"/>
              <a:t> =  (2*4)/6 = 1.33</a:t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eff. size = n - redundancy </a:t>
            </a:r>
            <a:br>
              <a:rPr lang="en-US" sz="2000"/>
            </a:br>
            <a:r>
              <a:rPr lang="en-US" sz="2000"/>
              <a:t>           = n - (2t)/n  = 6 - 1.33 =  4.67</a:t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efficiency = eff. size/n = 4.67/6*100 = 77.8</a:t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86E8"/>
                </a:solidFill>
              </a:rPr>
              <a:t>av. degree = 2t/n</a:t>
            </a:r>
            <a:endParaRPr sz="2000">
              <a:solidFill>
                <a:srgbClr val="4A86E8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86E8"/>
                </a:solidFill>
              </a:rPr>
              <a:t>redundancy = av. degree</a:t>
            </a:r>
            <a:endParaRPr sz="2000">
              <a:solidFill>
                <a:srgbClr val="4A86E8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clustering coeff. = 2t/n(n-1) = 8/30 = .266</a:t>
            </a:r>
            <a:endParaRPr sz="2000">
              <a:solidFill>
                <a:srgbClr val="FF9900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cc = 2t/n * 1/(n-1) = redundancy * 1/(n-1)</a:t>
            </a:r>
            <a:endParaRPr sz="2000">
              <a:solidFill>
                <a:srgbClr val="FF9900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redundancy = cc (n-1) = .266* 5 =1.33</a:t>
            </a:r>
            <a:endParaRPr sz="2000">
              <a:solidFill>
                <a:srgbClr val="FF9900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eff. size =  n-redundancy = n - cc(n-1) = 6 - 1.33 =4.67</a:t>
            </a:r>
            <a:endParaRPr sz="2000">
              <a:solidFill>
                <a:srgbClr val="FF9900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9900"/>
              </a:solidFill>
            </a:endParaRPr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2" name="Google Shape;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88" y="2055988"/>
            <a:ext cx="273367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6550" y="5802650"/>
            <a:ext cx="6174400" cy="10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750" y="2298475"/>
            <a:ext cx="3103080" cy="28331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94275" y="2044000"/>
            <a:ext cx="4479600" cy="43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n = 8,   t = 4</a:t>
            </a:r>
            <a:endParaRPr sz="2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Red. = 2t/n = (2*4)/8 = 1</a:t>
            </a:r>
            <a:endParaRPr sz="2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eff. size = n - (2t)/n  = 8 - 1 = 7</a:t>
            </a:r>
            <a:endParaRPr sz="2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/>
              <a:t>efficiency = eff. size/ n = ⅞ = .875</a:t>
            </a:r>
            <a:endParaRPr sz="2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clustering coeff. = 2t/n(n-1)  </a:t>
            </a:r>
            <a:endParaRPr sz="2000">
              <a:solidFill>
                <a:srgbClr val="000000"/>
              </a:solidFill>
            </a:endParaRPr>
          </a:p>
          <a:p>
            <a:pPr indent="-222250" lvl="0" marL="12573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= (2*4)/(8*7) = .143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redundancy = cc (n-1) = .143(7) = 1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eff size = n - cc(n-1) = 8 - .143(7) = 7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Effective Size (ES) and Clustering Coefficient (CC) - Example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94275" y="2044003"/>
            <a:ext cx="4479600" cy="4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N = 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M = 6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Av D = 2*6/7 =  1.7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CC = (2*6)/(7*6) = .286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 (2*6)/7 = 5.285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7 -.286(6) = 5.284</a:t>
            </a:r>
            <a:endParaRPr/>
          </a:p>
          <a:p>
            <a:pPr indent="-22225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ES = 7 - 1.7 = 5.3</a:t>
            </a:r>
            <a:endParaRPr/>
          </a:p>
          <a:p>
            <a:pPr indent="0" lvl="0" marL="1206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Effective Size (ES) and Clustering Coefficient (CC) - Example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986175"/>
            <a:ext cx="3876675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