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y="5143500" cx="9144000"/>
  <p:notesSz cx="6858000" cy="9144000"/>
  <p:embeddedFontLst>
    <p:embeddedFont>
      <p:font typeface="Economica"/>
      <p:regular r:id="rId78"/>
      <p:bold r:id="rId79"/>
      <p:italic r:id="rId80"/>
      <p:boldItalic r:id="rId81"/>
    </p:embeddedFont>
    <p:embeddedFont>
      <p:font typeface="Roboto"/>
      <p:regular r:id="rId82"/>
      <p:bold r:id="rId83"/>
      <p:italic r:id="rId84"/>
      <p:boldItalic r:id="rId85"/>
    </p:embeddedFont>
    <p:embeddedFont>
      <p:font typeface="Cantarell"/>
      <p:regular r:id="rId86"/>
      <p:bold r:id="rId87"/>
      <p:italic r:id="rId88"/>
      <p:boldItalic r:id="rId89"/>
    </p:embeddedFont>
    <p:embeddedFont>
      <p:font typeface="Open Sans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47A9E1-DB9D-49C4-BD1F-2EE74D2EC887}">
  <a:tblStyle styleId="{2F47A9E1-DB9D-49C4-BD1F-2EE74D2EC8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-italic.fntdata"/><Relationship Id="rId83" Type="http://schemas.openxmlformats.org/officeDocument/2006/relationships/font" Target="fonts/Roboto-bold.fntdata"/><Relationship Id="rId42" Type="http://schemas.openxmlformats.org/officeDocument/2006/relationships/slide" Target="slides/slide36.xml"/><Relationship Id="rId86" Type="http://schemas.openxmlformats.org/officeDocument/2006/relationships/font" Target="fonts/Cantarell-regular.fntdata"/><Relationship Id="rId41" Type="http://schemas.openxmlformats.org/officeDocument/2006/relationships/slide" Target="slides/slide35.xml"/><Relationship Id="rId85" Type="http://schemas.openxmlformats.org/officeDocument/2006/relationships/font" Target="fonts/Roboto-boldItalic.fntdata"/><Relationship Id="rId44" Type="http://schemas.openxmlformats.org/officeDocument/2006/relationships/slide" Target="slides/slide38.xml"/><Relationship Id="rId88" Type="http://schemas.openxmlformats.org/officeDocument/2006/relationships/font" Target="fonts/Cantarell-italic.fntdata"/><Relationship Id="rId43" Type="http://schemas.openxmlformats.org/officeDocument/2006/relationships/slide" Target="slides/slide37.xml"/><Relationship Id="rId87" Type="http://schemas.openxmlformats.org/officeDocument/2006/relationships/font" Target="fonts/Cantarell-bold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Cantarell-boldItalic.fntdata"/><Relationship Id="rId80" Type="http://schemas.openxmlformats.org/officeDocument/2006/relationships/font" Target="fonts/Economica-italic.fntdata"/><Relationship Id="rId82" Type="http://schemas.openxmlformats.org/officeDocument/2006/relationships/font" Target="fonts/Roboto-regular.fntdata"/><Relationship Id="rId81" Type="http://schemas.openxmlformats.org/officeDocument/2006/relationships/font" Target="fonts/Economic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font" Target="fonts/Economica-bold.fntdata"/><Relationship Id="rId34" Type="http://schemas.openxmlformats.org/officeDocument/2006/relationships/slide" Target="slides/slide28.xml"/><Relationship Id="rId78" Type="http://schemas.openxmlformats.org/officeDocument/2006/relationships/font" Target="fonts/Economica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OpenSans-bold.fntdata"/><Relationship Id="rId90" Type="http://schemas.openxmlformats.org/officeDocument/2006/relationships/font" Target="fonts/OpenSans-regular.fntdata"/><Relationship Id="rId93" Type="http://schemas.openxmlformats.org/officeDocument/2006/relationships/font" Target="fonts/OpenSans-boldItalic.fntdata"/><Relationship Id="rId92" Type="http://schemas.openxmlformats.org/officeDocument/2006/relationships/font" Target="fonts/OpenSans-italic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224f026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224f026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224f0267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b224f0267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6da3af1ce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6da3af1ce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6da3af1ce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06da3af1c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6da3af1ce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6da3af1c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06da3af1ce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06da3af1ce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6da3af1ce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6da3af1ce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0aefdf382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0aefdf382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aefdf382a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0aefdf382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aefdf382a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aefdf382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aefdf382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aefdf382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0aefdf382a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0aefdf382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0aefdf382a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0aefdf382a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aefdf382a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aefdf382a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0aefdf382a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0aefdf382a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0aefdf382a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0aefdf382a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0aefdf382a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0aefdf382a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aefdf382a_1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aefdf382a_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0aefdf382a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10aefdf382a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0aefdf382a_1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0aefdf382a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0aefdf382a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10aefdf382a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0aefdf382a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10aefdf382a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aefdf382a_1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aefdf382a_1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06da3af1ce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106da3af1ce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06da3af1ce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06da3af1ce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06da3af1ce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06da3af1ce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06da3af1ce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06da3af1ce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106da3af1ce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106da3af1ce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06da3af1c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06da3af1c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06da3af1ce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106da3af1ce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106da3af1ce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106da3af1ce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06da3af1ce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06da3af1ce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06da3af1ce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06da3af1ce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106da3af1ce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106da3af1ce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106da3af1ce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106da3af1ce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106da3af1ce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106da3af1ce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106da3af1ce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106da3af1ce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106da3af1ce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106da3af1ce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06da3af1ce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06da3af1ce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06da3af1ce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06da3af1ce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b3b358e9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b3b358e9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b3b358e9d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b3b358e9d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b3b358e9d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b3b358e9d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b3b358e9d7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b3b358e9d7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b3b358e9d7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b3b358e9d7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b3b358e9d7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b3b358e9d7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b3b358e9d7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b3b358e9d7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b3b358e9d7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b3b358e9d7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b3b358e9d7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b3b358e9d7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b3b358e9d7_1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b3b358e9d7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3b358e9d7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3b358e9d7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2b3b358e9d7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b3b358e9d7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b3b358e9d7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b3b358e9d7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b3b358e9d7_1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b3b358e9d7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b3b358e9d7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b3b358e9d7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b3b358e9d7_1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b3b358e9d7_1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b3b358e9d7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b3b358e9d7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b3b358e9d7_1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3b358e9d7_1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b3b358e9d7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b3b358e9d7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b3b358e9d7_1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b3b358e9d7_1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2b3b358e9d7_1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9" name="Google Shape;1709;g2b3b358e9d7_1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b3b358e9d7_1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b3b358e9d7_1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b3b358e9d7_1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b3b358e9d7_1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2b3b358e9d7_1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g2b3b358e9d7_1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2b3b358e9d7_1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b3b358e9d7_1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2b3b358e9d7_1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2b3b358e9d7_1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b3b358e9d7_1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b3b358e9d7_1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2b3b358e9d7_1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2b3b358e9d7_1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b3b358e9d7_1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b3b358e9d7_1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2b3b358e9d7_1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2b3b358e9d7_1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gif"/><Relationship Id="rId4" Type="http://schemas.openxmlformats.org/officeDocument/2006/relationships/image" Target="../media/image2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gif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gif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gif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gif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gif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4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68" name="Google Shape;68;p14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14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73" name="Google Shape;73;p14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" name="Google Shape;74;p14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78" name="Google Shape;78;p14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" name="Google Shape;79;p14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83" name="Google Shape;83;p14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" name="Google Shape;84;p14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88" name="Google Shape;88;p14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" name="Google Shape;89;p14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" name="Google Shape;92;p14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93" name="Google Shape;93;p14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4" name="Google Shape;94;p14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5" name="Google Shape;95;p14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6" name="Google Shape;96;p14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7" name="Google Shape;97;p14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8" name="Google Shape;98;p14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99" name="Google Shape;99;p14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0" name="Google Shape;100;p14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1" name="Google Shape;101;p14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2" name="Google Shape;102;p14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3" name="Google Shape;103;p14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4" name="Google Shape;104;p14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5" name="Google Shape;105;p14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6" name="Google Shape;106;p14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7" name="Google Shape;107;p14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8" name="Google Shape;108;p14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09" name="Google Shape;109;p14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10" name="Google Shape;110;p14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1" name="Google Shape;111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7" name="Google Shape;117;p1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1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2" name="Google Shape;122;p1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1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27" name="Google Shape;127;p1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1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1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2" name="Google Shape;132;p1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1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37" name="Google Shape;137;p1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8" name="Google Shape;138;p1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9" name="Google Shape;139;p1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0" name="Google Shape;140;p1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1" name="Google Shape;141;p1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1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1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1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1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1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1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1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1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1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1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1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1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154" name="Google Shape;154;p1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55" name="Google Shape;155;p1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" name="Google Shape;156;p1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" name="Google Shape;159;p1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" name="Google Shape;160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804763" y="3357950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67" name="Google Shape;167;p1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" name="Google Shape;169;p16"/>
          <p:cNvCxnSpPr>
            <a:stCxn id="168" idx="6"/>
            <a:endCxn id="17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" name="Google Shape;173;p16"/>
          <p:cNvCxnSpPr>
            <a:stCxn id="172" idx="4"/>
            <a:endCxn id="17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1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" name="Google Shape;175;p16"/>
          <p:cNvCxnSpPr>
            <a:stCxn id="168" idx="5"/>
            <a:endCxn id="17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1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" name="Google Shape;177;p16"/>
          <p:cNvCxnSpPr>
            <a:stCxn id="176" idx="2"/>
            <a:endCxn id="17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" name="Google Shape;179;p16"/>
          <p:cNvCxnSpPr>
            <a:stCxn id="178" idx="2"/>
            <a:endCxn id="17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" name="Google Shape;181;p16"/>
          <p:cNvCxnSpPr>
            <a:stCxn id="180" idx="0"/>
            <a:endCxn id="17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6"/>
          <p:cNvCxnSpPr>
            <a:stCxn id="170" idx="4"/>
            <a:endCxn id="17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88" name="Google Shape;188;p1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" name="Google Shape;190;p17"/>
          <p:cNvCxnSpPr>
            <a:stCxn id="189" idx="6"/>
            <a:endCxn id="19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" name="Google Shape;194;p17"/>
          <p:cNvCxnSpPr>
            <a:stCxn id="193" idx="4"/>
            <a:endCxn id="19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" name="Google Shape;196;p17"/>
          <p:cNvCxnSpPr>
            <a:stCxn id="189" idx="5"/>
            <a:endCxn id="19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1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8" name="Google Shape;198;p17"/>
          <p:cNvCxnSpPr>
            <a:stCxn id="197" idx="2"/>
            <a:endCxn id="19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0" name="Google Shape;200;p17"/>
          <p:cNvCxnSpPr>
            <a:stCxn id="199" idx="2"/>
            <a:endCxn id="19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1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2" name="Google Shape;202;p17"/>
          <p:cNvCxnSpPr>
            <a:stCxn id="201" idx="0"/>
            <a:endCxn id="19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7"/>
          <p:cNvCxnSpPr>
            <a:stCxn id="191" idx="4"/>
            <a:endCxn id="19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cardinality of a set is the number of elements </a:t>
            </a:r>
            <a:r>
              <a:rPr b="1" lang="en">
                <a:solidFill>
                  <a:srgbClr val="FF0000"/>
                </a:solidFill>
              </a:rPr>
              <a:t>inside</a:t>
            </a:r>
            <a:r>
              <a:rPr b="1" lang="en">
                <a:solidFill>
                  <a:srgbClr val="FF0000"/>
                </a:solidFill>
              </a:rPr>
              <a:t> it!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2" name="Google Shape;212;p18"/>
          <p:cNvCxnSpPr>
            <a:stCxn id="211" idx="6"/>
            <a:endCxn id="21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1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6" name="Google Shape;216;p18"/>
          <p:cNvCxnSpPr>
            <a:stCxn id="215" idx="4"/>
            <a:endCxn id="21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1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" name="Google Shape;218;p18"/>
          <p:cNvCxnSpPr>
            <a:stCxn id="211" idx="5"/>
            <a:endCxn id="21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0" name="Google Shape;220;p18"/>
          <p:cNvCxnSpPr>
            <a:stCxn id="219" idx="2"/>
            <a:endCxn id="21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2" name="Google Shape;222;p18"/>
          <p:cNvCxnSpPr>
            <a:stCxn id="221" idx="2"/>
            <a:endCxn id="21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1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4" name="Google Shape;224;p18"/>
          <p:cNvCxnSpPr>
            <a:stCxn id="223" idx="0"/>
            <a:endCxn id="22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18"/>
          <p:cNvCxnSpPr>
            <a:stCxn id="213" idx="4"/>
            <a:endCxn id="21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231" name="Google Shape;231;p1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edge set (m)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3" name="Google Shape;233;p19"/>
          <p:cNvCxnSpPr>
            <a:stCxn id="232" idx="6"/>
            <a:endCxn id="23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1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7" name="Google Shape;237;p19"/>
          <p:cNvCxnSpPr>
            <a:stCxn id="236" idx="4"/>
            <a:endCxn id="23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1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9" name="Google Shape;239;p19"/>
          <p:cNvCxnSpPr>
            <a:stCxn id="232" idx="5"/>
            <a:endCxn id="23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1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" name="Google Shape;241;p19"/>
          <p:cNvCxnSpPr>
            <a:stCxn id="240" idx="2"/>
            <a:endCxn id="23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1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19"/>
          <p:cNvCxnSpPr>
            <a:stCxn id="242" idx="2"/>
            <a:endCxn id="24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5" name="Google Shape;245;p19"/>
          <p:cNvCxnSpPr>
            <a:stCxn id="244" idx="0"/>
            <a:endCxn id="24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9"/>
          <p:cNvCxnSpPr>
            <a:stCxn id="234" idx="4"/>
            <a:endCxn id="23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252" name="Google Shape;252;p2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size</a:t>
            </a:r>
            <a:r>
              <a:rPr lang="en">
                <a:solidFill>
                  <a:srgbClr val="000000"/>
                </a:solidFill>
              </a:rPr>
              <a:t> of a graph is the </a:t>
            </a:r>
            <a:r>
              <a:rPr b="1" lang="en">
                <a:solidFill>
                  <a:srgbClr val="000000"/>
                </a:solidFill>
              </a:rPr>
              <a:t>cardinality</a:t>
            </a:r>
            <a:r>
              <a:rPr lang="en">
                <a:solidFill>
                  <a:srgbClr val="000000"/>
                </a:solidFill>
              </a:rPr>
              <a:t> of the edge set (m) </a:t>
            </a:r>
            <a:endParaRPr>
              <a:solidFill>
                <a:srgbClr val="000000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This is the number of edges:</a:t>
            </a:r>
            <a:endParaRPr>
              <a:solidFill>
                <a:srgbClr val="000000"/>
              </a:solidFill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|E| = m = 7</a:t>
            </a:r>
            <a:endParaRPr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cardinality of a set is the number of elements </a:t>
            </a:r>
            <a:r>
              <a:rPr b="1" lang="en">
                <a:solidFill>
                  <a:srgbClr val="FF0000"/>
                </a:solidFill>
              </a:rPr>
              <a:t>inside</a:t>
            </a:r>
            <a:r>
              <a:rPr b="1" lang="en">
                <a:solidFill>
                  <a:srgbClr val="FF0000"/>
                </a:solidFill>
              </a:rPr>
              <a:t> it!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5" name="Google Shape;255;p20"/>
          <p:cNvCxnSpPr>
            <a:stCxn id="254" idx="6"/>
            <a:endCxn id="25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9" name="Google Shape;259;p20"/>
          <p:cNvCxnSpPr>
            <a:stCxn id="258" idx="4"/>
            <a:endCxn id="25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1" name="Google Shape;261;p20"/>
          <p:cNvCxnSpPr>
            <a:stCxn id="254" idx="5"/>
            <a:endCxn id="26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2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3" name="Google Shape;263;p20"/>
          <p:cNvCxnSpPr>
            <a:stCxn id="262" idx="2"/>
            <a:endCxn id="25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5" name="Google Shape;265;p20"/>
          <p:cNvCxnSpPr>
            <a:stCxn id="264" idx="2"/>
            <a:endCxn id="26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7" name="Google Shape;267;p20"/>
          <p:cNvCxnSpPr>
            <a:stCxn id="266" idx="0"/>
            <a:endCxn id="26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0"/>
          <p:cNvCxnSpPr>
            <a:stCxn id="256" idx="4"/>
            <a:endCxn id="26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" name="Google Shape;276;p21"/>
          <p:cNvCxnSpPr>
            <a:stCxn id="275" idx="6"/>
            <a:endCxn id="27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21"/>
          <p:cNvCxnSpPr>
            <a:stCxn id="279" idx="4"/>
            <a:endCxn id="27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2" name="Google Shape;282;p21"/>
          <p:cNvCxnSpPr>
            <a:stCxn id="275" idx="5"/>
            <a:endCxn id="28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2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4" name="Google Shape;284;p21"/>
          <p:cNvCxnSpPr>
            <a:stCxn id="283" idx="2"/>
            <a:endCxn id="27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6" name="Google Shape;286;p21"/>
          <p:cNvCxnSpPr>
            <a:stCxn id="285" idx="2"/>
            <a:endCxn id="28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8" name="Google Shape;288;p21"/>
          <p:cNvCxnSpPr>
            <a:stCxn id="287" idx="0"/>
            <a:endCxn id="28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1"/>
          <p:cNvCxnSpPr>
            <a:stCxn id="277" idx="4"/>
            <a:endCxn id="28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0" name="Google Shape;290;p2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8" name="Google Shape;298;p22"/>
          <p:cNvCxnSpPr>
            <a:stCxn id="297" idx="6"/>
            <a:endCxn id="29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2" name="Google Shape;302;p22"/>
          <p:cNvCxnSpPr>
            <a:stCxn id="301" idx="4"/>
            <a:endCxn id="29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2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4" name="Google Shape;304;p22"/>
          <p:cNvCxnSpPr>
            <a:stCxn id="297" idx="5"/>
            <a:endCxn id="30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2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6" name="Google Shape;306;p22"/>
          <p:cNvCxnSpPr>
            <a:stCxn id="305" idx="2"/>
            <a:endCxn id="29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8" name="Google Shape;308;p22"/>
          <p:cNvCxnSpPr>
            <a:stCxn id="307" idx="2"/>
            <a:endCxn id="30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0" name="Google Shape;310;p22"/>
          <p:cNvCxnSpPr>
            <a:stCxn id="309" idx="0"/>
            <a:endCxn id="30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2"/>
          <p:cNvCxnSpPr>
            <a:stCxn id="299" idx="4"/>
            <a:endCxn id="30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12" name="Google Shape;312;p2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318" name="Google Shape;318;p2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0" name="Google Shape;320;p23"/>
          <p:cNvCxnSpPr>
            <a:stCxn id="319" idx="6"/>
            <a:endCxn id="32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4" name="Google Shape;324;p23"/>
          <p:cNvCxnSpPr>
            <a:stCxn id="323" idx="4"/>
            <a:endCxn id="32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6" name="Google Shape;326;p23"/>
          <p:cNvCxnSpPr>
            <a:stCxn id="319" idx="5"/>
            <a:endCxn id="32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2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8" name="Google Shape;328;p23"/>
          <p:cNvCxnSpPr>
            <a:stCxn id="327" idx="2"/>
            <a:endCxn id="32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0" name="Google Shape;330;p23"/>
          <p:cNvCxnSpPr>
            <a:stCxn id="329" idx="2"/>
            <a:endCxn id="32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" name="Google Shape;332;p23"/>
          <p:cNvCxnSpPr>
            <a:stCxn id="331" idx="0"/>
            <a:endCxn id="32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3"/>
          <p:cNvCxnSpPr>
            <a:stCxn id="321" idx="4"/>
            <a:endCxn id="32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34" name="Google Shape;334;p2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</a:t>
            </a:r>
            <a:r>
              <a:rPr lang="en"/>
              <a:t>Degree Set and Degree Sequence</a:t>
            </a:r>
            <a:endParaRPr/>
          </a:p>
        </p:txBody>
      </p:sp>
      <p:sp>
        <p:nvSpPr>
          <p:cNvPr id="340" name="Google Shape;340;p2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2" name="Google Shape;342;p24"/>
          <p:cNvCxnSpPr>
            <a:stCxn id="341" idx="6"/>
            <a:endCxn id="34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6" name="Google Shape;346;p24"/>
          <p:cNvCxnSpPr>
            <a:stCxn id="345" idx="4"/>
            <a:endCxn id="34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2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8" name="Google Shape;348;p24"/>
          <p:cNvCxnSpPr>
            <a:stCxn id="341" idx="5"/>
            <a:endCxn id="34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0" name="Google Shape;350;p24"/>
          <p:cNvCxnSpPr>
            <a:stCxn id="349" idx="2"/>
            <a:endCxn id="34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2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2" name="Google Shape;352;p24"/>
          <p:cNvCxnSpPr>
            <a:stCxn id="351" idx="2"/>
            <a:endCxn id="34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4" name="Google Shape;354;p24"/>
          <p:cNvCxnSpPr>
            <a:stCxn id="353" idx="0"/>
            <a:endCxn id="35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4"/>
          <p:cNvCxnSpPr>
            <a:stCxn id="343" idx="4"/>
            <a:endCxn id="34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56" name="Google Shape;356;p2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7" name="Google Shape;357;p24"/>
          <p:cNvGraphicFramePr/>
          <p:nvPr/>
        </p:nvGraphicFramePr>
        <p:xfrm>
          <a:off x="801050" y="418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5" name="Google Shape;365;p25"/>
          <p:cNvCxnSpPr>
            <a:stCxn id="364" idx="6"/>
            <a:endCxn id="36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2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9" name="Google Shape;369;p25"/>
          <p:cNvCxnSpPr>
            <a:stCxn id="368" idx="4"/>
            <a:endCxn id="36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1" name="Google Shape;371;p25"/>
          <p:cNvCxnSpPr>
            <a:stCxn id="364" idx="5"/>
            <a:endCxn id="37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2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3" name="Google Shape;373;p25"/>
          <p:cNvCxnSpPr>
            <a:stCxn id="372" idx="2"/>
            <a:endCxn id="36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5" name="Google Shape;375;p25"/>
          <p:cNvCxnSpPr>
            <a:stCxn id="374" idx="2"/>
            <a:endCxn id="37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2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7" name="Google Shape;377;p25"/>
          <p:cNvCxnSpPr>
            <a:stCxn id="376" idx="0"/>
            <a:endCxn id="37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5"/>
          <p:cNvCxnSpPr>
            <a:stCxn id="366" idx="4"/>
            <a:endCxn id="37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79" name="Google Shape;379;p2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</a:t>
            </a:r>
            <a:r>
              <a:rPr b="1" lang="en"/>
              <a:t>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</a:t>
            </a:r>
            <a:r>
              <a:rPr lang="en"/>
              <a:t>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7" name="Google Shape;387;p26"/>
          <p:cNvCxnSpPr>
            <a:stCxn id="386" idx="6"/>
            <a:endCxn id="38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2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1" name="Google Shape;391;p26"/>
          <p:cNvCxnSpPr>
            <a:stCxn id="390" idx="4"/>
            <a:endCxn id="38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3" name="Google Shape;393;p26"/>
          <p:cNvCxnSpPr>
            <a:stCxn id="386" idx="5"/>
            <a:endCxn id="39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5" name="Google Shape;395;p26"/>
          <p:cNvCxnSpPr>
            <a:stCxn id="394" idx="2"/>
            <a:endCxn id="38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7" name="Google Shape;397;p26"/>
          <p:cNvCxnSpPr>
            <a:stCxn id="396" idx="2"/>
            <a:endCxn id="39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2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9" name="Google Shape;399;p26"/>
          <p:cNvCxnSpPr>
            <a:stCxn id="398" idx="0"/>
            <a:endCxn id="39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6"/>
          <p:cNvCxnSpPr>
            <a:stCxn id="388" idx="4"/>
            <a:endCxn id="39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01" name="Google Shape;401;p2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9" name="Google Shape;409;p27"/>
          <p:cNvCxnSpPr>
            <a:stCxn id="408" idx="6"/>
            <a:endCxn id="41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3" name="Google Shape;413;p27"/>
          <p:cNvCxnSpPr>
            <a:stCxn id="412" idx="4"/>
            <a:endCxn id="41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5" name="Google Shape;415;p27"/>
          <p:cNvCxnSpPr>
            <a:stCxn id="408" idx="5"/>
            <a:endCxn id="41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7" name="Google Shape;417;p27"/>
          <p:cNvCxnSpPr>
            <a:stCxn id="416" idx="2"/>
            <a:endCxn id="41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9" name="Google Shape;419;p27"/>
          <p:cNvCxnSpPr>
            <a:stCxn id="418" idx="2"/>
            <a:endCxn id="41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1" name="Google Shape;421;p27"/>
          <p:cNvCxnSpPr>
            <a:stCxn id="420" idx="0"/>
            <a:endCxn id="41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7"/>
          <p:cNvCxnSpPr>
            <a:stCxn id="410" idx="4"/>
            <a:endCxn id="41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23" name="Google Shape;423;p27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1" name="Google Shape;431;p28"/>
          <p:cNvCxnSpPr>
            <a:stCxn id="430" idx="6"/>
            <a:endCxn id="43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5" name="Google Shape;435;p28"/>
          <p:cNvCxnSpPr>
            <a:stCxn id="434" idx="4"/>
            <a:endCxn id="43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" name="Google Shape;436;p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7" name="Google Shape;437;p28"/>
          <p:cNvCxnSpPr>
            <a:stCxn id="430" idx="5"/>
            <a:endCxn id="43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9" name="Google Shape;439;p28"/>
          <p:cNvCxnSpPr>
            <a:stCxn id="438" idx="2"/>
            <a:endCxn id="43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1" name="Google Shape;441;p28"/>
          <p:cNvCxnSpPr>
            <a:stCxn id="440" idx="2"/>
            <a:endCxn id="43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3" name="Google Shape;443;p28"/>
          <p:cNvCxnSpPr>
            <a:stCxn id="442" idx="0"/>
            <a:endCxn id="44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28"/>
          <p:cNvCxnSpPr>
            <a:stCxn id="432" idx="4"/>
            <a:endCxn id="43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45" name="Google Shape;445;p28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3" name="Google Shape;453;p29"/>
          <p:cNvCxnSpPr>
            <a:stCxn id="452" idx="6"/>
            <a:endCxn id="4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7" name="Google Shape;457;p29"/>
          <p:cNvCxnSpPr>
            <a:stCxn id="456" idx="4"/>
            <a:endCxn id="4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9" name="Google Shape;459;p29"/>
          <p:cNvCxnSpPr>
            <a:stCxn id="452" idx="5"/>
            <a:endCxn id="4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1" name="Google Shape;461;p29"/>
          <p:cNvCxnSpPr>
            <a:stCxn id="460" idx="2"/>
            <a:endCxn id="4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3" name="Google Shape;463;p29"/>
          <p:cNvCxnSpPr>
            <a:stCxn id="462" idx="2"/>
            <a:endCxn id="4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" name="Google Shape;464;p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5" name="Google Shape;465;p29"/>
          <p:cNvCxnSpPr>
            <a:stCxn id="464" idx="0"/>
            <a:endCxn id="4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29"/>
          <p:cNvCxnSpPr>
            <a:stCxn id="454" idx="4"/>
            <a:endCxn id="4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67" name="Google Shape;467;p2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</a:t>
            </a:r>
            <a:r>
              <a:rPr lang="en"/>
              <a:t>minimum</a:t>
            </a:r>
            <a:r>
              <a:rPr lang="en"/>
              <a:t>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5" name="Google Shape;475;p30"/>
          <p:cNvCxnSpPr>
            <a:stCxn id="474" idx="6"/>
            <a:endCxn id="47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9" name="Google Shape;479;p30"/>
          <p:cNvCxnSpPr>
            <a:stCxn id="478" idx="4"/>
            <a:endCxn id="47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" name="Google Shape;480;p3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1" name="Google Shape;481;p30"/>
          <p:cNvCxnSpPr>
            <a:stCxn id="474" idx="5"/>
            <a:endCxn id="48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3" name="Google Shape;483;p30"/>
          <p:cNvCxnSpPr>
            <a:stCxn id="482" idx="2"/>
            <a:endCxn id="47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5" name="Google Shape;485;p30"/>
          <p:cNvCxnSpPr>
            <a:stCxn id="484" idx="2"/>
            <a:endCxn id="48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3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7" name="Google Shape;487;p30"/>
          <p:cNvCxnSpPr>
            <a:stCxn id="486" idx="0"/>
            <a:endCxn id="48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0"/>
          <p:cNvCxnSpPr>
            <a:stCxn id="476" idx="4"/>
            <a:endCxn id="48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89" name="Google Shape;489;p3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 = (k</a:t>
            </a:r>
            <a:r>
              <a:rPr baseline="-25000" lang="en"/>
              <a:t>max</a:t>
            </a:r>
            <a:r>
              <a:rPr lang="en"/>
              <a:t>－ k</a:t>
            </a:r>
            <a:r>
              <a:rPr baseline="-25000" lang="en"/>
              <a:t>min</a:t>
            </a:r>
            <a:r>
              <a:rPr lang="en"/>
              <a:t>) = (4 － 0)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496" name="Google Shape;496;p3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7" name="Google Shape;497;p31"/>
          <p:cNvCxnSpPr>
            <a:stCxn id="496" idx="6"/>
            <a:endCxn id="49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1" name="Google Shape;501;p31"/>
          <p:cNvCxnSpPr>
            <a:stCxn id="500" idx="4"/>
            <a:endCxn id="49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3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3" name="Google Shape;503;p31"/>
          <p:cNvCxnSpPr>
            <a:stCxn id="496" idx="5"/>
            <a:endCxn id="50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5" name="Google Shape;505;p31"/>
          <p:cNvCxnSpPr>
            <a:stCxn id="504" idx="2"/>
            <a:endCxn id="49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7" name="Google Shape;507;p31"/>
          <p:cNvCxnSpPr>
            <a:stCxn id="506" idx="2"/>
            <a:endCxn id="50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9" name="Google Shape;509;p31"/>
          <p:cNvCxnSpPr>
            <a:stCxn id="508" idx="0"/>
            <a:endCxn id="50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1"/>
          <p:cNvCxnSpPr>
            <a:stCxn id="498" idx="4"/>
            <a:endCxn id="50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11" name="Google Shape;511;p3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518" name="Google Shape;518;p3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9" name="Google Shape;519;p32"/>
          <p:cNvCxnSpPr>
            <a:stCxn id="518" idx="6"/>
            <a:endCxn id="52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3" name="Google Shape;523;p32"/>
          <p:cNvCxnSpPr>
            <a:stCxn id="522" idx="4"/>
            <a:endCxn id="52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3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5" name="Google Shape;525;p32"/>
          <p:cNvCxnSpPr>
            <a:stCxn id="518" idx="5"/>
            <a:endCxn id="52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7" name="Google Shape;527;p32"/>
          <p:cNvCxnSpPr>
            <a:stCxn id="526" idx="2"/>
            <a:endCxn id="52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9" name="Google Shape;529;p32"/>
          <p:cNvCxnSpPr>
            <a:stCxn id="528" idx="2"/>
            <a:endCxn id="52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3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1" name="Google Shape;531;p32"/>
          <p:cNvCxnSpPr>
            <a:stCxn id="530" idx="0"/>
            <a:endCxn id="52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2"/>
          <p:cNvCxnSpPr>
            <a:stCxn id="520" idx="4"/>
            <a:endCxn id="52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33" name="Google Shape;533;p3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1" name="Google Shape;541;p33"/>
          <p:cNvCxnSpPr>
            <a:stCxn id="540" idx="6"/>
            <a:endCxn id="54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" name="Google Shape;542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5" name="Google Shape;545;p33"/>
          <p:cNvCxnSpPr>
            <a:stCxn id="544" idx="4"/>
            <a:endCxn id="54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3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7" name="Google Shape;547;p33"/>
          <p:cNvCxnSpPr>
            <a:stCxn id="540" idx="5"/>
            <a:endCxn id="54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9" name="Google Shape;549;p33"/>
          <p:cNvCxnSpPr>
            <a:stCxn id="548" idx="2"/>
            <a:endCxn id="54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1" name="Google Shape;551;p33"/>
          <p:cNvCxnSpPr>
            <a:stCxn id="550" idx="2"/>
            <a:endCxn id="54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3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3" name="Google Shape;553;p33"/>
          <p:cNvCxnSpPr>
            <a:stCxn id="552" idx="0"/>
            <a:endCxn id="55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3"/>
          <p:cNvCxnSpPr>
            <a:stCxn id="542" idx="4"/>
            <a:endCxn id="54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55" name="Google Shape;555;p3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 sum of degrees is equal to </a:t>
            </a:r>
            <a:r>
              <a:rPr b="1" lang="en"/>
              <a:t>twice</a:t>
            </a:r>
            <a:r>
              <a:rPr lang="en"/>
              <a:t> the number of </a:t>
            </a:r>
            <a:r>
              <a:rPr b="1" lang="en"/>
              <a:t>edges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Σk</a:t>
            </a:r>
            <a:r>
              <a:rPr baseline="-25000" lang="en" sz="1800"/>
              <a:t>i  </a:t>
            </a:r>
            <a:r>
              <a:rPr lang="en" sz="1800"/>
              <a:t>= 2m = 2 ✕ 7 = 14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3" name="Google Shape;563;p34"/>
          <p:cNvCxnSpPr>
            <a:stCxn id="562" idx="6"/>
            <a:endCxn id="56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7" name="Google Shape;567;p34"/>
          <p:cNvCxnSpPr>
            <a:stCxn id="566" idx="4"/>
            <a:endCxn id="56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3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9" name="Google Shape;569;p34"/>
          <p:cNvCxnSpPr>
            <a:stCxn id="562" idx="5"/>
            <a:endCxn id="56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1" name="Google Shape;571;p34"/>
          <p:cNvCxnSpPr>
            <a:stCxn id="570" idx="2"/>
            <a:endCxn id="56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3" name="Google Shape;573;p34"/>
          <p:cNvCxnSpPr>
            <a:stCxn id="572" idx="2"/>
            <a:endCxn id="57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3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5" name="Google Shape;575;p34"/>
          <p:cNvCxnSpPr>
            <a:stCxn id="574" idx="0"/>
            <a:endCxn id="57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4"/>
          <p:cNvCxnSpPr>
            <a:stCxn id="564" idx="4"/>
            <a:endCxn id="56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77" name="Google Shape;577;p3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5" name="Google Shape;585;p35"/>
          <p:cNvCxnSpPr>
            <a:stCxn id="584" idx="6"/>
            <a:endCxn id="58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3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9" name="Google Shape;589;p35"/>
          <p:cNvCxnSpPr>
            <a:stCxn id="588" idx="4"/>
            <a:endCxn id="58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3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1" name="Google Shape;591;p35"/>
          <p:cNvCxnSpPr>
            <a:stCxn id="584" idx="5"/>
            <a:endCxn id="59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3" name="Google Shape;593;p35"/>
          <p:cNvCxnSpPr>
            <a:stCxn id="592" idx="2"/>
            <a:endCxn id="58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3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5" name="Google Shape;595;p35"/>
          <p:cNvCxnSpPr>
            <a:stCxn id="594" idx="2"/>
            <a:endCxn id="59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3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7" name="Google Shape;597;p35"/>
          <p:cNvCxnSpPr>
            <a:stCxn id="596" idx="0"/>
            <a:endCxn id="59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5"/>
          <p:cNvCxnSpPr>
            <a:stCxn id="586" idx="4"/>
            <a:endCxn id="59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99" name="Google Shape;599;p3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600" name="Google Shape;6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</a:t>
            </a:r>
            <a:r>
              <a:rPr lang="en"/>
              <a:t>Σk</a:t>
            </a:r>
            <a:r>
              <a:rPr baseline="-25000" lang="en"/>
              <a:t>i</a:t>
            </a:r>
            <a:r>
              <a:rPr lang="en"/>
              <a:t>) </a:t>
            </a:r>
            <a:r>
              <a:rPr lang="en"/>
              <a:t>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607" name="Google Shape;607;p3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8" name="Google Shape;608;p36"/>
          <p:cNvCxnSpPr>
            <a:stCxn id="607" idx="6"/>
            <a:endCxn id="60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3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2" name="Google Shape;612;p36"/>
          <p:cNvCxnSpPr>
            <a:stCxn id="611" idx="4"/>
            <a:endCxn id="60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3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4" name="Google Shape;614;p36"/>
          <p:cNvCxnSpPr>
            <a:stCxn id="607" idx="5"/>
            <a:endCxn id="61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3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6" name="Google Shape;616;p36"/>
          <p:cNvCxnSpPr>
            <a:stCxn id="615" idx="2"/>
            <a:endCxn id="60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3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8" name="Google Shape;618;p36"/>
          <p:cNvCxnSpPr>
            <a:stCxn id="617" idx="2"/>
            <a:endCxn id="61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3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0" name="Google Shape;620;p36"/>
          <p:cNvCxnSpPr>
            <a:stCxn id="619" idx="0"/>
            <a:endCxn id="61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36"/>
          <p:cNvCxnSpPr>
            <a:stCxn id="609" idx="4"/>
            <a:endCxn id="61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22" name="Google Shape;622;p3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623" name="Google Shape;6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overline{k} = \frac{\sum k_i}{n} = \frac{14}{8}=1.75" id="624" name="Google Shape;62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850" y="3579925"/>
            <a:ext cx="2743201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630" name="Google Shape;630;p3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</a:t>
            </a:r>
            <a:r>
              <a:rPr i="1" lang="en"/>
              <a:t>n</a:t>
            </a:r>
            <a:r>
              <a:rPr lang="en"/>
              <a:t> is the number of edges that would exist if graph was </a:t>
            </a:r>
            <a:r>
              <a:rPr b="1" lang="en"/>
              <a:t>complete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631" name="Google Shape;631;p37"/>
          <p:cNvCxnSpPr>
            <a:stCxn id="632" idx="0"/>
            <a:endCxn id="63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3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5" name="Google Shape;635;p37"/>
          <p:cNvCxnSpPr>
            <a:stCxn id="634" idx="6"/>
            <a:endCxn id="6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7" name="Google Shape;637;p3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8" name="Google Shape;638;p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39" name="Google Shape;639;p37"/>
          <p:cNvCxnSpPr>
            <a:stCxn id="638" idx="4"/>
            <a:endCxn id="6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3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1" name="Google Shape;641;p37"/>
          <p:cNvCxnSpPr>
            <a:stCxn id="634" idx="5"/>
            <a:endCxn id="64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3" name="Google Shape;643;p37"/>
          <p:cNvCxnSpPr>
            <a:stCxn id="642" idx="2"/>
            <a:endCxn id="63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5" name="Google Shape;645;p37"/>
          <p:cNvCxnSpPr>
            <a:stCxn id="644" idx="2"/>
            <a:endCxn id="64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47" name="Google Shape;647;p37"/>
          <p:cNvCxnSpPr>
            <a:stCxn id="646" idx="0"/>
            <a:endCxn id="6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7"/>
          <p:cNvCxnSpPr>
            <a:stCxn id="636" idx="4"/>
            <a:endCxn id="64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654" name="Google Shape;654;p3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6" name="Google Shape;656;p38"/>
          <p:cNvCxnSpPr>
            <a:stCxn id="655" idx="6"/>
            <a:endCxn id="65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8" name="Google Shape;658;p3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0" name="Google Shape;660;p38"/>
          <p:cNvCxnSpPr>
            <a:stCxn id="659" idx="4"/>
            <a:endCxn id="65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3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2" name="Google Shape;662;p38"/>
          <p:cNvCxnSpPr>
            <a:stCxn id="655" idx="5"/>
            <a:endCxn id="66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4" name="Google Shape;664;p38"/>
          <p:cNvCxnSpPr>
            <a:stCxn id="663" idx="2"/>
            <a:endCxn id="65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6" name="Google Shape;666;p38"/>
          <p:cNvCxnSpPr>
            <a:stCxn id="665" idx="2"/>
            <a:endCxn id="66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8" name="Google Shape;668;p38"/>
          <p:cNvCxnSpPr>
            <a:stCxn id="667" idx="0"/>
            <a:endCxn id="66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38"/>
          <p:cNvCxnSpPr>
            <a:stCxn id="657" idx="4"/>
            <a:endCxn id="66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38"/>
          <p:cNvCxnSpPr>
            <a:stCxn id="655" idx="7"/>
            <a:endCxn id="659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8"/>
          <p:cNvCxnSpPr>
            <a:stCxn id="655" idx="0"/>
            <a:endCxn id="663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8"/>
          <p:cNvCxnSpPr>
            <a:stCxn id="659" idx="5"/>
            <a:endCxn id="66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8"/>
          <p:cNvCxnSpPr>
            <a:stCxn id="663" idx="4"/>
            <a:endCxn id="661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38"/>
          <p:cNvCxnSpPr>
            <a:stCxn id="658" idx="2"/>
            <a:endCxn id="661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8"/>
          <p:cNvCxnSpPr>
            <a:stCxn id="663" idx="4"/>
            <a:endCxn id="658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8"/>
          <p:cNvCxnSpPr>
            <a:stCxn id="663" idx="4"/>
            <a:endCxn id="667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38"/>
          <p:cNvCxnSpPr>
            <a:stCxn id="667" idx="2"/>
            <a:endCxn id="658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38"/>
          <p:cNvCxnSpPr>
            <a:stCxn id="665" idx="3"/>
            <a:endCxn id="658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8"/>
          <p:cNvCxnSpPr>
            <a:stCxn id="665" idx="1"/>
            <a:endCxn id="65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38"/>
          <p:cNvCxnSpPr>
            <a:stCxn id="658" idx="1"/>
            <a:endCxn id="655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38"/>
          <p:cNvCxnSpPr>
            <a:stCxn id="655" idx="0"/>
            <a:endCxn id="665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38"/>
          <p:cNvCxnSpPr>
            <a:stCxn id="667" idx="1"/>
            <a:endCxn id="655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38"/>
          <p:cNvCxnSpPr>
            <a:stCxn id="657" idx="0"/>
            <a:endCxn id="665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8"/>
          <p:cNvCxnSpPr>
            <a:stCxn id="667" idx="1"/>
            <a:endCxn id="657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8"/>
          <p:cNvCxnSpPr>
            <a:stCxn id="658" idx="1"/>
            <a:endCxn id="657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38"/>
          <p:cNvCxnSpPr>
            <a:stCxn id="659" idx="2"/>
            <a:endCxn id="661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38"/>
          <p:cNvCxnSpPr>
            <a:stCxn id="659" idx="6"/>
            <a:endCxn id="667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8"/>
          <p:cNvCxnSpPr>
            <a:stCxn id="667" idx="4"/>
            <a:endCxn id="661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38"/>
          <p:cNvCxnSpPr>
            <a:stCxn id="658" idx="0"/>
            <a:endCxn id="659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38"/>
          <p:cNvCxnSpPr>
            <a:stCxn id="665" idx="3"/>
            <a:endCxn id="661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38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complete graph of order 8!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92" name="Google Shape;692;p38"/>
          <p:cNvCxnSpPr>
            <a:stCxn id="691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698" name="Google Shape;698;p3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0" name="Google Shape;700;p39"/>
          <p:cNvCxnSpPr>
            <a:stCxn id="699" idx="6"/>
            <a:endCxn id="70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2" name="Google Shape;702;p3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03" name="Google Shape;703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4" name="Google Shape;704;p39"/>
          <p:cNvCxnSpPr>
            <a:stCxn id="703" idx="4"/>
            <a:endCxn id="70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3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6" name="Google Shape;706;p39"/>
          <p:cNvCxnSpPr>
            <a:stCxn id="699" idx="5"/>
            <a:endCxn id="70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7" name="Google Shape;707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8" name="Google Shape;708;p39"/>
          <p:cNvCxnSpPr>
            <a:stCxn id="707" idx="2"/>
            <a:endCxn id="70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0" name="Google Shape;710;p39"/>
          <p:cNvCxnSpPr>
            <a:stCxn id="709" idx="2"/>
            <a:endCxn id="70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" name="Google Shape;711;p3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2" name="Google Shape;712;p39"/>
          <p:cNvCxnSpPr>
            <a:stCxn id="711" idx="0"/>
            <a:endCxn id="70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9"/>
          <p:cNvCxnSpPr>
            <a:stCxn id="701" idx="4"/>
            <a:endCxn id="70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39"/>
          <p:cNvCxnSpPr>
            <a:stCxn id="699" idx="7"/>
            <a:endCxn id="703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39"/>
          <p:cNvCxnSpPr>
            <a:stCxn id="699" idx="0"/>
            <a:endCxn id="707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9"/>
          <p:cNvCxnSpPr>
            <a:stCxn id="703" idx="5"/>
            <a:endCxn id="70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39"/>
          <p:cNvCxnSpPr>
            <a:stCxn id="707" idx="4"/>
            <a:endCxn id="705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9"/>
          <p:cNvCxnSpPr>
            <a:stCxn id="702" idx="2"/>
            <a:endCxn id="705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39"/>
          <p:cNvCxnSpPr>
            <a:stCxn id="707" idx="4"/>
            <a:endCxn id="702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39"/>
          <p:cNvCxnSpPr>
            <a:stCxn id="707" idx="4"/>
            <a:endCxn id="711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9"/>
          <p:cNvCxnSpPr>
            <a:stCxn id="711" idx="2"/>
            <a:endCxn id="702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39"/>
          <p:cNvCxnSpPr>
            <a:stCxn id="709" idx="3"/>
            <a:endCxn id="702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9"/>
          <p:cNvCxnSpPr>
            <a:stCxn id="709" idx="1"/>
            <a:endCxn id="70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39"/>
          <p:cNvCxnSpPr>
            <a:stCxn id="702" idx="1"/>
            <a:endCxn id="699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39"/>
          <p:cNvCxnSpPr>
            <a:stCxn id="699" idx="0"/>
            <a:endCxn id="709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9"/>
          <p:cNvCxnSpPr>
            <a:stCxn id="711" idx="1"/>
            <a:endCxn id="699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39"/>
          <p:cNvCxnSpPr>
            <a:stCxn id="701" idx="0"/>
            <a:endCxn id="709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39"/>
          <p:cNvCxnSpPr>
            <a:stCxn id="711" idx="1"/>
            <a:endCxn id="701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39"/>
          <p:cNvCxnSpPr>
            <a:stCxn id="702" idx="1"/>
            <a:endCxn id="701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39"/>
          <p:cNvCxnSpPr>
            <a:stCxn id="703" idx="2"/>
            <a:endCxn id="705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39"/>
          <p:cNvCxnSpPr>
            <a:stCxn id="703" idx="6"/>
            <a:endCxn id="711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39"/>
          <p:cNvCxnSpPr>
            <a:stCxn id="711" idx="4"/>
            <a:endCxn id="705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39"/>
          <p:cNvCxnSpPr>
            <a:stCxn id="702" idx="0"/>
            <a:endCxn id="703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9"/>
          <p:cNvCxnSpPr>
            <a:stCxn id="709" idx="3"/>
            <a:endCxn id="705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n(n-1)}{2}" id="735" name="Google Shape;7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72" y="3593275"/>
            <a:ext cx="2624007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741" name="Google Shape;741;p4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3" name="Google Shape;743;p40"/>
          <p:cNvCxnSpPr>
            <a:stCxn id="742" idx="6"/>
            <a:endCxn id="74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4" name="Google Shape;744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7" name="Google Shape;747;p40"/>
          <p:cNvCxnSpPr>
            <a:stCxn id="746" idx="4"/>
            <a:endCxn id="74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9" name="Google Shape;749;p40"/>
          <p:cNvCxnSpPr>
            <a:stCxn id="742" idx="5"/>
            <a:endCxn id="74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1" name="Google Shape;751;p40"/>
          <p:cNvCxnSpPr>
            <a:stCxn id="750" idx="2"/>
            <a:endCxn id="74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3" name="Google Shape;753;p40"/>
          <p:cNvCxnSpPr>
            <a:stCxn id="752" idx="2"/>
            <a:endCxn id="75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4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5" name="Google Shape;755;p40"/>
          <p:cNvCxnSpPr>
            <a:stCxn id="754" idx="0"/>
            <a:endCxn id="75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0"/>
          <p:cNvCxnSpPr>
            <a:stCxn id="744" idx="4"/>
            <a:endCxn id="74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40"/>
          <p:cNvCxnSpPr>
            <a:stCxn id="742" idx="7"/>
            <a:endCxn id="746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40"/>
          <p:cNvCxnSpPr>
            <a:stCxn id="742" idx="0"/>
            <a:endCxn id="750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0"/>
          <p:cNvCxnSpPr>
            <a:stCxn id="746" idx="5"/>
            <a:endCxn id="75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0"/>
          <p:cNvCxnSpPr>
            <a:stCxn id="750" idx="4"/>
            <a:endCxn id="748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0"/>
          <p:cNvCxnSpPr>
            <a:stCxn id="745" idx="2"/>
            <a:endCxn id="748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0"/>
          <p:cNvCxnSpPr>
            <a:stCxn id="750" idx="4"/>
            <a:endCxn id="745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0"/>
          <p:cNvCxnSpPr>
            <a:stCxn id="750" idx="4"/>
            <a:endCxn id="754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0"/>
          <p:cNvCxnSpPr>
            <a:stCxn id="754" idx="2"/>
            <a:endCxn id="745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0"/>
          <p:cNvCxnSpPr>
            <a:stCxn id="752" idx="3"/>
            <a:endCxn id="745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0"/>
          <p:cNvCxnSpPr>
            <a:stCxn id="752" idx="1"/>
            <a:endCxn id="74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0"/>
          <p:cNvCxnSpPr>
            <a:stCxn id="745" idx="1"/>
            <a:endCxn id="742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0"/>
          <p:cNvCxnSpPr>
            <a:stCxn id="742" idx="0"/>
            <a:endCxn id="752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0"/>
          <p:cNvCxnSpPr>
            <a:stCxn id="754" idx="1"/>
            <a:endCxn id="742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40"/>
          <p:cNvCxnSpPr>
            <a:stCxn id="744" idx="0"/>
            <a:endCxn id="752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40"/>
          <p:cNvCxnSpPr>
            <a:stCxn id="754" idx="1"/>
            <a:endCxn id="744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40"/>
          <p:cNvCxnSpPr>
            <a:stCxn id="745" idx="1"/>
            <a:endCxn id="744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40"/>
          <p:cNvCxnSpPr>
            <a:stCxn id="746" idx="2"/>
            <a:endCxn id="748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40"/>
          <p:cNvCxnSpPr>
            <a:stCxn id="746" idx="6"/>
            <a:endCxn id="754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40"/>
          <p:cNvCxnSpPr>
            <a:stCxn id="754" idx="4"/>
            <a:endCxn id="748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40"/>
          <p:cNvCxnSpPr>
            <a:stCxn id="745" idx="0"/>
            <a:endCxn id="746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0"/>
          <p:cNvCxnSpPr>
            <a:stCxn id="752" idx="3"/>
            <a:endCxn id="748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(8-1)}{2}" id="778" name="Google Shape;7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3620877"/>
            <a:ext cx="2743201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784" name="Google Shape;784;p4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6" name="Google Shape;786;p41"/>
          <p:cNvCxnSpPr>
            <a:stCxn id="785" idx="6"/>
            <a:endCxn id="78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" name="Google Shape;787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8" name="Google Shape;788;p4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9" name="Google Shape;789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0" name="Google Shape;790;p41"/>
          <p:cNvCxnSpPr>
            <a:stCxn id="789" idx="4"/>
            <a:endCxn id="78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4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2" name="Google Shape;792;p41"/>
          <p:cNvCxnSpPr>
            <a:stCxn id="785" idx="5"/>
            <a:endCxn id="79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3" name="Google Shape;793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4" name="Google Shape;794;p41"/>
          <p:cNvCxnSpPr>
            <a:stCxn id="793" idx="2"/>
            <a:endCxn id="78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6" name="Google Shape;796;p41"/>
          <p:cNvCxnSpPr>
            <a:stCxn id="795" idx="2"/>
            <a:endCxn id="79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4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8" name="Google Shape;798;p41"/>
          <p:cNvCxnSpPr>
            <a:stCxn id="797" idx="0"/>
            <a:endCxn id="79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9" name="Google Shape;799;p41"/>
          <p:cNvCxnSpPr>
            <a:stCxn id="787" idx="4"/>
            <a:endCxn id="79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1"/>
          <p:cNvCxnSpPr>
            <a:stCxn id="785" idx="7"/>
            <a:endCxn id="789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1"/>
          <p:cNvCxnSpPr>
            <a:stCxn id="785" idx="0"/>
            <a:endCxn id="793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1"/>
          <p:cNvCxnSpPr>
            <a:stCxn id="789" idx="5"/>
            <a:endCxn id="79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1"/>
          <p:cNvCxnSpPr>
            <a:stCxn id="793" idx="4"/>
            <a:endCxn id="791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41"/>
          <p:cNvCxnSpPr>
            <a:stCxn id="788" idx="2"/>
            <a:endCxn id="791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1"/>
          <p:cNvCxnSpPr>
            <a:stCxn id="793" idx="4"/>
            <a:endCxn id="788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1"/>
          <p:cNvCxnSpPr>
            <a:stCxn id="793" idx="4"/>
            <a:endCxn id="797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1"/>
          <p:cNvCxnSpPr>
            <a:stCxn id="797" idx="2"/>
            <a:endCxn id="788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1"/>
          <p:cNvCxnSpPr>
            <a:stCxn id="795" idx="3"/>
            <a:endCxn id="788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1"/>
          <p:cNvCxnSpPr>
            <a:stCxn id="795" idx="1"/>
            <a:endCxn id="78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1"/>
          <p:cNvCxnSpPr>
            <a:stCxn id="788" idx="1"/>
            <a:endCxn id="785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41"/>
          <p:cNvCxnSpPr>
            <a:stCxn id="785" idx="0"/>
            <a:endCxn id="795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1"/>
          <p:cNvCxnSpPr>
            <a:stCxn id="797" idx="1"/>
            <a:endCxn id="785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41"/>
          <p:cNvCxnSpPr>
            <a:stCxn id="787" idx="0"/>
            <a:endCxn id="795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41"/>
          <p:cNvCxnSpPr>
            <a:stCxn id="797" idx="1"/>
            <a:endCxn id="787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41"/>
          <p:cNvCxnSpPr>
            <a:stCxn id="788" idx="1"/>
            <a:endCxn id="787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41"/>
          <p:cNvCxnSpPr>
            <a:stCxn id="789" idx="2"/>
            <a:endCxn id="791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41"/>
          <p:cNvCxnSpPr>
            <a:stCxn id="789" idx="6"/>
            <a:endCxn id="797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41"/>
          <p:cNvCxnSpPr>
            <a:stCxn id="797" idx="4"/>
            <a:endCxn id="791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1"/>
          <p:cNvCxnSpPr>
            <a:stCxn id="788" idx="0"/>
            <a:endCxn id="789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41"/>
          <p:cNvCxnSpPr>
            <a:stCxn id="795" idx="3"/>
            <a:endCxn id="791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7}{2}" id="821" name="Google Shape;8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83" y="3620877"/>
            <a:ext cx="2086184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827" name="Google Shape;827;p4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9" name="Google Shape;829;p42"/>
          <p:cNvCxnSpPr>
            <a:stCxn id="828" idx="6"/>
            <a:endCxn id="83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" name="Google Shape;830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1" name="Google Shape;831;p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2" name="Google Shape;832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3" name="Google Shape;833;p42"/>
          <p:cNvCxnSpPr>
            <a:stCxn id="832" idx="4"/>
            <a:endCxn id="83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5" name="Google Shape;835;p42"/>
          <p:cNvCxnSpPr>
            <a:stCxn id="828" idx="5"/>
            <a:endCxn id="83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7" name="Google Shape;837;p42"/>
          <p:cNvCxnSpPr>
            <a:stCxn id="836" idx="2"/>
            <a:endCxn id="83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39" name="Google Shape;839;p42"/>
          <p:cNvCxnSpPr>
            <a:stCxn id="838" idx="2"/>
            <a:endCxn id="83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1" name="Google Shape;841;p42"/>
          <p:cNvCxnSpPr>
            <a:stCxn id="840" idx="0"/>
            <a:endCxn id="83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2"/>
          <p:cNvCxnSpPr>
            <a:stCxn id="830" idx="4"/>
            <a:endCxn id="83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2"/>
          <p:cNvCxnSpPr>
            <a:stCxn id="828" idx="7"/>
            <a:endCxn id="832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42"/>
          <p:cNvCxnSpPr>
            <a:stCxn id="828" idx="0"/>
            <a:endCxn id="836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42"/>
          <p:cNvCxnSpPr>
            <a:stCxn id="832" idx="5"/>
            <a:endCxn id="83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42"/>
          <p:cNvCxnSpPr>
            <a:stCxn id="836" idx="4"/>
            <a:endCxn id="834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42"/>
          <p:cNvCxnSpPr>
            <a:stCxn id="831" idx="2"/>
            <a:endCxn id="834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2"/>
          <p:cNvCxnSpPr>
            <a:stCxn id="836" idx="4"/>
            <a:endCxn id="831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42"/>
          <p:cNvCxnSpPr>
            <a:stCxn id="836" idx="4"/>
            <a:endCxn id="840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42"/>
          <p:cNvCxnSpPr>
            <a:stCxn id="840" idx="2"/>
            <a:endCxn id="831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42"/>
          <p:cNvCxnSpPr>
            <a:stCxn id="838" idx="3"/>
            <a:endCxn id="831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2"/>
          <p:cNvCxnSpPr>
            <a:stCxn id="838" idx="1"/>
            <a:endCxn id="83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42"/>
          <p:cNvCxnSpPr>
            <a:stCxn id="831" idx="1"/>
            <a:endCxn id="828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42"/>
          <p:cNvCxnSpPr>
            <a:stCxn id="828" idx="0"/>
            <a:endCxn id="838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42"/>
          <p:cNvCxnSpPr>
            <a:stCxn id="840" idx="1"/>
            <a:endCxn id="828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42"/>
          <p:cNvCxnSpPr>
            <a:stCxn id="830" idx="0"/>
            <a:endCxn id="838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42"/>
          <p:cNvCxnSpPr>
            <a:stCxn id="840" idx="1"/>
            <a:endCxn id="830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42"/>
          <p:cNvCxnSpPr>
            <a:stCxn id="831" idx="1"/>
            <a:endCxn id="830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42"/>
          <p:cNvCxnSpPr>
            <a:stCxn id="832" idx="2"/>
            <a:endCxn id="834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42"/>
          <p:cNvCxnSpPr>
            <a:stCxn id="832" idx="6"/>
            <a:endCxn id="840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42"/>
          <p:cNvCxnSpPr>
            <a:stCxn id="840" idx="4"/>
            <a:endCxn id="834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42"/>
          <p:cNvCxnSpPr>
            <a:stCxn id="831" idx="0"/>
            <a:endCxn id="832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42"/>
          <p:cNvCxnSpPr>
            <a:stCxn id="838" idx="3"/>
            <a:endCxn id="834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56}{2}" id="864" name="Google Shape;8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620877"/>
            <a:ext cx="1750836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870" name="Google Shape;870;p4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2" name="Google Shape;872;p43"/>
          <p:cNvCxnSpPr>
            <a:stCxn id="871" idx="6"/>
            <a:endCxn id="87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4" name="Google Shape;874;p4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5" name="Google Shape;875;p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6" name="Google Shape;876;p43"/>
          <p:cNvCxnSpPr>
            <a:stCxn id="875" idx="4"/>
            <a:endCxn id="87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7" name="Google Shape;877;p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78" name="Google Shape;878;p43"/>
          <p:cNvCxnSpPr>
            <a:stCxn id="871" idx="5"/>
            <a:endCxn id="87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9" name="Google Shape;879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0" name="Google Shape;880;p43"/>
          <p:cNvCxnSpPr>
            <a:stCxn id="879" idx="2"/>
            <a:endCxn id="87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2" name="Google Shape;882;p43"/>
          <p:cNvCxnSpPr>
            <a:stCxn id="881" idx="2"/>
            <a:endCxn id="87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4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84" name="Google Shape;884;p43"/>
          <p:cNvCxnSpPr>
            <a:stCxn id="883" idx="0"/>
            <a:endCxn id="88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43"/>
          <p:cNvCxnSpPr>
            <a:stCxn id="873" idx="4"/>
            <a:endCxn id="87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6" name="Google Shape;886;p43"/>
          <p:cNvCxnSpPr>
            <a:stCxn id="871" idx="7"/>
            <a:endCxn id="875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43"/>
          <p:cNvCxnSpPr>
            <a:stCxn id="871" idx="0"/>
            <a:endCxn id="879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3"/>
          <p:cNvCxnSpPr>
            <a:stCxn id="875" idx="5"/>
            <a:endCxn id="87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3"/>
          <p:cNvCxnSpPr>
            <a:stCxn id="879" idx="4"/>
            <a:endCxn id="877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43"/>
          <p:cNvCxnSpPr>
            <a:stCxn id="874" idx="2"/>
            <a:endCxn id="877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43"/>
          <p:cNvCxnSpPr>
            <a:stCxn id="879" idx="4"/>
            <a:endCxn id="874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3"/>
          <p:cNvCxnSpPr>
            <a:stCxn id="879" idx="4"/>
            <a:endCxn id="883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43"/>
          <p:cNvCxnSpPr>
            <a:stCxn id="883" idx="2"/>
            <a:endCxn id="874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3"/>
          <p:cNvCxnSpPr>
            <a:stCxn id="881" idx="3"/>
            <a:endCxn id="874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43"/>
          <p:cNvCxnSpPr>
            <a:stCxn id="881" idx="1"/>
            <a:endCxn id="87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3"/>
          <p:cNvCxnSpPr>
            <a:stCxn id="874" idx="1"/>
            <a:endCxn id="871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3"/>
          <p:cNvCxnSpPr>
            <a:stCxn id="871" idx="0"/>
            <a:endCxn id="881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3"/>
          <p:cNvCxnSpPr>
            <a:stCxn id="883" idx="1"/>
            <a:endCxn id="871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43"/>
          <p:cNvCxnSpPr>
            <a:stCxn id="873" idx="0"/>
            <a:endCxn id="881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43"/>
          <p:cNvCxnSpPr>
            <a:stCxn id="883" idx="1"/>
            <a:endCxn id="873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43"/>
          <p:cNvCxnSpPr>
            <a:stCxn id="874" idx="1"/>
            <a:endCxn id="873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43"/>
          <p:cNvCxnSpPr>
            <a:stCxn id="875" idx="2"/>
            <a:endCxn id="877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43"/>
          <p:cNvCxnSpPr>
            <a:stCxn id="875" idx="6"/>
            <a:endCxn id="883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43"/>
          <p:cNvCxnSpPr>
            <a:stCxn id="883" idx="4"/>
            <a:endCxn id="877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43"/>
          <p:cNvCxnSpPr>
            <a:stCxn id="874" idx="0"/>
            <a:endCxn id="875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43"/>
          <p:cNvCxnSpPr>
            <a:stCxn id="881" idx="3"/>
            <a:endCxn id="877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28" id="907" name="Google Shape;90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766213"/>
            <a:ext cx="1750836" cy="298778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43"/>
          <p:cNvSpPr/>
          <p:nvPr/>
        </p:nvSpPr>
        <p:spPr>
          <a:xfrm>
            <a:off x="3535625" y="3728342"/>
            <a:ext cx="23010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28 edges in there!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09" name="Google Shape;909;p43"/>
          <p:cNvCxnSpPr>
            <a:stCxn id="908" idx="7"/>
          </p:cNvCxnSpPr>
          <p:nvPr/>
        </p:nvCxnSpPr>
        <p:spPr>
          <a:xfrm flipH="1" rot="10800000">
            <a:off x="5499651" y="3462327"/>
            <a:ext cx="3912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15" name="Google Shape;915;p4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4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7" name="Google Shape;917;p44"/>
          <p:cNvCxnSpPr>
            <a:stCxn id="916" idx="6"/>
            <a:endCxn id="91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9" name="Google Shape;919;p4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0" name="Google Shape;920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1" name="Google Shape;921;p44"/>
          <p:cNvCxnSpPr>
            <a:stCxn id="920" idx="4"/>
            <a:endCxn id="91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4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3" name="Google Shape;923;p44"/>
          <p:cNvCxnSpPr>
            <a:stCxn id="916" idx="5"/>
            <a:endCxn id="92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5" name="Google Shape;925;p44"/>
          <p:cNvCxnSpPr>
            <a:stCxn id="924" idx="2"/>
            <a:endCxn id="91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6" name="Google Shape;926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7" name="Google Shape;927;p44"/>
          <p:cNvCxnSpPr>
            <a:stCxn id="926" idx="2"/>
            <a:endCxn id="92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4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29" name="Google Shape;929;p44"/>
          <p:cNvCxnSpPr>
            <a:stCxn id="928" idx="0"/>
            <a:endCxn id="92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4"/>
          <p:cNvCxnSpPr>
            <a:stCxn id="918" idx="4"/>
            <a:endCxn id="92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36" name="Google Shape;936;p4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8" name="Google Shape;938;p45"/>
          <p:cNvCxnSpPr>
            <a:stCxn id="937" idx="6"/>
            <a:endCxn id="93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40" name="Google Shape;940;p4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41" name="Google Shape;941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2" name="Google Shape;942;p45"/>
          <p:cNvCxnSpPr>
            <a:stCxn id="941" idx="4"/>
            <a:endCxn id="93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4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4" name="Google Shape;944;p45"/>
          <p:cNvCxnSpPr>
            <a:stCxn id="937" idx="5"/>
            <a:endCxn id="94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6" name="Google Shape;946;p45"/>
          <p:cNvCxnSpPr>
            <a:stCxn id="945" idx="2"/>
            <a:endCxn id="93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" name="Google Shape;947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8" name="Google Shape;948;p45"/>
          <p:cNvCxnSpPr>
            <a:stCxn id="947" idx="2"/>
            <a:endCxn id="94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4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0" name="Google Shape;950;p45"/>
          <p:cNvCxnSpPr>
            <a:stCxn id="949" idx="0"/>
            <a:endCxn id="94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45"/>
          <p:cNvCxnSpPr>
            <a:stCxn id="939" idx="4"/>
            <a:endCxn id="94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57" name="Google Shape;957;p4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9" name="Google Shape;959;p46"/>
          <p:cNvCxnSpPr>
            <a:stCxn id="958" idx="6"/>
            <a:endCxn id="96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1" name="Google Shape;961;p4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2" name="Google Shape;962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3" name="Google Shape;963;p46"/>
          <p:cNvCxnSpPr>
            <a:stCxn id="962" idx="4"/>
            <a:endCxn id="96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4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5" name="Google Shape;965;p46"/>
          <p:cNvCxnSpPr>
            <a:stCxn id="958" idx="5"/>
            <a:endCxn id="96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7" name="Google Shape;967;p46"/>
          <p:cNvCxnSpPr>
            <a:stCxn id="966" idx="2"/>
            <a:endCxn id="96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8" name="Google Shape;968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9" name="Google Shape;969;p46"/>
          <p:cNvCxnSpPr>
            <a:stCxn id="968" idx="2"/>
            <a:endCxn id="96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0" name="Google Shape;970;p4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1" name="Google Shape;971;p46"/>
          <p:cNvCxnSpPr>
            <a:stCxn id="970" idx="0"/>
            <a:endCxn id="96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6"/>
          <p:cNvCxnSpPr>
            <a:stCxn id="960" idx="4"/>
            <a:endCxn id="96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m}{\frac{n(n-1)}{2}}" id="973" name="Google Shape;97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848" y="3770786"/>
            <a:ext cx="1418303" cy="74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979" name="Google Shape;979;p4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4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1" name="Google Shape;981;p47"/>
          <p:cNvCxnSpPr>
            <a:stCxn id="980" idx="6"/>
            <a:endCxn id="98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3" name="Google Shape;983;p4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4" name="Google Shape;984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5" name="Google Shape;985;p47"/>
          <p:cNvCxnSpPr>
            <a:stCxn id="984" idx="4"/>
            <a:endCxn id="98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6" name="Google Shape;986;p4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7" name="Google Shape;987;p47"/>
          <p:cNvCxnSpPr>
            <a:stCxn id="980" idx="5"/>
            <a:endCxn id="98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9" name="Google Shape;989;p47"/>
          <p:cNvCxnSpPr>
            <a:stCxn id="988" idx="2"/>
            <a:endCxn id="98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1" name="Google Shape;991;p47"/>
          <p:cNvCxnSpPr>
            <a:stCxn id="990" idx="2"/>
            <a:endCxn id="98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4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3" name="Google Shape;993;p47"/>
          <p:cNvCxnSpPr>
            <a:stCxn id="992" idx="0"/>
            <a:endCxn id="99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47"/>
          <p:cNvCxnSpPr>
            <a:stCxn id="982" idx="4"/>
            <a:endCxn id="98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m\times\frac{2}{n(n-1)}" id="995" name="Google Shape;9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508" y="3872943"/>
            <a:ext cx="2101014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01" name="Google Shape;1001;p4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3" name="Google Shape;1003;p48"/>
          <p:cNvCxnSpPr>
            <a:stCxn id="1002" idx="6"/>
            <a:endCxn id="100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05" name="Google Shape;1005;p4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06" name="Google Shape;1006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7" name="Google Shape;1007;p48"/>
          <p:cNvCxnSpPr>
            <a:stCxn id="1006" idx="4"/>
            <a:endCxn id="100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4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9" name="Google Shape;1009;p48"/>
          <p:cNvCxnSpPr>
            <a:stCxn id="1002" idx="5"/>
            <a:endCxn id="100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1" name="Google Shape;1011;p48"/>
          <p:cNvCxnSpPr>
            <a:stCxn id="1010" idx="2"/>
            <a:endCxn id="100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3" name="Google Shape;1013;p48"/>
          <p:cNvCxnSpPr>
            <a:stCxn id="1012" idx="2"/>
            <a:endCxn id="101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4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5" name="Google Shape;1015;p48"/>
          <p:cNvCxnSpPr>
            <a:stCxn id="1014" idx="0"/>
            <a:endCxn id="101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8"/>
          <p:cNvCxnSpPr>
            <a:stCxn id="1004" idx="4"/>
            <a:endCxn id="100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2m}{n(n-1)}" id="1017" name="Google Shape;10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654" y="3873105"/>
            <a:ext cx="1526721" cy="62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23" name="Google Shape;1023;p4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5" name="Google Shape;1025;p49"/>
          <p:cNvCxnSpPr>
            <a:stCxn id="1024" idx="6"/>
            <a:endCxn id="102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7" name="Google Shape;1027;p4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28" name="Google Shape;1028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9" name="Google Shape;1029;p49"/>
          <p:cNvCxnSpPr>
            <a:stCxn id="1028" idx="4"/>
            <a:endCxn id="102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4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1" name="Google Shape;1031;p49"/>
          <p:cNvCxnSpPr>
            <a:stCxn id="1024" idx="5"/>
            <a:endCxn id="103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3" name="Google Shape;1033;p49"/>
          <p:cNvCxnSpPr>
            <a:stCxn id="1032" idx="2"/>
            <a:endCxn id="102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5" name="Google Shape;1035;p49"/>
          <p:cNvCxnSpPr>
            <a:stCxn id="1034" idx="2"/>
            <a:endCxn id="103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4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7" name="Google Shape;1037;p49"/>
          <p:cNvCxnSpPr>
            <a:stCxn id="1036" idx="0"/>
            <a:endCxn id="103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49"/>
          <p:cNvCxnSpPr>
            <a:stCxn id="1026" idx="4"/>
            <a:endCxn id="103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1039" name="Google Shape;103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45" name="Google Shape;1045;p5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5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7" name="Google Shape;1047;p50"/>
          <p:cNvCxnSpPr>
            <a:stCxn id="1046" idx="6"/>
            <a:endCxn id="104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8" name="Google Shape;1048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9" name="Google Shape;1049;p5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50" name="Google Shape;1050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1" name="Google Shape;1051;p50"/>
          <p:cNvCxnSpPr>
            <a:stCxn id="1050" idx="4"/>
            <a:endCxn id="104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5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3" name="Google Shape;1053;p50"/>
          <p:cNvCxnSpPr>
            <a:stCxn id="1046" idx="5"/>
            <a:endCxn id="105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5" name="Google Shape;1055;p50"/>
          <p:cNvCxnSpPr>
            <a:stCxn id="1054" idx="2"/>
            <a:endCxn id="104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6" name="Google Shape;1056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7" name="Google Shape;1057;p50"/>
          <p:cNvCxnSpPr>
            <a:stCxn id="1056" idx="2"/>
            <a:endCxn id="105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5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59" name="Google Shape;1059;p50"/>
          <p:cNvCxnSpPr>
            <a:stCxn id="1058" idx="0"/>
            <a:endCxn id="105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0" name="Google Shape;1060;p50"/>
          <p:cNvCxnSpPr>
            <a:stCxn id="1048" idx="4"/>
            <a:endCxn id="105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1061" name="Google Shape;106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067" name="Google Shape;1067;p5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1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one!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69" name="Google Shape;1069;p51"/>
          <p:cNvCxnSpPr>
            <a:stCxn id="1068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0" name="Google Shape;1070;p5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1" name="Google Shape;1071;p51"/>
          <p:cNvCxnSpPr>
            <a:stCxn id="1070" idx="6"/>
            <a:endCxn id="107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2" name="Google Shape;1072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3" name="Google Shape;1073;p5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4" name="Google Shape;1074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5" name="Google Shape;1075;p51"/>
          <p:cNvCxnSpPr>
            <a:stCxn id="1074" idx="4"/>
            <a:endCxn id="107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5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7" name="Google Shape;1077;p51"/>
          <p:cNvCxnSpPr>
            <a:stCxn id="1070" idx="5"/>
            <a:endCxn id="107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9" name="Google Shape;1079;p51"/>
          <p:cNvCxnSpPr>
            <a:stCxn id="1078" idx="2"/>
            <a:endCxn id="107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1" name="Google Shape;1081;p51"/>
          <p:cNvCxnSpPr>
            <a:stCxn id="1080" idx="2"/>
            <a:endCxn id="107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5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3" name="Google Shape;1083;p51"/>
          <p:cNvCxnSpPr>
            <a:stCxn id="1082" idx="0"/>
            <a:endCxn id="108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51"/>
          <p:cNvCxnSpPr>
            <a:stCxn id="1072" idx="4"/>
            <a:endCxn id="107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1"/>
          <p:cNvCxnSpPr>
            <a:stCxn id="1070" idx="7"/>
            <a:endCxn id="1074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1"/>
          <p:cNvCxnSpPr>
            <a:stCxn id="1070" idx="0"/>
            <a:endCxn id="1078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515422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51"/>
          <p:cNvCxnSpPr>
            <a:stCxn id="1074" idx="5"/>
            <a:endCxn id="107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51"/>
          <p:cNvCxnSpPr>
            <a:stCxn id="1078" idx="4"/>
            <a:endCxn id="1076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51"/>
          <p:cNvCxnSpPr>
            <a:stCxn id="1073" idx="2"/>
            <a:endCxn id="1076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1"/>
          <p:cNvCxnSpPr>
            <a:stCxn id="1078" idx="4"/>
            <a:endCxn id="1073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51"/>
          <p:cNvCxnSpPr>
            <a:stCxn id="1078" idx="4"/>
            <a:endCxn id="1082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51"/>
          <p:cNvCxnSpPr>
            <a:stCxn id="1082" idx="2"/>
            <a:endCxn id="1073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51"/>
          <p:cNvCxnSpPr>
            <a:stCxn id="1080" idx="3"/>
            <a:endCxn id="1073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51"/>
          <p:cNvCxnSpPr>
            <a:stCxn id="1080" idx="1"/>
            <a:endCxn id="107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1"/>
          <p:cNvCxnSpPr>
            <a:stCxn id="1073" idx="1"/>
            <a:endCxn id="1070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51"/>
          <p:cNvCxnSpPr>
            <a:stCxn id="1070" idx="0"/>
            <a:endCxn id="1080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54325176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51"/>
          <p:cNvCxnSpPr>
            <a:stCxn id="1082" idx="1"/>
            <a:endCxn id="1070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51"/>
          <p:cNvCxnSpPr>
            <a:stCxn id="1072" idx="0"/>
            <a:endCxn id="1080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51"/>
          <p:cNvCxnSpPr>
            <a:stCxn id="1082" idx="1"/>
            <a:endCxn id="1072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51"/>
          <p:cNvCxnSpPr>
            <a:stCxn id="1073" idx="1"/>
            <a:endCxn id="1072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51"/>
          <p:cNvCxnSpPr>
            <a:stCxn id="1074" idx="2"/>
            <a:endCxn id="1076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51"/>
          <p:cNvCxnSpPr>
            <a:stCxn id="1074" idx="6"/>
            <a:endCxn id="1082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51"/>
          <p:cNvCxnSpPr>
            <a:stCxn id="1082" idx="4"/>
            <a:endCxn id="1076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51"/>
          <p:cNvCxnSpPr>
            <a:stCxn id="1073" idx="0"/>
            <a:endCxn id="1074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51"/>
          <p:cNvCxnSpPr>
            <a:stCxn id="1080" idx="3"/>
            <a:endCxn id="1076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111" name="Google Shape;1111;p5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2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zero!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113" name="Google Shape;1113;p52"/>
          <p:cNvCxnSpPr>
            <a:stCxn id="1112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4" name="Google Shape;1114;p5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5" name="Google Shape;1115;p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6" name="Google Shape;1116;p5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7" name="Google Shape;1117;p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8" name="Google Shape;1118;p5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9" name="Google Shape;1119;p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0" name="Google Shape;1120;p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1" name="Google Shape;1121;p5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1127" name="Google Shape;1127;p5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density can be interpreted in two other ways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percentage </a:t>
            </a:r>
            <a:r>
              <a:rPr lang="en"/>
              <a:t>of possible edges that are actually present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probability</a:t>
            </a:r>
            <a:r>
              <a:rPr lang="en"/>
              <a:t> that if we pick two nodes at random from the graph that there will be an edge linking them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5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9" name="Google Shape;1129;p53"/>
          <p:cNvCxnSpPr>
            <a:stCxn id="1128" idx="6"/>
            <a:endCxn id="113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0" name="Google Shape;1130;p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1" name="Google Shape;1131;p5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2" name="Google Shape;1132;p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3" name="Google Shape;1133;p53"/>
          <p:cNvCxnSpPr>
            <a:stCxn id="1132" idx="4"/>
            <a:endCxn id="113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4" name="Google Shape;1134;p5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5" name="Google Shape;1135;p53"/>
          <p:cNvCxnSpPr>
            <a:stCxn id="1128" idx="5"/>
            <a:endCxn id="113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7" name="Google Shape;1137;p53"/>
          <p:cNvCxnSpPr>
            <a:stCxn id="1136" idx="2"/>
            <a:endCxn id="113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" name="Google Shape;1138;p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9" name="Google Shape;1139;p53"/>
          <p:cNvCxnSpPr>
            <a:stCxn id="1138" idx="2"/>
            <a:endCxn id="113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5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41" name="Google Shape;1141;p53"/>
          <p:cNvCxnSpPr>
            <a:stCxn id="1140" idx="0"/>
            <a:endCxn id="113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53"/>
          <p:cNvCxnSpPr>
            <a:stCxn id="1130" idx="4"/>
            <a:endCxn id="113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0.25" id="1143" name="Google Shape;11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801" y="4182081"/>
            <a:ext cx="137160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in Directed Graphs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154" name="Google Shape;1154;p5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6" name="Google Shape;1156;p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7" name="Google Shape;1157;p5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8" name="Google Shape;1158;p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9" name="Google Shape;1159;p5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0" name="Google Shape;1160;p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1" name="Google Shape;1161;p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62" name="Google Shape;1162;p5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3" name="Google Shape;1163;p55"/>
          <p:cNvCxnSpPr>
            <a:stCxn id="1155" idx="7"/>
            <a:endCxn id="115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4" name="Google Shape;1164;p55"/>
          <p:cNvCxnSpPr>
            <a:stCxn id="1158" idx="3"/>
            <a:endCxn id="115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5" name="Google Shape;1165;p55"/>
          <p:cNvCxnSpPr>
            <a:stCxn id="1160" idx="7"/>
            <a:endCxn id="116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6" name="Google Shape;1166;p55"/>
          <p:cNvCxnSpPr>
            <a:stCxn id="1161" idx="3"/>
            <a:endCxn id="116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55"/>
          <p:cNvCxnSpPr>
            <a:stCxn id="1157" idx="6"/>
            <a:endCxn id="116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55"/>
          <p:cNvCxnSpPr>
            <a:stCxn id="1160" idx="4"/>
            <a:endCxn id="115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9" name="Google Shape;1169;p55"/>
          <p:cNvCxnSpPr>
            <a:stCxn id="1156" idx="4"/>
            <a:endCxn id="115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0" name="Google Shape;1170;p55"/>
          <p:cNvCxnSpPr>
            <a:stCxn id="1155" idx="5"/>
            <a:endCxn id="115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55"/>
          <p:cNvCxnSpPr>
            <a:stCxn id="1155" idx="6"/>
            <a:endCxn id="115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55"/>
          <p:cNvCxnSpPr>
            <a:stCxn id="1157" idx="2"/>
            <a:endCxn id="115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55"/>
          <p:cNvCxnSpPr>
            <a:stCxn id="1162" idx="1"/>
            <a:endCxn id="116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55"/>
          <p:cNvCxnSpPr>
            <a:stCxn id="1161" idx="1"/>
            <a:endCxn id="115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55"/>
          <p:cNvCxnSpPr>
            <a:stCxn id="1158" idx="5"/>
            <a:endCxn id="116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55"/>
          <p:cNvCxnSpPr>
            <a:stCxn id="1156" idx="7"/>
            <a:endCxn id="115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55"/>
          <p:cNvCxnSpPr>
            <a:stCxn id="1160" idx="3"/>
            <a:endCxn id="115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55"/>
          <p:cNvCxnSpPr>
            <a:stCxn id="1156" idx="6"/>
            <a:endCxn id="116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184" name="Google Shape;1184;p5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6" name="Google Shape;1186;p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7" name="Google Shape;1187;p5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8" name="Google Shape;1188;p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9" name="Google Shape;1189;p5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0" name="Google Shape;1190;p5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1" name="Google Shape;1191;p5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2" name="Google Shape;1192;p5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3" name="Google Shape;1193;p56"/>
          <p:cNvCxnSpPr>
            <a:stCxn id="1185" idx="7"/>
            <a:endCxn id="118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56"/>
          <p:cNvCxnSpPr>
            <a:stCxn id="1188" idx="3"/>
            <a:endCxn id="118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56"/>
          <p:cNvCxnSpPr>
            <a:stCxn id="1190" idx="7"/>
            <a:endCxn id="119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56"/>
          <p:cNvCxnSpPr>
            <a:stCxn id="1191" idx="3"/>
            <a:endCxn id="119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56"/>
          <p:cNvCxnSpPr>
            <a:stCxn id="1187" idx="6"/>
            <a:endCxn id="119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56"/>
          <p:cNvCxnSpPr>
            <a:stCxn id="1190" idx="4"/>
            <a:endCxn id="118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56"/>
          <p:cNvCxnSpPr>
            <a:stCxn id="1186" idx="4"/>
            <a:endCxn id="118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56"/>
          <p:cNvCxnSpPr>
            <a:stCxn id="1185" idx="5"/>
            <a:endCxn id="118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56"/>
          <p:cNvCxnSpPr>
            <a:stCxn id="1185" idx="6"/>
            <a:endCxn id="118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56"/>
          <p:cNvCxnSpPr>
            <a:stCxn id="1187" idx="2"/>
            <a:endCxn id="118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56"/>
          <p:cNvCxnSpPr>
            <a:stCxn id="1192" idx="1"/>
            <a:endCxn id="119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56"/>
          <p:cNvCxnSpPr>
            <a:stCxn id="1191" idx="1"/>
            <a:endCxn id="118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56"/>
          <p:cNvCxnSpPr>
            <a:stCxn id="1188" idx="5"/>
            <a:endCxn id="119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56"/>
          <p:cNvCxnSpPr>
            <a:stCxn id="1186" idx="7"/>
            <a:endCxn id="118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56"/>
          <p:cNvCxnSpPr>
            <a:stCxn id="1190" idx="3"/>
            <a:endCxn id="118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56"/>
          <p:cNvCxnSpPr>
            <a:stCxn id="1186" idx="6"/>
            <a:endCxn id="119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214" name="Google Shape;1214;p5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6" name="Google Shape;1216;p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7" name="Google Shape;1217;p5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8" name="Google Shape;1218;p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9" name="Google Shape;1219;p5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0" name="Google Shape;1220;p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1" name="Google Shape;1221;p5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22" name="Google Shape;1222;p5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3" name="Google Shape;1223;p57"/>
          <p:cNvCxnSpPr>
            <a:stCxn id="1215" idx="7"/>
            <a:endCxn id="121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4" name="Google Shape;1224;p57"/>
          <p:cNvCxnSpPr>
            <a:stCxn id="1218" idx="3"/>
            <a:endCxn id="121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57"/>
          <p:cNvCxnSpPr>
            <a:stCxn id="1220" idx="7"/>
            <a:endCxn id="122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57"/>
          <p:cNvCxnSpPr>
            <a:stCxn id="1221" idx="3"/>
            <a:endCxn id="122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7" name="Google Shape;1227;p57"/>
          <p:cNvCxnSpPr>
            <a:stCxn id="1217" idx="6"/>
            <a:endCxn id="122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8" name="Google Shape;1228;p57"/>
          <p:cNvCxnSpPr>
            <a:stCxn id="1220" idx="4"/>
            <a:endCxn id="121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57"/>
          <p:cNvCxnSpPr>
            <a:stCxn id="1216" idx="4"/>
            <a:endCxn id="121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0" name="Google Shape;1230;p57"/>
          <p:cNvCxnSpPr>
            <a:stCxn id="1215" idx="5"/>
            <a:endCxn id="121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1" name="Google Shape;1231;p57"/>
          <p:cNvCxnSpPr>
            <a:stCxn id="1215" idx="6"/>
            <a:endCxn id="121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57"/>
          <p:cNvCxnSpPr>
            <a:stCxn id="1217" idx="2"/>
            <a:endCxn id="121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57"/>
          <p:cNvCxnSpPr>
            <a:stCxn id="1222" idx="1"/>
            <a:endCxn id="122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57"/>
          <p:cNvCxnSpPr>
            <a:stCxn id="1221" idx="1"/>
            <a:endCxn id="121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57"/>
          <p:cNvCxnSpPr>
            <a:stCxn id="1218" idx="5"/>
            <a:endCxn id="122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57"/>
          <p:cNvCxnSpPr>
            <a:stCxn id="1216" idx="7"/>
            <a:endCxn id="121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7" name="Google Shape;1237;p57"/>
          <p:cNvCxnSpPr>
            <a:stCxn id="1220" idx="3"/>
            <a:endCxn id="121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57"/>
          <p:cNvCxnSpPr>
            <a:stCxn id="1216" idx="6"/>
            <a:endCxn id="122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244" name="Google Shape;1244;p5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1245" name="Google Shape;124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5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7" name="Google Shape;1247;p5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8" name="Google Shape;1248;p5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49" name="Google Shape;1249;p5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0" name="Google Shape;1250;p5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1" name="Google Shape;1251;p5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2" name="Google Shape;1252;p5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53" name="Google Shape;1253;p5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4" name="Google Shape;1254;p58"/>
          <p:cNvCxnSpPr>
            <a:stCxn id="1246" idx="7"/>
            <a:endCxn id="124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58"/>
          <p:cNvCxnSpPr>
            <a:stCxn id="1249" idx="3"/>
            <a:endCxn id="124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58"/>
          <p:cNvCxnSpPr>
            <a:stCxn id="1251" idx="7"/>
            <a:endCxn id="125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58"/>
          <p:cNvCxnSpPr>
            <a:stCxn id="1252" idx="3"/>
            <a:endCxn id="125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8" name="Google Shape;1258;p58"/>
          <p:cNvCxnSpPr>
            <a:stCxn id="1248" idx="6"/>
            <a:endCxn id="125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58"/>
          <p:cNvCxnSpPr>
            <a:stCxn id="1251" idx="4"/>
            <a:endCxn id="124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0" name="Google Shape;1260;p58"/>
          <p:cNvCxnSpPr>
            <a:stCxn id="1247" idx="4"/>
            <a:endCxn id="125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58"/>
          <p:cNvCxnSpPr>
            <a:stCxn id="1246" idx="5"/>
            <a:endCxn id="125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58"/>
          <p:cNvCxnSpPr>
            <a:stCxn id="1246" idx="6"/>
            <a:endCxn id="124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3" name="Google Shape;1263;p58"/>
          <p:cNvCxnSpPr>
            <a:stCxn id="1248" idx="2"/>
            <a:endCxn id="125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58"/>
          <p:cNvCxnSpPr>
            <a:stCxn id="1253" idx="1"/>
            <a:endCxn id="125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58"/>
          <p:cNvCxnSpPr>
            <a:stCxn id="1252" idx="1"/>
            <a:endCxn id="124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58"/>
          <p:cNvCxnSpPr>
            <a:stCxn id="1249" idx="5"/>
            <a:endCxn id="125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7" name="Google Shape;1267;p58"/>
          <p:cNvCxnSpPr>
            <a:stCxn id="1247" idx="7"/>
            <a:endCxn id="124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8" name="Google Shape;1268;p58"/>
          <p:cNvCxnSpPr>
            <a:stCxn id="1251" idx="3"/>
            <a:endCxn id="125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9" name="Google Shape;1269;p58"/>
          <p:cNvCxnSpPr>
            <a:stCxn id="1247" idx="6"/>
            <a:endCxn id="125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275" name="Google Shape;1275;p5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1276" name="Google Shape;12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1277" name="Google Shape;127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5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79" name="Google Shape;1279;p5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0" name="Google Shape;1280;p5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1" name="Google Shape;1281;p5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2" name="Google Shape;1282;p5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3" name="Google Shape;1283;p5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4" name="Google Shape;1284;p5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5" name="Google Shape;1285;p5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6" name="Google Shape;1286;p59"/>
          <p:cNvCxnSpPr>
            <a:stCxn id="1278" idx="7"/>
            <a:endCxn id="128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7" name="Google Shape;1287;p59"/>
          <p:cNvCxnSpPr>
            <a:stCxn id="1281" idx="3"/>
            <a:endCxn id="127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8" name="Google Shape;1288;p59"/>
          <p:cNvCxnSpPr>
            <a:stCxn id="1283" idx="7"/>
            <a:endCxn id="128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59"/>
          <p:cNvCxnSpPr>
            <a:stCxn id="1284" idx="3"/>
            <a:endCxn id="128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0" name="Google Shape;1290;p59"/>
          <p:cNvCxnSpPr>
            <a:stCxn id="1280" idx="6"/>
            <a:endCxn id="128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1" name="Google Shape;1291;p59"/>
          <p:cNvCxnSpPr>
            <a:stCxn id="1283" idx="4"/>
            <a:endCxn id="128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2" name="Google Shape;1292;p59"/>
          <p:cNvCxnSpPr>
            <a:stCxn id="1279" idx="4"/>
            <a:endCxn id="128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3" name="Google Shape;1293;p59"/>
          <p:cNvCxnSpPr>
            <a:stCxn id="1278" idx="5"/>
            <a:endCxn id="128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4" name="Google Shape;1294;p59"/>
          <p:cNvCxnSpPr>
            <a:stCxn id="1278" idx="6"/>
            <a:endCxn id="127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5" name="Google Shape;1295;p59"/>
          <p:cNvCxnSpPr>
            <a:stCxn id="1280" idx="2"/>
            <a:endCxn id="128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6" name="Google Shape;1296;p59"/>
          <p:cNvCxnSpPr>
            <a:stCxn id="1285" idx="1"/>
            <a:endCxn id="128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7" name="Google Shape;1297;p59"/>
          <p:cNvCxnSpPr>
            <a:stCxn id="1284" idx="1"/>
            <a:endCxn id="128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8" name="Google Shape;1298;p59"/>
          <p:cNvCxnSpPr>
            <a:stCxn id="1281" idx="5"/>
            <a:endCxn id="128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9" name="Google Shape;1299;p59"/>
          <p:cNvCxnSpPr>
            <a:stCxn id="1279" idx="7"/>
            <a:endCxn id="128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0" name="Google Shape;1300;p59"/>
          <p:cNvCxnSpPr>
            <a:stCxn id="1283" idx="3"/>
            <a:endCxn id="128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1" name="Google Shape;1301;p59"/>
          <p:cNvCxnSpPr>
            <a:stCxn id="1279" idx="6"/>
            <a:endCxn id="128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307" name="Google Shape;1307;p6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1308" name="Google Shape;130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1309" name="Google Shape;130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60"/>
          <p:cNvSpPr/>
          <p:nvPr/>
        </p:nvSpPr>
        <p:spPr>
          <a:xfrm>
            <a:off x="3793300" y="4040550"/>
            <a:ext cx="26565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Even Simpler!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1" name="Google Shape;1311;p6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2" name="Google Shape;1312;p6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3" name="Google Shape;1313;p6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4" name="Google Shape;1314;p6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5" name="Google Shape;1315;p6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6" name="Google Shape;1316;p6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7" name="Google Shape;1317;p6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18" name="Google Shape;1318;p6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9" name="Google Shape;1319;p60"/>
          <p:cNvCxnSpPr>
            <a:stCxn id="1311" idx="7"/>
            <a:endCxn id="131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0" name="Google Shape;1320;p60"/>
          <p:cNvCxnSpPr>
            <a:stCxn id="1314" idx="3"/>
            <a:endCxn id="131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1" name="Google Shape;1321;p60"/>
          <p:cNvCxnSpPr>
            <a:stCxn id="1316" idx="7"/>
            <a:endCxn id="131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2" name="Google Shape;1322;p60"/>
          <p:cNvCxnSpPr>
            <a:stCxn id="1317" idx="3"/>
            <a:endCxn id="131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60"/>
          <p:cNvCxnSpPr>
            <a:stCxn id="1313" idx="6"/>
            <a:endCxn id="131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4" name="Google Shape;1324;p60"/>
          <p:cNvCxnSpPr>
            <a:stCxn id="1316" idx="4"/>
            <a:endCxn id="131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5" name="Google Shape;1325;p60"/>
          <p:cNvCxnSpPr>
            <a:stCxn id="1312" idx="4"/>
            <a:endCxn id="131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6" name="Google Shape;1326;p60"/>
          <p:cNvCxnSpPr>
            <a:stCxn id="1311" idx="5"/>
            <a:endCxn id="131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7" name="Google Shape;1327;p60"/>
          <p:cNvCxnSpPr>
            <a:stCxn id="1311" idx="6"/>
            <a:endCxn id="131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8" name="Google Shape;1328;p60"/>
          <p:cNvCxnSpPr>
            <a:stCxn id="1313" idx="2"/>
            <a:endCxn id="131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60"/>
          <p:cNvCxnSpPr>
            <a:stCxn id="1318" idx="1"/>
            <a:endCxn id="131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60"/>
          <p:cNvCxnSpPr>
            <a:stCxn id="1317" idx="1"/>
            <a:endCxn id="131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60"/>
          <p:cNvCxnSpPr>
            <a:stCxn id="1314" idx="5"/>
            <a:endCxn id="131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60"/>
          <p:cNvCxnSpPr>
            <a:stCxn id="1312" idx="7"/>
            <a:endCxn id="131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3" name="Google Shape;1333;p60"/>
          <p:cNvCxnSpPr>
            <a:stCxn id="1316" idx="3"/>
            <a:endCxn id="131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60"/>
          <p:cNvCxnSpPr>
            <a:stCxn id="1312" idx="6"/>
            <a:endCxn id="131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340" name="Google Shape;1340;p6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6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2" name="Google Shape;1342;p6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5" name="Google Shape;1345;p6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6" name="Google Shape;1346;p6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7" name="Google Shape;1347;p6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8" name="Google Shape;1348;p6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9" name="Google Shape;1349;p61"/>
          <p:cNvCxnSpPr>
            <a:stCxn id="1341" idx="7"/>
            <a:endCxn id="134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0" name="Google Shape;1350;p61"/>
          <p:cNvCxnSpPr>
            <a:stCxn id="1344" idx="3"/>
            <a:endCxn id="134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61"/>
          <p:cNvCxnSpPr>
            <a:stCxn id="1346" idx="7"/>
            <a:endCxn id="134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2" name="Google Shape;1352;p61"/>
          <p:cNvCxnSpPr>
            <a:stCxn id="1347" idx="3"/>
            <a:endCxn id="134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3" name="Google Shape;1353;p61"/>
          <p:cNvCxnSpPr>
            <a:stCxn id="1343" idx="6"/>
            <a:endCxn id="134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4" name="Google Shape;1354;p61"/>
          <p:cNvCxnSpPr>
            <a:stCxn id="1346" idx="4"/>
            <a:endCxn id="134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5" name="Google Shape;1355;p61"/>
          <p:cNvCxnSpPr>
            <a:stCxn id="1342" idx="4"/>
            <a:endCxn id="134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61"/>
          <p:cNvCxnSpPr>
            <a:stCxn id="1341" idx="5"/>
            <a:endCxn id="134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61"/>
          <p:cNvCxnSpPr>
            <a:stCxn id="1341" idx="6"/>
            <a:endCxn id="134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61"/>
          <p:cNvCxnSpPr>
            <a:stCxn id="1343" idx="2"/>
            <a:endCxn id="134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9" name="Google Shape;1359;p61"/>
          <p:cNvCxnSpPr>
            <a:stCxn id="1348" idx="1"/>
            <a:endCxn id="134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0" name="Google Shape;1360;p61"/>
          <p:cNvCxnSpPr>
            <a:stCxn id="1347" idx="1"/>
            <a:endCxn id="134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61"/>
          <p:cNvCxnSpPr>
            <a:stCxn id="1344" idx="5"/>
            <a:endCxn id="134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2" name="Google Shape;1362;p61"/>
          <p:cNvCxnSpPr>
            <a:stCxn id="1342" idx="7"/>
            <a:endCxn id="134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61"/>
          <p:cNvCxnSpPr>
            <a:stCxn id="1346" idx="3"/>
            <a:endCxn id="134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4" name="Google Shape;1364;p61"/>
          <p:cNvCxnSpPr>
            <a:stCxn id="1342" idx="6"/>
            <a:endCxn id="134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370" name="Google Shape;1370;p6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3" name="Google Shape;1373;p6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5" name="Google Shape;1375;p6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6" name="Google Shape;1376;p6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7" name="Google Shape;1377;p6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78" name="Google Shape;1378;p6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9" name="Google Shape;1379;p62"/>
          <p:cNvCxnSpPr>
            <a:stCxn id="1371" idx="7"/>
            <a:endCxn id="137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62"/>
          <p:cNvCxnSpPr>
            <a:stCxn id="1374" idx="3"/>
            <a:endCxn id="137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1" name="Google Shape;1381;p62"/>
          <p:cNvCxnSpPr>
            <a:stCxn id="1376" idx="7"/>
            <a:endCxn id="137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62"/>
          <p:cNvCxnSpPr>
            <a:stCxn id="1377" idx="3"/>
            <a:endCxn id="137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3" name="Google Shape;1383;p62"/>
          <p:cNvCxnSpPr>
            <a:stCxn id="1373" idx="6"/>
            <a:endCxn id="137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4" name="Google Shape;1384;p62"/>
          <p:cNvCxnSpPr>
            <a:stCxn id="1376" idx="4"/>
            <a:endCxn id="137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5" name="Google Shape;1385;p62"/>
          <p:cNvCxnSpPr>
            <a:stCxn id="1372" idx="4"/>
            <a:endCxn id="137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6" name="Google Shape;1386;p62"/>
          <p:cNvCxnSpPr>
            <a:stCxn id="1371" idx="5"/>
            <a:endCxn id="137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62"/>
          <p:cNvCxnSpPr>
            <a:stCxn id="1371" idx="6"/>
            <a:endCxn id="137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8" name="Google Shape;1388;p62"/>
          <p:cNvCxnSpPr>
            <a:stCxn id="1373" idx="2"/>
            <a:endCxn id="137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9" name="Google Shape;1389;p62"/>
          <p:cNvCxnSpPr>
            <a:stCxn id="1378" idx="1"/>
            <a:endCxn id="137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0" name="Google Shape;1390;p62"/>
          <p:cNvCxnSpPr>
            <a:stCxn id="1377" idx="1"/>
            <a:endCxn id="137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1" name="Google Shape;1391;p62"/>
          <p:cNvCxnSpPr>
            <a:stCxn id="1374" idx="5"/>
            <a:endCxn id="137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2" name="Google Shape;1392;p62"/>
          <p:cNvCxnSpPr>
            <a:stCxn id="1372" idx="7"/>
            <a:endCxn id="137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3" name="Google Shape;1393;p62"/>
          <p:cNvCxnSpPr>
            <a:stCxn id="1376" idx="3"/>
            <a:endCxn id="137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4" name="Google Shape;1394;p62"/>
          <p:cNvCxnSpPr>
            <a:stCxn id="1372" idx="6"/>
            <a:endCxn id="137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400" name="Google Shape;1400;p6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1401" name="Google Shape;140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6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3" name="Google Shape;1403;p6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4" name="Google Shape;1404;p6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5" name="Google Shape;1405;p6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6" name="Google Shape;1406;p6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7" name="Google Shape;1407;p6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8" name="Google Shape;1408;p6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9" name="Google Shape;1409;p6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0" name="Google Shape;1410;p63"/>
          <p:cNvCxnSpPr>
            <a:stCxn id="1402" idx="7"/>
            <a:endCxn id="140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1" name="Google Shape;1411;p63"/>
          <p:cNvCxnSpPr>
            <a:stCxn id="1405" idx="3"/>
            <a:endCxn id="140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2" name="Google Shape;1412;p63"/>
          <p:cNvCxnSpPr>
            <a:stCxn id="1407" idx="7"/>
            <a:endCxn id="140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3" name="Google Shape;1413;p63"/>
          <p:cNvCxnSpPr>
            <a:stCxn id="1408" idx="3"/>
            <a:endCxn id="140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4" name="Google Shape;1414;p63"/>
          <p:cNvCxnSpPr>
            <a:stCxn id="1404" idx="6"/>
            <a:endCxn id="140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5" name="Google Shape;1415;p63"/>
          <p:cNvCxnSpPr>
            <a:stCxn id="1407" idx="4"/>
            <a:endCxn id="140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6" name="Google Shape;1416;p63"/>
          <p:cNvCxnSpPr>
            <a:stCxn id="1403" idx="4"/>
            <a:endCxn id="140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7" name="Google Shape;1417;p63"/>
          <p:cNvCxnSpPr>
            <a:stCxn id="1402" idx="5"/>
            <a:endCxn id="140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8" name="Google Shape;1418;p63"/>
          <p:cNvCxnSpPr>
            <a:stCxn id="1402" idx="6"/>
            <a:endCxn id="140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9" name="Google Shape;1419;p63"/>
          <p:cNvCxnSpPr>
            <a:stCxn id="1404" idx="2"/>
            <a:endCxn id="140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0" name="Google Shape;1420;p63"/>
          <p:cNvCxnSpPr>
            <a:stCxn id="1409" idx="1"/>
            <a:endCxn id="140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1" name="Google Shape;1421;p63"/>
          <p:cNvCxnSpPr>
            <a:stCxn id="1408" idx="1"/>
            <a:endCxn id="140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2" name="Google Shape;1422;p63"/>
          <p:cNvCxnSpPr>
            <a:stCxn id="1405" idx="5"/>
            <a:endCxn id="140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3" name="Google Shape;1423;p63"/>
          <p:cNvCxnSpPr>
            <a:stCxn id="1403" idx="7"/>
            <a:endCxn id="140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4" name="Google Shape;1424;p63"/>
          <p:cNvCxnSpPr>
            <a:stCxn id="1407" idx="3"/>
            <a:endCxn id="140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5" name="Google Shape;1425;p63"/>
          <p:cNvCxnSpPr>
            <a:stCxn id="1403" idx="6"/>
            <a:endCxn id="140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1431" name="Google Shape;1431;p6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density is: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1432" name="Google Shape;143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6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4" name="Google Shape;1434;p6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5" name="Google Shape;1435;p6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6" name="Google Shape;1436;p6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7" name="Google Shape;1437;p6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8" name="Google Shape;1438;p6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39" name="Google Shape;1439;p6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0" name="Google Shape;1440;p6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1" name="Google Shape;1441;p64"/>
          <p:cNvCxnSpPr>
            <a:stCxn id="1433" idx="7"/>
            <a:endCxn id="143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2" name="Google Shape;1442;p64"/>
          <p:cNvCxnSpPr>
            <a:stCxn id="1436" idx="3"/>
            <a:endCxn id="143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3" name="Google Shape;1443;p64"/>
          <p:cNvCxnSpPr>
            <a:stCxn id="1438" idx="7"/>
            <a:endCxn id="143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4" name="Google Shape;1444;p64"/>
          <p:cNvCxnSpPr>
            <a:stCxn id="1439" idx="3"/>
            <a:endCxn id="143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5" name="Google Shape;1445;p64"/>
          <p:cNvCxnSpPr>
            <a:stCxn id="1435" idx="6"/>
            <a:endCxn id="144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6" name="Google Shape;1446;p64"/>
          <p:cNvCxnSpPr>
            <a:stCxn id="1438" idx="4"/>
            <a:endCxn id="143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7" name="Google Shape;1447;p64"/>
          <p:cNvCxnSpPr>
            <a:stCxn id="1434" idx="4"/>
            <a:endCxn id="143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8" name="Google Shape;1448;p64"/>
          <p:cNvCxnSpPr>
            <a:stCxn id="1433" idx="5"/>
            <a:endCxn id="143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9" name="Google Shape;1449;p64"/>
          <p:cNvCxnSpPr>
            <a:stCxn id="1433" idx="6"/>
            <a:endCxn id="143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0" name="Google Shape;1450;p64"/>
          <p:cNvCxnSpPr>
            <a:stCxn id="1435" idx="2"/>
            <a:endCxn id="143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1" name="Google Shape;1451;p64"/>
          <p:cNvCxnSpPr>
            <a:stCxn id="1440" idx="1"/>
            <a:endCxn id="143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2" name="Google Shape;1452;p64"/>
          <p:cNvCxnSpPr>
            <a:stCxn id="1439" idx="1"/>
            <a:endCxn id="143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3" name="Google Shape;1453;p64"/>
          <p:cNvCxnSpPr>
            <a:stCxn id="1436" idx="5"/>
            <a:endCxn id="143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4" name="Google Shape;1454;p64"/>
          <p:cNvCxnSpPr>
            <a:stCxn id="1434" idx="7"/>
            <a:endCxn id="143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5" name="Google Shape;1455;p64"/>
          <p:cNvCxnSpPr>
            <a:stCxn id="1438" idx="3"/>
            <a:endCxn id="143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64"/>
          <p:cNvCxnSpPr>
            <a:stCxn id="1434" idx="6"/>
            <a:endCxn id="143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7" name="Google Shape;1457;p64"/>
          <p:cNvSpPr/>
          <p:nvPr/>
        </p:nvSpPr>
        <p:spPr>
          <a:xfrm>
            <a:off x="3793300" y="4040550"/>
            <a:ext cx="31866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29% of the possible edges that could exist are present!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6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1468" name="Google Shape;1468;p66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6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0" name="Google Shape;1470;p6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1" name="Google Shape;1471;p6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2" name="Google Shape;1472;p6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3" name="Google Shape;1473;p6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4" name="Google Shape;1474;p6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5" name="Google Shape;1475;p6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76" name="Google Shape;1476;p6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7" name="Google Shape;1477;p66"/>
          <p:cNvCxnSpPr>
            <a:stCxn id="1469" idx="7"/>
            <a:endCxn id="147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8" name="Google Shape;1478;p66"/>
          <p:cNvCxnSpPr>
            <a:stCxn id="1472" idx="3"/>
            <a:endCxn id="147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9" name="Google Shape;1479;p66"/>
          <p:cNvCxnSpPr>
            <a:stCxn id="1474" idx="7"/>
            <a:endCxn id="147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0" name="Google Shape;1480;p66"/>
          <p:cNvCxnSpPr>
            <a:stCxn id="1475" idx="3"/>
            <a:endCxn id="147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1" name="Google Shape;1481;p66"/>
          <p:cNvCxnSpPr>
            <a:stCxn id="1471" idx="6"/>
            <a:endCxn id="147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2" name="Google Shape;1482;p66"/>
          <p:cNvCxnSpPr>
            <a:stCxn id="1474" idx="4"/>
            <a:endCxn id="147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3" name="Google Shape;1483;p66"/>
          <p:cNvCxnSpPr>
            <a:stCxn id="1470" idx="4"/>
            <a:endCxn id="147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4" name="Google Shape;1484;p66"/>
          <p:cNvCxnSpPr>
            <a:stCxn id="1469" idx="5"/>
            <a:endCxn id="147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5" name="Google Shape;1485;p66"/>
          <p:cNvCxnSpPr>
            <a:stCxn id="1469" idx="6"/>
            <a:endCxn id="147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6" name="Google Shape;1486;p66"/>
          <p:cNvCxnSpPr>
            <a:stCxn id="1471" idx="2"/>
            <a:endCxn id="147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7" name="Google Shape;1487;p66"/>
          <p:cNvCxnSpPr>
            <a:stCxn id="1476" idx="1"/>
            <a:endCxn id="147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8" name="Google Shape;1488;p66"/>
          <p:cNvCxnSpPr>
            <a:stCxn id="1475" idx="1"/>
            <a:endCxn id="147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9" name="Google Shape;1489;p66"/>
          <p:cNvCxnSpPr>
            <a:stCxn id="1472" idx="5"/>
            <a:endCxn id="147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0" name="Google Shape;1490;p66"/>
          <p:cNvCxnSpPr>
            <a:stCxn id="1470" idx="7"/>
            <a:endCxn id="147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1" name="Google Shape;1491;p66"/>
          <p:cNvCxnSpPr>
            <a:stCxn id="1474" idx="3"/>
            <a:endCxn id="147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2" name="Google Shape;1492;p66"/>
          <p:cNvCxnSpPr>
            <a:stCxn id="1470" idx="6"/>
            <a:endCxn id="147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1498" name="Google Shape;1498;p67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6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0" name="Google Shape;1500;p6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1" name="Google Shape;1501;p6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2" name="Google Shape;1502;p6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3" name="Google Shape;1503;p6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4" name="Google Shape;1504;p6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5" name="Google Shape;1505;p6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6" name="Google Shape;1506;p6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7" name="Google Shape;1507;p67"/>
          <p:cNvCxnSpPr>
            <a:stCxn id="1499" idx="7"/>
            <a:endCxn id="150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8" name="Google Shape;1508;p67"/>
          <p:cNvCxnSpPr>
            <a:stCxn id="1502" idx="3"/>
            <a:endCxn id="150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9" name="Google Shape;1509;p67"/>
          <p:cNvCxnSpPr>
            <a:stCxn id="1504" idx="7"/>
            <a:endCxn id="150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0" name="Google Shape;1510;p67"/>
          <p:cNvCxnSpPr>
            <a:stCxn id="1505" idx="3"/>
            <a:endCxn id="150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1" name="Google Shape;1511;p67"/>
          <p:cNvCxnSpPr>
            <a:stCxn id="1501" idx="6"/>
            <a:endCxn id="150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2" name="Google Shape;1512;p67"/>
          <p:cNvCxnSpPr>
            <a:stCxn id="1504" idx="4"/>
            <a:endCxn id="150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3" name="Google Shape;1513;p67"/>
          <p:cNvCxnSpPr>
            <a:stCxn id="1500" idx="4"/>
            <a:endCxn id="150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4" name="Google Shape;1514;p67"/>
          <p:cNvCxnSpPr>
            <a:stCxn id="1499" idx="5"/>
            <a:endCxn id="150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5" name="Google Shape;1515;p67"/>
          <p:cNvCxnSpPr>
            <a:stCxn id="1499" idx="6"/>
            <a:endCxn id="150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6" name="Google Shape;1516;p67"/>
          <p:cNvCxnSpPr>
            <a:stCxn id="1501" idx="2"/>
            <a:endCxn id="150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7" name="Google Shape;1517;p67"/>
          <p:cNvCxnSpPr>
            <a:stCxn id="1506" idx="1"/>
            <a:endCxn id="150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8" name="Google Shape;1518;p67"/>
          <p:cNvCxnSpPr>
            <a:stCxn id="1505" idx="1"/>
            <a:endCxn id="150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9" name="Google Shape;1519;p67"/>
          <p:cNvCxnSpPr>
            <a:stCxn id="1502" idx="5"/>
            <a:endCxn id="150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0" name="Google Shape;1520;p67"/>
          <p:cNvCxnSpPr>
            <a:stCxn id="1500" idx="7"/>
            <a:endCxn id="150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1" name="Google Shape;1521;p67"/>
          <p:cNvCxnSpPr>
            <a:stCxn id="1504" idx="3"/>
            <a:endCxn id="150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2" name="Google Shape;1522;p67"/>
          <p:cNvCxnSpPr>
            <a:stCxn id="1500" idx="6"/>
            <a:endCxn id="150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1528" name="Google Shape;1528;p68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difference is that now we have to distinguish between the out-degree and in-degree versions!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0" name="Google Shape;1530;p6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1" name="Google Shape;1531;p6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2" name="Google Shape;1532;p6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3" name="Google Shape;1533;p6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4" name="Google Shape;1534;p6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5" name="Google Shape;1535;p6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36" name="Google Shape;1536;p6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7" name="Google Shape;1537;p68"/>
          <p:cNvCxnSpPr>
            <a:stCxn id="1529" idx="7"/>
            <a:endCxn id="153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8" name="Google Shape;1538;p68"/>
          <p:cNvCxnSpPr>
            <a:stCxn id="1532" idx="3"/>
            <a:endCxn id="153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9" name="Google Shape;1539;p68"/>
          <p:cNvCxnSpPr>
            <a:stCxn id="1534" idx="7"/>
            <a:endCxn id="153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0" name="Google Shape;1540;p68"/>
          <p:cNvCxnSpPr>
            <a:stCxn id="1535" idx="3"/>
            <a:endCxn id="153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1" name="Google Shape;1541;p68"/>
          <p:cNvCxnSpPr>
            <a:stCxn id="1531" idx="6"/>
            <a:endCxn id="153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2" name="Google Shape;1542;p68"/>
          <p:cNvCxnSpPr>
            <a:stCxn id="1534" idx="4"/>
            <a:endCxn id="153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3" name="Google Shape;1543;p68"/>
          <p:cNvCxnSpPr>
            <a:stCxn id="1530" idx="4"/>
            <a:endCxn id="153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4" name="Google Shape;1544;p68"/>
          <p:cNvCxnSpPr>
            <a:stCxn id="1529" idx="5"/>
            <a:endCxn id="153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5" name="Google Shape;1545;p68"/>
          <p:cNvCxnSpPr>
            <a:stCxn id="1529" idx="6"/>
            <a:endCxn id="153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6" name="Google Shape;1546;p68"/>
          <p:cNvCxnSpPr>
            <a:stCxn id="1531" idx="2"/>
            <a:endCxn id="153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7" name="Google Shape;1547;p68"/>
          <p:cNvCxnSpPr>
            <a:stCxn id="1536" idx="1"/>
            <a:endCxn id="153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8" name="Google Shape;1548;p68"/>
          <p:cNvCxnSpPr>
            <a:stCxn id="1535" idx="1"/>
            <a:endCxn id="153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9" name="Google Shape;1549;p68"/>
          <p:cNvCxnSpPr>
            <a:stCxn id="1532" idx="5"/>
            <a:endCxn id="153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0" name="Google Shape;1550;p68"/>
          <p:cNvCxnSpPr>
            <a:stCxn id="1530" idx="7"/>
            <a:endCxn id="153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1" name="Google Shape;1551;p68"/>
          <p:cNvCxnSpPr>
            <a:stCxn id="1534" idx="3"/>
            <a:endCxn id="153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2" name="Google Shape;1552;p68"/>
          <p:cNvCxnSpPr>
            <a:stCxn id="1530" idx="6"/>
            <a:endCxn id="153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69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1559" name="Google Shape;1559;p6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0" name="Google Shape;1560;p6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1" name="Google Shape;1561;p6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2" name="Google Shape;1562;p6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3" name="Google Shape;1563;p6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4" name="Google Shape;1564;p6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5" name="Google Shape;1565;p6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66" name="Google Shape;1566;p6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7" name="Google Shape;1567;p69"/>
          <p:cNvCxnSpPr>
            <a:stCxn id="1559" idx="7"/>
            <a:endCxn id="156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8" name="Google Shape;1568;p69"/>
          <p:cNvCxnSpPr>
            <a:stCxn id="1562" idx="3"/>
            <a:endCxn id="156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9" name="Google Shape;1569;p69"/>
          <p:cNvCxnSpPr>
            <a:stCxn id="1564" idx="7"/>
            <a:endCxn id="156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0" name="Google Shape;1570;p69"/>
          <p:cNvCxnSpPr>
            <a:stCxn id="1565" idx="3"/>
            <a:endCxn id="156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69"/>
          <p:cNvCxnSpPr>
            <a:stCxn id="1561" idx="6"/>
            <a:endCxn id="156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2" name="Google Shape;1572;p69"/>
          <p:cNvCxnSpPr>
            <a:stCxn id="1564" idx="4"/>
            <a:endCxn id="156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3" name="Google Shape;1573;p69"/>
          <p:cNvCxnSpPr>
            <a:stCxn id="1560" idx="4"/>
            <a:endCxn id="156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4" name="Google Shape;1574;p69"/>
          <p:cNvCxnSpPr>
            <a:stCxn id="1559" idx="5"/>
            <a:endCxn id="156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69"/>
          <p:cNvCxnSpPr>
            <a:stCxn id="1559" idx="6"/>
            <a:endCxn id="156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6" name="Google Shape;1576;p69"/>
          <p:cNvCxnSpPr>
            <a:stCxn id="1561" idx="2"/>
            <a:endCxn id="156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7" name="Google Shape;1577;p69"/>
          <p:cNvCxnSpPr>
            <a:stCxn id="1566" idx="1"/>
            <a:endCxn id="156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69"/>
          <p:cNvCxnSpPr>
            <a:stCxn id="1565" idx="1"/>
            <a:endCxn id="156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9" name="Google Shape;1579;p69"/>
          <p:cNvCxnSpPr>
            <a:stCxn id="1562" idx="5"/>
            <a:endCxn id="156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0" name="Google Shape;1580;p69"/>
          <p:cNvCxnSpPr>
            <a:stCxn id="1560" idx="7"/>
            <a:endCxn id="156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1" name="Google Shape;1581;p69"/>
          <p:cNvCxnSpPr>
            <a:stCxn id="1564" idx="3"/>
            <a:endCxn id="156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2" name="Google Shape;1582;p69"/>
          <p:cNvCxnSpPr>
            <a:stCxn id="1560" idx="6"/>
            <a:endCxn id="156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70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1589" name="Google Shape;1589;p7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0" name="Google Shape;1590;p7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1" name="Google Shape;1591;p7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2" name="Google Shape;1592;p7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3" name="Google Shape;1593;p7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4" name="Google Shape;1594;p7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5" name="Google Shape;1595;p7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6" name="Google Shape;1596;p7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7" name="Google Shape;1597;p70"/>
          <p:cNvCxnSpPr>
            <a:stCxn id="1589" idx="7"/>
            <a:endCxn id="159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70"/>
          <p:cNvCxnSpPr>
            <a:stCxn id="1592" idx="3"/>
            <a:endCxn id="159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70"/>
          <p:cNvCxnSpPr>
            <a:stCxn id="1594" idx="7"/>
            <a:endCxn id="159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0" name="Google Shape;1600;p70"/>
          <p:cNvCxnSpPr>
            <a:stCxn id="1595" idx="3"/>
            <a:endCxn id="159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1" name="Google Shape;1601;p70"/>
          <p:cNvCxnSpPr>
            <a:stCxn id="1591" idx="6"/>
            <a:endCxn id="159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2" name="Google Shape;1602;p70"/>
          <p:cNvCxnSpPr>
            <a:stCxn id="1594" idx="4"/>
            <a:endCxn id="159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3" name="Google Shape;1603;p70"/>
          <p:cNvCxnSpPr>
            <a:stCxn id="1590" idx="4"/>
            <a:endCxn id="159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4" name="Google Shape;1604;p70"/>
          <p:cNvCxnSpPr>
            <a:stCxn id="1589" idx="5"/>
            <a:endCxn id="159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5" name="Google Shape;1605;p70"/>
          <p:cNvCxnSpPr>
            <a:stCxn id="1589" idx="6"/>
            <a:endCxn id="159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6" name="Google Shape;1606;p70"/>
          <p:cNvCxnSpPr>
            <a:stCxn id="1591" idx="2"/>
            <a:endCxn id="159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7" name="Google Shape;1607;p70"/>
          <p:cNvCxnSpPr>
            <a:stCxn id="1596" idx="1"/>
            <a:endCxn id="159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8" name="Google Shape;1608;p70"/>
          <p:cNvCxnSpPr>
            <a:stCxn id="1595" idx="1"/>
            <a:endCxn id="159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9" name="Google Shape;1609;p70"/>
          <p:cNvCxnSpPr>
            <a:stCxn id="1592" idx="5"/>
            <a:endCxn id="159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0" name="Google Shape;1610;p70"/>
          <p:cNvCxnSpPr>
            <a:stCxn id="1590" idx="7"/>
            <a:endCxn id="159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1" name="Google Shape;1611;p70"/>
          <p:cNvCxnSpPr>
            <a:stCxn id="1594" idx="3"/>
            <a:endCxn id="159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2" name="Google Shape;1612;p70"/>
          <p:cNvCxnSpPr>
            <a:stCxn id="1590" idx="6"/>
            <a:endCxn id="159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13" name="Google Shape;1613;p70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71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1620" name="Google Shape;1620;p7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1" name="Google Shape;1621;p7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2" name="Google Shape;1622;p7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3" name="Google Shape;1623;p7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4" name="Google Shape;1624;p7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5" name="Google Shape;1625;p7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6" name="Google Shape;1626;p7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7" name="Google Shape;1627;p7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28" name="Google Shape;1628;p71"/>
          <p:cNvCxnSpPr>
            <a:stCxn id="1620" idx="7"/>
            <a:endCxn id="162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9" name="Google Shape;1629;p71"/>
          <p:cNvCxnSpPr>
            <a:stCxn id="1623" idx="3"/>
            <a:endCxn id="162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0" name="Google Shape;1630;p71"/>
          <p:cNvCxnSpPr>
            <a:stCxn id="1625" idx="7"/>
            <a:endCxn id="162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1" name="Google Shape;1631;p71"/>
          <p:cNvCxnSpPr>
            <a:stCxn id="1626" idx="3"/>
            <a:endCxn id="162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2" name="Google Shape;1632;p71"/>
          <p:cNvCxnSpPr>
            <a:stCxn id="1622" idx="6"/>
            <a:endCxn id="162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3" name="Google Shape;1633;p71"/>
          <p:cNvCxnSpPr>
            <a:stCxn id="1625" idx="4"/>
            <a:endCxn id="162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4" name="Google Shape;1634;p71"/>
          <p:cNvCxnSpPr>
            <a:stCxn id="1621" idx="4"/>
            <a:endCxn id="162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5" name="Google Shape;1635;p71"/>
          <p:cNvCxnSpPr>
            <a:stCxn id="1620" idx="5"/>
            <a:endCxn id="162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6" name="Google Shape;1636;p71"/>
          <p:cNvCxnSpPr>
            <a:stCxn id="1620" idx="6"/>
            <a:endCxn id="162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7" name="Google Shape;1637;p71"/>
          <p:cNvCxnSpPr>
            <a:stCxn id="1622" idx="2"/>
            <a:endCxn id="162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8" name="Google Shape;1638;p71"/>
          <p:cNvCxnSpPr>
            <a:stCxn id="1627" idx="1"/>
            <a:endCxn id="162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9" name="Google Shape;1639;p71"/>
          <p:cNvCxnSpPr>
            <a:stCxn id="1626" idx="1"/>
            <a:endCxn id="162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0" name="Google Shape;1640;p71"/>
          <p:cNvCxnSpPr>
            <a:stCxn id="1623" idx="5"/>
            <a:endCxn id="162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1" name="Google Shape;1641;p71"/>
          <p:cNvCxnSpPr>
            <a:stCxn id="1621" idx="7"/>
            <a:endCxn id="162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2" name="Google Shape;1642;p71"/>
          <p:cNvCxnSpPr>
            <a:stCxn id="1625" idx="3"/>
            <a:endCxn id="162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3" name="Google Shape;1643;p71"/>
          <p:cNvCxnSpPr>
            <a:stCxn id="1621" idx="6"/>
            <a:endCxn id="162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644" name="Google Shape;1644;p71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45" name="Google Shape;1645;p71"/>
          <p:cNvGraphicFramePr/>
          <p:nvPr/>
        </p:nvGraphicFramePr>
        <p:xfrm>
          <a:off x="801050" y="385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7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1652" name="Google Shape;1652;p7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3" name="Google Shape;1653;p7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4" name="Google Shape;1654;p7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5" name="Google Shape;1655;p7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6" name="Google Shape;1656;p7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7" name="Google Shape;1657;p7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8" name="Google Shape;1658;p7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9" name="Google Shape;1659;p7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0" name="Google Shape;1660;p72"/>
          <p:cNvCxnSpPr>
            <a:stCxn id="1652" idx="7"/>
            <a:endCxn id="165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1" name="Google Shape;1661;p72"/>
          <p:cNvCxnSpPr>
            <a:stCxn id="1655" idx="3"/>
            <a:endCxn id="165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2" name="Google Shape;1662;p72"/>
          <p:cNvCxnSpPr>
            <a:stCxn id="1657" idx="7"/>
            <a:endCxn id="165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3" name="Google Shape;1663;p72"/>
          <p:cNvCxnSpPr>
            <a:stCxn id="1658" idx="3"/>
            <a:endCxn id="165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4" name="Google Shape;1664;p72"/>
          <p:cNvCxnSpPr>
            <a:stCxn id="1654" idx="6"/>
            <a:endCxn id="165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5" name="Google Shape;1665;p72"/>
          <p:cNvCxnSpPr>
            <a:stCxn id="1657" idx="4"/>
            <a:endCxn id="165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6" name="Google Shape;1666;p72"/>
          <p:cNvCxnSpPr>
            <a:stCxn id="1653" idx="4"/>
            <a:endCxn id="165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7" name="Google Shape;1667;p72"/>
          <p:cNvCxnSpPr>
            <a:stCxn id="1652" idx="5"/>
            <a:endCxn id="165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8" name="Google Shape;1668;p72"/>
          <p:cNvCxnSpPr>
            <a:stCxn id="1652" idx="6"/>
            <a:endCxn id="165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9" name="Google Shape;1669;p72"/>
          <p:cNvCxnSpPr>
            <a:stCxn id="1654" idx="2"/>
            <a:endCxn id="165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0" name="Google Shape;1670;p72"/>
          <p:cNvCxnSpPr>
            <a:stCxn id="1659" idx="1"/>
            <a:endCxn id="165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1" name="Google Shape;1671;p72"/>
          <p:cNvCxnSpPr>
            <a:stCxn id="1658" idx="1"/>
            <a:endCxn id="165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2" name="Google Shape;1672;p72"/>
          <p:cNvCxnSpPr>
            <a:stCxn id="1655" idx="5"/>
            <a:endCxn id="165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3" name="Google Shape;1673;p72"/>
          <p:cNvCxnSpPr>
            <a:stCxn id="1653" idx="7"/>
            <a:endCxn id="165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4" name="Google Shape;1674;p72"/>
          <p:cNvCxnSpPr>
            <a:stCxn id="1657" idx="3"/>
            <a:endCxn id="165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5" name="Google Shape;1675;p72"/>
          <p:cNvCxnSpPr>
            <a:stCxn id="1653" idx="6"/>
            <a:endCxn id="165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1682" name="Google Shape;1682;p7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3" name="Google Shape;1683;p7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4" name="Google Shape;1684;p7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5" name="Google Shape;1685;p7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6" name="Google Shape;1686;p7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7" name="Google Shape;1687;p7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8" name="Google Shape;1688;p7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89" name="Google Shape;1689;p7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0" name="Google Shape;1690;p73"/>
          <p:cNvCxnSpPr>
            <a:stCxn id="1682" idx="7"/>
            <a:endCxn id="168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1" name="Google Shape;1691;p73"/>
          <p:cNvCxnSpPr>
            <a:stCxn id="1685" idx="3"/>
            <a:endCxn id="168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2" name="Google Shape;1692;p73"/>
          <p:cNvCxnSpPr>
            <a:stCxn id="1687" idx="7"/>
            <a:endCxn id="168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3" name="Google Shape;1693;p73"/>
          <p:cNvCxnSpPr>
            <a:stCxn id="1688" idx="3"/>
            <a:endCxn id="168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4" name="Google Shape;1694;p73"/>
          <p:cNvCxnSpPr>
            <a:stCxn id="1684" idx="6"/>
            <a:endCxn id="168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5" name="Google Shape;1695;p73"/>
          <p:cNvCxnSpPr>
            <a:stCxn id="1687" idx="4"/>
            <a:endCxn id="168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6" name="Google Shape;1696;p73"/>
          <p:cNvCxnSpPr>
            <a:stCxn id="1683" idx="4"/>
            <a:endCxn id="168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7" name="Google Shape;1697;p73"/>
          <p:cNvCxnSpPr>
            <a:stCxn id="1682" idx="5"/>
            <a:endCxn id="168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8" name="Google Shape;1698;p73"/>
          <p:cNvCxnSpPr>
            <a:stCxn id="1682" idx="6"/>
            <a:endCxn id="168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9" name="Google Shape;1699;p73"/>
          <p:cNvCxnSpPr>
            <a:stCxn id="1684" idx="2"/>
            <a:endCxn id="168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73"/>
          <p:cNvCxnSpPr>
            <a:stCxn id="1689" idx="1"/>
            <a:endCxn id="168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1" name="Google Shape;1701;p73"/>
          <p:cNvCxnSpPr>
            <a:stCxn id="1688" idx="1"/>
            <a:endCxn id="168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2" name="Google Shape;1702;p73"/>
          <p:cNvCxnSpPr>
            <a:stCxn id="1685" idx="5"/>
            <a:endCxn id="168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73"/>
          <p:cNvCxnSpPr>
            <a:stCxn id="1683" idx="7"/>
            <a:endCxn id="168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73"/>
          <p:cNvCxnSpPr>
            <a:stCxn id="1687" idx="3"/>
            <a:endCxn id="168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5" name="Google Shape;1705;p73"/>
          <p:cNvCxnSpPr>
            <a:stCxn id="1683" idx="6"/>
            <a:endCxn id="168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06" name="Google Shape;1706;p73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74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1713" name="Google Shape;1713;p7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4" name="Google Shape;1714;p7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5" name="Google Shape;1715;p7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6" name="Google Shape;1716;p7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7" name="Google Shape;1717;p7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8" name="Google Shape;1718;p7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19" name="Google Shape;1719;p7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0" name="Google Shape;1720;p7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1" name="Google Shape;1721;p74"/>
          <p:cNvCxnSpPr>
            <a:stCxn id="1713" idx="7"/>
            <a:endCxn id="171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2" name="Google Shape;1722;p74"/>
          <p:cNvCxnSpPr>
            <a:stCxn id="1716" idx="3"/>
            <a:endCxn id="171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3" name="Google Shape;1723;p74"/>
          <p:cNvCxnSpPr>
            <a:stCxn id="1718" idx="7"/>
            <a:endCxn id="171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4" name="Google Shape;1724;p74"/>
          <p:cNvCxnSpPr>
            <a:stCxn id="1719" idx="3"/>
            <a:endCxn id="171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5" name="Google Shape;1725;p74"/>
          <p:cNvCxnSpPr>
            <a:stCxn id="1715" idx="6"/>
            <a:endCxn id="172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6" name="Google Shape;1726;p74"/>
          <p:cNvCxnSpPr>
            <a:stCxn id="1718" idx="4"/>
            <a:endCxn id="171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7" name="Google Shape;1727;p74"/>
          <p:cNvCxnSpPr>
            <a:stCxn id="1714" idx="4"/>
            <a:endCxn id="171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8" name="Google Shape;1728;p74"/>
          <p:cNvCxnSpPr>
            <a:stCxn id="1713" idx="5"/>
            <a:endCxn id="171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9" name="Google Shape;1729;p74"/>
          <p:cNvCxnSpPr>
            <a:stCxn id="1713" idx="6"/>
            <a:endCxn id="171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0" name="Google Shape;1730;p74"/>
          <p:cNvCxnSpPr>
            <a:stCxn id="1715" idx="2"/>
            <a:endCxn id="171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1" name="Google Shape;1731;p74"/>
          <p:cNvCxnSpPr>
            <a:stCxn id="1720" idx="1"/>
            <a:endCxn id="171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2" name="Google Shape;1732;p74"/>
          <p:cNvCxnSpPr>
            <a:stCxn id="1719" idx="1"/>
            <a:endCxn id="171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3" name="Google Shape;1733;p74"/>
          <p:cNvCxnSpPr>
            <a:stCxn id="1716" idx="5"/>
            <a:endCxn id="171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4" name="Google Shape;1734;p74"/>
          <p:cNvCxnSpPr>
            <a:stCxn id="1714" idx="7"/>
            <a:endCxn id="171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5" name="Google Shape;1735;p74"/>
          <p:cNvCxnSpPr>
            <a:stCxn id="1718" idx="3"/>
            <a:endCxn id="171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6" name="Google Shape;1736;p74"/>
          <p:cNvCxnSpPr>
            <a:stCxn id="1714" idx="6"/>
            <a:endCxn id="171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37" name="Google Shape;1737;p74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38" name="Google Shape;1738;p74"/>
          <p:cNvGraphicFramePr/>
          <p:nvPr/>
        </p:nvGraphicFramePr>
        <p:xfrm>
          <a:off x="801050" y="3795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75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1745" name="Google Shape;1745;p7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6" name="Google Shape;1746;p7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7" name="Google Shape;1747;p7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8" name="Google Shape;1748;p7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9" name="Google Shape;1749;p7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0" name="Google Shape;1750;p7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1" name="Google Shape;1751;p7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52" name="Google Shape;1752;p7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3" name="Google Shape;1753;p75"/>
          <p:cNvCxnSpPr>
            <a:stCxn id="1745" idx="7"/>
            <a:endCxn id="174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4" name="Google Shape;1754;p75"/>
          <p:cNvCxnSpPr>
            <a:stCxn id="1748" idx="3"/>
            <a:endCxn id="174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5" name="Google Shape;1755;p75"/>
          <p:cNvCxnSpPr>
            <a:stCxn id="1750" idx="7"/>
            <a:endCxn id="175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6" name="Google Shape;1756;p75"/>
          <p:cNvCxnSpPr>
            <a:stCxn id="1751" idx="3"/>
            <a:endCxn id="175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7" name="Google Shape;1757;p75"/>
          <p:cNvCxnSpPr>
            <a:stCxn id="1747" idx="6"/>
            <a:endCxn id="175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8" name="Google Shape;1758;p75"/>
          <p:cNvCxnSpPr>
            <a:stCxn id="1750" idx="4"/>
            <a:endCxn id="174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9" name="Google Shape;1759;p75"/>
          <p:cNvCxnSpPr>
            <a:stCxn id="1746" idx="4"/>
            <a:endCxn id="174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0" name="Google Shape;1760;p75"/>
          <p:cNvCxnSpPr>
            <a:stCxn id="1745" idx="5"/>
            <a:endCxn id="174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1" name="Google Shape;1761;p75"/>
          <p:cNvCxnSpPr>
            <a:stCxn id="1745" idx="6"/>
            <a:endCxn id="174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2" name="Google Shape;1762;p75"/>
          <p:cNvCxnSpPr>
            <a:stCxn id="1747" idx="2"/>
            <a:endCxn id="174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3" name="Google Shape;1763;p75"/>
          <p:cNvCxnSpPr>
            <a:stCxn id="1752" idx="1"/>
            <a:endCxn id="175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4" name="Google Shape;1764;p75"/>
          <p:cNvCxnSpPr>
            <a:stCxn id="1751" idx="1"/>
            <a:endCxn id="174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5" name="Google Shape;1765;p75"/>
          <p:cNvCxnSpPr>
            <a:stCxn id="1748" idx="5"/>
            <a:endCxn id="175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6" name="Google Shape;1766;p75"/>
          <p:cNvCxnSpPr>
            <a:stCxn id="1746" idx="7"/>
            <a:endCxn id="174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75"/>
          <p:cNvCxnSpPr>
            <a:stCxn id="1750" idx="3"/>
            <a:endCxn id="174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8" name="Google Shape;1768;p75"/>
          <p:cNvCxnSpPr>
            <a:stCxn id="1746" idx="6"/>
            <a:endCxn id="175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76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1775" name="Google Shape;1775;p7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76" name="Google Shape;1776;p7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77" name="Google Shape;1777;p7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78" name="Google Shape;1778;p7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79" name="Google Shape;1779;p7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0" name="Google Shape;1780;p7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1" name="Google Shape;1781;p7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2" name="Google Shape;1782;p7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3" name="Google Shape;1783;p76"/>
          <p:cNvCxnSpPr>
            <a:stCxn id="1775" idx="7"/>
            <a:endCxn id="177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4" name="Google Shape;1784;p76"/>
          <p:cNvCxnSpPr>
            <a:stCxn id="1778" idx="3"/>
            <a:endCxn id="177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5" name="Google Shape;1785;p76"/>
          <p:cNvCxnSpPr>
            <a:stCxn id="1780" idx="7"/>
            <a:endCxn id="178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6" name="Google Shape;1786;p76"/>
          <p:cNvCxnSpPr>
            <a:stCxn id="1781" idx="3"/>
            <a:endCxn id="178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7" name="Google Shape;1787;p76"/>
          <p:cNvCxnSpPr>
            <a:stCxn id="1777" idx="6"/>
            <a:endCxn id="178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8" name="Google Shape;1788;p76"/>
          <p:cNvCxnSpPr>
            <a:stCxn id="1780" idx="4"/>
            <a:endCxn id="177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9" name="Google Shape;1789;p76"/>
          <p:cNvCxnSpPr>
            <a:stCxn id="1776" idx="4"/>
            <a:endCxn id="177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0" name="Google Shape;1790;p76"/>
          <p:cNvCxnSpPr>
            <a:stCxn id="1775" idx="5"/>
            <a:endCxn id="177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1" name="Google Shape;1791;p76"/>
          <p:cNvCxnSpPr>
            <a:stCxn id="1775" idx="6"/>
            <a:endCxn id="177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2" name="Google Shape;1792;p76"/>
          <p:cNvCxnSpPr>
            <a:stCxn id="1777" idx="2"/>
            <a:endCxn id="177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3" name="Google Shape;1793;p76"/>
          <p:cNvCxnSpPr>
            <a:stCxn id="1782" idx="1"/>
            <a:endCxn id="178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4" name="Google Shape;1794;p76"/>
          <p:cNvCxnSpPr>
            <a:stCxn id="1781" idx="1"/>
            <a:endCxn id="177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5" name="Google Shape;1795;p76"/>
          <p:cNvCxnSpPr>
            <a:stCxn id="1778" idx="5"/>
            <a:endCxn id="178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6" name="Google Shape;1796;p76"/>
          <p:cNvCxnSpPr>
            <a:stCxn id="1776" idx="7"/>
            <a:endCxn id="177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7" name="Google Shape;1797;p76"/>
          <p:cNvCxnSpPr>
            <a:stCxn id="1780" idx="3"/>
            <a:endCxn id="177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8" name="Google Shape;1798;p76"/>
          <p:cNvCxnSpPr>
            <a:stCxn id="1776" idx="6"/>
            <a:endCxn id="178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799" name="Google Shape;1799;p76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77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in</a:t>
            </a:r>
            <a:r>
              <a:rPr lang="en"/>
              <a:t>=     0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1806" name="Google Shape;1806;p7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07" name="Google Shape;1807;p7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08" name="Google Shape;1808;p7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09" name="Google Shape;1809;p7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0" name="Google Shape;1810;p7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1" name="Google Shape;1811;p7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2" name="Google Shape;1812;p7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3" name="Google Shape;1813;p7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4" name="Google Shape;1814;p77"/>
          <p:cNvCxnSpPr>
            <a:stCxn id="1806" idx="7"/>
            <a:endCxn id="180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5" name="Google Shape;1815;p77"/>
          <p:cNvCxnSpPr>
            <a:stCxn id="1809" idx="3"/>
            <a:endCxn id="180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6" name="Google Shape;1816;p77"/>
          <p:cNvCxnSpPr>
            <a:stCxn id="1811" idx="7"/>
            <a:endCxn id="181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7" name="Google Shape;1817;p77"/>
          <p:cNvCxnSpPr>
            <a:stCxn id="1812" idx="3"/>
            <a:endCxn id="181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8" name="Google Shape;1818;p77"/>
          <p:cNvCxnSpPr>
            <a:stCxn id="1808" idx="6"/>
            <a:endCxn id="181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9" name="Google Shape;1819;p77"/>
          <p:cNvCxnSpPr>
            <a:stCxn id="1811" idx="4"/>
            <a:endCxn id="180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0" name="Google Shape;1820;p77"/>
          <p:cNvCxnSpPr>
            <a:stCxn id="1807" idx="4"/>
            <a:endCxn id="181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1" name="Google Shape;1821;p77"/>
          <p:cNvCxnSpPr>
            <a:stCxn id="1806" idx="5"/>
            <a:endCxn id="181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2" name="Google Shape;1822;p77"/>
          <p:cNvCxnSpPr>
            <a:stCxn id="1806" idx="6"/>
            <a:endCxn id="180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77"/>
          <p:cNvCxnSpPr>
            <a:stCxn id="1808" idx="2"/>
            <a:endCxn id="181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77"/>
          <p:cNvCxnSpPr>
            <a:stCxn id="1813" idx="1"/>
            <a:endCxn id="181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5" name="Google Shape;1825;p77"/>
          <p:cNvCxnSpPr>
            <a:stCxn id="1812" idx="1"/>
            <a:endCxn id="180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6" name="Google Shape;1826;p77"/>
          <p:cNvCxnSpPr>
            <a:stCxn id="1809" idx="5"/>
            <a:endCxn id="181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7" name="Google Shape;1827;p77"/>
          <p:cNvCxnSpPr>
            <a:stCxn id="1807" idx="7"/>
            <a:endCxn id="180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8" name="Google Shape;1828;p77"/>
          <p:cNvCxnSpPr>
            <a:stCxn id="1811" idx="3"/>
            <a:endCxn id="181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9" name="Google Shape;1829;p77"/>
          <p:cNvCxnSpPr>
            <a:stCxn id="1807" idx="6"/>
            <a:endCxn id="181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30" name="Google Shape;1830;p77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78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837" name="Google Shape;1837;p7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8" name="Google Shape;1838;p7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9" name="Google Shape;1839;p7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0" name="Google Shape;1840;p7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1" name="Google Shape;1841;p7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2" name="Google Shape;1842;p7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3" name="Google Shape;1843;p7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4" name="Google Shape;1844;p7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5" name="Google Shape;1845;p78"/>
          <p:cNvCxnSpPr>
            <a:stCxn id="1837" idx="7"/>
            <a:endCxn id="184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6" name="Google Shape;1846;p78"/>
          <p:cNvCxnSpPr>
            <a:stCxn id="1840" idx="3"/>
            <a:endCxn id="183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7" name="Google Shape;1847;p78"/>
          <p:cNvCxnSpPr>
            <a:stCxn id="1842" idx="7"/>
            <a:endCxn id="184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8" name="Google Shape;1848;p78"/>
          <p:cNvCxnSpPr>
            <a:stCxn id="1843" idx="3"/>
            <a:endCxn id="184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9" name="Google Shape;1849;p78"/>
          <p:cNvCxnSpPr>
            <a:stCxn id="1839" idx="6"/>
            <a:endCxn id="184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0" name="Google Shape;1850;p78"/>
          <p:cNvCxnSpPr>
            <a:stCxn id="1842" idx="4"/>
            <a:endCxn id="183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1" name="Google Shape;1851;p78"/>
          <p:cNvCxnSpPr>
            <a:stCxn id="1838" idx="4"/>
            <a:endCxn id="184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2" name="Google Shape;1852;p78"/>
          <p:cNvCxnSpPr>
            <a:stCxn id="1837" idx="5"/>
            <a:endCxn id="184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3" name="Google Shape;1853;p78"/>
          <p:cNvCxnSpPr>
            <a:stCxn id="1837" idx="6"/>
            <a:endCxn id="183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4" name="Google Shape;1854;p78"/>
          <p:cNvCxnSpPr>
            <a:stCxn id="1839" idx="2"/>
            <a:endCxn id="184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5" name="Google Shape;1855;p78"/>
          <p:cNvCxnSpPr>
            <a:stCxn id="1844" idx="1"/>
            <a:endCxn id="184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6" name="Google Shape;1856;p78"/>
          <p:cNvCxnSpPr>
            <a:stCxn id="1843" idx="1"/>
            <a:endCxn id="184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7" name="Google Shape;1857;p78"/>
          <p:cNvCxnSpPr>
            <a:stCxn id="1840" idx="5"/>
            <a:endCxn id="184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8" name="Google Shape;1858;p78"/>
          <p:cNvCxnSpPr>
            <a:stCxn id="1838" idx="7"/>
            <a:endCxn id="184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9" name="Google Shape;1859;p78"/>
          <p:cNvCxnSpPr>
            <a:stCxn id="1842" idx="3"/>
            <a:endCxn id="184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0" name="Google Shape;1860;p78"/>
          <p:cNvCxnSpPr>
            <a:stCxn id="1838" idx="6"/>
            <a:endCxn id="184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61" name="Google Shape;1861;p78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79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868" name="Google Shape;1868;p7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69" name="Google Shape;1869;p7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0" name="Google Shape;1870;p7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1" name="Google Shape;1871;p7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2" name="Google Shape;1872;p7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3" name="Google Shape;1873;p7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4" name="Google Shape;1874;p7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5" name="Google Shape;1875;p7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6" name="Google Shape;1876;p79"/>
          <p:cNvCxnSpPr>
            <a:stCxn id="1868" idx="7"/>
            <a:endCxn id="187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7" name="Google Shape;1877;p79"/>
          <p:cNvCxnSpPr>
            <a:stCxn id="1871" idx="3"/>
            <a:endCxn id="186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79"/>
          <p:cNvCxnSpPr>
            <a:stCxn id="1873" idx="7"/>
            <a:endCxn id="187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9" name="Google Shape;1879;p79"/>
          <p:cNvCxnSpPr>
            <a:stCxn id="1874" idx="3"/>
            <a:endCxn id="187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79"/>
          <p:cNvCxnSpPr>
            <a:stCxn id="1870" idx="6"/>
            <a:endCxn id="187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1" name="Google Shape;1881;p79"/>
          <p:cNvCxnSpPr>
            <a:stCxn id="1873" idx="4"/>
            <a:endCxn id="187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2" name="Google Shape;1882;p79"/>
          <p:cNvCxnSpPr>
            <a:stCxn id="1869" idx="4"/>
            <a:endCxn id="187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3" name="Google Shape;1883;p79"/>
          <p:cNvCxnSpPr>
            <a:stCxn id="1868" idx="5"/>
            <a:endCxn id="187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4" name="Google Shape;1884;p79"/>
          <p:cNvCxnSpPr>
            <a:stCxn id="1868" idx="6"/>
            <a:endCxn id="186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5" name="Google Shape;1885;p79"/>
          <p:cNvCxnSpPr>
            <a:stCxn id="1870" idx="2"/>
            <a:endCxn id="187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6" name="Google Shape;1886;p79"/>
          <p:cNvCxnSpPr>
            <a:stCxn id="1875" idx="1"/>
            <a:endCxn id="187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7" name="Google Shape;1887;p79"/>
          <p:cNvCxnSpPr>
            <a:stCxn id="1874" idx="1"/>
            <a:endCxn id="187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8" name="Google Shape;1888;p79"/>
          <p:cNvCxnSpPr>
            <a:stCxn id="1871" idx="5"/>
            <a:endCxn id="187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9" name="Google Shape;1889;p79"/>
          <p:cNvCxnSpPr>
            <a:stCxn id="1869" idx="7"/>
            <a:endCxn id="187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0" name="Google Shape;1890;p79"/>
          <p:cNvCxnSpPr>
            <a:stCxn id="1873" idx="3"/>
            <a:endCxn id="187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1" name="Google Shape;1891;p79"/>
          <p:cNvCxnSpPr>
            <a:stCxn id="1869" idx="6"/>
            <a:endCxn id="187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92" name="Google Shape;1892;p79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80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899" name="Google Shape;1899;p8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0" name="Google Shape;1900;p8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1" name="Google Shape;1901;p8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2" name="Google Shape;1902;p8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3" name="Google Shape;1903;p8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4" name="Google Shape;1904;p8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5" name="Google Shape;1905;p8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06" name="Google Shape;1906;p8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7" name="Google Shape;1907;p80"/>
          <p:cNvCxnSpPr>
            <a:stCxn id="1899" idx="7"/>
            <a:endCxn id="190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8" name="Google Shape;1908;p80"/>
          <p:cNvCxnSpPr>
            <a:stCxn id="1902" idx="3"/>
            <a:endCxn id="190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9" name="Google Shape;1909;p80"/>
          <p:cNvCxnSpPr>
            <a:stCxn id="1904" idx="7"/>
            <a:endCxn id="190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0" name="Google Shape;1910;p80"/>
          <p:cNvCxnSpPr>
            <a:stCxn id="1905" idx="3"/>
            <a:endCxn id="190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1" name="Google Shape;1911;p80"/>
          <p:cNvCxnSpPr>
            <a:stCxn id="1901" idx="6"/>
            <a:endCxn id="190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80"/>
          <p:cNvCxnSpPr>
            <a:stCxn id="1904" idx="4"/>
            <a:endCxn id="190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3" name="Google Shape;1913;p80"/>
          <p:cNvCxnSpPr>
            <a:stCxn id="1900" idx="4"/>
            <a:endCxn id="190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4" name="Google Shape;1914;p80"/>
          <p:cNvCxnSpPr>
            <a:stCxn id="1899" idx="5"/>
            <a:endCxn id="190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5" name="Google Shape;1915;p80"/>
          <p:cNvCxnSpPr>
            <a:stCxn id="1899" idx="6"/>
            <a:endCxn id="190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6" name="Google Shape;1916;p80"/>
          <p:cNvCxnSpPr>
            <a:stCxn id="1901" idx="2"/>
            <a:endCxn id="190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7" name="Google Shape;1917;p80"/>
          <p:cNvCxnSpPr>
            <a:stCxn id="1906" idx="1"/>
            <a:endCxn id="190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8" name="Google Shape;1918;p80"/>
          <p:cNvCxnSpPr>
            <a:stCxn id="1905" idx="1"/>
            <a:endCxn id="190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9" name="Google Shape;1919;p80"/>
          <p:cNvCxnSpPr>
            <a:stCxn id="1902" idx="5"/>
            <a:endCxn id="190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0" name="Google Shape;1920;p80"/>
          <p:cNvCxnSpPr>
            <a:stCxn id="1900" idx="7"/>
            <a:endCxn id="190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1" name="Google Shape;1921;p80"/>
          <p:cNvCxnSpPr>
            <a:stCxn id="1904" idx="3"/>
            <a:endCxn id="190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2" name="Google Shape;1922;p80"/>
          <p:cNvCxnSpPr>
            <a:stCxn id="1900" idx="6"/>
            <a:endCxn id="190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23" name="Google Shape;1923;p80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{2F47A9E1-DB9D-49C4-BD1F-2EE74D2EC887}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81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930" name="Google Shape;1930;p8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1" name="Google Shape;1931;p8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2" name="Google Shape;1932;p8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3" name="Google Shape;1933;p8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4" name="Google Shape;1934;p8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5" name="Google Shape;1935;p8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6" name="Google Shape;1936;p8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37" name="Google Shape;1937;p8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8" name="Google Shape;1938;p81"/>
          <p:cNvCxnSpPr>
            <a:stCxn id="1930" idx="7"/>
            <a:endCxn id="193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9" name="Google Shape;1939;p81"/>
          <p:cNvCxnSpPr>
            <a:stCxn id="1933" idx="3"/>
            <a:endCxn id="193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0" name="Google Shape;1940;p81"/>
          <p:cNvCxnSpPr>
            <a:stCxn id="1935" idx="7"/>
            <a:endCxn id="193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1" name="Google Shape;1941;p81"/>
          <p:cNvCxnSpPr>
            <a:stCxn id="1936" idx="3"/>
            <a:endCxn id="193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2" name="Google Shape;1942;p81"/>
          <p:cNvCxnSpPr>
            <a:stCxn id="1932" idx="6"/>
            <a:endCxn id="193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3" name="Google Shape;1943;p81"/>
          <p:cNvCxnSpPr>
            <a:stCxn id="1935" idx="4"/>
            <a:endCxn id="193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4" name="Google Shape;1944;p81"/>
          <p:cNvCxnSpPr>
            <a:stCxn id="1931" idx="4"/>
            <a:endCxn id="193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5" name="Google Shape;1945;p81"/>
          <p:cNvCxnSpPr>
            <a:stCxn id="1930" idx="5"/>
            <a:endCxn id="193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6" name="Google Shape;1946;p81"/>
          <p:cNvCxnSpPr>
            <a:stCxn id="1930" idx="6"/>
            <a:endCxn id="193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7" name="Google Shape;1947;p81"/>
          <p:cNvCxnSpPr>
            <a:stCxn id="1932" idx="2"/>
            <a:endCxn id="193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8" name="Google Shape;1948;p81"/>
          <p:cNvCxnSpPr>
            <a:stCxn id="1937" idx="1"/>
            <a:endCxn id="193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9" name="Google Shape;1949;p81"/>
          <p:cNvCxnSpPr>
            <a:stCxn id="1936" idx="1"/>
            <a:endCxn id="193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0" name="Google Shape;1950;p81"/>
          <p:cNvCxnSpPr>
            <a:stCxn id="1933" idx="5"/>
            <a:endCxn id="193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1" name="Google Shape;1951;p81"/>
          <p:cNvCxnSpPr>
            <a:stCxn id="1931" idx="7"/>
            <a:endCxn id="193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2" name="Google Shape;1952;p81"/>
          <p:cNvCxnSpPr>
            <a:stCxn id="1935" idx="3"/>
            <a:endCxn id="193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3" name="Google Shape;1953;p81"/>
          <p:cNvCxnSpPr>
            <a:stCxn id="1931" idx="6"/>
            <a:endCxn id="193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4" name="Google Shape;1954;p81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directed graph, the sum of the in and out degrees is always the same number!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55" name="Google Shape;1955;p81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6" name="Google Shape;1956;p81"/>
          <p:cNvCxnSpPr>
            <a:stCxn id="1954" idx="2"/>
            <a:endCxn id="1955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8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963" name="Google Shape;1963;p8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4" name="Google Shape;1964;p8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5" name="Google Shape;1965;p8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6" name="Google Shape;1966;p8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7" name="Google Shape;1967;p8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8" name="Google Shape;1968;p8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9" name="Google Shape;1969;p8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70" name="Google Shape;1970;p8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1" name="Google Shape;1971;p82"/>
          <p:cNvCxnSpPr>
            <a:stCxn id="1963" idx="7"/>
            <a:endCxn id="196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2" name="Google Shape;1972;p82"/>
          <p:cNvCxnSpPr>
            <a:stCxn id="1966" idx="3"/>
            <a:endCxn id="196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3" name="Google Shape;1973;p82"/>
          <p:cNvCxnSpPr>
            <a:stCxn id="1968" idx="7"/>
            <a:endCxn id="196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4" name="Google Shape;1974;p82"/>
          <p:cNvCxnSpPr>
            <a:stCxn id="1969" idx="3"/>
            <a:endCxn id="196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5" name="Google Shape;1975;p82"/>
          <p:cNvCxnSpPr>
            <a:stCxn id="1965" idx="6"/>
            <a:endCxn id="197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6" name="Google Shape;1976;p82"/>
          <p:cNvCxnSpPr>
            <a:stCxn id="1968" idx="4"/>
            <a:endCxn id="196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7" name="Google Shape;1977;p82"/>
          <p:cNvCxnSpPr>
            <a:stCxn id="1964" idx="4"/>
            <a:endCxn id="196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8" name="Google Shape;1978;p82"/>
          <p:cNvCxnSpPr>
            <a:stCxn id="1963" idx="5"/>
            <a:endCxn id="196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9" name="Google Shape;1979;p82"/>
          <p:cNvCxnSpPr>
            <a:stCxn id="1963" idx="6"/>
            <a:endCxn id="196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0" name="Google Shape;1980;p82"/>
          <p:cNvCxnSpPr>
            <a:stCxn id="1965" idx="2"/>
            <a:endCxn id="196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1" name="Google Shape;1981;p82"/>
          <p:cNvCxnSpPr>
            <a:stCxn id="1970" idx="1"/>
            <a:endCxn id="196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2" name="Google Shape;1982;p82"/>
          <p:cNvCxnSpPr>
            <a:stCxn id="1969" idx="1"/>
            <a:endCxn id="196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3" name="Google Shape;1983;p82"/>
          <p:cNvCxnSpPr>
            <a:stCxn id="1966" idx="5"/>
            <a:endCxn id="196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4" name="Google Shape;1984;p82"/>
          <p:cNvCxnSpPr>
            <a:stCxn id="1964" idx="7"/>
            <a:endCxn id="196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5" name="Google Shape;1985;p82"/>
          <p:cNvCxnSpPr>
            <a:stCxn id="1968" idx="3"/>
            <a:endCxn id="196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6" name="Google Shape;1986;p82"/>
          <p:cNvCxnSpPr>
            <a:stCxn id="1964" idx="6"/>
            <a:endCxn id="196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7" name="Google Shape;1987;p82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sum of the in or out-degrees is also equal to graph size (m): The number of edges!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88" name="Google Shape;1988;p82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9" name="Google Shape;1989;p82"/>
          <p:cNvCxnSpPr>
            <a:stCxn id="1987" idx="2"/>
            <a:endCxn id="1988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8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1996" name="Google Shape;1996;p8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7" name="Google Shape;1997;p8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8" name="Google Shape;1998;p8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9" name="Google Shape;1999;p8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0" name="Google Shape;2000;p8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1" name="Google Shape;2001;p8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2" name="Google Shape;2002;p8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03" name="Google Shape;2003;p8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04" name="Google Shape;2004;p83"/>
          <p:cNvCxnSpPr>
            <a:stCxn id="1996" idx="7"/>
            <a:endCxn id="199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5" name="Google Shape;2005;p83"/>
          <p:cNvCxnSpPr>
            <a:stCxn id="1999" idx="3"/>
            <a:endCxn id="199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6" name="Google Shape;2006;p83"/>
          <p:cNvCxnSpPr>
            <a:stCxn id="2001" idx="7"/>
            <a:endCxn id="200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7" name="Google Shape;2007;p83"/>
          <p:cNvCxnSpPr>
            <a:stCxn id="2002" idx="3"/>
            <a:endCxn id="200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8" name="Google Shape;2008;p83"/>
          <p:cNvCxnSpPr>
            <a:stCxn id="1998" idx="6"/>
            <a:endCxn id="200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9" name="Google Shape;2009;p83"/>
          <p:cNvCxnSpPr>
            <a:stCxn id="2001" idx="4"/>
            <a:endCxn id="199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0" name="Google Shape;2010;p83"/>
          <p:cNvCxnSpPr>
            <a:stCxn id="1997" idx="4"/>
            <a:endCxn id="200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1" name="Google Shape;2011;p83"/>
          <p:cNvCxnSpPr>
            <a:stCxn id="1996" idx="5"/>
            <a:endCxn id="200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2" name="Google Shape;2012;p83"/>
          <p:cNvCxnSpPr>
            <a:stCxn id="1996" idx="6"/>
            <a:endCxn id="199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3" name="Google Shape;2013;p83"/>
          <p:cNvCxnSpPr>
            <a:stCxn id="1998" idx="2"/>
            <a:endCxn id="200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4" name="Google Shape;2014;p83"/>
          <p:cNvCxnSpPr>
            <a:stCxn id="2003" idx="1"/>
            <a:endCxn id="200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5" name="Google Shape;2015;p83"/>
          <p:cNvCxnSpPr>
            <a:stCxn id="2002" idx="1"/>
            <a:endCxn id="199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6" name="Google Shape;2016;p83"/>
          <p:cNvCxnSpPr>
            <a:stCxn id="1999" idx="5"/>
            <a:endCxn id="200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7" name="Google Shape;2017;p83"/>
          <p:cNvCxnSpPr>
            <a:stCxn id="1997" idx="7"/>
            <a:endCxn id="199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8" name="Google Shape;2018;p83"/>
          <p:cNvCxnSpPr>
            <a:stCxn id="2001" idx="3"/>
            <a:endCxn id="200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9" name="Google Shape;2019;p83"/>
          <p:cNvCxnSpPr>
            <a:stCxn id="1997" idx="6"/>
            <a:endCxn id="200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0" name="Google Shape;2020;p83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also means that directed graphs have only ONE average degree!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21" name="Google Shape;2021;p83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2" name="Google Shape;2022;p83"/>
          <p:cNvCxnSpPr>
            <a:stCxn id="2020" idx="2"/>
            <a:endCxn id="2021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overline{k}=\frac{\sum k_i}{n}=\frac{16}{8}=2" id="2023" name="Google Shape;202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976" y="4175025"/>
            <a:ext cx="2523874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