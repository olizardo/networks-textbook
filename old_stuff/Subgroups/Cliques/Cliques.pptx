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y="5143500" cx="9144000"/>
  <p:notesSz cx="6858000" cy="9144000"/>
  <p:embeddedFontLst>
    <p:embeddedFont>
      <p:font typeface="Economica"/>
      <p:regular r:id="rId43"/>
      <p:bold r:id="rId44"/>
      <p:italic r:id="rId45"/>
      <p:boldItalic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DED52A-E066-472D-BA0A-3BA9B9846621}">
  <a:tblStyle styleId="{09DED52A-E066-472D-BA0A-3BA9B984662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font" Target="fonts/Economica-bold.fntdata"/><Relationship Id="rId43" Type="http://schemas.openxmlformats.org/officeDocument/2006/relationships/font" Target="fonts/Economica-regular.fntdata"/><Relationship Id="rId46" Type="http://schemas.openxmlformats.org/officeDocument/2006/relationships/font" Target="fonts/Economica-boldItalic.fntdata"/><Relationship Id="rId45" Type="http://schemas.openxmlformats.org/officeDocument/2006/relationships/font" Target="fonts/Economica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font" Target="fonts/Open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3ce0bf9e3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b3ce0bf9e3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3ce0bf9e3_0_1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b3ce0bf9e3_0_1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b3ce0bf9e3_0_1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b3ce0bf9e3_0_1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b3ce0bf9e3_0_1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b3ce0bf9e3_0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3ce0bf9e3_0_1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b3ce0bf9e3_0_1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b3ce0bf9e3_0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b3ce0bf9e3_0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b3ce0bf9e3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b3ce0bf9e3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b3ce0bf9e3_0_1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b3ce0bf9e3_0_1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b3ce0bf9e3_0_1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b3ce0bf9e3_0_1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b3ce0bf9e3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b3ce0bf9e3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b3ce0bf9e3_0_1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2b3ce0bf9e3_0_1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b3ce0bf9e3_0_1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b3ce0bf9e3_0_1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b3ce0bf9e3_0_1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2b3ce0bf9e3_0_1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b3ce0bf9e3_0_1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b3ce0bf9e3_0_1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b3ce0bf9e3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2b3ce0bf9e3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b3ce0bf9e3_0_1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2b3ce0bf9e3_0_1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b3ce0bf9e3_0_1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b3ce0bf9e3_0_1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b3ce0bf9e3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2b3ce0bf9e3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b3ce0bf9e3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3ce0bf9e3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b3ce0bf9e3_0_1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b3ce0bf9e3_0_1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b3ce0bf9e3_0_1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b3ce0bf9e3_0_1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b3ce0bf9e3_0_2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b3ce0bf9e3_0_2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b3ce0bf9e3_0_2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b3ce0bf9e3_0_2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b3ce0bf9e3_0_2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b3ce0bf9e3_0_2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b3ce0bf9e3_0_2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b3ce0bf9e3_0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2b3ce0bf9e3_0_2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2b3ce0bf9e3_0_2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b3ce0bf9e3_0_2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b3ce0bf9e3_0_2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2b3ce0bf9e3_0_2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b3ce0bf9e3_0_2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b3ce0bf9e3_0_2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b3ce0bf9e3_0_2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2b3ce0bf9e3_0_2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2b3ce0bf9e3_0_2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b3ce0bf9e3_0_2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b3ce0bf9e3_0_2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2b3ce0bf9e3_0_2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2b3ce0bf9e3_0_2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b3ce0bf9e3_0_2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b3ce0bf9e3_0_2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b3ce0bf9e3_0_2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b3ce0bf9e3_0_2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b3ce0bf9e3_0_2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b3ce0bf9e3_0_2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Subgroups in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Group Approach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5717100" cy="3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level in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between the micro: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Dyads,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macro: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“Whole network”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groups?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Important functional units in organizations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Workplaces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Creative industries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Science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Important units for solidarity and interaction in social systems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Primary groups (family, support cliques)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Secondary groups (friends, workplaces, schools)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8" name="Google Shape;118;p27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9" name="Google Shape;119;p27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0" name="Google Shape;120;p27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1" name="Google Shape;121;p27"/>
          <p:cNvCxnSpPr>
            <a:stCxn id="117" idx="3"/>
            <a:endCxn id="118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27"/>
          <p:cNvCxnSpPr>
            <a:stCxn id="120" idx="1"/>
            <a:endCxn id="118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7"/>
          <p:cNvCxnSpPr>
            <a:stCxn id="117" idx="4"/>
            <a:endCxn id="120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27"/>
          <p:cNvCxnSpPr>
            <a:stCxn id="117" idx="5"/>
            <a:endCxn id="119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7"/>
          <p:cNvCxnSpPr>
            <a:stCxn id="119" idx="2"/>
            <a:endCxn id="118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27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8" name="Google Shape;128;p27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9" name="Google Shape;129;p27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0" name="Google Shape;130;p27"/>
          <p:cNvCxnSpPr>
            <a:stCxn id="126" idx="3"/>
            <a:endCxn id="127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7"/>
          <p:cNvCxnSpPr>
            <a:stCxn id="129" idx="0"/>
            <a:endCxn id="127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7"/>
          <p:cNvCxnSpPr>
            <a:stCxn id="126" idx="5"/>
            <a:endCxn id="128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7"/>
          <p:cNvCxnSpPr>
            <a:stCxn id="128" idx="2"/>
            <a:endCxn id="127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27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5" name="Google Shape;135;p27"/>
          <p:cNvCxnSpPr>
            <a:stCxn id="134" idx="0"/>
            <a:endCxn id="127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7"/>
          <p:cNvCxnSpPr>
            <a:stCxn id="128" idx="3"/>
            <a:endCxn id="129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7"/>
          <p:cNvCxnSpPr>
            <a:stCxn id="128" idx="3"/>
            <a:endCxn id="13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7"/>
          <p:cNvCxnSpPr>
            <a:stCxn id="126" idx="4"/>
            <a:endCxn id="13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7"/>
          <p:cNvCxnSpPr>
            <a:stCxn id="117" idx="6"/>
            <a:endCxn id="129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7"/>
          <p:cNvCxnSpPr>
            <a:stCxn id="120" idx="7"/>
            <a:endCxn id="119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7"/>
          <p:cNvCxnSpPr>
            <a:stCxn id="129" idx="6"/>
            <a:endCxn id="13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7"/>
          <p:cNvCxnSpPr>
            <a:stCxn id="126" idx="4"/>
            <a:endCxn id="129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27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4" name="Google Shape;144;p27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5" name="Google Shape;145;p27"/>
          <p:cNvCxnSpPr>
            <a:stCxn id="143" idx="3"/>
            <a:endCxn id="14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7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7" name="Google Shape;147;p27"/>
          <p:cNvCxnSpPr>
            <a:stCxn id="146" idx="2"/>
            <a:endCxn id="14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7"/>
          <p:cNvCxnSpPr>
            <a:stCxn id="146" idx="0"/>
            <a:endCxn id="14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7"/>
          <p:cNvCxnSpPr>
            <a:stCxn id="119" idx="5"/>
            <a:endCxn id="14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7"/>
          <p:cNvCxnSpPr>
            <a:stCxn id="134" idx="4"/>
            <a:endCxn id="14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7"/>
          <p:cNvCxnSpPr>
            <a:stCxn id="119" idx="7"/>
            <a:endCxn id="13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Group Approach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225225"/>
            <a:ext cx="5597100" cy="3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level in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between the micro: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Dyads,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macro: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“Whole network”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groups?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Important sources of: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Ideational homogeneity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Conformity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Influence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Information transmission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1" name="Google Shape;161;p2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2" name="Google Shape;162;p28"/>
          <p:cNvCxnSpPr>
            <a:stCxn id="158" idx="3"/>
            <a:endCxn id="159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8"/>
          <p:cNvCxnSpPr>
            <a:stCxn id="161" idx="1"/>
            <a:endCxn id="159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8"/>
          <p:cNvCxnSpPr>
            <a:stCxn id="158" idx="4"/>
            <a:endCxn id="16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8"/>
          <p:cNvCxnSpPr>
            <a:stCxn id="158" idx="5"/>
            <a:endCxn id="16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8"/>
          <p:cNvCxnSpPr>
            <a:stCxn id="160" idx="2"/>
            <a:endCxn id="159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1" name="Google Shape;171;p28"/>
          <p:cNvCxnSpPr>
            <a:stCxn id="167" idx="3"/>
            <a:endCxn id="16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8"/>
          <p:cNvCxnSpPr>
            <a:stCxn id="170" idx="0"/>
            <a:endCxn id="16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8"/>
          <p:cNvCxnSpPr>
            <a:stCxn id="167" idx="5"/>
            <a:endCxn id="16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8"/>
          <p:cNvCxnSpPr>
            <a:stCxn id="169" idx="2"/>
            <a:endCxn id="16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6" name="Google Shape;176;p28"/>
          <p:cNvCxnSpPr>
            <a:stCxn id="175" idx="0"/>
            <a:endCxn id="16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8"/>
          <p:cNvCxnSpPr>
            <a:stCxn id="169" idx="3"/>
            <a:endCxn id="170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8"/>
          <p:cNvCxnSpPr>
            <a:stCxn id="169" idx="3"/>
            <a:endCxn id="175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8"/>
          <p:cNvCxnSpPr>
            <a:stCxn id="167" idx="4"/>
            <a:endCxn id="175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8"/>
          <p:cNvCxnSpPr>
            <a:stCxn id="158" idx="6"/>
            <a:endCxn id="170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8"/>
          <p:cNvCxnSpPr>
            <a:stCxn id="161" idx="7"/>
            <a:endCxn id="16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8"/>
          <p:cNvCxnSpPr>
            <a:stCxn id="170" idx="6"/>
            <a:endCxn id="175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8"/>
          <p:cNvCxnSpPr>
            <a:stCxn id="167" idx="4"/>
            <a:endCxn id="170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5" name="Google Shape;185;p2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6" name="Google Shape;186;p28"/>
          <p:cNvCxnSpPr>
            <a:stCxn id="184" idx="3"/>
            <a:endCxn id="185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8" name="Google Shape;188;p28"/>
          <p:cNvCxnSpPr>
            <a:stCxn id="187" idx="2"/>
            <a:endCxn id="185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8"/>
          <p:cNvCxnSpPr>
            <a:stCxn id="187" idx="0"/>
            <a:endCxn id="184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8"/>
          <p:cNvCxnSpPr>
            <a:stCxn id="160" idx="5"/>
            <a:endCxn id="184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8"/>
          <p:cNvCxnSpPr>
            <a:stCxn id="175" idx="4"/>
            <a:endCxn id="184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8"/>
          <p:cNvCxnSpPr>
            <a:stCxn id="160" idx="7"/>
            <a:endCxn id="175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Group Approach</a:t>
            </a:r>
            <a:endParaRPr/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311700" y="1225225"/>
            <a:ext cx="4638900" cy="3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level in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between the micro: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Dyads,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macro: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“Whole network”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Questions: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can we translate the concept of a group into network terms?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most important group properties from a network perspective?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Cohesion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Polarization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Fragmentation</a:t>
            </a:r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0" name="Google Shape;200;p2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2" name="Google Shape;202;p2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3" name="Google Shape;203;p29"/>
          <p:cNvCxnSpPr>
            <a:stCxn id="199" idx="3"/>
            <a:endCxn id="20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9"/>
          <p:cNvCxnSpPr>
            <a:stCxn id="202" idx="1"/>
            <a:endCxn id="20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9"/>
          <p:cNvCxnSpPr>
            <a:stCxn id="199" idx="4"/>
            <a:endCxn id="20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9"/>
          <p:cNvCxnSpPr>
            <a:stCxn id="199" idx="5"/>
            <a:endCxn id="20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9"/>
          <p:cNvCxnSpPr>
            <a:stCxn id="201" idx="2"/>
            <a:endCxn id="20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12" name="Google Shape;212;p29"/>
          <p:cNvCxnSpPr>
            <a:stCxn id="208" idx="3"/>
            <a:endCxn id="20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9"/>
          <p:cNvCxnSpPr>
            <a:stCxn id="211" idx="0"/>
            <a:endCxn id="20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9"/>
          <p:cNvCxnSpPr>
            <a:stCxn id="208" idx="5"/>
            <a:endCxn id="21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9"/>
          <p:cNvCxnSpPr>
            <a:stCxn id="210" idx="2"/>
            <a:endCxn id="20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17" name="Google Shape;217;p29"/>
          <p:cNvCxnSpPr>
            <a:stCxn id="216" idx="0"/>
            <a:endCxn id="20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9"/>
          <p:cNvCxnSpPr>
            <a:stCxn id="210" idx="3"/>
            <a:endCxn id="21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9"/>
          <p:cNvCxnSpPr>
            <a:stCxn id="210" idx="3"/>
            <a:endCxn id="21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9"/>
          <p:cNvCxnSpPr>
            <a:stCxn id="208" idx="4"/>
            <a:endCxn id="21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9"/>
          <p:cNvCxnSpPr>
            <a:stCxn id="199" idx="6"/>
            <a:endCxn id="21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9"/>
          <p:cNvCxnSpPr>
            <a:stCxn id="202" idx="7"/>
            <a:endCxn id="20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9"/>
          <p:cNvCxnSpPr>
            <a:stCxn id="211" idx="6"/>
            <a:endCxn id="21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9"/>
          <p:cNvCxnSpPr>
            <a:stCxn id="208" idx="4"/>
            <a:endCxn id="21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26" name="Google Shape;226;p2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27" name="Google Shape;227;p29"/>
          <p:cNvCxnSpPr>
            <a:stCxn id="225" idx="3"/>
            <a:endCxn id="22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29" name="Google Shape;229;p29"/>
          <p:cNvCxnSpPr>
            <a:stCxn id="228" idx="2"/>
            <a:endCxn id="22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9"/>
          <p:cNvCxnSpPr>
            <a:stCxn id="228" idx="0"/>
            <a:endCxn id="22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9"/>
          <p:cNvCxnSpPr>
            <a:stCxn id="201" idx="5"/>
            <a:endCxn id="22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9"/>
          <p:cNvCxnSpPr>
            <a:stCxn id="216" idx="4"/>
            <a:endCxn id="22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9"/>
          <p:cNvCxnSpPr>
            <a:stCxn id="201" idx="7"/>
            <a:endCxn id="21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“groups”? </a:t>
            </a:r>
            <a:endParaRPr/>
          </a:p>
        </p:txBody>
      </p:sp>
      <p:sp>
        <p:nvSpPr>
          <p:cNvPr id="239" name="Google Shape;239;p30"/>
          <p:cNvSpPr txBox="1"/>
          <p:nvPr>
            <p:ph idx="1" type="body"/>
          </p:nvPr>
        </p:nvSpPr>
        <p:spPr>
          <a:xfrm>
            <a:off x="311700" y="1225225"/>
            <a:ext cx="48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“Group,” is a fuzzy social science concept, with many overlapping but sometimes contradictory verbal definitions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always graph theory to the rescue!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theoretic concept of a group 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 relatively dense subgraph featuring more links among the subset of vertices that belong to the subgraph than links to vertices in the rest of the graph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4" name="Google Shape;244;p30"/>
          <p:cNvCxnSpPr>
            <a:stCxn id="240" idx="3"/>
            <a:endCxn id="24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0"/>
          <p:cNvCxnSpPr>
            <a:stCxn id="243" idx="1"/>
            <a:endCxn id="24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0"/>
          <p:cNvCxnSpPr>
            <a:stCxn id="240" idx="4"/>
            <a:endCxn id="24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0"/>
          <p:cNvCxnSpPr>
            <a:stCxn id="240" idx="5"/>
            <a:endCxn id="24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0"/>
          <p:cNvCxnSpPr>
            <a:stCxn id="242" idx="2"/>
            <a:endCxn id="24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3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3" name="Google Shape;253;p30"/>
          <p:cNvCxnSpPr>
            <a:stCxn id="249" idx="3"/>
            <a:endCxn id="25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30"/>
          <p:cNvCxnSpPr>
            <a:stCxn id="252" idx="0"/>
            <a:endCxn id="25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0"/>
          <p:cNvCxnSpPr>
            <a:stCxn id="249" idx="5"/>
            <a:endCxn id="25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0"/>
          <p:cNvCxnSpPr>
            <a:stCxn id="251" idx="2"/>
            <a:endCxn id="25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8" name="Google Shape;258;p30"/>
          <p:cNvCxnSpPr>
            <a:stCxn id="257" idx="0"/>
            <a:endCxn id="25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0"/>
          <p:cNvCxnSpPr>
            <a:stCxn id="251" idx="3"/>
            <a:endCxn id="252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0"/>
          <p:cNvCxnSpPr>
            <a:stCxn id="251" idx="3"/>
            <a:endCxn id="25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0"/>
          <p:cNvCxnSpPr>
            <a:stCxn id="249" idx="4"/>
            <a:endCxn id="25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0"/>
          <p:cNvCxnSpPr>
            <a:stCxn id="240" idx="6"/>
            <a:endCxn id="252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0"/>
          <p:cNvCxnSpPr>
            <a:stCxn id="243" idx="7"/>
            <a:endCxn id="24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0"/>
          <p:cNvCxnSpPr>
            <a:stCxn id="252" idx="6"/>
            <a:endCxn id="25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0"/>
          <p:cNvCxnSpPr>
            <a:stCxn id="249" idx="4"/>
            <a:endCxn id="252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3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7" name="Google Shape;267;p3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68" name="Google Shape;268;p30"/>
          <p:cNvCxnSpPr>
            <a:stCxn id="266" idx="3"/>
            <a:endCxn id="26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70" name="Google Shape;270;p30"/>
          <p:cNvCxnSpPr>
            <a:stCxn id="269" idx="2"/>
            <a:endCxn id="26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0"/>
          <p:cNvCxnSpPr>
            <a:stCxn id="269" idx="0"/>
            <a:endCxn id="26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30"/>
          <p:cNvCxnSpPr>
            <a:stCxn id="242" idx="5"/>
            <a:endCxn id="26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0"/>
          <p:cNvCxnSpPr>
            <a:stCxn id="257" idx="4"/>
            <a:endCxn id="26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30"/>
          <p:cNvCxnSpPr>
            <a:stCxn id="242" idx="7"/>
            <a:endCxn id="25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>
            <p:ph type="title"/>
          </p:nvPr>
        </p:nvSpPr>
        <p:spPr>
          <a:xfrm>
            <a:off x="311700" y="315925"/>
            <a:ext cx="59370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280" name="Google Shape;280;p31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</a:t>
            </a:r>
            <a:r>
              <a:rPr b="1" lang="en"/>
              <a:t> </a:t>
            </a:r>
            <a:r>
              <a:rPr lang="en"/>
              <a:t>of </a:t>
            </a:r>
            <a:r>
              <a:rPr b="1" lang="en"/>
              <a:t>subgroup</a:t>
            </a:r>
            <a:endParaRPr b="1"/>
          </a:p>
        </p:txBody>
      </p:sp>
      <p:sp>
        <p:nvSpPr>
          <p:cNvPr id="281" name="Google Shape;281;p31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85" name="Google Shape;285;p31"/>
          <p:cNvCxnSpPr>
            <a:stCxn id="281" idx="3"/>
            <a:endCxn id="282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31"/>
          <p:cNvCxnSpPr>
            <a:stCxn id="284" idx="1"/>
            <a:endCxn id="282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1"/>
          <p:cNvCxnSpPr>
            <a:stCxn id="281" idx="4"/>
            <a:endCxn id="284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1"/>
          <p:cNvCxnSpPr>
            <a:stCxn id="281" idx="5"/>
            <a:endCxn id="283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1"/>
          <p:cNvCxnSpPr>
            <a:stCxn id="283" idx="2"/>
            <a:endCxn id="282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1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94" name="Google Shape;294;p31"/>
          <p:cNvCxnSpPr>
            <a:stCxn id="290" idx="3"/>
            <a:endCxn id="291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1"/>
          <p:cNvCxnSpPr>
            <a:stCxn id="293" idx="0"/>
            <a:endCxn id="291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1"/>
          <p:cNvCxnSpPr>
            <a:stCxn id="290" idx="5"/>
            <a:endCxn id="292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1"/>
          <p:cNvCxnSpPr>
            <a:stCxn id="292" idx="2"/>
            <a:endCxn id="291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31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99" name="Google Shape;299;p31"/>
          <p:cNvCxnSpPr>
            <a:stCxn id="298" idx="0"/>
            <a:endCxn id="291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1"/>
          <p:cNvCxnSpPr>
            <a:stCxn id="292" idx="3"/>
            <a:endCxn id="293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1"/>
          <p:cNvCxnSpPr>
            <a:stCxn id="292" idx="3"/>
            <a:endCxn id="298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1"/>
          <p:cNvCxnSpPr>
            <a:stCxn id="290" idx="4"/>
            <a:endCxn id="298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1"/>
          <p:cNvCxnSpPr>
            <a:stCxn id="281" idx="6"/>
            <a:endCxn id="293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1"/>
          <p:cNvCxnSpPr>
            <a:stCxn id="284" idx="7"/>
            <a:endCxn id="283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1"/>
          <p:cNvCxnSpPr>
            <a:stCxn id="293" idx="6"/>
            <a:endCxn id="298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1"/>
          <p:cNvCxnSpPr>
            <a:stCxn id="290" idx="4"/>
            <a:endCxn id="293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1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08" name="Google Shape;308;p31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09" name="Google Shape;309;p31"/>
          <p:cNvCxnSpPr>
            <a:stCxn id="307" idx="3"/>
            <a:endCxn id="308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31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11" name="Google Shape;311;p31"/>
          <p:cNvCxnSpPr>
            <a:stCxn id="310" idx="2"/>
            <a:endCxn id="308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31"/>
          <p:cNvCxnSpPr>
            <a:stCxn id="310" idx="0"/>
            <a:endCxn id="307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1"/>
          <p:cNvCxnSpPr>
            <a:stCxn id="283" idx="5"/>
            <a:endCxn id="307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1"/>
          <p:cNvCxnSpPr>
            <a:stCxn id="298" idx="4"/>
            <a:endCxn id="307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1"/>
          <p:cNvCxnSpPr>
            <a:stCxn id="283" idx="7"/>
            <a:endCxn id="298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21" name="Google Shape;321;p32"/>
          <p:cNvSpPr txBox="1"/>
          <p:nvPr/>
        </p:nvSpPr>
        <p:spPr>
          <a:xfrm>
            <a:off x="4960125" y="4355250"/>
            <a:ext cx="19005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subgraph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22" name="Google Shape;322;p32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</a:t>
            </a:r>
            <a:r>
              <a:rPr b="1" lang="en"/>
              <a:t> </a:t>
            </a:r>
            <a:r>
              <a:rPr lang="en"/>
              <a:t>of </a:t>
            </a:r>
            <a:r>
              <a:rPr b="1" lang="en"/>
              <a:t>subgroup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27" name="Google Shape;327;p32"/>
          <p:cNvCxnSpPr>
            <a:stCxn id="323" idx="3"/>
            <a:endCxn id="324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2"/>
          <p:cNvCxnSpPr>
            <a:stCxn id="326" idx="1"/>
            <a:endCxn id="324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2"/>
          <p:cNvCxnSpPr>
            <a:stCxn id="323" idx="4"/>
            <a:endCxn id="326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2"/>
          <p:cNvCxnSpPr>
            <a:stCxn id="323" idx="5"/>
            <a:endCxn id="325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2"/>
          <p:cNvCxnSpPr>
            <a:stCxn id="325" idx="2"/>
            <a:endCxn id="324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32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3" name="Google Shape;333;p32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4" name="Google Shape;334;p32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5" name="Google Shape;335;p32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36" name="Google Shape;336;p32"/>
          <p:cNvCxnSpPr>
            <a:stCxn id="332" idx="3"/>
            <a:endCxn id="333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2"/>
          <p:cNvCxnSpPr>
            <a:stCxn id="335" idx="0"/>
            <a:endCxn id="333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32"/>
          <p:cNvCxnSpPr>
            <a:stCxn id="332" idx="5"/>
            <a:endCxn id="334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32"/>
          <p:cNvCxnSpPr>
            <a:stCxn id="334" idx="2"/>
            <a:endCxn id="333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32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41" name="Google Shape;341;p32"/>
          <p:cNvCxnSpPr>
            <a:stCxn id="340" idx="0"/>
            <a:endCxn id="333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2"/>
          <p:cNvCxnSpPr>
            <a:stCxn id="334" idx="3"/>
            <a:endCxn id="335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2"/>
          <p:cNvCxnSpPr>
            <a:stCxn id="334" idx="3"/>
            <a:endCxn id="340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2"/>
          <p:cNvCxnSpPr>
            <a:stCxn id="332" idx="4"/>
            <a:endCxn id="340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2"/>
          <p:cNvCxnSpPr>
            <a:stCxn id="323" idx="6"/>
            <a:endCxn id="335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2"/>
          <p:cNvCxnSpPr>
            <a:stCxn id="326" idx="7"/>
            <a:endCxn id="325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32"/>
          <p:cNvCxnSpPr>
            <a:stCxn id="335" idx="6"/>
            <a:endCxn id="340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2"/>
          <p:cNvCxnSpPr>
            <a:stCxn id="332" idx="4"/>
            <a:endCxn id="335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32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50" name="Google Shape;350;p32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51" name="Google Shape;351;p32"/>
          <p:cNvCxnSpPr>
            <a:stCxn id="349" idx="3"/>
            <a:endCxn id="350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2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53" name="Google Shape;353;p32"/>
          <p:cNvCxnSpPr>
            <a:stCxn id="352" idx="2"/>
            <a:endCxn id="350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2"/>
          <p:cNvCxnSpPr>
            <a:stCxn id="352" idx="0"/>
            <a:endCxn id="349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2"/>
          <p:cNvCxnSpPr>
            <a:stCxn id="325" idx="5"/>
            <a:endCxn id="349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2"/>
          <p:cNvCxnSpPr>
            <a:stCxn id="340" idx="4"/>
            <a:endCxn id="349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2"/>
          <p:cNvCxnSpPr>
            <a:stCxn id="325" idx="7"/>
            <a:endCxn id="340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63" name="Google Shape;363;p33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</a:t>
            </a:r>
            <a:r>
              <a:rPr b="1" lang="en"/>
              <a:t> </a:t>
            </a:r>
            <a:r>
              <a:rPr lang="en"/>
              <a:t>of </a:t>
            </a:r>
            <a:r>
              <a:rPr b="1" lang="en"/>
              <a:t>subgroup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 txBox="1"/>
          <p:nvPr/>
        </p:nvSpPr>
        <p:spPr>
          <a:xfrm>
            <a:off x="5431150" y="4156800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another subgraph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69" name="Google Shape;369;p33"/>
          <p:cNvCxnSpPr>
            <a:stCxn id="365" idx="3"/>
            <a:endCxn id="366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33"/>
          <p:cNvCxnSpPr>
            <a:stCxn id="368" idx="1"/>
            <a:endCxn id="366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3"/>
          <p:cNvCxnSpPr>
            <a:stCxn id="365" idx="4"/>
            <a:endCxn id="368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3"/>
          <p:cNvCxnSpPr>
            <a:stCxn id="365" idx="5"/>
            <a:endCxn id="367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3"/>
          <p:cNvCxnSpPr>
            <a:stCxn id="367" idx="2"/>
            <a:endCxn id="366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33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78" name="Google Shape;378;p33"/>
          <p:cNvCxnSpPr>
            <a:stCxn id="374" idx="3"/>
            <a:endCxn id="375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3"/>
          <p:cNvCxnSpPr>
            <a:stCxn id="377" idx="0"/>
            <a:endCxn id="375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3"/>
          <p:cNvCxnSpPr>
            <a:stCxn id="374" idx="5"/>
            <a:endCxn id="376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3"/>
          <p:cNvCxnSpPr>
            <a:stCxn id="376" idx="2"/>
            <a:endCxn id="375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33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83" name="Google Shape;383;p33"/>
          <p:cNvCxnSpPr>
            <a:stCxn id="382" idx="0"/>
            <a:endCxn id="375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33"/>
          <p:cNvCxnSpPr>
            <a:stCxn id="376" idx="3"/>
            <a:endCxn id="377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3"/>
          <p:cNvCxnSpPr>
            <a:stCxn id="376" idx="3"/>
            <a:endCxn id="382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33"/>
          <p:cNvCxnSpPr>
            <a:stCxn id="374" idx="4"/>
            <a:endCxn id="382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3"/>
          <p:cNvCxnSpPr>
            <a:stCxn id="365" idx="6"/>
            <a:endCxn id="377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33"/>
          <p:cNvCxnSpPr>
            <a:stCxn id="368" idx="7"/>
            <a:endCxn id="367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3"/>
          <p:cNvCxnSpPr>
            <a:stCxn id="377" idx="6"/>
            <a:endCxn id="382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33"/>
          <p:cNvCxnSpPr>
            <a:stCxn id="374" idx="4"/>
            <a:endCxn id="377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33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92" name="Google Shape;392;p33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93" name="Google Shape;393;p33"/>
          <p:cNvCxnSpPr>
            <a:stCxn id="391" idx="3"/>
            <a:endCxn id="392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33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95" name="Google Shape;395;p33"/>
          <p:cNvCxnSpPr>
            <a:stCxn id="394" idx="2"/>
            <a:endCxn id="392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33"/>
          <p:cNvCxnSpPr>
            <a:stCxn id="394" idx="0"/>
            <a:endCxn id="391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33"/>
          <p:cNvCxnSpPr>
            <a:stCxn id="367" idx="5"/>
            <a:endCxn id="391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33"/>
          <p:cNvCxnSpPr>
            <a:stCxn id="382" idx="4"/>
            <a:endCxn id="391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33"/>
          <p:cNvCxnSpPr>
            <a:stCxn id="367" idx="7"/>
            <a:endCxn id="382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410" name="Google Shape;410;p35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be of different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5,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3, etc.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5"/>
          <p:cNvSpPr txBox="1"/>
          <p:nvPr/>
        </p:nvSpPr>
        <p:spPr>
          <a:xfrm>
            <a:off x="4431300" y="4177125"/>
            <a:ext cx="15711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clique of size 4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12" name="Google Shape;412;p35"/>
          <p:cNvCxnSpPr>
            <a:stCxn id="411" idx="0"/>
          </p:cNvCxnSpPr>
          <p:nvPr/>
        </p:nvCxnSpPr>
        <p:spPr>
          <a:xfrm flipH="1" rot="10800000">
            <a:off x="5216850" y="3600825"/>
            <a:ext cx="569400" cy="576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3" name="Google Shape;413;p35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7" name="Google Shape;417;p35"/>
          <p:cNvCxnSpPr>
            <a:stCxn id="413" idx="3"/>
            <a:endCxn id="414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35"/>
          <p:cNvCxnSpPr>
            <a:stCxn id="416" idx="1"/>
            <a:endCxn id="414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5"/>
          <p:cNvCxnSpPr>
            <a:stCxn id="413" idx="4"/>
            <a:endCxn id="416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5"/>
          <p:cNvCxnSpPr>
            <a:stCxn id="413" idx="5"/>
            <a:endCxn id="415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5"/>
          <p:cNvCxnSpPr>
            <a:stCxn id="415" idx="2"/>
            <a:endCxn id="414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35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4" name="Google Shape;424;p35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6" name="Google Shape;426;p35"/>
          <p:cNvCxnSpPr>
            <a:stCxn id="422" idx="3"/>
            <a:endCxn id="423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5"/>
          <p:cNvCxnSpPr>
            <a:stCxn id="425" idx="0"/>
            <a:endCxn id="423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5"/>
          <p:cNvCxnSpPr>
            <a:stCxn id="422" idx="5"/>
            <a:endCxn id="424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35"/>
          <p:cNvCxnSpPr>
            <a:stCxn id="424" idx="2"/>
            <a:endCxn id="423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35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1" name="Google Shape;431;p35"/>
          <p:cNvCxnSpPr>
            <a:stCxn id="430" idx="0"/>
            <a:endCxn id="423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35"/>
          <p:cNvCxnSpPr>
            <a:stCxn id="424" idx="3"/>
            <a:endCxn id="425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35"/>
          <p:cNvCxnSpPr>
            <a:stCxn id="424" idx="3"/>
            <a:endCxn id="430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35"/>
          <p:cNvCxnSpPr>
            <a:stCxn id="422" idx="4"/>
            <a:endCxn id="430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35"/>
          <p:cNvCxnSpPr>
            <a:stCxn id="413" idx="6"/>
            <a:endCxn id="425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35"/>
          <p:cNvCxnSpPr>
            <a:stCxn id="416" idx="7"/>
            <a:endCxn id="415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5"/>
          <p:cNvCxnSpPr>
            <a:stCxn id="425" idx="6"/>
            <a:endCxn id="430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35"/>
          <p:cNvCxnSpPr>
            <a:stCxn id="422" idx="4"/>
            <a:endCxn id="425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35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0" name="Google Shape;440;p35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1" name="Google Shape;441;p35"/>
          <p:cNvCxnSpPr>
            <a:stCxn id="439" idx="3"/>
            <a:endCxn id="440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35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3" name="Google Shape;443;p35"/>
          <p:cNvCxnSpPr>
            <a:stCxn id="442" idx="2"/>
            <a:endCxn id="440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35"/>
          <p:cNvCxnSpPr>
            <a:stCxn id="442" idx="0"/>
            <a:endCxn id="439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35"/>
          <p:cNvCxnSpPr>
            <a:stCxn id="415" idx="5"/>
            <a:endCxn id="439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35"/>
          <p:cNvCxnSpPr>
            <a:stCxn id="430" idx="4"/>
            <a:endCxn id="439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5"/>
          <p:cNvCxnSpPr>
            <a:stCxn id="415" idx="7"/>
            <a:endCxn id="430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453" name="Google Shape;453;p36"/>
          <p:cNvSpPr txBox="1"/>
          <p:nvPr/>
        </p:nvSpPr>
        <p:spPr>
          <a:xfrm>
            <a:off x="4965400" y="1071800"/>
            <a:ext cx="1576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clique of size 5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54" name="Google Shape;454;p36"/>
          <p:cNvCxnSpPr/>
          <p:nvPr/>
        </p:nvCxnSpPr>
        <p:spPr>
          <a:xfrm flipH="1" rot="10800000">
            <a:off x="6382000" y="1303600"/>
            <a:ext cx="808200" cy="5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36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be of different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5,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3, etc.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7" name="Google Shape;457;p36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8" name="Google Shape;458;p36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0" name="Google Shape;460;p36"/>
          <p:cNvCxnSpPr>
            <a:stCxn id="456" idx="3"/>
            <a:endCxn id="457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6"/>
          <p:cNvCxnSpPr>
            <a:stCxn id="459" idx="1"/>
            <a:endCxn id="457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36"/>
          <p:cNvCxnSpPr>
            <a:stCxn id="456" idx="4"/>
            <a:endCxn id="459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36"/>
          <p:cNvCxnSpPr>
            <a:stCxn id="456" idx="5"/>
            <a:endCxn id="458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36"/>
          <p:cNvCxnSpPr>
            <a:stCxn id="458" idx="2"/>
            <a:endCxn id="457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36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7" name="Google Shape;467;p36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9" name="Google Shape;469;p36"/>
          <p:cNvCxnSpPr>
            <a:stCxn id="465" idx="3"/>
            <a:endCxn id="466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36"/>
          <p:cNvCxnSpPr>
            <a:stCxn id="468" idx="0"/>
            <a:endCxn id="466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36"/>
          <p:cNvCxnSpPr>
            <a:stCxn id="465" idx="5"/>
            <a:endCxn id="467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36"/>
          <p:cNvCxnSpPr>
            <a:stCxn id="467" idx="2"/>
            <a:endCxn id="466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36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74" name="Google Shape;474;p36"/>
          <p:cNvCxnSpPr>
            <a:stCxn id="473" idx="0"/>
            <a:endCxn id="466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36"/>
          <p:cNvCxnSpPr>
            <a:stCxn id="467" idx="3"/>
            <a:endCxn id="46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36"/>
          <p:cNvCxnSpPr>
            <a:stCxn id="467" idx="3"/>
            <a:endCxn id="473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36"/>
          <p:cNvCxnSpPr>
            <a:stCxn id="465" idx="4"/>
            <a:endCxn id="473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6"/>
          <p:cNvCxnSpPr>
            <a:stCxn id="456" idx="6"/>
            <a:endCxn id="46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6"/>
          <p:cNvCxnSpPr>
            <a:stCxn id="459" idx="7"/>
            <a:endCxn id="458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6"/>
          <p:cNvCxnSpPr>
            <a:stCxn id="468" idx="6"/>
            <a:endCxn id="473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36"/>
          <p:cNvCxnSpPr>
            <a:stCxn id="465" idx="4"/>
            <a:endCxn id="46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36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83" name="Google Shape;483;p36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84" name="Google Shape;484;p36"/>
          <p:cNvCxnSpPr>
            <a:stCxn id="482" idx="3"/>
            <a:endCxn id="483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36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86" name="Google Shape;486;p36"/>
          <p:cNvCxnSpPr>
            <a:stCxn id="485" idx="2"/>
            <a:endCxn id="483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36"/>
          <p:cNvCxnSpPr>
            <a:stCxn id="485" idx="0"/>
            <a:endCxn id="482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6"/>
          <p:cNvCxnSpPr>
            <a:stCxn id="458" idx="5"/>
            <a:endCxn id="482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36"/>
          <p:cNvCxnSpPr>
            <a:stCxn id="473" idx="4"/>
            <a:endCxn id="482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36"/>
          <p:cNvCxnSpPr>
            <a:stCxn id="458" idx="7"/>
            <a:endCxn id="473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496" name="Google Shape;496;p37"/>
          <p:cNvSpPr txBox="1"/>
          <p:nvPr/>
        </p:nvSpPr>
        <p:spPr>
          <a:xfrm>
            <a:off x="4891200" y="4083325"/>
            <a:ext cx="17493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triad is a clique of size 3!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97" name="Google Shape;497;p37"/>
          <p:cNvCxnSpPr>
            <a:stCxn id="496" idx="3"/>
          </p:cNvCxnSpPr>
          <p:nvPr/>
        </p:nvCxnSpPr>
        <p:spPr>
          <a:xfrm flipH="1" rot="10800000">
            <a:off x="6640500" y="4246075"/>
            <a:ext cx="1164600" cy="237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8" name="Google Shape;498;p37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be of different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5,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3, etc.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7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00" name="Google Shape;500;p37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01" name="Google Shape;501;p37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02" name="Google Shape;502;p37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03" name="Google Shape;503;p37"/>
          <p:cNvCxnSpPr>
            <a:stCxn id="499" idx="3"/>
            <a:endCxn id="50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7"/>
          <p:cNvCxnSpPr>
            <a:stCxn id="502" idx="1"/>
            <a:endCxn id="50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7"/>
          <p:cNvCxnSpPr>
            <a:stCxn id="499" idx="4"/>
            <a:endCxn id="50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7"/>
          <p:cNvCxnSpPr>
            <a:stCxn id="499" idx="5"/>
            <a:endCxn id="50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7"/>
          <p:cNvCxnSpPr>
            <a:stCxn id="501" idx="2"/>
            <a:endCxn id="50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37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09" name="Google Shape;509;p37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10" name="Google Shape;510;p37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11" name="Google Shape;511;p37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12" name="Google Shape;512;p37"/>
          <p:cNvCxnSpPr>
            <a:stCxn id="508" idx="3"/>
            <a:endCxn id="50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7"/>
          <p:cNvCxnSpPr>
            <a:stCxn id="511" idx="0"/>
            <a:endCxn id="50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7"/>
          <p:cNvCxnSpPr>
            <a:stCxn id="508" idx="5"/>
            <a:endCxn id="51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37"/>
          <p:cNvCxnSpPr>
            <a:stCxn id="510" idx="2"/>
            <a:endCxn id="50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37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17" name="Google Shape;517;p37"/>
          <p:cNvCxnSpPr>
            <a:stCxn id="516" idx="0"/>
            <a:endCxn id="50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37"/>
          <p:cNvCxnSpPr>
            <a:stCxn id="510" idx="3"/>
            <a:endCxn id="51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7"/>
          <p:cNvCxnSpPr>
            <a:stCxn id="510" idx="3"/>
            <a:endCxn id="51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37"/>
          <p:cNvCxnSpPr>
            <a:stCxn id="508" idx="4"/>
            <a:endCxn id="51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37"/>
          <p:cNvCxnSpPr>
            <a:stCxn id="499" idx="6"/>
            <a:endCxn id="51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37"/>
          <p:cNvCxnSpPr>
            <a:stCxn id="502" idx="7"/>
            <a:endCxn id="50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37"/>
          <p:cNvCxnSpPr>
            <a:stCxn id="511" idx="6"/>
            <a:endCxn id="51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37"/>
          <p:cNvCxnSpPr>
            <a:stCxn id="508" idx="4"/>
            <a:endCxn id="51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37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26" name="Google Shape;526;p37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27" name="Google Shape;527;p37"/>
          <p:cNvCxnSpPr>
            <a:stCxn id="525" idx="3"/>
            <a:endCxn id="52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37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29" name="Google Shape;529;p37"/>
          <p:cNvCxnSpPr>
            <a:stCxn id="528" idx="2"/>
            <a:endCxn id="52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37"/>
          <p:cNvCxnSpPr>
            <a:stCxn id="528" idx="0"/>
            <a:endCxn id="52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37"/>
          <p:cNvCxnSpPr>
            <a:stCxn id="501" idx="5"/>
            <a:endCxn id="52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7"/>
          <p:cNvCxnSpPr>
            <a:stCxn id="516" idx="4"/>
            <a:endCxn id="52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37"/>
          <p:cNvCxnSpPr>
            <a:stCxn id="501" idx="7"/>
            <a:endCxn id="51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539" name="Google Shape;539;p38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41" name="Google Shape;541;p3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42" name="Google Shape;542;p3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43" name="Google Shape;543;p3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44" name="Google Shape;544;p38"/>
          <p:cNvCxnSpPr>
            <a:stCxn id="540" idx="3"/>
            <a:endCxn id="54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38"/>
          <p:cNvCxnSpPr>
            <a:stCxn id="543" idx="1"/>
            <a:endCxn id="54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8"/>
          <p:cNvCxnSpPr>
            <a:stCxn id="540" idx="4"/>
            <a:endCxn id="54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8"/>
          <p:cNvCxnSpPr>
            <a:stCxn id="540" idx="5"/>
            <a:endCxn id="54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38"/>
          <p:cNvCxnSpPr>
            <a:stCxn id="542" idx="2"/>
            <a:endCxn id="54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" name="Google Shape;549;p3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50" name="Google Shape;550;p3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51" name="Google Shape;551;p3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52" name="Google Shape;552;p3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53" name="Google Shape;553;p38"/>
          <p:cNvCxnSpPr>
            <a:stCxn id="549" idx="3"/>
            <a:endCxn id="55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38"/>
          <p:cNvCxnSpPr>
            <a:stCxn id="552" idx="0"/>
            <a:endCxn id="55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38"/>
          <p:cNvCxnSpPr>
            <a:stCxn id="549" idx="5"/>
            <a:endCxn id="55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38"/>
          <p:cNvCxnSpPr>
            <a:stCxn id="551" idx="2"/>
            <a:endCxn id="55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3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58" name="Google Shape;558;p38"/>
          <p:cNvCxnSpPr>
            <a:stCxn id="557" idx="0"/>
            <a:endCxn id="55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38"/>
          <p:cNvCxnSpPr>
            <a:stCxn id="551" idx="3"/>
            <a:endCxn id="552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38"/>
          <p:cNvCxnSpPr>
            <a:stCxn id="551" idx="3"/>
            <a:endCxn id="55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38"/>
          <p:cNvCxnSpPr>
            <a:stCxn id="549" idx="4"/>
            <a:endCxn id="55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38"/>
          <p:cNvCxnSpPr>
            <a:stCxn id="540" idx="6"/>
            <a:endCxn id="552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38"/>
          <p:cNvCxnSpPr>
            <a:stCxn id="543" idx="7"/>
            <a:endCxn id="54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38"/>
          <p:cNvCxnSpPr>
            <a:stCxn id="552" idx="6"/>
            <a:endCxn id="55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38"/>
          <p:cNvCxnSpPr>
            <a:stCxn id="549" idx="4"/>
            <a:endCxn id="552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" name="Google Shape;566;p3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67" name="Google Shape;567;p3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68" name="Google Shape;568;p38"/>
          <p:cNvCxnSpPr>
            <a:stCxn id="566" idx="3"/>
            <a:endCxn id="56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3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70" name="Google Shape;570;p38"/>
          <p:cNvCxnSpPr>
            <a:stCxn id="569" idx="2"/>
            <a:endCxn id="56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38"/>
          <p:cNvCxnSpPr>
            <a:stCxn id="569" idx="0"/>
            <a:endCxn id="56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38"/>
          <p:cNvCxnSpPr>
            <a:stCxn id="542" idx="5"/>
            <a:endCxn id="56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38"/>
          <p:cNvCxnSpPr>
            <a:stCxn id="557" idx="4"/>
            <a:endCxn id="56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38"/>
          <p:cNvCxnSpPr>
            <a:stCxn id="542" idx="7"/>
            <a:endCxn id="55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580" name="Google Shape;580;p39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82" name="Google Shape;582;p3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83" name="Google Shape;583;p3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84" name="Google Shape;584;p3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85" name="Google Shape;585;p39"/>
          <p:cNvCxnSpPr>
            <a:stCxn id="581" idx="3"/>
            <a:endCxn id="582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39"/>
          <p:cNvCxnSpPr>
            <a:stCxn id="584" idx="1"/>
            <a:endCxn id="582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39"/>
          <p:cNvCxnSpPr>
            <a:stCxn id="581" idx="4"/>
            <a:endCxn id="584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39"/>
          <p:cNvCxnSpPr>
            <a:stCxn id="581" idx="5"/>
            <a:endCxn id="583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39"/>
          <p:cNvCxnSpPr>
            <a:stCxn id="583" idx="2"/>
            <a:endCxn id="582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3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91" name="Google Shape;591;p3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92" name="Google Shape;592;p3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93" name="Google Shape;593;p3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94" name="Google Shape;594;p39"/>
          <p:cNvCxnSpPr>
            <a:stCxn id="590" idx="3"/>
            <a:endCxn id="591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39"/>
          <p:cNvCxnSpPr>
            <a:stCxn id="593" idx="0"/>
            <a:endCxn id="591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39"/>
          <p:cNvCxnSpPr>
            <a:stCxn id="590" idx="5"/>
            <a:endCxn id="592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39"/>
          <p:cNvCxnSpPr>
            <a:stCxn id="592" idx="2"/>
            <a:endCxn id="591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3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99" name="Google Shape;599;p39"/>
          <p:cNvCxnSpPr>
            <a:stCxn id="598" idx="0"/>
            <a:endCxn id="591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39"/>
          <p:cNvCxnSpPr>
            <a:stCxn id="592" idx="3"/>
            <a:endCxn id="593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39"/>
          <p:cNvCxnSpPr>
            <a:stCxn id="592" idx="3"/>
            <a:endCxn id="598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39"/>
          <p:cNvCxnSpPr>
            <a:stCxn id="590" idx="4"/>
            <a:endCxn id="598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39"/>
          <p:cNvCxnSpPr>
            <a:stCxn id="581" idx="6"/>
            <a:endCxn id="593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39"/>
          <p:cNvCxnSpPr>
            <a:stCxn id="584" idx="7"/>
            <a:endCxn id="583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39"/>
          <p:cNvCxnSpPr>
            <a:stCxn id="593" idx="6"/>
            <a:endCxn id="598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39"/>
          <p:cNvCxnSpPr>
            <a:stCxn id="590" idx="4"/>
            <a:endCxn id="593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3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08" name="Google Shape;608;p3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09" name="Google Shape;609;p39"/>
          <p:cNvCxnSpPr>
            <a:stCxn id="607" idx="3"/>
            <a:endCxn id="608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3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11" name="Google Shape;611;p39"/>
          <p:cNvCxnSpPr>
            <a:stCxn id="610" idx="2"/>
            <a:endCxn id="608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39"/>
          <p:cNvCxnSpPr>
            <a:stCxn id="610" idx="0"/>
            <a:endCxn id="607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39"/>
          <p:cNvCxnSpPr>
            <a:stCxn id="583" idx="5"/>
            <a:endCxn id="607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39"/>
          <p:cNvCxnSpPr>
            <a:stCxn id="598" idx="4"/>
            <a:endCxn id="607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39"/>
          <p:cNvCxnSpPr>
            <a:stCxn id="583" idx="7"/>
            <a:endCxn id="598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621" name="Google Shape;621;p40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3" name="Google Shape;623;p4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4" name="Google Shape;624;p4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5" name="Google Shape;625;p4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26" name="Google Shape;626;p40"/>
          <p:cNvCxnSpPr>
            <a:stCxn id="622" idx="3"/>
            <a:endCxn id="623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40"/>
          <p:cNvCxnSpPr>
            <a:stCxn id="625" idx="1"/>
            <a:endCxn id="623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40"/>
          <p:cNvCxnSpPr>
            <a:stCxn id="622" idx="4"/>
            <a:endCxn id="625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40"/>
          <p:cNvCxnSpPr>
            <a:stCxn id="622" idx="5"/>
            <a:endCxn id="624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40"/>
          <p:cNvCxnSpPr>
            <a:stCxn id="624" idx="2"/>
            <a:endCxn id="623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4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32" name="Google Shape;632;p4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33" name="Google Shape;633;p4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34" name="Google Shape;634;p4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35" name="Google Shape;635;p40"/>
          <p:cNvCxnSpPr>
            <a:stCxn id="631" idx="3"/>
            <a:endCxn id="632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40"/>
          <p:cNvCxnSpPr>
            <a:stCxn id="634" idx="0"/>
            <a:endCxn id="632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40"/>
          <p:cNvCxnSpPr>
            <a:stCxn id="631" idx="5"/>
            <a:endCxn id="633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40"/>
          <p:cNvCxnSpPr>
            <a:stCxn id="633" idx="2"/>
            <a:endCxn id="632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4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40" name="Google Shape;640;p40"/>
          <p:cNvCxnSpPr>
            <a:stCxn id="639" idx="0"/>
            <a:endCxn id="632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40"/>
          <p:cNvCxnSpPr>
            <a:stCxn id="633" idx="3"/>
            <a:endCxn id="634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0"/>
          <p:cNvCxnSpPr>
            <a:stCxn id="633" idx="3"/>
            <a:endCxn id="639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0"/>
          <p:cNvCxnSpPr>
            <a:stCxn id="631" idx="4"/>
            <a:endCxn id="639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0"/>
          <p:cNvCxnSpPr>
            <a:stCxn id="622" idx="6"/>
            <a:endCxn id="634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0"/>
          <p:cNvCxnSpPr>
            <a:stCxn id="625" idx="7"/>
            <a:endCxn id="624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40"/>
          <p:cNvCxnSpPr>
            <a:stCxn id="634" idx="6"/>
            <a:endCxn id="639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40"/>
          <p:cNvCxnSpPr>
            <a:stCxn id="631" idx="4"/>
            <a:endCxn id="634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8" name="Google Shape;648;p4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49" name="Google Shape;649;p4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50" name="Google Shape;650;p40"/>
          <p:cNvCxnSpPr>
            <a:stCxn id="648" idx="3"/>
            <a:endCxn id="649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4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52" name="Google Shape;652;p40"/>
          <p:cNvCxnSpPr>
            <a:stCxn id="651" idx="2"/>
            <a:endCxn id="649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40"/>
          <p:cNvCxnSpPr>
            <a:stCxn id="651" idx="0"/>
            <a:endCxn id="648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40"/>
          <p:cNvCxnSpPr>
            <a:stCxn id="624" idx="5"/>
            <a:endCxn id="648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40"/>
          <p:cNvCxnSpPr>
            <a:stCxn id="639" idx="4"/>
            <a:endCxn id="648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40"/>
          <p:cNvCxnSpPr>
            <a:stCxn id="624" idx="7"/>
            <a:endCxn id="639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662" name="Google Shape;662;p41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I}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41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65" name="Google Shape;665;p41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66" name="Google Shape;666;p41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67" name="Google Shape;667;p41"/>
          <p:cNvCxnSpPr>
            <a:stCxn id="663" idx="3"/>
            <a:endCxn id="664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41"/>
          <p:cNvCxnSpPr>
            <a:stCxn id="666" idx="1"/>
            <a:endCxn id="664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41"/>
          <p:cNvCxnSpPr>
            <a:stCxn id="663" idx="4"/>
            <a:endCxn id="666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41"/>
          <p:cNvCxnSpPr>
            <a:stCxn id="663" idx="5"/>
            <a:endCxn id="665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41"/>
          <p:cNvCxnSpPr>
            <a:stCxn id="665" idx="2"/>
            <a:endCxn id="664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41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73" name="Google Shape;673;p41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74" name="Google Shape;674;p41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75" name="Google Shape;675;p41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76" name="Google Shape;676;p41"/>
          <p:cNvCxnSpPr>
            <a:stCxn id="672" idx="3"/>
            <a:endCxn id="673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41"/>
          <p:cNvCxnSpPr>
            <a:stCxn id="675" idx="0"/>
            <a:endCxn id="673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41"/>
          <p:cNvCxnSpPr>
            <a:stCxn id="672" idx="5"/>
            <a:endCxn id="674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41"/>
          <p:cNvCxnSpPr>
            <a:stCxn id="674" idx="2"/>
            <a:endCxn id="673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41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81" name="Google Shape;681;p41"/>
          <p:cNvCxnSpPr>
            <a:stCxn id="680" idx="0"/>
            <a:endCxn id="673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41"/>
          <p:cNvCxnSpPr>
            <a:stCxn id="674" idx="3"/>
            <a:endCxn id="675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41"/>
          <p:cNvCxnSpPr>
            <a:stCxn id="674" idx="3"/>
            <a:endCxn id="680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41"/>
          <p:cNvCxnSpPr>
            <a:stCxn id="672" idx="4"/>
            <a:endCxn id="680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41"/>
          <p:cNvCxnSpPr>
            <a:stCxn id="663" idx="6"/>
            <a:endCxn id="675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1"/>
          <p:cNvCxnSpPr>
            <a:stCxn id="666" idx="7"/>
            <a:endCxn id="665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41"/>
          <p:cNvCxnSpPr>
            <a:stCxn id="675" idx="6"/>
            <a:endCxn id="680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41"/>
          <p:cNvCxnSpPr>
            <a:stCxn id="672" idx="4"/>
            <a:endCxn id="675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" name="Google Shape;689;p41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90" name="Google Shape;690;p41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91" name="Google Shape;691;p41"/>
          <p:cNvCxnSpPr>
            <a:stCxn id="689" idx="3"/>
            <a:endCxn id="690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41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93" name="Google Shape;693;p41"/>
          <p:cNvCxnSpPr>
            <a:stCxn id="692" idx="2"/>
            <a:endCxn id="690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41"/>
          <p:cNvCxnSpPr>
            <a:stCxn id="692" idx="0"/>
            <a:endCxn id="689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41"/>
          <p:cNvCxnSpPr>
            <a:stCxn id="665" idx="5"/>
            <a:endCxn id="689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41"/>
          <p:cNvCxnSpPr>
            <a:stCxn id="680" idx="4"/>
            <a:endCxn id="689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41"/>
          <p:cNvCxnSpPr>
            <a:stCxn id="665" idx="7"/>
            <a:endCxn id="680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703" name="Google Shape;703;p42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H, I}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2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05" name="Google Shape;705;p42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06" name="Google Shape;706;p42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07" name="Google Shape;707;p42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08" name="Google Shape;708;p42"/>
          <p:cNvCxnSpPr>
            <a:stCxn id="704" idx="3"/>
            <a:endCxn id="705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42"/>
          <p:cNvCxnSpPr>
            <a:stCxn id="707" idx="1"/>
            <a:endCxn id="705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42"/>
          <p:cNvCxnSpPr>
            <a:stCxn id="704" idx="4"/>
            <a:endCxn id="707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42"/>
          <p:cNvCxnSpPr>
            <a:stCxn id="704" idx="5"/>
            <a:endCxn id="706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42"/>
          <p:cNvCxnSpPr>
            <a:stCxn id="706" idx="2"/>
            <a:endCxn id="705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42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14" name="Google Shape;714;p42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15" name="Google Shape;715;p42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16" name="Google Shape;716;p42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17" name="Google Shape;717;p42"/>
          <p:cNvCxnSpPr>
            <a:stCxn id="713" idx="3"/>
            <a:endCxn id="714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42"/>
          <p:cNvCxnSpPr>
            <a:stCxn id="716" idx="0"/>
            <a:endCxn id="714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42"/>
          <p:cNvCxnSpPr>
            <a:stCxn id="713" idx="5"/>
            <a:endCxn id="715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42"/>
          <p:cNvCxnSpPr>
            <a:stCxn id="715" idx="2"/>
            <a:endCxn id="714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42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22" name="Google Shape;722;p42"/>
          <p:cNvCxnSpPr>
            <a:stCxn id="721" idx="0"/>
            <a:endCxn id="714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42"/>
          <p:cNvCxnSpPr>
            <a:stCxn id="715" idx="3"/>
            <a:endCxn id="716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42"/>
          <p:cNvCxnSpPr>
            <a:stCxn id="715" idx="3"/>
            <a:endCxn id="721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42"/>
          <p:cNvCxnSpPr>
            <a:stCxn id="713" idx="4"/>
            <a:endCxn id="721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42"/>
          <p:cNvCxnSpPr>
            <a:stCxn id="704" idx="6"/>
            <a:endCxn id="716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42"/>
          <p:cNvCxnSpPr>
            <a:stCxn id="707" idx="7"/>
            <a:endCxn id="706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42"/>
          <p:cNvCxnSpPr>
            <a:stCxn id="716" idx="6"/>
            <a:endCxn id="721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42"/>
          <p:cNvCxnSpPr>
            <a:stCxn id="713" idx="4"/>
            <a:endCxn id="716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0" name="Google Shape;730;p42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31" name="Google Shape;731;p42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32" name="Google Shape;732;p42"/>
          <p:cNvCxnSpPr>
            <a:stCxn id="730" idx="3"/>
            <a:endCxn id="731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42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34" name="Google Shape;734;p42"/>
          <p:cNvCxnSpPr>
            <a:stCxn id="733" idx="2"/>
            <a:endCxn id="731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42"/>
          <p:cNvCxnSpPr>
            <a:stCxn id="733" idx="0"/>
            <a:endCxn id="730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42"/>
          <p:cNvCxnSpPr>
            <a:stCxn id="706" idx="5"/>
            <a:endCxn id="730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42"/>
          <p:cNvCxnSpPr>
            <a:stCxn id="721" idx="4"/>
            <a:endCxn id="730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42"/>
          <p:cNvCxnSpPr>
            <a:stCxn id="706" idx="7"/>
            <a:endCxn id="721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3"/>
          <p:cNvSpPr txBox="1"/>
          <p:nvPr>
            <p:ph type="title"/>
          </p:nvPr>
        </p:nvSpPr>
        <p:spPr>
          <a:xfrm>
            <a:off x="311700" y="315925"/>
            <a:ext cx="64458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744" name="Google Shape;744;p43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H,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G, H, I}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3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46" name="Google Shape;746;p43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47" name="Google Shape;747;p43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48" name="Google Shape;748;p43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49" name="Google Shape;749;p43"/>
          <p:cNvCxnSpPr>
            <a:stCxn id="745" idx="3"/>
            <a:endCxn id="746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43"/>
          <p:cNvCxnSpPr>
            <a:stCxn id="748" idx="1"/>
            <a:endCxn id="746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43"/>
          <p:cNvCxnSpPr>
            <a:stCxn id="745" idx="4"/>
            <a:endCxn id="748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43"/>
          <p:cNvCxnSpPr>
            <a:stCxn id="745" idx="5"/>
            <a:endCxn id="747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43"/>
          <p:cNvCxnSpPr>
            <a:stCxn id="747" idx="2"/>
            <a:endCxn id="746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" name="Google Shape;754;p43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55" name="Google Shape;755;p43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56" name="Google Shape;756;p43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58" name="Google Shape;758;p43"/>
          <p:cNvCxnSpPr>
            <a:stCxn id="754" idx="3"/>
            <a:endCxn id="755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3"/>
          <p:cNvCxnSpPr>
            <a:stCxn id="757" idx="0"/>
            <a:endCxn id="755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3"/>
          <p:cNvCxnSpPr>
            <a:stCxn id="754" idx="5"/>
            <a:endCxn id="756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3"/>
          <p:cNvCxnSpPr>
            <a:stCxn id="756" idx="2"/>
            <a:endCxn id="755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2" name="Google Shape;762;p43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63" name="Google Shape;763;p43"/>
          <p:cNvCxnSpPr>
            <a:stCxn id="762" idx="0"/>
            <a:endCxn id="755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43"/>
          <p:cNvCxnSpPr>
            <a:stCxn id="756" idx="3"/>
            <a:endCxn id="757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43"/>
          <p:cNvCxnSpPr>
            <a:stCxn id="756" idx="3"/>
            <a:endCxn id="762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43"/>
          <p:cNvCxnSpPr>
            <a:stCxn id="754" idx="4"/>
            <a:endCxn id="762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43"/>
          <p:cNvCxnSpPr>
            <a:stCxn id="745" idx="6"/>
            <a:endCxn id="757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43"/>
          <p:cNvCxnSpPr>
            <a:stCxn id="748" idx="7"/>
            <a:endCxn id="747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43"/>
          <p:cNvCxnSpPr>
            <a:stCxn id="757" idx="6"/>
            <a:endCxn id="762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43"/>
          <p:cNvCxnSpPr>
            <a:stCxn id="754" idx="4"/>
            <a:endCxn id="757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1" name="Google Shape;771;p43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72" name="Google Shape;772;p43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73" name="Google Shape;773;p43"/>
          <p:cNvCxnSpPr>
            <a:stCxn id="771" idx="3"/>
            <a:endCxn id="772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4" name="Google Shape;774;p43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75" name="Google Shape;775;p43"/>
          <p:cNvCxnSpPr>
            <a:stCxn id="774" idx="2"/>
            <a:endCxn id="772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43"/>
          <p:cNvCxnSpPr>
            <a:stCxn id="774" idx="0"/>
            <a:endCxn id="771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43"/>
          <p:cNvCxnSpPr>
            <a:stCxn id="747" idx="5"/>
            <a:endCxn id="771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43"/>
          <p:cNvCxnSpPr>
            <a:stCxn id="762" idx="4"/>
            <a:endCxn id="771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43"/>
          <p:cNvCxnSpPr>
            <a:stCxn id="747" idx="7"/>
            <a:endCxn id="762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785" name="Google Shape;785;p44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H,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G, H, I}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44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87" name="Google Shape;787;p44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88" name="Google Shape;788;p44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89" name="Google Shape;789;p44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90" name="Google Shape;790;p44"/>
          <p:cNvCxnSpPr>
            <a:stCxn id="786" idx="3"/>
            <a:endCxn id="787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44"/>
          <p:cNvCxnSpPr>
            <a:stCxn id="789" idx="1"/>
            <a:endCxn id="787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44"/>
          <p:cNvCxnSpPr>
            <a:stCxn id="786" idx="4"/>
            <a:endCxn id="789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44"/>
          <p:cNvCxnSpPr>
            <a:stCxn id="786" idx="5"/>
            <a:endCxn id="788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44"/>
          <p:cNvCxnSpPr>
            <a:stCxn id="788" idx="2"/>
            <a:endCxn id="787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5" name="Google Shape;795;p44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96" name="Google Shape;796;p44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97" name="Google Shape;797;p44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98" name="Google Shape;798;p44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99" name="Google Shape;799;p44"/>
          <p:cNvCxnSpPr>
            <a:stCxn id="795" idx="3"/>
            <a:endCxn id="796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44"/>
          <p:cNvCxnSpPr>
            <a:stCxn id="798" idx="0"/>
            <a:endCxn id="796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44"/>
          <p:cNvCxnSpPr>
            <a:stCxn id="795" idx="5"/>
            <a:endCxn id="797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44"/>
          <p:cNvCxnSpPr>
            <a:stCxn id="797" idx="2"/>
            <a:endCxn id="796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3" name="Google Shape;803;p44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04" name="Google Shape;804;p44"/>
          <p:cNvCxnSpPr>
            <a:stCxn id="803" idx="0"/>
            <a:endCxn id="796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44"/>
          <p:cNvCxnSpPr>
            <a:stCxn id="797" idx="3"/>
            <a:endCxn id="79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4"/>
          <p:cNvCxnSpPr>
            <a:stCxn id="797" idx="3"/>
            <a:endCxn id="803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44"/>
          <p:cNvCxnSpPr>
            <a:stCxn id="795" idx="4"/>
            <a:endCxn id="803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44"/>
          <p:cNvCxnSpPr>
            <a:stCxn id="786" idx="6"/>
            <a:endCxn id="79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44"/>
          <p:cNvCxnSpPr>
            <a:stCxn id="789" idx="7"/>
            <a:endCxn id="788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44"/>
          <p:cNvCxnSpPr>
            <a:stCxn id="798" idx="6"/>
            <a:endCxn id="803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44"/>
          <p:cNvCxnSpPr>
            <a:stCxn id="795" idx="4"/>
            <a:endCxn id="79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2" name="Google Shape;812;p44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13" name="Google Shape;813;p44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14" name="Google Shape;814;p44"/>
          <p:cNvCxnSpPr>
            <a:stCxn id="812" idx="3"/>
            <a:endCxn id="813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5" name="Google Shape;815;p44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16" name="Google Shape;816;p44"/>
          <p:cNvCxnSpPr>
            <a:stCxn id="815" idx="2"/>
            <a:endCxn id="813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44"/>
          <p:cNvCxnSpPr>
            <a:stCxn id="815" idx="0"/>
            <a:endCxn id="812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44"/>
          <p:cNvCxnSpPr>
            <a:stCxn id="788" idx="5"/>
            <a:endCxn id="812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44"/>
          <p:cNvCxnSpPr>
            <a:stCxn id="803" idx="4"/>
            <a:endCxn id="812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44"/>
          <p:cNvCxnSpPr>
            <a:stCxn id="788" idx="7"/>
            <a:endCxn id="803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826" name="Google Shape;826;p45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nested 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four has is composed of four cliques of size three!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{A, B, C}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{B, C, 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{A, C, 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{A, B, D}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45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28" name="Google Shape;828;p45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29" name="Google Shape;829;p45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30" name="Google Shape;830;p45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31" name="Google Shape;831;p45"/>
          <p:cNvCxnSpPr>
            <a:stCxn id="827" idx="3"/>
            <a:endCxn id="828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45"/>
          <p:cNvCxnSpPr>
            <a:stCxn id="830" idx="1"/>
            <a:endCxn id="828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45"/>
          <p:cNvCxnSpPr>
            <a:stCxn id="827" idx="4"/>
            <a:endCxn id="830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45"/>
          <p:cNvCxnSpPr>
            <a:stCxn id="827" idx="5"/>
            <a:endCxn id="829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45"/>
          <p:cNvCxnSpPr>
            <a:stCxn id="829" idx="2"/>
            <a:endCxn id="828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45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37" name="Google Shape;837;p45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38" name="Google Shape;838;p45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39" name="Google Shape;839;p45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40" name="Google Shape;840;p45"/>
          <p:cNvCxnSpPr>
            <a:stCxn id="836" idx="3"/>
            <a:endCxn id="837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45"/>
          <p:cNvCxnSpPr>
            <a:stCxn id="839" idx="0"/>
            <a:endCxn id="837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45"/>
          <p:cNvCxnSpPr>
            <a:stCxn id="836" idx="5"/>
            <a:endCxn id="838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45"/>
          <p:cNvCxnSpPr>
            <a:stCxn id="838" idx="2"/>
            <a:endCxn id="837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45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45" name="Google Shape;845;p45"/>
          <p:cNvCxnSpPr>
            <a:stCxn id="844" idx="0"/>
            <a:endCxn id="837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45"/>
          <p:cNvCxnSpPr>
            <a:stCxn id="838" idx="3"/>
            <a:endCxn id="839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45"/>
          <p:cNvCxnSpPr>
            <a:stCxn id="838" idx="3"/>
            <a:endCxn id="84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45"/>
          <p:cNvCxnSpPr>
            <a:stCxn id="836" idx="4"/>
            <a:endCxn id="84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45"/>
          <p:cNvCxnSpPr>
            <a:stCxn id="827" idx="6"/>
            <a:endCxn id="839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45"/>
          <p:cNvCxnSpPr>
            <a:stCxn id="830" idx="7"/>
            <a:endCxn id="829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45"/>
          <p:cNvCxnSpPr>
            <a:stCxn id="839" idx="6"/>
            <a:endCxn id="84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45"/>
          <p:cNvCxnSpPr>
            <a:stCxn id="836" idx="4"/>
            <a:endCxn id="839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45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54" name="Google Shape;854;p45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55" name="Google Shape;855;p45"/>
          <p:cNvCxnSpPr>
            <a:stCxn id="853" idx="3"/>
            <a:endCxn id="85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6" name="Google Shape;856;p45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57" name="Google Shape;857;p45"/>
          <p:cNvCxnSpPr>
            <a:stCxn id="856" idx="2"/>
            <a:endCxn id="85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45"/>
          <p:cNvCxnSpPr>
            <a:stCxn id="856" idx="0"/>
            <a:endCxn id="85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45"/>
          <p:cNvCxnSpPr>
            <a:stCxn id="829" idx="5"/>
            <a:endCxn id="85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45"/>
          <p:cNvCxnSpPr>
            <a:stCxn id="844" idx="4"/>
            <a:endCxn id="85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45"/>
          <p:cNvCxnSpPr>
            <a:stCxn id="829" idx="7"/>
            <a:endCxn id="84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867" name="Google Shape;867;p46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nested 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five has is composed of five cliques of size four!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{F, G, H, I}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G, H}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G, I}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H, I}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G, H, I}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6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69" name="Google Shape;869;p46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70" name="Google Shape;870;p46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71" name="Google Shape;871;p46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72" name="Google Shape;872;p46"/>
          <p:cNvCxnSpPr>
            <a:stCxn id="868" idx="3"/>
            <a:endCxn id="869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46"/>
          <p:cNvCxnSpPr>
            <a:stCxn id="871" idx="1"/>
            <a:endCxn id="869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46"/>
          <p:cNvCxnSpPr>
            <a:stCxn id="868" idx="4"/>
            <a:endCxn id="87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46"/>
          <p:cNvCxnSpPr>
            <a:stCxn id="868" idx="5"/>
            <a:endCxn id="87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6" name="Google Shape;876;p46"/>
          <p:cNvCxnSpPr>
            <a:stCxn id="870" idx="2"/>
            <a:endCxn id="869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7" name="Google Shape;877;p46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78" name="Google Shape;878;p46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79" name="Google Shape;879;p46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80" name="Google Shape;880;p46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81" name="Google Shape;881;p46"/>
          <p:cNvCxnSpPr>
            <a:stCxn id="877" idx="3"/>
            <a:endCxn id="87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46"/>
          <p:cNvCxnSpPr>
            <a:stCxn id="880" idx="0"/>
            <a:endCxn id="87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46"/>
          <p:cNvCxnSpPr>
            <a:stCxn id="877" idx="5"/>
            <a:endCxn id="87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4" name="Google Shape;884;p46"/>
          <p:cNvCxnSpPr>
            <a:stCxn id="879" idx="2"/>
            <a:endCxn id="87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5" name="Google Shape;885;p46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86" name="Google Shape;886;p46"/>
          <p:cNvCxnSpPr>
            <a:stCxn id="885" idx="0"/>
            <a:endCxn id="87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46"/>
          <p:cNvCxnSpPr>
            <a:stCxn id="879" idx="3"/>
            <a:endCxn id="880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46"/>
          <p:cNvCxnSpPr>
            <a:stCxn id="879" idx="3"/>
            <a:endCxn id="885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46"/>
          <p:cNvCxnSpPr>
            <a:stCxn id="877" idx="4"/>
            <a:endCxn id="885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46"/>
          <p:cNvCxnSpPr>
            <a:stCxn id="868" idx="6"/>
            <a:endCxn id="880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46"/>
          <p:cNvCxnSpPr>
            <a:stCxn id="871" idx="7"/>
            <a:endCxn id="87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46"/>
          <p:cNvCxnSpPr>
            <a:stCxn id="880" idx="6"/>
            <a:endCxn id="885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46"/>
          <p:cNvCxnSpPr>
            <a:stCxn id="877" idx="4"/>
            <a:endCxn id="880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4" name="Google Shape;894;p46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95" name="Google Shape;895;p46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96" name="Google Shape;896;p46"/>
          <p:cNvCxnSpPr>
            <a:stCxn id="894" idx="3"/>
            <a:endCxn id="895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46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98" name="Google Shape;898;p46"/>
          <p:cNvCxnSpPr>
            <a:stCxn id="897" idx="2"/>
            <a:endCxn id="895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46"/>
          <p:cNvCxnSpPr>
            <a:stCxn id="897" idx="0"/>
            <a:endCxn id="894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46"/>
          <p:cNvCxnSpPr>
            <a:stCxn id="870" idx="5"/>
            <a:endCxn id="894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46"/>
          <p:cNvCxnSpPr>
            <a:stCxn id="885" idx="4"/>
            <a:endCxn id="894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46"/>
          <p:cNvCxnSpPr>
            <a:stCxn id="870" idx="7"/>
            <a:endCxn id="885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908" name="Google Shape;908;p47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(2) </a:t>
            </a:r>
            <a:r>
              <a:rPr i="1" lang="en"/>
              <a:t>Cliques can share members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D is members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{D, F, K}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7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10" name="Google Shape;910;p47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11" name="Google Shape;911;p47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12" name="Google Shape;912;p47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13" name="Google Shape;913;p47"/>
          <p:cNvCxnSpPr>
            <a:stCxn id="909" idx="3"/>
            <a:endCxn id="91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47"/>
          <p:cNvCxnSpPr>
            <a:stCxn id="912" idx="1"/>
            <a:endCxn id="91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47"/>
          <p:cNvCxnSpPr>
            <a:stCxn id="909" idx="4"/>
            <a:endCxn id="91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47"/>
          <p:cNvCxnSpPr>
            <a:stCxn id="909" idx="5"/>
            <a:endCxn id="91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47"/>
          <p:cNvCxnSpPr>
            <a:stCxn id="911" idx="2"/>
            <a:endCxn id="91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8" name="Google Shape;918;p47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19" name="Google Shape;919;p47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20" name="Google Shape;920;p47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21" name="Google Shape;921;p47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22" name="Google Shape;922;p47"/>
          <p:cNvCxnSpPr>
            <a:stCxn id="918" idx="3"/>
            <a:endCxn id="91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47"/>
          <p:cNvCxnSpPr>
            <a:stCxn id="921" idx="0"/>
            <a:endCxn id="91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47"/>
          <p:cNvCxnSpPr>
            <a:stCxn id="918" idx="5"/>
            <a:endCxn id="92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47"/>
          <p:cNvCxnSpPr>
            <a:stCxn id="920" idx="2"/>
            <a:endCxn id="91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6" name="Google Shape;926;p47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27" name="Google Shape;927;p47"/>
          <p:cNvCxnSpPr>
            <a:stCxn id="926" idx="0"/>
            <a:endCxn id="91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47"/>
          <p:cNvCxnSpPr>
            <a:stCxn id="920" idx="3"/>
            <a:endCxn id="92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47"/>
          <p:cNvCxnSpPr>
            <a:stCxn id="920" idx="3"/>
            <a:endCxn id="92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47"/>
          <p:cNvCxnSpPr>
            <a:stCxn id="918" idx="4"/>
            <a:endCxn id="92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47"/>
          <p:cNvCxnSpPr>
            <a:stCxn id="909" idx="6"/>
            <a:endCxn id="92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47"/>
          <p:cNvCxnSpPr>
            <a:stCxn id="912" idx="7"/>
            <a:endCxn id="91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47"/>
          <p:cNvCxnSpPr>
            <a:stCxn id="921" idx="6"/>
            <a:endCxn id="92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47"/>
          <p:cNvCxnSpPr>
            <a:stCxn id="918" idx="4"/>
            <a:endCxn id="92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47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36" name="Google Shape;936;p47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37" name="Google Shape;937;p47"/>
          <p:cNvCxnSpPr>
            <a:stCxn id="935" idx="3"/>
            <a:endCxn id="93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8" name="Google Shape;938;p47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39" name="Google Shape;939;p47"/>
          <p:cNvCxnSpPr>
            <a:stCxn id="938" idx="2"/>
            <a:endCxn id="93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47"/>
          <p:cNvCxnSpPr>
            <a:stCxn id="938" idx="0"/>
            <a:endCxn id="93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47"/>
          <p:cNvCxnSpPr>
            <a:stCxn id="911" idx="5"/>
            <a:endCxn id="93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47"/>
          <p:cNvCxnSpPr>
            <a:stCxn id="926" idx="4"/>
            <a:endCxn id="93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47"/>
          <p:cNvCxnSpPr>
            <a:stCxn id="911" idx="7"/>
            <a:endCxn id="92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949" name="Google Shape;949;p48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(2) </a:t>
            </a:r>
            <a:r>
              <a:rPr i="1" lang="en"/>
              <a:t>Cliques can share members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D is members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{D, F, K}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F is members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{D, F, K}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4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51" name="Google Shape;951;p4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52" name="Google Shape;952;p4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53" name="Google Shape;953;p4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54" name="Google Shape;954;p48"/>
          <p:cNvCxnSpPr>
            <a:stCxn id="950" idx="3"/>
            <a:endCxn id="95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48"/>
          <p:cNvCxnSpPr>
            <a:stCxn id="953" idx="1"/>
            <a:endCxn id="95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6" name="Google Shape;956;p48"/>
          <p:cNvCxnSpPr>
            <a:stCxn id="950" idx="4"/>
            <a:endCxn id="95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48"/>
          <p:cNvCxnSpPr>
            <a:stCxn id="950" idx="5"/>
            <a:endCxn id="95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48"/>
          <p:cNvCxnSpPr>
            <a:stCxn id="952" idx="2"/>
            <a:endCxn id="95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4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60" name="Google Shape;960;p4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61" name="Google Shape;961;p4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62" name="Google Shape;962;p4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63" name="Google Shape;963;p48"/>
          <p:cNvCxnSpPr>
            <a:stCxn id="959" idx="3"/>
            <a:endCxn id="96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48"/>
          <p:cNvCxnSpPr>
            <a:stCxn id="962" idx="0"/>
            <a:endCxn id="96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48"/>
          <p:cNvCxnSpPr>
            <a:stCxn id="959" idx="5"/>
            <a:endCxn id="96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48"/>
          <p:cNvCxnSpPr>
            <a:stCxn id="961" idx="2"/>
            <a:endCxn id="96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7" name="Google Shape;967;p4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68" name="Google Shape;968;p48"/>
          <p:cNvCxnSpPr>
            <a:stCxn id="967" idx="0"/>
            <a:endCxn id="96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" name="Google Shape;969;p48"/>
          <p:cNvCxnSpPr>
            <a:stCxn id="961" idx="3"/>
            <a:endCxn id="962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48"/>
          <p:cNvCxnSpPr>
            <a:stCxn id="961" idx="3"/>
            <a:endCxn id="96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48"/>
          <p:cNvCxnSpPr>
            <a:stCxn id="959" idx="4"/>
            <a:endCxn id="96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48"/>
          <p:cNvCxnSpPr>
            <a:stCxn id="950" idx="6"/>
            <a:endCxn id="962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48"/>
          <p:cNvCxnSpPr>
            <a:stCxn id="953" idx="7"/>
            <a:endCxn id="95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48"/>
          <p:cNvCxnSpPr>
            <a:stCxn id="962" idx="6"/>
            <a:endCxn id="96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48"/>
          <p:cNvCxnSpPr>
            <a:stCxn id="959" idx="4"/>
            <a:endCxn id="962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6" name="Google Shape;976;p4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77" name="Google Shape;977;p4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78" name="Google Shape;978;p48"/>
          <p:cNvCxnSpPr>
            <a:stCxn id="976" idx="3"/>
            <a:endCxn id="97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" name="Google Shape;979;p4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80" name="Google Shape;980;p48"/>
          <p:cNvCxnSpPr>
            <a:stCxn id="979" idx="2"/>
            <a:endCxn id="97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48"/>
          <p:cNvCxnSpPr>
            <a:stCxn id="979" idx="0"/>
            <a:endCxn id="97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48"/>
          <p:cNvCxnSpPr>
            <a:stCxn id="952" idx="5"/>
            <a:endCxn id="97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48"/>
          <p:cNvCxnSpPr>
            <a:stCxn id="967" idx="4"/>
            <a:endCxn id="97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4" name="Google Shape;984;p48"/>
          <p:cNvCxnSpPr>
            <a:stCxn id="952" idx="7"/>
            <a:endCxn id="96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990" name="Google Shape;990;p49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(2) </a:t>
            </a:r>
            <a:r>
              <a:rPr i="1" lang="en"/>
              <a:t>Cliques can share members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D is member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{D, F, K}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F is member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{D, F, K}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K is member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D, K}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{J, K, L}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4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92" name="Google Shape;992;p4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93" name="Google Shape;993;p4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94" name="Google Shape;994;p4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95" name="Google Shape;995;p49"/>
          <p:cNvCxnSpPr>
            <a:stCxn id="991" idx="3"/>
            <a:endCxn id="992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49"/>
          <p:cNvCxnSpPr>
            <a:stCxn id="994" idx="1"/>
            <a:endCxn id="992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49"/>
          <p:cNvCxnSpPr>
            <a:stCxn id="991" idx="4"/>
            <a:endCxn id="994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49"/>
          <p:cNvCxnSpPr>
            <a:stCxn id="991" idx="5"/>
            <a:endCxn id="993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49"/>
          <p:cNvCxnSpPr>
            <a:stCxn id="993" idx="2"/>
            <a:endCxn id="992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0" name="Google Shape;1000;p4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01" name="Google Shape;1001;p4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02" name="Google Shape;1002;p4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03" name="Google Shape;1003;p4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04" name="Google Shape;1004;p49"/>
          <p:cNvCxnSpPr>
            <a:stCxn id="1000" idx="3"/>
            <a:endCxn id="1001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49"/>
          <p:cNvCxnSpPr>
            <a:stCxn id="1003" idx="0"/>
            <a:endCxn id="1001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49"/>
          <p:cNvCxnSpPr>
            <a:stCxn id="1000" idx="5"/>
            <a:endCxn id="1002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49"/>
          <p:cNvCxnSpPr>
            <a:stCxn id="1002" idx="2"/>
            <a:endCxn id="1001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8" name="Google Shape;1008;p4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09" name="Google Shape;1009;p49"/>
          <p:cNvCxnSpPr>
            <a:stCxn id="1008" idx="0"/>
            <a:endCxn id="1001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0" name="Google Shape;1010;p49"/>
          <p:cNvCxnSpPr>
            <a:stCxn id="1002" idx="3"/>
            <a:endCxn id="1003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49"/>
          <p:cNvCxnSpPr>
            <a:stCxn id="1002" idx="3"/>
            <a:endCxn id="1008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49"/>
          <p:cNvCxnSpPr>
            <a:stCxn id="1000" idx="4"/>
            <a:endCxn id="1008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49"/>
          <p:cNvCxnSpPr>
            <a:stCxn id="991" idx="6"/>
            <a:endCxn id="1003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49"/>
          <p:cNvCxnSpPr>
            <a:stCxn id="994" idx="7"/>
            <a:endCxn id="993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49"/>
          <p:cNvCxnSpPr>
            <a:stCxn id="1003" idx="6"/>
            <a:endCxn id="1008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49"/>
          <p:cNvCxnSpPr>
            <a:stCxn id="1000" idx="4"/>
            <a:endCxn id="1003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7" name="Google Shape;1017;p4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18" name="Google Shape;1018;p4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19" name="Google Shape;1019;p49"/>
          <p:cNvCxnSpPr>
            <a:stCxn id="1017" idx="3"/>
            <a:endCxn id="1018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0" name="Google Shape;1020;p4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21" name="Google Shape;1021;p49"/>
          <p:cNvCxnSpPr>
            <a:stCxn id="1020" idx="2"/>
            <a:endCxn id="1018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49"/>
          <p:cNvCxnSpPr>
            <a:stCxn id="1020" idx="0"/>
            <a:endCxn id="1017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49"/>
          <p:cNvCxnSpPr>
            <a:stCxn id="993" idx="5"/>
            <a:endCxn id="1017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49"/>
          <p:cNvCxnSpPr>
            <a:stCxn id="1008" idx="4"/>
            <a:endCxn id="1017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49"/>
          <p:cNvCxnSpPr>
            <a:stCxn id="993" idx="7"/>
            <a:endCxn id="1008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0"/>
          <p:cNvSpPr txBox="1"/>
          <p:nvPr/>
        </p:nvSpPr>
        <p:spPr>
          <a:xfrm>
            <a:off x="2296350" y="194250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Affiliation Matrix (C)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031" name="Google Shape;1031;p50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{09DED52A-E066-472D-BA0A-3BA9B9846621}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356975"/>
                <a:gridCol w="3450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51"/>
          <p:cNvSpPr txBox="1"/>
          <p:nvPr/>
        </p:nvSpPr>
        <p:spPr>
          <a:xfrm>
            <a:off x="2296350" y="194250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Affiliation Matrix (C)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037" name="Google Shape;1037;p51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{09DED52A-E066-472D-BA0A-3BA9B9846621}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356975"/>
                <a:gridCol w="3450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8" name="Google Shape;1038;p51"/>
          <p:cNvGraphicFramePr/>
          <p:nvPr/>
        </p:nvGraphicFramePr>
        <p:xfrm>
          <a:off x="8574875" y="10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{09DED52A-E066-472D-BA0A-3BA9B9846621}</a:tableStyleId>
              </a:tblPr>
              <a:tblGrid>
                <a:gridCol w="414825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2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44" name="Google Shape;1044;p52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45" name="Google Shape;1045;p52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46" name="Google Shape;1046;p52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47" name="Google Shape;1047;p52"/>
          <p:cNvCxnSpPr>
            <a:stCxn id="1043" idx="3"/>
            <a:endCxn id="1044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52"/>
          <p:cNvCxnSpPr>
            <a:stCxn id="1046" idx="1"/>
            <a:endCxn id="1044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52"/>
          <p:cNvCxnSpPr>
            <a:stCxn id="1043" idx="4"/>
            <a:endCxn id="1046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52"/>
          <p:cNvCxnSpPr>
            <a:stCxn id="1043" idx="5"/>
            <a:endCxn id="1045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52"/>
          <p:cNvCxnSpPr>
            <a:stCxn id="1045" idx="2"/>
            <a:endCxn id="1044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2" name="Google Shape;1052;p52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53" name="Google Shape;1053;p52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54" name="Google Shape;1054;p52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55" name="Google Shape;1055;p52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56" name="Google Shape;1056;p52"/>
          <p:cNvCxnSpPr>
            <a:stCxn id="1052" idx="3"/>
            <a:endCxn id="1053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52"/>
          <p:cNvCxnSpPr>
            <a:stCxn id="1055" idx="0"/>
            <a:endCxn id="1053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52"/>
          <p:cNvCxnSpPr>
            <a:stCxn id="1052" idx="5"/>
            <a:endCxn id="1054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52"/>
          <p:cNvCxnSpPr>
            <a:stCxn id="1054" idx="2"/>
            <a:endCxn id="1053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0" name="Google Shape;1060;p52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61" name="Google Shape;1061;p52"/>
          <p:cNvCxnSpPr>
            <a:stCxn id="1060" idx="0"/>
            <a:endCxn id="1053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52"/>
          <p:cNvCxnSpPr>
            <a:stCxn id="1054" idx="3"/>
            <a:endCxn id="1055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52"/>
          <p:cNvCxnSpPr>
            <a:stCxn id="1054" idx="3"/>
            <a:endCxn id="1060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52"/>
          <p:cNvCxnSpPr>
            <a:stCxn id="1052" idx="4"/>
            <a:endCxn id="1060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5" name="Google Shape;1065;p52"/>
          <p:cNvCxnSpPr>
            <a:stCxn id="1043" idx="6"/>
            <a:endCxn id="1055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6" name="Google Shape;1066;p52"/>
          <p:cNvCxnSpPr>
            <a:stCxn id="1046" idx="7"/>
            <a:endCxn id="1045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52"/>
          <p:cNvCxnSpPr>
            <a:stCxn id="1055" idx="6"/>
            <a:endCxn id="1060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52"/>
          <p:cNvCxnSpPr>
            <a:stCxn id="1052" idx="4"/>
            <a:endCxn id="1055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9" name="Google Shape;1069;p52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70" name="Google Shape;1070;p52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71" name="Google Shape;1071;p52"/>
          <p:cNvCxnSpPr>
            <a:stCxn id="1069" idx="3"/>
            <a:endCxn id="1070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2" name="Google Shape;1072;p52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73" name="Google Shape;1073;p52"/>
          <p:cNvCxnSpPr>
            <a:stCxn id="1072" idx="2"/>
            <a:endCxn id="1070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52"/>
          <p:cNvCxnSpPr>
            <a:stCxn id="1072" idx="0"/>
            <a:endCxn id="1069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52"/>
          <p:cNvCxnSpPr>
            <a:stCxn id="1045" idx="5"/>
            <a:endCxn id="1069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52"/>
          <p:cNvCxnSpPr>
            <a:stCxn id="1060" idx="4"/>
            <a:endCxn id="1069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52"/>
          <p:cNvCxnSpPr>
            <a:stCxn id="1045" idx="7"/>
            <a:endCxn id="1060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8" name="Google Shape;1078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079" name="Google Shape;1079;p52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cliques a node belongs is a </a:t>
            </a:r>
            <a:r>
              <a:rPr b="1" lang="en"/>
              <a:t>centrality metric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 seems to be in the middle of everything!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53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85" name="Google Shape;1085;p53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86" name="Google Shape;1086;p53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87" name="Google Shape;1087;p53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88" name="Google Shape;1088;p53"/>
          <p:cNvCxnSpPr>
            <a:stCxn id="1084" idx="3"/>
            <a:endCxn id="1085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53"/>
          <p:cNvCxnSpPr>
            <a:stCxn id="1087" idx="1"/>
            <a:endCxn id="1085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53"/>
          <p:cNvCxnSpPr>
            <a:stCxn id="1084" idx="4"/>
            <a:endCxn id="1087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1" name="Google Shape;1091;p53"/>
          <p:cNvCxnSpPr>
            <a:stCxn id="1084" idx="5"/>
            <a:endCxn id="1086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53"/>
          <p:cNvCxnSpPr>
            <a:stCxn id="1086" idx="2"/>
            <a:endCxn id="1085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3" name="Google Shape;1093;p53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94" name="Google Shape;1094;p53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95" name="Google Shape;1095;p53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96" name="Google Shape;1096;p53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97" name="Google Shape;1097;p53"/>
          <p:cNvCxnSpPr>
            <a:stCxn id="1093" idx="3"/>
            <a:endCxn id="1094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53"/>
          <p:cNvCxnSpPr>
            <a:stCxn id="1096" idx="0"/>
            <a:endCxn id="1094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53"/>
          <p:cNvCxnSpPr>
            <a:stCxn id="1093" idx="5"/>
            <a:endCxn id="1095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53"/>
          <p:cNvCxnSpPr>
            <a:stCxn id="1095" idx="2"/>
            <a:endCxn id="1094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1" name="Google Shape;1101;p53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02" name="Google Shape;1102;p53"/>
          <p:cNvCxnSpPr>
            <a:stCxn id="1101" idx="0"/>
            <a:endCxn id="1094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3" name="Google Shape;1103;p53"/>
          <p:cNvCxnSpPr>
            <a:stCxn id="1095" idx="3"/>
            <a:endCxn id="1096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53"/>
          <p:cNvCxnSpPr>
            <a:stCxn id="1095" idx="3"/>
            <a:endCxn id="1101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53"/>
          <p:cNvCxnSpPr>
            <a:stCxn id="1093" idx="4"/>
            <a:endCxn id="1101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53"/>
          <p:cNvCxnSpPr>
            <a:stCxn id="1084" idx="6"/>
            <a:endCxn id="1096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53"/>
          <p:cNvCxnSpPr>
            <a:stCxn id="1087" idx="7"/>
            <a:endCxn id="1086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53"/>
          <p:cNvCxnSpPr>
            <a:stCxn id="1096" idx="6"/>
            <a:endCxn id="1101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9" name="Google Shape;1109;p53"/>
          <p:cNvCxnSpPr>
            <a:stCxn id="1093" idx="4"/>
            <a:endCxn id="1096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0" name="Google Shape;1110;p53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11" name="Google Shape;1111;p53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12" name="Google Shape;1112;p53"/>
          <p:cNvCxnSpPr>
            <a:stCxn id="1110" idx="3"/>
            <a:endCxn id="1111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3" name="Google Shape;1113;p53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14" name="Google Shape;1114;p53"/>
          <p:cNvCxnSpPr>
            <a:stCxn id="1113" idx="2"/>
            <a:endCxn id="1111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5" name="Google Shape;1115;p53"/>
          <p:cNvCxnSpPr>
            <a:stCxn id="1113" idx="0"/>
            <a:endCxn id="1110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53"/>
          <p:cNvCxnSpPr>
            <a:stCxn id="1086" idx="5"/>
            <a:endCxn id="1110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7" name="Google Shape;1117;p53"/>
          <p:cNvCxnSpPr>
            <a:stCxn id="1101" idx="4"/>
            <a:endCxn id="1110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8" name="Google Shape;1118;p53"/>
          <p:cNvCxnSpPr>
            <a:stCxn id="1086" idx="7"/>
            <a:endCxn id="1101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9" name="Google Shape;1119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120" name="Google Shape;1120;p53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cliques a node belongs to is a </a:t>
            </a:r>
            <a:r>
              <a:rPr b="1" lang="en"/>
              <a:t>centrality metric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 seems to be in the middle of everything!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only belongs to one small clique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54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26" name="Google Shape;1126;p54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27" name="Google Shape;1127;p54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28" name="Google Shape;1128;p54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29" name="Google Shape;1129;p54"/>
          <p:cNvCxnSpPr>
            <a:stCxn id="1125" idx="3"/>
            <a:endCxn id="1126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54"/>
          <p:cNvCxnSpPr>
            <a:stCxn id="1128" idx="1"/>
            <a:endCxn id="1126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54"/>
          <p:cNvCxnSpPr>
            <a:stCxn id="1125" idx="4"/>
            <a:endCxn id="1128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54"/>
          <p:cNvCxnSpPr>
            <a:stCxn id="1125" idx="5"/>
            <a:endCxn id="1127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54"/>
          <p:cNvCxnSpPr>
            <a:stCxn id="1127" idx="2"/>
            <a:endCxn id="1126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4" name="Google Shape;1134;p54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35" name="Google Shape;1135;p54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36" name="Google Shape;1136;p54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37" name="Google Shape;1137;p54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38" name="Google Shape;1138;p54"/>
          <p:cNvCxnSpPr>
            <a:stCxn id="1134" idx="3"/>
            <a:endCxn id="1135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54"/>
          <p:cNvCxnSpPr>
            <a:stCxn id="1137" idx="0"/>
            <a:endCxn id="1135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0" name="Google Shape;1140;p54"/>
          <p:cNvCxnSpPr>
            <a:stCxn id="1134" idx="5"/>
            <a:endCxn id="1136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1" name="Google Shape;1141;p54"/>
          <p:cNvCxnSpPr>
            <a:stCxn id="1136" idx="2"/>
            <a:endCxn id="1135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2" name="Google Shape;1142;p54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43" name="Google Shape;1143;p54"/>
          <p:cNvCxnSpPr>
            <a:stCxn id="1142" idx="0"/>
            <a:endCxn id="1135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4" name="Google Shape;1144;p54"/>
          <p:cNvCxnSpPr>
            <a:stCxn id="1136" idx="3"/>
            <a:endCxn id="1137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5" name="Google Shape;1145;p54"/>
          <p:cNvCxnSpPr>
            <a:stCxn id="1136" idx="3"/>
            <a:endCxn id="1142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6" name="Google Shape;1146;p54"/>
          <p:cNvCxnSpPr>
            <a:stCxn id="1134" idx="4"/>
            <a:endCxn id="1142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7" name="Google Shape;1147;p54"/>
          <p:cNvCxnSpPr>
            <a:stCxn id="1125" idx="6"/>
            <a:endCxn id="1137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8" name="Google Shape;1148;p54"/>
          <p:cNvCxnSpPr>
            <a:stCxn id="1128" idx="7"/>
            <a:endCxn id="1127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54"/>
          <p:cNvCxnSpPr>
            <a:stCxn id="1137" idx="6"/>
            <a:endCxn id="1142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54"/>
          <p:cNvCxnSpPr>
            <a:stCxn id="1134" idx="4"/>
            <a:endCxn id="1137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1" name="Google Shape;1151;p54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52" name="Google Shape;1152;p54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53" name="Google Shape;1153;p54"/>
          <p:cNvCxnSpPr>
            <a:stCxn id="1151" idx="3"/>
            <a:endCxn id="1152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4" name="Google Shape;1154;p54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55" name="Google Shape;1155;p54"/>
          <p:cNvCxnSpPr>
            <a:stCxn id="1154" idx="2"/>
            <a:endCxn id="1152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54"/>
          <p:cNvCxnSpPr>
            <a:stCxn id="1154" idx="0"/>
            <a:endCxn id="1151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54"/>
          <p:cNvCxnSpPr>
            <a:stCxn id="1127" idx="5"/>
            <a:endCxn id="1151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8" name="Google Shape;1158;p54"/>
          <p:cNvCxnSpPr>
            <a:stCxn id="1142" idx="4"/>
            <a:endCxn id="1151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54"/>
          <p:cNvCxnSpPr>
            <a:stCxn id="1127" idx="7"/>
            <a:endCxn id="1142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0" name="Google Shape;1160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161" name="Google Shape;1161;p54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cliques a node belongs to is a </a:t>
            </a:r>
            <a:r>
              <a:rPr b="1" lang="en"/>
              <a:t>centrality metric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 seems to be in the middle of everything!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 only belongs to one small clique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F is more central in the clique structure than L</a:t>
            </a:r>
            <a:endParaRPr i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55"/>
          <p:cNvSpPr txBox="1"/>
          <p:nvPr/>
        </p:nvSpPr>
        <p:spPr>
          <a:xfrm>
            <a:off x="2296350" y="194250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Affiliation Matrix (C)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167" name="Google Shape;1167;p55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{09DED52A-E066-472D-BA0A-3BA9B9846621}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356975"/>
                <a:gridCol w="3450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8" name="Google Shape;1168;p55"/>
          <p:cNvGraphicFramePr/>
          <p:nvPr/>
        </p:nvGraphicFramePr>
        <p:xfrm>
          <a:off x="8574875" y="10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{09DED52A-E066-472D-BA0A-3BA9B9846621}</a:tableStyleId>
              </a:tblPr>
              <a:tblGrid>
                <a:gridCol w="414825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9" name="Google Shape;1169;p55"/>
          <p:cNvGraphicFramePr/>
          <p:nvPr/>
        </p:nvGraphicFramePr>
        <p:xfrm>
          <a:off x="1025900" y="475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{09DED52A-E066-472D-BA0A-3BA9B9846621}</a:tableStyleId>
              </a:tblPr>
              <a:tblGrid>
                <a:gridCol w="273700"/>
                <a:gridCol w="273700"/>
                <a:gridCol w="273700"/>
                <a:gridCol w="273700"/>
                <a:gridCol w="273700"/>
                <a:gridCol w="273700"/>
                <a:gridCol w="273700"/>
                <a:gridCol w="273700"/>
                <a:gridCol w="273700"/>
                <a:gridCol w="356975"/>
                <a:gridCol w="3450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4" name="Google Shape;1174;p56"/>
          <p:cNvGraphicFramePr/>
          <p:nvPr/>
        </p:nvGraphicFramePr>
        <p:xfrm>
          <a:off x="520075" y="130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{09DED52A-E066-472D-BA0A-3BA9B9846621}</a:tableStyleId>
              </a:tblPr>
              <a:tblGrid>
                <a:gridCol w="562075"/>
                <a:gridCol w="430950"/>
                <a:gridCol w="430950"/>
                <a:gridCol w="430950"/>
                <a:gridCol w="430950"/>
                <a:gridCol w="430950"/>
                <a:gridCol w="430950"/>
                <a:gridCol w="430950"/>
              </a:tblGrid>
              <a:tr h="39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5" name="Google Shape;1175;p56"/>
          <p:cNvSpPr/>
          <p:nvPr/>
        </p:nvSpPr>
        <p:spPr>
          <a:xfrm>
            <a:off x="6273130" y="263050"/>
            <a:ext cx="620400" cy="62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C1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176" name="Google Shape;1176;p56"/>
          <p:cNvSpPr/>
          <p:nvPr/>
        </p:nvSpPr>
        <p:spPr>
          <a:xfrm>
            <a:off x="4953618" y="1245757"/>
            <a:ext cx="620400" cy="62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C2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177" name="Google Shape;1177;p56"/>
          <p:cNvSpPr/>
          <p:nvPr/>
        </p:nvSpPr>
        <p:spPr>
          <a:xfrm>
            <a:off x="7625179" y="1245755"/>
            <a:ext cx="620400" cy="62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C3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178" name="Google Shape;1178;p56"/>
          <p:cNvSpPr/>
          <p:nvPr/>
        </p:nvSpPr>
        <p:spPr>
          <a:xfrm>
            <a:off x="4953617" y="2663615"/>
            <a:ext cx="620400" cy="62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C5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179" name="Google Shape;1179;p56"/>
          <p:cNvSpPr/>
          <p:nvPr/>
        </p:nvSpPr>
        <p:spPr>
          <a:xfrm>
            <a:off x="6949147" y="3943030"/>
            <a:ext cx="620400" cy="62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C7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180" name="Google Shape;1180;p56"/>
          <p:cNvSpPr/>
          <p:nvPr/>
        </p:nvSpPr>
        <p:spPr>
          <a:xfrm>
            <a:off x="7625164" y="2663616"/>
            <a:ext cx="620400" cy="62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C4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181" name="Google Shape;1181;p56"/>
          <p:cNvSpPr/>
          <p:nvPr/>
        </p:nvSpPr>
        <p:spPr>
          <a:xfrm>
            <a:off x="5597114" y="3943030"/>
            <a:ext cx="620400" cy="62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C6</a:t>
            </a:r>
            <a:endParaRPr b="1" sz="2300">
              <a:solidFill>
                <a:schemeClr val="lt1"/>
              </a:solidFill>
            </a:endParaRPr>
          </a:p>
        </p:txBody>
      </p:sp>
      <p:cxnSp>
        <p:nvCxnSpPr>
          <p:cNvPr id="1182" name="Google Shape;1182;p56"/>
          <p:cNvCxnSpPr>
            <a:stCxn id="1175" idx="3"/>
            <a:endCxn id="1176" idx="7"/>
          </p:cNvCxnSpPr>
          <p:nvPr/>
        </p:nvCxnSpPr>
        <p:spPr>
          <a:xfrm flipH="1">
            <a:off x="5483186" y="793363"/>
            <a:ext cx="880800" cy="543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56"/>
          <p:cNvCxnSpPr>
            <a:stCxn id="1175" idx="4"/>
            <a:endCxn id="1178" idx="7"/>
          </p:cNvCxnSpPr>
          <p:nvPr/>
        </p:nvCxnSpPr>
        <p:spPr>
          <a:xfrm flipH="1">
            <a:off x="5483230" y="884350"/>
            <a:ext cx="1100100" cy="187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56"/>
          <p:cNvCxnSpPr>
            <a:stCxn id="1175" idx="4"/>
            <a:endCxn id="1180" idx="1"/>
          </p:cNvCxnSpPr>
          <p:nvPr/>
        </p:nvCxnSpPr>
        <p:spPr>
          <a:xfrm>
            <a:off x="6583330" y="884350"/>
            <a:ext cx="1132800" cy="1870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56"/>
          <p:cNvCxnSpPr>
            <a:stCxn id="1175" idx="4"/>
            <a:endCxn id="1181" idx="0"/>
          </p:cNvCxnSpPr>
          <p:nvPr/>
        </p:nvCxnSpPr>
        <p:spPr>
          <a:xfrm flipH="1">
            <a:off x="5907430" y="884350"/>
            <a:ext cx="675900" cy="3058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56"/>
          <p:cNvCxnSpPr>
            <a:stCxn id="1175" idx="4"/>
            <a:endCxn id="1179" idx="0"/>
          </p:cNvCxnSpPr>
          <p:nvPr/>
        </p:nvCxnSpPr>
        <p:spPr>
          <a:xfrm>
            <a:off x="6583330" y="884350"/>
            <a:ext cx="675900" cy="3058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56"/>
          <p:cNvCxnSpPr>
            <a:stCxn id="1176" idx="4"/>
            <a:endCxn id="1178" idx="0"/>
          </p:cNvCxnSpPr>
          <p:nvPr/>
        </p:nvCxnSpPr>
        <p:spPr>
          <a:xfrm>
            <a:off x="5263818" y="1867057"/>
            <a:ext cx="0" cy="79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56"/>
          <p:cNvCxnSpPr>
            <a:stCxn id="1176" idx="5"/>
            <a:endCxn id="1180" idx="1"/>
          </p:cNvCxnSpPr>
          <p:nvPr/>
        </p:nvCxnSpPr>
        <p:spPr>
          <a:xfrm>
            <a:off x="5483162" y="1776069"/>
            <a:ext cx="2232900" cy="97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56"/>
          <p:cNvCxnSpPr>
            <a:stCxn id="1176" idx="5"/>
            <a:endCxn id="1179" idx="0"/>
          </p:cNvCxnSpPr>
          <p:nvPr/>
        </p:nvCxnSpPr>
        <p:spPr>
          <a:xfrm>
            <a:off x="5483162" y="1776069"/>
            <a:ext cx="1776300" cy="2166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0" name="Google Shape;1190;p56"/>
          <p:cNvCxnSpPr>
            <a:stCxn id="1176" idx="5"/>
            <a:endCxn id="1181" idx="0"/>
          </p:cNvCxnSpPr>
          <p:nvPr/>
        </p:nvCxnSpPr>
        <p:spPr>
          <a:xfrm>
            <a:off x="5483162" y="1776069"/>
            <a:ext cx="424200" cy="2166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1" name="Google Shape;1191;p56"/>
          <p:cNvCxnSpPr>
            <a:stCxn id="1181" idx="6"/>
            <a:endCxn id="1179" idx="2"/>
          </p:cNvCxnSpPr>
          <p:nvPr/>
        </p:nvCxnSpPr>
        <p:spPr>
          <a:xfrm>
            <a:off x="6217514" y="4253680"/>
            <a:ext cx="731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2" name="Google Shape;1192;p56"/>
          <p:cNvCxnSpPr>
            <a:stCxn id="1180" idx="3"/>
            <a:endCxn id="1179" idx="7"/>
          </p:cNvCxnSpPr>
          <p:nvPr/>
        </p:nvCxnSpPr>
        <p:spPr>
          <a:xfrm flipH="1">
            <a:off x="7478719" y="3193929"/>
            <a:ext cx="237300" cy="84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3" name="Google Shape;1193;p56"/>
          <p:cNvCxnSpPr>
            <a:stCxn id="1178" idx="6"/>
            <a:endCxn id="1180" idx="2"/>
          </p:cNvCxnSpPr>
          <p:nvPr/>
        </p:nvCxnSpPr>
        <p:spPr>
          <a:xfrm>
            <a:off x="5574017" y="2974265"/>
            <a:ext cx="2051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4" name="Google Shape;1194;p56"/>
          <p:cNvCxnSpPr>
            <a:stCxn id="1178" idx="5"/>
            <a:endCxn id="1181" idx="0"/>
          </p:cNvCxnSpPr>
          <p:nvPr/>
        </p:nvCxnSpPr>
        <p:spPr>
          <a:xfrm>
            <a:off x="5483161" y="3193928"/>
            <a:ext cx="424200" cy="74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56"/>
          <p:cNvCxnSpPr>
            <a:stCxn id="1178" idx="6"/>
            <a:endCxn id="1179" idx="1"/>
          </p:cNvCxnSpPr>
          <p:nvPr/>
        </p:nvCxnSpPr>
        <p:spPr>
          <a:xfrm>
            <a:off x="5574017" y="2974265"/>
            <a:ext cx="1466100" cy="105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6" name="Google Shape;1196;p56"/>
          <p:cNvSpPr txBox="1"/>
          <p:nvPr/>
        </p:nvSpPr>
        <p:spPr>
          <a:xfrm>
            <a:off x="33788" y="4162025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Overlap Matrix (O)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7" name="Google Shape;1197;p56"/>
          <p:cNvSpPr txBox="1"/>
          <p:nvPr/>
        </p:nvSpPr>
        <p:spPr>
          <a:xfrm>
            <a:off x="4323988" y="4654375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Graph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O=C' \times C" id="1198" name="Google Shape;119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850" y="574657"/>
            <a:ext cx="2743200" cy="448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5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N-Cliques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N-Cliques</a:t>
            </a:r>
            <a:endParaRPr/>
          </a:p>
        </p:txBody>
      </p:sp>
      <p:sp>
        <p:nvSpPr>
          <p:cNvPr id="1209" name="Google Shape;1209;p58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relax the definition to accommodate!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</a:t>
            </a:r>
            <a:r>
              <a:rPr b="1" lang="en"/>
              <a:t>n-clique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where each node is at least</a:t>
            </a:r>
            <a:r>
              <a:rPr b="1" lang="en"/>
              <a:t> n steps away</a:t>
            </a:r>
            <a:r>
              <a:rPr lang="en"/>
              <a:t> from each other node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2-clique, 3-clique, 4-clique, etc.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5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11" name="Google Shape;1211;p5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12" name="Google Shape;1212;p5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13" name="Google Shape;1213;p5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14" name="Google Shape;1214;p58"/>
          <p:cNvCxnSpPr>
            <a:stCxn id="1210" idx="3"/>
            <a:endCxn id="121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5" name="Google Shape;1215;p58"/>
          <p:cNvCxnSpPr>
            <a:stCxn id="1213" idx="1"/>
            <a:endCxn id="121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58"/>
          <p:cNvCxnSpPr>
            <a:stCxn id="1210" idx="4"/>
            <a:endCxn id="121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58"/>
          <p:cNvCxnSpPr>
            <a:stCxn id="1210" idx="5"/>
            <a:endCxn id="121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58"/>
          <p:cNvCxnSpPr>
            <a:stCxn id="1212" idx="2"/>
            <a:endCxn id="121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9" name="Google Shape;1219;p5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20" name="Google Shape;1220;p5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21" name="Google Shape;1221;p5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22" name="Google Shape;1222;p5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23" name="Google Shape;1223;p58"/>
          <p:cNvCxnSpPr>
            <a:stCxn id="1219" idx="3"/>
            <a:endCxn id="122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58"/>
          <p:cNvCxnSpPr>
            <a:stCxn id="1222" idx="0"/>
            <a:endCxn id="122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58"/>
          <p:cNvCxnSpPr>
            <a:stCxn id="1219" idx="5"/>
            <a:endCxn id="122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58"/>
          <p:cNvCxnSpPr>
            <a:stCxn id="1221" idx="2"/>
            <a:endCxn id="122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7" name="Google Shape;1227;p5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28" name="Google Shape;1228;p58"/>
          <p:cNvCxnSpPr>
            <a:stCxn id="1227" idx="0"/>
            <a:endCxn id="122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58"/>
          <p:cNvCxnSpPr>
            <a:stCxn id="1221" idx="3"/>
            <a:endCxn id="1222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58"/>
          <p:cNvCxnSpPr>
            <a:stCxn id="1221" idx="3"/>
            <a:endCxn id="122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58"/>
          <p:cNvCxnSpPr>
            <a:stCxn id="1219" idx="4"/>
            <a:endCxn id="122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58"/>
          <p:cNvCxnSpPr>
            <a:stCxn id="1210" idx="6"/>
            <a:endCxn id="1222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58"/>
          <p:cNvCxnSpPr>
            <a:stCxn id="1213" idx="7"/>
            <a:endCxn id="121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58"/>
          <p:cNvCxnSpPr>
            <a:stCxn id="1222" idx="6"/>
            <a:endCxn id="122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58"/>
          <p:cNvCxnSpPr>
            <a:stCxn id="1219" idx="4"/>
            <a:endCxn id="1222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5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37" name="Google Shape;1237;p5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38" name="Google Shape;1238;p58"/>
          <p:cNvCxnSpPr>
            <a:stCxn id="1236" idx="3"/>
            <a:endCxn id="123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9" name="Google Shape;1239;p5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40" name="Google Shape;1240;p58"/>
          <p:cNvCxnSpPr>
            <a:stCxn id="1239" idx="2"/>
            <a:endCxn id="123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1" name="Google Shape;1241;p58"/>
          <p:cNvCxnSpPr>
            <a:stCxn id="1239" idx="0"/>
            <a:endCxn id="123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2" name="Google Shape;1242;p58"/>
          <p:cNvCxnSpPr>
            <a:stCxn id="1212" idx="5"/>
            <a:endCxn id="123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3" name="Google Shape;1243;p58"/>
          <p:cNvCxnSpPr>
            <a:stCxn id="1227" idx="4"/>
            <a:endCxn id="123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4" name="Google Shape;1244;p58"/>
          <p:cNvCxnSpPr>
            <a:stCxn id="1212" idx="7"/>
            <a:endCxn id="122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N-Cliques</a:t>
            </a:r>
            <a:endParaRPr/>
          </a:p>
        </p:txBody>
      </p:sp>
      <p:sp>
        <p:nvSpPr>
          <p:cNvPr id="1250" name="Google Shape;1250;p59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relax the definition to accommodate!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</a:t>
            </a:r>
            <a:r>
              <a:rPr b="1" lang="en"/>
              <a:t>n-clique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where each node is at least</a:t>
            </a:r>
            <a:r>
              <a:rPr b="1" lang="en"/>
              <a:t> n steps away</a:t>
            </a:r>
            <a:r>
              <a:rPr lang="en"/>
              <a:t> from each other node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2-clique, 3-clique, 4-clique, etc.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5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52" name="Google Shape;1252;p5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53" name="Google Shape;1253;p5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54" name="Google Shape;1254;p5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55" name="Google Shape;1255;p59"/>
          <p:cNvCxnSpPr>
            <a:stCxn id="1251" idx="3"/>
            <a:endCxn id="1252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59"/>
          <p:cNvCxnSpPr>
            <a:stCxn id="1254" idx="1"/>
            <a:endCxn id="1252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59"/>
          <p:cNvCxnSpPr>
            <a:stCxn id="1251" idx="4"/>
            <a:endCxn id="1254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8" name="Google Shape;1258;p59"/>
          <p:cNvCxnSpPr>
            <a:stCxn id="1251" idx="5"/>
            <a:endCxn id="1253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9" name="Google Shape;1259;p59"/>
          <p:cNvCxnSpPr>
            <a:stCxn id="1253" idx="2"/>
            <a:endCxn id="1252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0" name="Google Shape;1260;p5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61" name="Google Shape;1261;p5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62" name="Google Shape;1262;p5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63" name="Google Shape;1263;p5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64" name="Google Shape;1264;p59"/>
          <p:cNvCxnSpPr>
            <a:stCxn id="1260" idx="3"/>
            <a:endCxn id="1261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59"/>
          <p:cNvCxnSpPr>
            <a:stCxn id="1263" idx="0"/>
            <a:endCxn id="1261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6" name="Google Shape;1266;p59"/>
          <p:cNvCxnSpPr>
            <a:stCxn id="1260" idx="5"/>
            <a:endCxn id="1262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7" name="Google Shape;1267;p59"/>
          <p:cNvCxnSpPr>
            <a:stCxn id="1262" idx="2"/>
            <a:endCxn id="1261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8" name="Google Shape;1268;p5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69" name="Google Shape;1269;p59"/>
          <p:cNvCxnSpPr>
            <a:stCxn id="1268" idx="0"/>
            <a:endCxn id="1261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0" name="Google Shape;1270;p59"/>
          <p:cNvCxnSpPr>
            <a:stCxn id="1262" idx="3"/>
            <a:endCxn id="1263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1" name="Google Shape;1271;p59"/>
          <p:cNvCxnSpPr>
            <a:stCxn id="1262" idx="3"/>
            <a:endCxn id="1268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2" name="Google Shape;1272;p59"/>
          <p:cNvCxnSpPr>
            <a:stCxn id="1260" idx="4"/>
            <a:endCxn id="1268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3" name="Google Shape;1273;p59"/>
          <p:cNvCxnSpPr>
            <a:stCxn id="1251" idx="6"/>
            <a:endCxn id="1263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59"/>
          <p:cNvCxnSpPr>
            <a:stCxn id="1254" idx="7"/>
            <a:endCxn id="1253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5" name="Google Shape;1275;p59"/>
          <p:cNvCxnSpPr>
            <a:stCxn id="1263" idx="6"/>
            <a:endCxn id="1268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6" name="Google Shape;1276;p59"/>
          <p:cNvCxnSpPr>
            <a:stCxn id="1260" idx="4"/>
            <a:endCxn id="1263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7" name="Google Shape;1277;p5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78" name="Google Shape;1278;p5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79" name="Google Shape;1279;p59"/>
          <p:cNvCxnSpPr>
            <a:stCxn id="1277" idx="3"/>
            <a:endCxn id="1278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0" name="Google Shape;1280;p5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81" name="Google Shape;1281;p59"/>
          <p:cNvCxnSpPr>
            <a:stCxn id="1280" idx="2"/>
            <a:endCxn id="1278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59"/>
          <p:cNvCxnSpPr>
            <a:stCxn id="1280" idx="0"/>
            <a:endCxn id="1277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59"/>
          <p:cNvCxnSpPr>
            <a:stCxn id="1253" idx="5"/>
            <a:endCxn id="1277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59"/>
          <p:cNvCxnSpPr>
            <a:stCxn id="1268" idx="4"/>
            <a:endCxn id="1277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59"/>
          <p:cNvCxnSpPr>
            <a:stCxn id="1253" idx="7"/>
            <a:endCxn id="1268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6" name="Google Shape;1286;p59"/>
          <p:cNvSpPr txBox="1"/>
          <p:nvPr/>
        </p:nvSpPr>
        <p:spPr>
          <a:xfrm>
            <a:off x="5547775" y="4477900"/>
            <a:ext cx="1749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2-clique!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287" name="Google Shape;1287;p59"/>
          <p:cNvCxnSpPr>
            <a:stCxn id="1286" idx="0"/>
          </p:cNvCxnSpPr>
          <p:nvPr/>
        </p:nvCxnSpPr>
        <p:spPr>
          <a:xfrm flipH="1" rot="10800000">
            <a:off x="6422425" y="3434200"/>
            <a:ext cx="1160700" cy="104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N-Cliques</a:t>
            </a:r>
            <a:endParaRPr/>
          </a:p>
        </p:txBody>
      </p:sp>
      <p:sp>
        <p:nvSpPr>
          <p:cNvPr id="1293" name="Google Shape;1293;p60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relax the definition to accommodate!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</a:t>
            </a:r>
            <a:r>
              <a:rPr b="1" lang="en"/>
              <a:t>n-clique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where each node is at least</a:t>
            </a:r>
            <a:r>
              <a:rPr b="1" lang="en"/>
              <a:t> n steps away</a:t>
            </a:r>
            <a:r>
              <a:rPr lang="en"/>
              <a:t> from each other node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2-clique, 3-clique, 4-clique, etc.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60"/>
          <p:cNvSpPr txBox="1"/>
          <p:nvPr/>
        </p:nvSpPr>
        <p:spPr>
          <a:xfrm>
            <a:off x="5547775" y="4477900"/>
            <a:ext cx="1749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3-clique!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295" name="Google Shape;1295;p60"/>
          <p:cNvCxnSpPr>
            <a:stCxn id="1294" idx="0"/>
          </p:cNvCxnSpPr>
          <p:nvPr/>
        </p:nvCxnSpPr>
        <p:spPr>
          <a:xfrm flipH="1" rot="10800000">
            <a:off x="6422425" y="3434200"/>
            <a:ext cx="1160700" cy="104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6" name="Google Shape;1296;p6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97" name="Google Shape;1297;p6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98" name="Google Shape;1298;p6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99" name="Google Shape;1299;p6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00" name="Google Shape;1300;p60"/>
          <p:cNvCxnSpPr>
            <a:stCxn id="1296" idx="3"/>
            <a:endCxn id="1297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60"/>
          <p:cNvCxnSpPr>
            <a:stCxn id="1299" idx="1"/>
            <a:endCxn id="1297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60"/>
          <p:cNvCxnSpPr>
            <a:stCxn id="1296" idx="4"/>
            <a:endCxn id="1299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60"/>
          <p:cNvCxnSpPr>
            <a:stCxn id="1296" idx="5"/>
            <a:endCxn id="1298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60"/>
          <p:cNvCxnSpPr>
            <a:stCxn id="1298" idx="2"/>
            <a:endCxn id="1297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5" name="Google Shape;1305;p6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06" name="Google Shape;1306;p6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07" name="Google Shape;1307;p6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08" name="Google Shape;1308;p6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09" name="Google Shape;1309;p60"/>
          <p:cNvCxnSpPr>
            <a:stCxn id="1305" idx="3"/>
            <a:endCxn id="1306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0" name="Google Shape;1310;p60"/>
          <p:cNvCxnSpPr>
            <a:stCxn id="1308" idx="0"/>
            <a:endCxn id="1306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1" name="Google Shape;1311;p60"/>
          <p:cNvCxnSpPr>
            <a:stCxn id="1305" idx="5"/>
            <a:endCxn id="1307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2" name="Google Shape;1312;p60"/>
          <p:cNvCxnSpPr>
            <a:stCxn id="1307" idx="2"/>
            <a:endCxn id="1306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3" name="Google Shape;1313;p6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14" name="Google Shape;1314;p60"/>
          <p:cNvCxnSpPr>
            <a:stCxn id="1313" idx="0"/>
            <a:endCxn id="1306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5" name="Google Shape;1315;p60"/>
          <p:cNvCxnSpPr>
            <a:stCxn id="1307" idx="3"/>
            <a:endCxn id="130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60"/>
          <p:cNvCxnSpPr>
            <a:stCxn id="1307" idx="3"/>
            <a:endCxn id="1313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60"/>
          <p:cNvCxnSpPr>
            <a:stCxn id="1305" idx="4"/>
            <a:endCxn id="1313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8" name="Google Shape;1318;p60"/>
          <p:cNvCxnSpPr>
            <a:stCxn id="1296" idx="6"/>
            <a:endCxn id="130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9" name="Google Shape;1319;p60"/>
          <p:cNvCxnSpPr>
            <a:stCxn id="1299" idx="7"/>
            <a:endCxn id="1298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60"/>
          <p:cNvCxnSpPr>
            <a:stCxn id="1308" idx="6"/>
            <a:endCxn id="1313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1" name="Google Shape;1321;p60"/>
          <p:cNvCxnSpPr>
            <a:stCxn id="1305" idx="4"/>
            <a:endCxn id="130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2" name="Google Shape;1322;p6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23" name="Google Shape;1323;p6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24" name="Google Shape;1324;p60"/>
          <p:cNvCxnSpPr>
            <a:stCxn id="1322" idx="3"/>
            <a:endCxn id="1323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5" name="Google Shape;1325;p6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26" name="Google Shape;1326;p60"/>
          <p:cNvCxnSpPr>
            <a:stCxn id="1325" idx="2"/>
            <a:endCxn id="1323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7" name="Google Shape;1327;p60"/>
          <p:cNvCxnSpPr>
            <a:stCxn id="1325" idx="0"/>
            <a:endCxn id="1322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60"/>
          <p:cNvCxnSpPr>
            <a:stCxn id="1298" idx="5"/>
            <a:endCxn id="1322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60"/>
          <p:cNvCxnSpPr>
            <a:stCxn id="1313" idx="4"/>
            <a:endCxn id="1322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60"/>
          <p:cNvCxnSpPr>
            <a:stCxn id="1298" idx="7"/>
            <a:endCxn id="1313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