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68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51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16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148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53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71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16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15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17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5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16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50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59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69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60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52.xml"/>
  <Override ContentType="application/vnd.openxmlformats-officedocument.presentationml.notesSlide+xml" PartName="/ppt/notesSlides/notesSlide165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170.xml"/>
  <Override ContentType="application/vnd.openxmlformats-officedocument.presentationml.notesSlide+xml" PartName="/ppt/notesSlides/notesSlide167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15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49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5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1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16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16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158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1.xml"/>
  <Override ContentType="application/vnd.openxmlformats-officedocument.presentationml.slide+xml" PartName="/ppt/slides/slide164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48.xml"/>
  <Override ContentType="application/vnd.openxmlformats-officedocument.presentationml.slide+xml" PartName="/ppt/slides/slide17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156.xml"/>
  <Override ContentType="application/vnd.openxmlformats-officedocument.presentationml.slide+xml" PartName="/ppt/slides/slide170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166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54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141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68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52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20.xml"/>
  <Override ContentType="application/vnd.openxmlformats-officedocument.presentationml.slide+xml" PartName="/ppt/slides/slide16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31.xml"/>
  <Override ContentType="application/vnd.openxmlformats-officedocument.presentationml.slide+xml" PartName="/ppt/slides/slide159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163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50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15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57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165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30.xml"/>
  <Override ContentType="application/vnd.openxmlformats-officedocument.presentationml.slide+xml" PartName="/ppt/slides/slide147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153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171.xml"/>
  <Override ContentType="application/vnd.openxmlformats-officedocument.presentationml.slide+xml" PartName="/ppt/slides/slide14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167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169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51.xml"/>
  <Override ContentType="application/vnd.openxmlformats-officedocument.presentationml.slide+xml" PartName="/ppt/slides/slide109.xml"/>
  <Override ContentType="application/vnd.openxmlformats-officedocument.presentationml.slide+xml" PartName="/ppt/slides/slide134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160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43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32.xml"/>
  <Override ContentType="application/vnd.openxmlformats-officedocument.presentationml.slide+xml" PartName="/ppt/slides/slide162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15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</p:sldIdLst>
  <p:sldSz cy="5143500" cx="9144000"/>
  <p:notesSz cx="6858000" cy="9144000"/>
  <p:embeddedFontLst>
    <p:embeddedFont>
      <p:font typeface="Economica"/>
      <p:regular r:id="rId180"/>
      <p:bold r:id="rId181"/>
      <p:italic r:id="rId182"/>
      <p:boldItalic r:id="rId183"/>
    </p:embeddedFont>
    <p:embeddedFont>
      <p:font typeface="Pacifico"/>
      <p:regular r:id="rId184"/>
    </p:embeddedFont>
    <p:embeddedFont>
      <p:font typeface="Open Sans"/>
      <p:regular r:id="rId185"/>
      <p:bold r:id="rId186"/>
      <p:italic r:id="rId187"/>
      <p:boldItalic r:id="rId18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0135046-C9A2-4C70-84CB-7FFEBFC702F5}">
  <a:tblStyle styleId="{50135046-C9A2-4C70-84CB-7FFEBFC702F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96D94557-7627-463E-B5C0-FF405ED5D8C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07" Type="http://schemas.openxmlformats.org/officeDocument/2006/relationships/slide" Target="slides/slide100.xml"/><Relationship Id="rId106" Type="http://schemas.openxmlformats.org/officeDocument/2006/relationships/slide" Target="slides/slide99.xml"/><Relationship Id="rId105" Type="http://schemas.openxmlformats.org/officeDocument/2006/relationships/slide" Target="slides/slide98.xml"/><Relationship Id="rId104" Type="http://schemas.openxmlformats.org/officeDocument/2006/relationships/slide" Target="slides/slide97.xml"/><Relationship Id="rId109" Type="http://schemas.openxmlformats.org/officeDocument/2006/relationships/slide" Target="slides/slide102.xml"/><Relationship Id="rId108" Type="http://schemas.openxmlformats.org/officeDocument/2006/relationships/slide" Target="slides/slide101.xml"/><Relationship Id="rId48" Type="http://schemas.openxmlformats.org/officeDocument/2006/relationships/slide" Target="slides/slide41.xml"/><Relationship Id="rId187" Type="http://schemas.openxmlformats.org/officeDocument/2006/relationships/font" Target="fonts/OpenSans-italic.fntdata"/><Relationship Id="rId47" Type="http://schemas.openxmlformats.org/officeDocument/2006/relationships/slide" Target="slides/slide40.xml"/><Relationship Id="rId186" Type="http://schemas.openxmlformats.org/officeDocument/2006/relationships/font" Target="fonts/OpenSans-bold.fntdata"/><Relationship Id="rId185" Type="http://schemas.openxmlformats.org/officeDocument/2006/relationships/font" Target="fonts/OpenSans-regular.fntdata"/><Relationship Id="rId49" Type="http://schemas.openxmlformats.org/officeDocument/2006/relationships/slide" Target="slides/slide42.xml"/><Relationship Id="rId184" Type="http://schemas.openxmlformats.org/officeDocument/2006/relationships/font" Target="fonts/Pacifico-regular.fntdata"/><Relationship Id="rId103" Type="http://schemas.openxmlformats.org/officeDocument/2006/relationships/slide" Target="slides/slide96.xml"/><Relationship Id="rId102" Type="http://schemas.openxmlformats.org/officeDocument/2006/relationships/slide" Target="slides/slide95.xml"/><Relationship Id="rId101" Type="http://schemas.openxmlformats.org/officeDocument/2006/relationships/slide" Target="slides/slide94.xml"/><Relationship Id="rId100" Type="http://schemas.openxmlformats.org/officeDocument/2006/relationships/slide" Target="slides/slide93.xml"/><Relationship Id="rId188" Type="http://schemas.openxmlformats.org/officeDocument/2006/relationships/font" Target="fonts/OpenSans-boldItalic.fntdata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183" Type="http://schemas.openxmlformats.org/officeDocument/2006/relationships/font" Target="fonts/Economica-boldItalic.fntdata"/><Relationship Id="rId32" Type="http://schemas.openxmlformats.org/officeDocument/2006/relationships/slide" Target="slides/slide25.xml"/><Relationship Id="rId182" Type="http://schemas.openxmlformats.org/officeDocument/2006/relationships/font" Target="fonts/Economica-italic.fntdata"/><Relationship Id="rId35" Type="http://schemas.openxmlformats.org/officeDocument/2006/relationships/slide" Target="slides/slide28.xml"/><Relationship Id="rId181" Type="http://schemas.openxmlformats.org/officeDocument/2006/relationships/font" Target="fonts/Economica-bold.fntdata"/><Relationship Id="rId34" Type="http://schemas.openxmlformats.org/officeDocument/2006/relationships/slide" Target="slides/slide27.xml"/><Relationship Id="rId180" Type="http://schemas.openxmlformats.org/officeDocument/2006/relationships/font" Target="fonts/Economica-regular.fntdata"/><Relationship Id="rId37" Type="http://schemas.openxmlformats.org/officeDocument/2006/relationships/slide" Target="slides/slide30.xml"/><Relationship Id="rId176" Type="http://schemas.openxmlformats.org/officeDocument/2006/relationships/slide" Target="slides/slide169.xml"/><Relationship Id="rId36" Type="http://schemas.openxmlformats.org/officeDocument/2006/relationships/slide" Target="slides/slide29.xml"/><Relationship Id="rId175" Type="http://schemas.openxmlformats.org/officeDocument/2006/relationships/slide" Target="slides/slide168.xml"/><Relationship Id="rId39" Type="http://schemas.openxmlformats.org/officeDocument/2006/relationships/slide" Target="slides/slide32.xml"/><Relationship Id="rId174" Type="http://schemas.openxmlformats.org/officeDocument/2006/relationships/slide" Target="slides/slide167.xml"/><Relationship Id="rId38" Type="http://schemas.openxmlformats.org/officeDocument/2006/relationships/slide" Target="slides/slide31.xml"/><Relationship Id="rId173" Type="http://schemas.openxmlformats.org/officeDocument/2006/relationships/slide" Target="slides/slide166.xml"/><Relationship Id="rId179" Type="http://schemas.openxmlformats.org/officeDocument/2006/relationships/slide" Target="slides/slide172.xml"/><Relationship Id="rId178" Type="http://schemas.openxmlformats.org/officeDocument/2006/relationships/slide" Target="slides/slide171.xml"/><Relationship Id="rId177" Type="http://schemas.openxmlformats.org/officeDocument/2006/relationships/slide" Target="slides/slide170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29" Type="http://schemas.openxmlformats.org/officeDocument/2006/relationships/slide" Target="slides/slide122.xml"/><Relationship Id="rId128" Type="http://schemas.openxmlformats.org/officeDocument/2006/relationships/slide" Target="slides/slide121.xml"/><Relationship Id="rId127" Type="http://schemas.openxmlformats.org/officeDocument/2006/relationships/slide" Target="slides/slide120.xml"/><Relationship Id="rId126" Type="http://schemas.openxmlformats.org/officeDocument/2006/relationships/slide" Target="slides/slide119.xml"/><Relationship Id="rId26" Type="http://schemas.openxmlformats.org/officeDocument/2006/relationships/slide" Target="slides/slide19.xml"/><Relationship Id="rId121" Type="http://schemas.openxmlformats.org/officeDocument/2006/relationships/slide" Target="slides/slide114.xml"/><Relationship Id="rId25" Type="http://schemas.openxmlformats.org/officeDocument/2006/relationships/slide" Target="slides/slide18.xml"/><Relationship Id="rId120" Type="http://schemas.openxmlformats.org/officeDocument/2006/relationships/slide" Target="slides/slide113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125" Type="http://schemas.openxmlformats.org/officeDocument/2006/relationships/slide" Target="slides/slide118.xml"/><Relationship Id="rId29" Type="http://schemas.openxmlformats.org/officeDocument/2006/relationships/slide" Target="slides/slide22.xml"/><Relationship Id="rId124" Type="http://schemas.openxmlformats.org/officeDocument/2006/relationships/slide" Target="slides/slide117.xml"/><Relationship Id="rId123" Type="http://schemas.openxmlformats.org/officeDocument/2006/relationships/slide" Target="slides/slide116.xml"/><Relationship Id="rId122" Type="http://schemas.openxmlformats.org/officeDocument/2006/relationships/slide" Target="slides/slide115.xml"/><Relationship Id="rId95" Type="http://schemas.openxmlformats.org/officeDocument/2006/relationships/slide" Target="slides/slide88.xml"/><Relationship Id="rId94" Type="http://schemas.openxmlformats.org/officeDocument/2006/relationships/slide" Target="slides/slide87.xml"/><Relationship Id="rId97" Type="http://schemas.openxmlformats.org/officeDocument/2006/relationships/slide" Target="slides/slide90.xml"/><Relationship Id="rId96" Type="http://schemas.openxmlformats.org/officeDocument/2006/relationships/slide" Target="slides/slide89.xml"/><Relationship Id="rId11" Type="http://schemas.openxmlformats.org/officeDocument/2006/relationships/slide" Target="slides/slide4.xml"/><Relationship Id="rId99" Type="http://schemas.openxmlformats.org/officeDocument/2006/relationships/slide" Target="slides/slide92.xml"/><Relationship Id="rId10" Type="http://schemas.openxmlformats.org/officeDocument/2006/relationships/slide" Target="slides/slide3.xml"/><Relationship Id="rId98" Type="http://schemas.openxmlformats.org/officeDocument/2006/relationships/slide" Target="slides/slide91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91" Type="http://schemas.openxmlformats.org/officeDocument/2006/relationships/slide" Target="slides/slide84.xml"/><Relationship Id="rId90" Type="http://schemas.openxmlformats.org/officeDocument/2006/relationships/slide" Target="slides/slide83.xml"/><Relationship Id="rId93" Type="http://schemas.openxmlformats.org/officeDocument/2006/relationships/slide" Target="slides/slide86.xml"/><Relationship Id="rId92" Type="http://schemas.openxmlformats.org/officeDocument/2006/relationships/slide" Target="slides/slide85.xml"/><Relationship Id="rId118" Type="http://schemas.openxmlformats.org/officeDocument/2006/relationships/slide" Target="slides/slide111.xml"/><Relationship Id="rId117" Type="http://schemas.openxmlformats.org/officeDocument/2006/relationships/slide" Target="slides/slide110.xml"/><Relationship Id="rId116" Type="http://schemas.openxmlformats.org/officeDocument/2006/relationships/slide" Target="slides/slide109.xml"/><Relationship Id="rId115" Type="http://schemas.openxmlformats.org/officeDocument/2006/relationships/slide" Target="slides/slide108.xml"/><Relationship Id="rId119" Type="http://schemas.openxmlformats.org/officeDocument/2006/relationships/slide" Target="slides/slide112.xml"/><Relationship Id="rId15" Type="http://schemas.openxmlformats.org/officeDocument/2006/relationships/slide" Target="slides/slide8.xml"/><Relationship Id="rId110" Type="http://schemas.openxmlformats.org/officeDocument/2006/relationships/slide" Target="slides/slide103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14" Type="http://schemas.openxmlformats.org/officeDocument/2006/relationships/slide" Target="slides/slide107.xml"/><Relationship Id="rId18" Type="http://schemas.openxmlformats.org/officeDocument/2006/relationships/slide" Target="slides/slide11.xml"/><Relationship Id="rId113" Type="http://schemas.openxmlformats.org/officeDocument/2006/relationships/slide" Target="slides/slide106.xml"/><Relationship Id="rId112" Type="http://schemas.openxmlformats.org/officeDocument/2006/relationships/slide" Target="slides/slide105.xml"/><Relationship Id="rId111" Type="http://schemas.openxmlformats.org/officeDocument/2006/relationships/slide" Target="slides/slide104.xml"/><Relationship Id="rId84" Type="http://schemas.openxmlformats.org/officeDocument/2006/relationships/slide" Target="slides/slide77.xml"/><Relationship Id="rId83" Type="http://schemas.openxmlformats.org/officeDocument/2006/relationships/slide" Target="slides/slide76.xml"/><Relationship Id="rId86" Type="http://schemas.openxmlformats.org/officeDocument/2006/relationships/slide" Target="slides/slide79.xml"/><Relationship Id="rId85" Type="http://schemas.openxmlformats.org/officeDocument/2006/relationships/slide" Target="slides/slide78.xml"/><Relationship Id="rId88" Type="http://schemas.openxmlformats.org/officeDocument/2006/relationships/slide" Target="slides/slide81.xml"/><Relationship Id="rId150" Type="http://schemas.openxmlformats.org/officeDocument/2006/relationships/slide" Target="slides/slide143.xml"/><Relationship Id="rId87" Type="http://schemas.openxmlformats.org/officeDocument/2006/relationships/slide" Target="slides/slide80.xml"/><Relationship Id="rId89" Type="http://schemas.openxmlformats.org/officeDocument/2006/relationships/slide" Target="slides/slide82.xml"/><Relationship Id="rId80" Type="http://schemas.openxmlformats.org/officeDocument/2006/relationships/slide" Target="slides/slide73.xml"/><Relationship Id="rId82" Type="http://schemas.openxmlformats.org/officeDocument/2006/relationships/slide" Target="slides/slide75.xml"/><Relationship Id="rId81" Type="http://schemas.openxmlformats.org/officeDocument/2006/relationships/slide" Target="slides/slide74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slide" Target="slides/slide142.xml"/><Relationship Id="rId4" Type="http://schemas.openxmlformats.org/officeDocument/2006/relationships/tableStyles" Target="tableStyles.xml"/><Relationship Id="rId148" Type="http://schemas.openxmlformats.org/officeDocument/2006/relationships/slide" Target="slides/slide141.xml"/><Relationship Id="rId9" Type="http://schemas.openxmlformats.org/officeDocument/2006/relationships/slide" Target="slides/slide2.xml"/><Relationship Id="rId143" Type="http://schemas.openxmlformats.org/officeDocument/2006/relationships/slide" Target="slides/slide136.xml"/><Relationship Id="rId142" Type="http://schemas.openxmlformats.org/officeDocument/2006/relationships/slide" Target="slides/slide135.xml"/><Relationship Id="rId141" Type="http://schemas.openxmlformats.org/officeDocument/2006/relationships/slide" Target="slides/slide134.xml"/><Relationship Id="rId140" Type="http://schemas.openxmlformats.org/officeDocument/2006/relationships/slide" Target="slides/slide133.xml"/><Relationship Id="rId5" Type="http://schemas.openxmlformats.org/officeDocument/2006/relationships/slideMaster" Target="slideMasters/slideMaster1.xml"/><Relationship Id="rId147" Type="http://schemas.openxmlformats.org/officeDocument/2006/relationships/slide" Target="slides/slide140.xml"/><Relationship Id="rId6" Type="http://schemas.openxmlformats.org/officeDocument/2006/relationships/slideMaster" Target="slideMasters/slideMaster2.xml"/><Relationship Id="rId146" Type="http://schemas.openxmlformats.org/officeDocument/2006/relationships/slide" Target="slides/slide139.xml"/><Relationship Id="rId7" Type="http://schemas.openxmlformats.org/officeDocument/2006/relationships/notesMaster" Target="notesMasters/notesMaster1.xml"/><Relationship Id="rId145" Type="http://schemas.openxmlformats.org/officeDocument/2006/relationships/slide" Target="slides/slide138.xml"/><Relationship Id="rId8" Type="http://schemas.openxmlformats.org/officeDocument/2006/relationships/slide" Target="slides/slide1.xml"/><Relationship Id="rId144" Type="http://schemas.openxmlformats.org/officeDocument/2006/relationships/slide" Target="slides/slide137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75" Type="http://schemas.openxmlformats.org/officeDocument/2006/relationships/slide" Target="slides/slide68.xml"/><Relationship Id="rId74" Type="http://schemas.openxmlformats.org/officeDocument/2006/relationships/slide" Target="slides/slide67.xml"/><Relationship Id="rId77" Type="http://schemas.openxmlformats.org/officeDocument/2006/relationships/slide" Target="slides/slide70.xml"/><Relationship Id="rId76" Type="http://schemas.openxmlformats.org/officeDocument/2006/relationships/slide" Target="slides/slide69.xml"/><Relationship Id="rId79" Type="http://schemas.openxmlformats.org/officeDocument/2006/relationships/slide" Target="slides/slide72.xml"/><Relationship Id="rId78" Type="http://schemas.openxmlformats.org/officeDocument/2006/relationships/slide" Target="slides/slide71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139" Type="http://schemas.openxmlformats.org/officeDocument/2006/relationships/slide" Target="slides/slide132.xml"/><Relationship Id="rId138" Type="http://schemas.openxmlformats.org/officeDocument/2006/relationships/slide" Target="slides/slide131.xml"/><Relationship Id="rId137" Type="http://schemas.openxmlformats.org/officeDocument/2006/relationships/slide" Target="slides/slide130.xml"/><Relationship Id="rId132" Type="http://schemas.openxmlformats.org/officeDocument/2006/relationships/slide" Target="slides/slide125.xml"/><Relationship Id="rId131" Type="http://schemas.openxmlformats.org/officeDocument/2006/relationships/slide" Target="slides/slide124.xml"/><Relationship Id="rId130" Type="http://schemas.openxmlformats.org/officeDocument/2006/relationships/slide" Target="slides/slide123.xml"/><Relationship Id="rId136" Type="http://schemas.openxmlformats.org/officeDocument/2006/relationships/slide" Target="slides/slide129.xml"/><Relationship Id="rId135" Type="http://schemas.openxmlformats.org/officeDocument/2006/relationships/slide" Target="slides/slide128.xml"/><Relationship Id="rId134" Type="http://schemas.openxmlformats.org/officeDocument/2006/relationships/slide" Target="slides/slide127.xml"/><Relationship Id="rId133" Type="http://schemas.openxmlformats.org/officeDocument/2006/relationships/slide" Target="slides/slide126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66" Type="http://schemas.openxmlformats.org/officeDocument/2006/relationships/slide" Target="slides/slide59.xml"/><Relationship Id="rId172" Type="http://schemas.openxmlformats.org/officeDocument/2006/relationships/slide" Target="slides/slide165.xml"/><Relationship Id="rId65" Type="http://schemas.openxmlformats.org/officeDocument/2006/relationships/slide" Target="slides/slide58.xml"/><Relationship Id="rId171" Type="http://schemas.openxmlformats.org/officeDocument/2006/relationships/slide" Target="slides/slide164.xml"/><Relationship Id="rId68" Type="http://schemas.openxmlformats.org/officeDocument/2006/relationships/slide" Target="slides/slide61.xml"/><Relationship Id="rId170" Type="http://schemas.openxmlformats.org/officeDocument/2006/relationships/slide" Target="slides/slide163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165" Type="http://schemas.openxmlformats.org/officeDocument/2006/relationships/slide" Target="slides/slide158.xml"/><Relationship Id="rId69" Type="http://schemas.openxmlformats.org/officeDocument/2006/relationships/slide" Target="slides/slide62.xml"/><Relationship Id="rId164" Type="http://schemas.openxmlformats.org/officeDocument/2006/relationships/slide" Target="slides/slide157.xml"/><Relationship Id="rId163" Type="http://schemas.openxmlformats.org/officeDocument/2006/relationships/slide" Target="slides/slide156.xml"/><Relationship Id="rId162" Type="http://schemas.openxmlformats.org/officeDocument/2006/relationships/slide" Target="slides/slide155.xml"/><Relationship Id="rId169" Type="http://schemas.openxmlformats.org/officeDocument/2006/relationships/slide" Target="slides/slide162.xml"/><Relationship Id="rId168" Type="http://schemas.openxmlformats.org/officeDocument/2006/relationships/slide" Target="slides/slide161.xml"/><Relationship Id="rId167" Type="http://schemas.openxmlformats.org/officeDocument/2006/relationships/slide" Target="slides/slide160.xml"/><Relationship Id="rId166" Type="http://schemas.openxmlformats.org/officeDocument/2006/relationships/slide" Target="slides/slide159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55" Type="http://schemas.openxmlformats.org/officeDocument/2006/relationships/slide" Target="slides/slide48.xml"/><Relationship Id="rId161" Type="http://schemas.openxmlformats.org/officeDocument/2006/relationships/slide" Target="slides/slide154.xml"/><Relationship Id="rId54" Type="http://schemas.openxmlformats.org/officeDocument/2006/relationships/slide" Target="slides/slide47.xml"/><Relationship Id="rId160" Type="http://schemas.openxmlformats.org/officeDocument/2006/relationships/slide" Target="slides/slide153.xml"/><Relationship Id="rId57" Type="http://schemas.openxmlformats.org/officeDocument/2006/relationships/slide" Target="slides/slide50.xml"/><Relationship Id="rId56" Type="http://schemas.openxmlformats.org/officeDocument/2006/relationships/slide" Target="slides/slide49.xml"/><Relationship Id="rId159" Type="http://schemas.openxmlformats.org/officeDocument/2006/relationships/slide" Target="slides/slide152.xml"/><Relationship Id="rId59" Type="http://schemas.openxmlformats.org/officeDocument/2006/relationships/slide" Target="slides/slide52.xml"/><Relationship Id="rId154" Type="http://schemas.openxmlformats.org/officeDocument/2006/relationships/slide" Target="slides/slide147.xml"/><Relationship Id="rId58" Type="http://schemas.openxmlformats.org/officeDocument/2006/relationships/slide" Target="slides/slide51.xml"/><Relationship Id="rId153" Type="http://schemas.openxmlformats.org/officeDocument/2006/relationships/slide" Target="slides/slide146.xml"/><Relationship Id="rId152" Type="http://schemas.openxmlformats.org/officeDocument/2006/relationships/slide" Target="slides/slide145.xml"/><Relationship Id="rId151" Type="http://schemas.openxmlformats.org/officeDocument/2006/relationships/slide" Target="slides/slide144.xml"/><Relationship Id="rId158" Type="http://schemas.openxmlformats.org/officeDocument/2006/relationships/slide" Target="slides/slide151.xml"/><Relationship Id="rId157" Type="http://schemas.openxmlformats.org/officeDocument/2006/relationships/slide" Target="slides/slide150.xml"/><Relationship Id="rId156" Type="http://schemas.openxmlformats.org/officeDocument/2006/relationships/slide" Target="slides/slide149.xml"/><Relationship Id="rId155" Type="http://schemas.openxmlformats.org/officeDocument/2006/relationships/slide" Target="slides/slide148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6a0c4f72d4_0_66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6a0c4f72d4_0_66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6a0c4f72d4_0_66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6a0c4f72d4_0_6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30ba1dd3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e30ba1dd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6a0c4f72d4_0_66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6a0c4f72d4_0_66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6a0c4f72d4_0_67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6a0c4f72d4_0_67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6a0c4f72d4_0_67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6a0c4f72d4_0_67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6a0c4f72d4_0_6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6a0c4f72d4_0_6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6a0c4f72d4_0_68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26a0c4f72d4_0_68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6a0c4f72d4_0_68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26a0c4f72d4_0_68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26a0c4f72d4_0_69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26a0c4f72d4_0_69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26a23fc0bdd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26a23fc0bdd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26a23fc0bdd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26a23fc0bdd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26a23fc0bdd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26a23fc0bdd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26a23fc0bdd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26a23fc0bdd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26a0c4f72d4_0_69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26a0c4f72d4_0_69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e30ba1dd37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3e30ba1dd37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e30ba1dd37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3e30ba1dd37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26a0c4f72d4_0_70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26a0c4f72d4_0_70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26a0c4f72d4_0_70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26a0c4f72d4_0_70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26a0c4f72d4_0_7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4" name="Google Shape;824;g26a0c4f72d4_0_7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26a0c4f72d4_0_7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26a0c4f72d4_0_7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26a0c4f72d4_0_7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26a0c4f72d4_0_7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26a0c4f72d4_0_7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26a0c4f72d4_0_7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26a0c4f72d4_0_7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26a0c4f72d4_0_7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26a0c4f72d4_0_7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9" name="Google Shape;1029;g26a0c4f72d4_0_7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g26a23fc0bdd_0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0" name="Google Shape;1070;g26a23fc0bdd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g26a23fc0bdd_0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1" name="Google Shape;1111;g26a23fc0bdd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g26a23fc0bdd_0_4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2" name="Google Shape;1152;g26a23fc0bdd_0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g26a23fc0bdd_0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3" name="Google Shape;1193;g26a23fc0bdd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g26a23fc0bdd_0_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4" name="Google Shape;1234;g26a23fc0bdd_0_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g26a0c4f72d4_0_7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5" name="Google Shape;1275;g26a0c4f72d4_0_7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g26a23fc0bdd_0_7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6" name="Google Shape;1316;g26a23fc0bdd_0_7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g26a23fc0bdd_0_5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7" name="Google Shape;1357;g26a23fc0bdd_0_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g26a23fc0bdd_0_5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9" name="Google Shape;1399;g26a23fc0bdd_0_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g26a23fc0bdd_0_6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0" name="Google Shape;1440;g26a23fc0bdd_0_6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9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g26a23fc0bdd_0_6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1" name="Google Shape;1481;g26a23fc0bdd_0_6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g26a23fc0bdd_0_7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2" name="Google Shape;1522;g26a23fc0bdd_0_7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g26a0c4f72d4_0_7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3" name="Google Shape;1563;g26a0c4f72d4_0_7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2" name="Shape 1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3" name="Google Shape;1603;g26a0c4f72d4_0_7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4" name="Google Shape;1604;g26a0c4f72d4_0_7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3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g26a0c4f72d4_0_7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5" name="Google Shape;1645;g26a0c4f72d4_0_7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Google Shape;1685;g26a23fc0bdd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6" name="Google Shape;1686;g26a23fc0bdd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5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6" name="Google Shape;1726;g26a23fc0bdd_0_8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7" name="Google Shape;1727;g26a23fc0bdd_0_8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6" name="Shape 1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7" name="Google Shape;1767;g26a23fc0bdd_0_1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8" name="Google Shape;1768;g26a23fc0bdd_0_1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1" name="Shape 1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" name="Google Shape;1772;g26a23fc0bdd_0_9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3" name="Google Shape;1773;g26a23fc0bdd_0_9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2" name="Shape 1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Google Shape;1813;g26a23fc0bdd_0_9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4" name="Google Shape;1814;g26a23fc0bdd_0_9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3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Google Shape;1854;g26a23fc0bdd_0_10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5" name="Google Shape;1855;g26a23fc0bdd_0_10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4" name="Shape 1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5" name="Google Shape;1895;g26a23fc0bdd_0_1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6" name="Google Shape;1896;g26a23fc0bdd_0_1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5" name="Shape 1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6" name="Google Shape;1936;g26a0c4f72d4_0_75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7" name="Google Shape;1937;g26a0c4f72d4_0_7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1" name="Shape 1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2" name="Google Shape;1942;g26a23fc0bdd_0_1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3" name="Google Shape;1943;g26a23fc0bdd_0_1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9" name="Shape 1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0" name="Google Shape;1950;g26a23fc0bdd_0_1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1" name="Google Shape;1951;g26a23fc0bdd_0_1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7" name="Shape 1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8" name="Google Shape;1958;g26a23fc0bdd_0_1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9" name="Google Shape;1959;g26a23fc0bdd_0_1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1" name="Shape 2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2" name="Google Shape;2002;g26a0c4f72d4_0_75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3" name="Google Shape;2003;g26a0c4f72d4_0_7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0" name="Shape 2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1" name="Google Shape;2011;g26a0c4f72d4_0_75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2" name="Google Shape;2012;g26a0c4f72d4_0_7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2" name="Shape 2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Google Shape;2053;g26a23fc0bdd_0_1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4" name="Google Shape;2054;g26a23fc0bdd_0_1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4" name="Shape 2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5" name="Google Shape;2095;g26a23fc0bdd_0_1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6" name="Google Shape;2096;g26a23fc0bdd_0_1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6" name="Shape 2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7" name="Google Shape;2137;g26a0c4f72d4_0_76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8" name="Google Shape;2138;g26a0c4f72d4_0_76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4" name="Shape 2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5" name="Google Shape;2145;g26a23fc0bdd_0_1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6" name="Google Shape;2146;g26a23fc0bdd_0_1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2" name="Shape 2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3" name="Google Shape;2153;g26a23fc0bdd_0_1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4" name="Google Shape;2154;g26a23fc0bdd_0_1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2" name="Shape 2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3" name="Google Shape;2163;g26a23fc0bdd_0_1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4" name="Google Shape;2164;g26a23fc0bdd_0_1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1" name="Shape 2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2" name="Google Shape;2172;g26a23fc0bdd_0_1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3" name="Google Shape;2173;g26a23fc0bdd_0_1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2" name="Shape 2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3" name="Google Shape;2183;g26a23fc0bdd_0_1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4" name="Google Shape;2184;g26a23fc0bdd_0_1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3" name="Shape 2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4" name="Google Shape;2194;g2bcefe48b1c_37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5" name="Google Shape;2195;g2bcefe48b1c_37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4" name="Shape 2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5" name="Google Shape;2205;g26a23fc0bdd_0_1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6" name="Google Shape;2206;g26a23fc0bdd_0_1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4" name="Shape 2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5" name="Google Shape;2235;g26a23fc0bdd_0_1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6" name="Google Shape;2236;g26a23fc0bdd_0_1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4" name="Shape 2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5" name="Google Shape;2265;g26a23fc0bdd_0_15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6" name="Google Shape;2266;g26a23fc0bdd_0_1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6" name="Shape 2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7" name="Google Shape;2327;g26a0c4f72d4_0_76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8" name="Google Shape;2328;g26a0c4f72d4_0_76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1" name="Shape 2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2" name="Google Shape;2332;g26a0c4f72d4_0_76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3" name="Google Shape;2333;g26a0c4f72d4_0_76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2" name="Shape 2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3" name="Google Shape;2373;g26a23fc0bdd_0_15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4" name="Google Shape;2374;g26a23fc0bdd_0_1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3" name="Shape 2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4" name="Google Shape;2414;g26a0c4f72d4_0_77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5" name="Google Shape;2415;g26a0c4f72d4_0_77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6" name="Shape 2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" name="Google Shape;2457;g26a9f81304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8" name="Google Shape;2458;g26a9f8130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0" name="Shape 2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1" name="Google Shape;2501;g26a9f813041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2" name="Google Shape;2502;g26a9f813041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4" name="Shape 2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5" name="Google Shape;2545;g26a9f813041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6" name="Google Shape;2546;g26a9f813041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8" name="Shape 2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9" name="Google Shape;2589;g26a9f813041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0" name="Google Shape;2590;g26a9f813041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2" name="Shape 2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3" name="Google Shape;2633;g26a9f813041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4" name="Google Shape;2634;g26a9f813041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5" name="Shape 2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6" name="Google Shape;2676;g26a23fc0bdd_0_16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7" name="Google Shape;2677;g26a23fc0bdd_0_1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0" name="Shape 2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1" name="Google Shape;2681;g26a0c4f72d4_0_3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2" name="Google Shape;2682;g26a0c4f72d4_0_3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7" name="Shape 2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8" name="Google Shape;2728;g26a0c4f72d4_0_3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9" name="Google Shape;2729;g26a0c4f72d4_0_3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4" name="Shape 2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" name="Google Shape;2775;g26a0c4f72d4_0_3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6" name="Google Shape;2776;g26a0c4f72d4_0_3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0" name="Shape 2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1" name="Google Shape;2821;g26a0c4f72d4_0_3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2" name="Google Shape;2822;g26a0c4f72d4_0_3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4" name="Shape 2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5" name="Google Shape;2865;g26a0c4f72d4_0_3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6" name="Google Shape;2866;g26a0c4f72d4_0_3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9" name="Shape 2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0" name="Google Shape;2910;g26a23fc0bdd_0_17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1" name="Google Shape;2911;g26a23fc0bdd_0_17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4" name="Shape 2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5" name="Google Shape;2915;g26a23fc0bdd_0_16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6" name="Google Shape;2916;g26a23fc0bdd_0_16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0" name="Shape 2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1" name="Google Shape;2961;g26a23fc0bdd_0_16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2" name="Google Shape;2962;g26a23fc0bdd_0_16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5" name="Shape 3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6" name="Google Shape;3006;g26a0c4f72d4_0_35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7" name="Google Shape;3007;g26a0c4f72d4_0_3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1" name="Shape 3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2" name="Google Shape;3052;g26a0c4f72d4_0_35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3" name="Google Shape;3053;g26a0c4f72d4_0_35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2" name="Shape 3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3" name="Google Shape;3093;g26a0c4f72d4_0_36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4" name="Google Shape;3094;g26a0c4f72d4_0_36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3" name="Shape 3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4" name="Google Shape;3134;g2bcefe48b1c_37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5" name="Google Shape;3135;g2bcefe48b1c_37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8" name="Shape 3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9" name="Google Shape;3139;g26a0c4f72d4_0_37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0" name="Google Shape;3140;g26a0c4f72d4_0_37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5" name="Shape 3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6" name="Google Shape;3186;g26a23fc0bdd_0_17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7" name="Google Shape;3187;g26a23fc0bdd_0_17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4" name="Shape 3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" name="Google Shape;3235;g26a0c4f72d4_0_36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6" name="Google Shape;3236;g26a0c4f72d4_0_36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4" name="Shape 3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5" name="Google Shape;3285;g26a0c4f72d4_0_38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6" name="Google Shape;3286;g26a0c4f72d4_0_38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4" name="Shape 3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5" name="Google Shape;3335;g26a0c4f72d4_0_38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6" name="Google Shape;3336;g26a0c4f72d4_0_38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1" name="Shape 3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2" name="Google Shape;3372;g26a0c4f72d4_0_39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3" name="Google Shape;3373;g26a0c4f72d4_0_39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3" name="Shape 3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4" name="Google Shape;3424;g26a0c4f72d4_0_39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5" name="Google Shape;3425;g26a0c4f72d4_0_39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1" name="Shape 3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2" name="Google Shape;3462;g26a0c4f72d4_0_39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3" name="Google Shape;3463;g26a0c4f72d4_0_39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3" name="Shape 3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4" name="Google Shape;3494;g26a23fc0bdd_0_18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5" name="Google Shape;3495;g26a23fc0bdd_0_18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8" name="Shape 3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9" name="Google Shape;3499;g26a0c4f72d4_0_40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0" name="Google Shape;3500;g26a0c4f72d4_0_4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4" name="Shape 3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5" name="Google Shape;3545;g26a23fc0bdd_0_18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6" name="Google Shape;3546;g26a23fc0bdd_0_18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1" name="Shape 3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2" name="Google Shape;3592;g26a23fc0bdd_0_18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3" name="Google Shape;3593;g26a23fc0bdd_0_18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7" name="Shape 3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8" name="Google Shape;3638;g26a23fc0bdd_0_19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9" name="Google Shape;3639;g26a23fc0bdd_0_19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3" name="Shape 3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4" name="Google Shape;3684;g26a23fc0bdd_0_19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5" name="Google Shape;3685;g26a23fc0bdd_0_19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0" name="Shape 3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1" name="Google Shape;3731;g26a23fc0bdd_0_20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2" name="Google Shape;3732;g26a23fc0bdd_0_20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7" name="Shape 3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" name="Google Shape;3778;g26a23fc0bdd_0_2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9" name="Google Shape;3779;g26a23fc0bdd_0_2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6" name="Shape 3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7" name="Google Shape;3827;g26a9f813041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8" name="Google Shape;3828;g26a9f813041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4" name="Shape 3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5" name="Google Shape;3875;g26a9f813041_0_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6" name="Google Shape;3876;g26a9f813041_0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2" name="Shape 3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3" name="Google Shape;3923;g26a9f813041_0_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4" name="Google Shape;3924;g26a9f813041_0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2" name="Shape 3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" name="Google Shape;3973;g26a23fc0bdd_0_26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4" name="Google Shape;3974;g26a23fc0bdd_0_2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7" name="Shape 3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8" name="Google Shape;3978;g26a23fc0bdd_0_2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9" name="Google Shape;3979;g26a23fc0bdd_0_2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8" name="Shape 4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9" name="Google Shape;4019;g26a23fc0bdd_0_2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0" name="Google Shape;4020;g26a23fc0bdd_0_2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9" name="Shape 4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0" name="Google Shape;4060;g3e30ba1dd37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1" name="Google Shape;4061;g3e30ba1dd37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8" name="Shape 4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9" name="Google Shape;4089;g3e30ba1dd37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0" name="Google Shape;4090;g3e30ba1dd37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9" name="Shape 4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0" name="Google Shape;4130;g3e30ba1dd37_0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1" name="Google Shape;4131;g3e30ba1dd37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0" name="Shape 4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1" name="Google Shape;4161;g3e30ba1dd37_0_5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2" name="Google Shape;4162;g3e30ba1dd37_0_5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1" name="Shape 4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2" name="Google Shape;4202;g3e30ba1dd37_0_6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3" name="Google Shape;4203;g3e30ba1dd37_0_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2" name="Shape 4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3" name="Google Shape;4243;g3e30ba1dd37_0_6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4" name="Google Shape;4244;g3e30ba1dd37_0_6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3" name="Shape 4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4" name="Google Shape;4284;g3e30ba1dd37_0_8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5" name="Google Shape;4285;g3e30ba1dd37_0_8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4" name="Shape 4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5" name="Google Shape;4325;g3e30ba1dd37_0_9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6" name="Google Shape;4326;g3e30ba1dd37_0_9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6" name="Shape 4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7" name="Google Shape;4367;g3e30ba1dd37_0_6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8" name="Google Shape;4368;g3e30ba1dd37_0_6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1" name="Shape 4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" name="Google Shape;4372;g26a23fc0bdd_0_2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3" name="Google Shape;4373;g26a23fc0bdd_0_2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2" name="Shape 4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" name="Google Shape;4413;g3e30ba1dd37_0_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4" name="Google Shape;4414;g3e30ba1dd37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3" name="Shape 4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" name="Google Shape;4454;g3e30ba1dd37_0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5" name="Google Shape;4455;g3e30ba1dd37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1" name="Shape 4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2" name="Google Shape;4492;g3e30ba1dd37_0_9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3" name="Google Shape;4493;g3e30ba1dd37_0_9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2" name="Shape 4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3" name="Google Shape;4533;g3e30ba1dd37_0_10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4" name="Google Shape;4534;g3e30ba1dd37_0_10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1" name="Shape 4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2" name="Google Shape;4572;g3e30ba1dd37_0_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3" name="Google Shape;4573;g3e30ba1dd37_0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2" name="Shape 4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3" name="Google Shape;4613;g3e30ba1dd37_0_10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4" name="Google Shape;4614;g3e30ba1dd37_0_10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3" name="Shape 4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4" name="Google Shape;4654;g3e30ba1dd37_0_1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5" name="Google Shape;4655;g3e30ba1dd37_0_1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4" name="Shape 4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5" name="Google Shape;4695;g3e30ba1dd37_0_1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6" name="Google Shape;4696;g3e30ba1dd37_0_1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5" name="Shape 4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6" name="Google Shape;4736;g26a23fc0bdd_0_26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7" name="Google Shape;4737;g26a23fc0bdd_0_26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0" name="Shape 4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1" name="Google Shape;4741;g26a0c4f72d4_0_4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2" name="Google Shape;4742;g26a0c4f72d4_0_4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9" name="Shape 4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0" name="Google Shape;4790;g26a0c4f72d4_0_4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1" name="Google Shape;4791;g26a0c4f72d4_0_4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8" name="Shape 4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9" name="Google Shape;4839;g26a0c4f72d4_0_44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0" name="Google Shape;4840;g26a0c4f72d4_0_4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7" name="Shape 4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8" name="Google Shape;4888;g26a0c4f72d4_0_4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9" name="Google Shape;4889;g26a0c4f72d4_0_4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7" name="Shape 4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8" name="Google Shape;4938;g26a0c4f72d4_0_45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9" name="Google Shape;4939;g26a0c4f72d4_0_45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7" name="Shape 4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8" name="Google Shape;4988;g26a0c4f72d4_0_45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9" name="Google Shape;4989;g26a0c4f72d4_0_45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7" name="Shape 5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8" name="Google Shape;5038;g26a0c4f72d4_0_46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9" name="Google Shape;5039;g26a0c4f72d4_0_46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6" name="Shape 5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7" name="Google Shape;5087;g26a23fc0bdd_0_26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8" name="Google Shape;5088;g26a23fc0bdd_0_26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4" name="Shape 5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5" name="Google Shape;5135;g2beaaedc93c_1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6" name="Google Shape;5136;g2beaaedc93c_1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9" name="Shape 5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0" name="Google Shape;5140;g2beaaedc93c_1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1" name="Google Shape;5141;g2beaaedc93c_1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2" name="Shape 5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3" name="Google Shape;5173;g2beaaedc93c_1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4" name="Google Shape;5174;g2beaaedc93c_1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5" name="Shape 5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6" name="Google Shape;5206;g2beaaedc93c_1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7" name="Google Shape;5207;g2beaaedc93c_1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8" name="Shape 5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9" name="Google Shape;5239;g26a23fc0bdd_0_26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0" name="Google Shape;5240;g26a23fc0bdd_0_26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3" name="Shape 5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4" name="Google Shape;5244;g26a0c4f72d4_0_46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5" name="Google Shape;5245;g26a0c4f72d4_0_46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1" name="Shape 5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2" name="Google Shape;5292;g26a0c4f72d4_0_47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3" name="Google Shape;5293;g26a0c4f72d4_0_47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9" name="Shape 5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0" name="Google Shape;5340;g26a0c4f72d4_0_47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1" name="Google Shape;5341;g26a0c4f72d4_0_47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0" name="Shape 5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1" name="Google Shape;5491;g26a0c4f72d4_0_49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2" name="Google Shape;5492;g26a0c4f72d4_0_49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3" name="Shape 5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4" name="Google Shape;5644;g26a0c4f72d4_0_50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5" name="Google Shape;5645;g26a0c4f72d4_0_50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6" name="Shape 5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7" name="Google Shape;5797;g26a0c4f72d4_0_5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8" name="Google Shape;5798;g26a0c4f72d4_0_5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3" name="Shape 5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4" name="Google Shape;5944;g26a0c4f72d4_0_5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5" name="Google Shape;5945;g26a0c4f72d4_0_5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0" name="Shape 6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1" name="Google Shape;6091;g26a0c4f72d4_0_55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2" name="Google Shape;6092;g26a0c4f72d4_0_5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8" name="Shape 6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9" name="Google Shape;6229;g26a0c4f72d4_0_56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0" name="Google Shape;6230;g26a0c4f72d4_0_56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6" name="Shape 6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7" name="Google Shape;6357;g26a0c4f72d4_0_5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8" name="Google Shape;6358;g26a0c4f72d4_0_5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2" name="Shape 6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3" name="Google Shape;6483;g26a0c4f72d4_0_589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4" name="Google Shape;6484;g26a0c4f72d4_0_58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1" name="Shape 6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2" name="Google Shape;6492;g26a0c4f72d4_0_58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3" name="Google Shape;6493;g26a0c4f72d4_0_58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8" name="Shape 6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9" name="Google Shape;6569;g26a0c4f72d4_0_59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0" name="Google Shape;6570;g26a0c4f72d4_0_59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6" name="Shape 6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7" name="Google Shape;6647;g26a0c4f72d4_0_60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8" name="Google Shape;6648;g26a0c4f72d4_0_60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4" name="Shape 6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5" name="Google Shape;6725;g26a0c4f72d4_0_6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6" name="Google Shape;6726;g26a0c4f72d4_0_6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5" name="Shape 6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6" name="Google Shape;6796;g26a0c4f72d4_0_6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7" name="Google Shape;6797;g26a0c4f72d4_0_6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8" name="Shape 6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9" name="Google Shape;6869;g26a0c4f72d4_0_6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0" name="Google Shape;6870;g26a0c4f72d4_0_6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1" name="Shape 6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2" name="Google Shape;6942;g26a0c4f72d4_0_6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3" name="Google Shape;6943;g26a0c4f72d4_0_6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0" name="Shape 7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1" name="Google Shape;7011;g26a23fc0bdd_0_27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12" name="Google Shape;7012;g26a23fc0bdd_0_27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5" name="Shape 7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6" name="Google Shape;7016;g26a23fc0bdd_0_27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17" name="Google Shape;7017;g26a23fc0bdd_0_27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1" name="Shape 7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2" name="Google Shape;7082;g26a23fc0bdd_0_28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3" name="Google Shape;7083;g26a23fc0bdd_0_28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7" name="Shape 7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8" name="Google Shape;7148;g26a23fc0bdd_0_28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9" name="Google Shape;7149;g26a23fc0bdd_0_28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9" name="Shape 7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0" name="Google Shape;7200;g26a23fc0bdd_0_29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1" name="Google Shape;7201;g26a23fc0bdd_0_29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1" name="Shape 7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2" name="Google Shape;7252;g26a23fc0bdd_0_29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3" name="Google Shape;7253;g26a23fc0bdd_0_29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5" name="Shape 7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6" name="Google Shape;7286;g26a23fc0bdd_0_30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7" name="Google Shape;7287;g26a23fc0bdd_0_30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9" name="Shape 7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0" name="Google Shape;7320;g26a23fc0bdd_0_30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21" name="Google Shape;7321;g26a23fc0bdd_0_30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5" name="Shape 7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6" name="Google Shape;7346;g26a23fc0bdd_0_30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47" name="Google Shape;7347;g26a23fc0bdd_0_30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8" name="Shape 7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9" name="Google Shape;7359;g2beaaedc93c_1_5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0" name="Google Shape;7360;g2beaaedc93c_1_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4" name="Shape 7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5" name="Google Shape;7425;g26a0c4f72d4_0_6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6" name="Google Shape;7426;g26a0c4f72d4_0_6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0" name="Shape 7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1" name="Google Shape;7431;g26a0c4f72d4_0_64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2" name="Google Shape;7432;g26a0c4f72d4_0_6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6" name="Shape 7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7" name="Google Shape;7437;g26a0c4f72d4_0_64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8" name="Google Shape;7438;g26a0c4f72d4_0_6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6" name="Google Shape;56;p14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2" name="Google Shape;62;p15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0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" name="Google Shape;88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21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0" name="Google Shape;90;p21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3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" name="Google Shape;99;p2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" name="Google Shape;105;p2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2.xml"/><Relationship Id="rId3" Type="http://schemas.openxmlformats.org/officeDocument/2006/relationships/hyperlink" Target="https://www.jstor.org/stable/pdf/3088904.pdf" TargetMode="External"/><Relationship Id="rId4" Type="http://schemas.openxmlformats.org/officeDocument/2006/relationships/image" Target="../media/image2.jpg"/><Relationship Id="rId5" Type="http://schemas.openxmlformats.org/officeDocument/2006/relationships/image" Target="../media/image3.jpg"/><Relationship Id="rId6" Type="http://schemas.openxmlformats.org/officeDocument/2006/relationships/image" Target="../media/image4.jpg"/></Relationships>
</file>

<file path=ppt/slides/_rels/slide1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1.xml"/></Relationships>
</file>

<file path=ppt/slides/_rels/slide1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6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Subgroups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Group Approach</a:t>
            </a:r>
            <a:endParaRPr/>
          </a:p>
        </p:txBody>
      </p:sp>
      <p:sp>
        <p:nvSpPr>
          <p:cNvPr id="116" name="Google Shape;116;p27"/>
          <p:cNvSpPr txBox="1"/>
          <p:nvPr>
            <p:ph idx="1" type="body"/>
          </p:nvPr>
        </p:nvSpPr>
        <p:spPr>
          <a:xfrm>
            <a:off x="311700" y="1225225"/>
            <a:ext cx="5070900" cy="36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Group level in networks: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between the micro: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Dyads, triads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And the macro: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“Whole network”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 groups?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Important functional units in organizations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Workplaces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Creative industries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Science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7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18" name="Google Shape;118;p27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19" name="Google Shape;119;p27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20" name="Google Shape;120;p27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21" name="Google Shape;121;p27"/>
          <p:cNvCxnSpPr>
            <a:stCxn id="117" idx="3"/>
            <a:endCxn id="118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27"/>
          <p:cNvCxnSpPr>
            <a:stCxn id="120" idx="1"/>
            <a:endCxn id="118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27"/>
          <p:cNvCxnSpPr>
            <a:stCxn id="117" idx="4"/>
            <a:endCxn id="120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27"/>
          <p:cNvCxnSpPr>
            <a:stCxn id="117" idx="5"/>
            <a:endCxn id="119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" name="Google Shape;125;p27"/>
          <p:cNvCxnSpPr>
            <a:stCxn id="119" idx="2"/>
            <a:endCxn id="118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" name="Google Shape;126;p27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27" name="Google Shape;127;p27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28" name="Google Shape;128;p27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29" name="Google Shape;129;p27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30" name="Google Shape;130;p27"/>
          <p:cNvCxnSpPr>
            <a:stCxn id="126" idx="3"/>
            <a:endCxn id="127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" name="Google Shape;131;p27"/>
          <p:cNvCxnSpPr>
            <a:stCxn id="129" idx="0"/>
            <a:endCxn id="127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" name="Google Shape;132;p27"/>
          <p:cNvCxnSpPr>
            <a:stCxn id="126" idx="5"/>
            <a:endCxn id="128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" name="Google Shape;133;p27"/>
          <p:cNvCxnSpPr>
            <a:stCxn id="128" idx="2"/>
            <a:endCxn id="127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" name="Google Shape;134;p27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35" name="Google Shape;135;p27"/>
          <p:cNvCxnSpPr>
            <a:stCxn id="134" idx="0"/>
            <a:endCxn id="127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" name="Google Shape;136;p27"/>
          <p:cNvCxnSpPr>
            <a:stCxn id="128" idx="3"/>
            <a:endCxn id="129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" name="Google Shape;137;p27"/>
          <p:cNvCxnSpPr>
            <a:stCxn id="128" idx="3"/>
            <a:endCxn id="134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" name="Google Shape;138;p27"/>
          <p:cNvCxnSpPr>
            <a:stCxn id="126" idx="4"/>
            <a:endCxn id="134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" name="Google Shape;139;p27"/>
          <p:cNvCxnSpPr>
            <a:stCxn id="117" idx="6"/>
            <a:endCxn id="129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" name="Google Shape;140;p27"/>
          <p:cNvCxnSpPr>
            <a:stCxn id="120" idx="7"/>
            <a:endCxn id="119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" name="Google Shape;141;p27"/>
          <p:cNvCxnSpPr>
            <a:stCxn id="129" idx="6"/>
            <a:endCxn id="134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" name="Google Shape;142;p27"/>
          <p:cNvCxnSpPr>
            <a:stCxn id="126" idx="4"/>
            <a:endCxn id="129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" name="Google Shape;143;p27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44" name="Google Shape;144;p27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45" name="Google Shape;145;p27"/>
          <p:cNvCxnSpPr>
            <a:stCxn id="143" idx="3"/>
            <a:endCxn id="144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" name="Google Shape;146;p27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47" name="Google Shape;147;p27"/>
          <p:cNvCxnSpPr>
            <a:stCxn id="146" idx="2"/>
            <a:endCxn id="144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" name="Google Shape;148;p27"/>
          <p:cNvCxnSpPr>
            <a:stCxn id="146" idx="0"/>
            <a:endCxn id="143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" name="Google Shape;149;p27"/>
          <p:cNvCxnSpPr>
            <a:stCxn id="119" idx="5"/>
            <a:endCxn id="143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" name="Google Shape;150;p27"/>
          <p:cNvCxnSpPr>
            <a:stCxn id="134" idx="4"/>
            <a:endCxn id="143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" name="Google Shape;151;p27"/>
          <p:cNvCxnSpPr>
            <a:stCxn id="119" idx="7"/>
            <a:endCxn id="134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Group Approach</a:t>
            </a:r>
            <a:endParaRPr/>
          </a:p>
        </p:txBody>
      </p:sp>
      <p:sp>
        <p:nvSpPr>
          <p:cNvPr id="157" name="Google Shape;157;p28"/>
          <p:cNvSpPr txBox="1"/>
          <p:nvPr>
            <p:ph idx="1" type="body"/>
          </p:nvPr>
        </p:nvSpPr>
        <p:spPr>
          <a:xfrm>
            <a:off x="311700" y="1225225"/>
            <a:ext cx="5070900" cy="36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Group level in networks: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between the micro: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Dyads, triads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And the macro: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“Whole network”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 groups?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Important units for solidarity and interaction in social systems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Primary groups (family, support cliques)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Secondary groups (friends, workplaces, schools)</a:t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8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59" name="Google Shape;159;p28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60" name="Google Shape;160;p28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61" name="Google Shape;161;p28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62" name="Google Shape;162;p28"/>
          <p:cNvCxnSpPr>
            <a:stCxn id="158" idx="3"/>
            <a:endCxn id="159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" name="Google Shape;163;p28"/>
          <p:cNvCxnSpPr>
            <a:stCxn id="161" idx="1"/>
            <a:endCxn id="159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" name="Google Shape;164;p28"/>
          <p:cNvCxnSpPr>
            <a:stCxn id="158" idx="4"/>
            <a:endCxn id="161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" name="Google Shape;165;p28"/>
          <p:cNvCxnSpPr>
            <a:stCxn id="158" idx="5"/>
            <a:endCxn id="160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" name="Google Shape;166;p28"/>
          <p:cNvCxnSpPr>
            <a:stCxn id="160" idx="2"/>
            <a:endCxn id="159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" name="Google Shape;167;p28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68" name="Google Shape;168;p28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69" name="Google Shape;169;p28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70" name="Google Shape;170;p28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71" name="Google Shape;171;p28"/>
          <p:cNvCxnSpPr>
            <a:stCxn id="167" idx="3"/>
            <a:endCxn id="168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" name="Google Shape;172;p28"/>
          <p:cNvCxnSpPr>
            <a:stCxn id="170" idx="0"/>
            <a:endCxn id="168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" name="Google Shape;173;p28"/>
          <p:cNvCxnSpPr>
            <a:stCxn id="167" idx="5"/>
            <a:endCxn id="169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" name="Google Shape;174;p28"/>
          <p:cNvCxnSpPr>
            <a:stCxn id="169" idx="2"/>
            <a:endCxn id="168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28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76" name="Google Shape;176;p28"/>
          <p:cNvCxnSpPr>
            <a:stCxn id="175" idx="0"/>
            <a:endCxn id="168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28"/>
          <p:cNvCxnSpPr>
            <a:stCxn id="169" idx="3"/>
            <a:endCxn id="170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28"/>
          <p:cNvCxnSpPr>
            <a:stCxn id="169" idx="3"/>
            <a:endCxn id="175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" name="Google Shape;179;p28"/>
          <p:cNvCxnSpPr>
            <a:stCxn id="167" idx="4"/>
            <a:endCxn id="175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" name="Google Shape;180;p28"/>
          <p:cNvCxnSpPr>
            <a:stCxn id="158" idx="6"/>
            <a:endCxn id="170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" name="Google Shape;181;p28"/>
          <p:cNvCxnSpPr>
            <a:stCxn id="161" idx="7"/>
            <a:endCxn id="160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" name="Google Shape;182;p28"/>
          <p:cNvCxnSpPr>
            <a:stCxn id="170" idx="6"/>
            <a:endCxn id="175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" name="Google Shape;183;p28"/>
          <p:cNvCxnSpPr>
            <a:stCxn id="167" idx="4"/>
            <a:endCxn id="170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" name="Google Shape;184;p28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85" name="Google Shape;185;p28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86" name="Google Shape;186;p28"/>
          <p:cNvCxnSpPr>
            <a:stCxn id="184" idx="3"/>
            <a:endCxn id="185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28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88" name="Google Shape;188;p28"/>
          <p:cNvCxnSpPr>
            <a:stCxn id="187" idx="2"/>
            <a:endCxn id="185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28"/>
          <p:cNvCxnSpPr>
            <a:stCxn id="187" idx="0"/>
            <a:endCxn id="184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" name="Google Shape;190;p28"/>
          <p:cNvCxnSpPr>
            <a:stCxn id="160" idx="5"/>
            <a:endCxn id="184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" name="Google Shape;191;p28"/>
          <p:cNvCxnSpPr>
            <a:stCxn id="175" idx="4"/>
            <a:endCxn id="184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" name="Google Shape;192;p28"/>
          <p:cNvCxnSpPr>
            <a:stCxn id="160" idx="7"/>
            <a:endCxn id="175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Group Approach</a:t>
            </a:r>
            <a:endParaRPr/>
          </a:p>
        </p:txBody>
      </p:sp>
      <p:sp>
        <p:nvSpPr>
          <p:cNvPr id="198" name="Google Shape;198;p29"/>
          <p:cNvSpPr txBox="1"/>
          <p:nvPr>
            <p:ph idx="1" type="body"/>
          </p:nvPr>
        </p:nvSpPr>
        <p:spPr>
          <a:xfrm>
            <a:off x="311700" y="1225225"/>
            <a:ext cx="5070900" cy="36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Group level in networks: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between the micro: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Dyads, triads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And the macro: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“Whole network”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 groups?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Important sources of: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Ideational homogeneity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Conformity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Influence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Information transmission</a:t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9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00" name="Google Shape;200;p29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01" name="Google Shape;201;p29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02" name="Google Shape;202;p29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03" name="Google Shape;203;p29"/>
          <p:cNvCxnSpPr>
            <a:stCxn id="199" idx="3"/>
            <a:endCxn id="200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29"/>
          <p:cNvCxnSpPr>
            <a:stCxn id="202" idx="1"/>
            <a:endCxn id="200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29"/>
          <p:cNvCxnSpPr>
            <a:stCxn id="199" idx="4"/>
            <a:endCxn id="202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" name="Google Shape;206;p29"/>
          <p:cNvCxnSpPr>
            <a:stCxn id="199" idx="5"/>
            <a:endCxn id="201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" name="Google Shape;207;p29"/>
          <p:cNvCxnSpPr>
            <a:stCxn id="201" idx="2"/>
            <a:endCxn id="200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" name="Google Shape;208;p29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09" name="Google Shape;209;p29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10" name="Google Shape;210;p29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11" name="Google Shape;211;p29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12" name="Google Shape;212;p29"/>
          <p:cNvCxnSpPr>
            <a:stCxn id="208" idx="3"/>
            <a:endCxn id="209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9"/>
          <p:cNvCxnSpPr>
            <a:stCxn id="211" idx="0"/>
            <a:endCxn id="209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9"/>
          <p:cNvCxnSpPr>
            <a:stCxn id="208" idx="5"/>
            <a:endCxn id="210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" name="Google Shape;215;p29"/>
          <p:cNvCxnSpPr>
            <a:stCxn id="210" idx="2"/>
            <a:endCxn id="209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" name="Google Shape;216;p29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17" name="Google Shape;217;p29"/>
          <p:cNvCxnSpPr>
            <a:stCxn id="216" idx="0"/>
            <a:endCxn id="209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" name="Google Shape;218;p29"/>
          <p:cNvCxnSpPr>
            <a:stCxn id="210" idx="3"/>
            <a:endCxn id="211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" name="Google Shape;219;p29"/>
          <p:cNvCxnSpPr>
            <a:stCxn id="210" idx="3"/>
            <a:endCxn id="216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" name="Google Shape;220;p29"/>
          <p:cNvCxnSpPr>
            <a:stCxn id="208" idx="4"/>
            <a:endCxn id="216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29"/>
          <p:cNvCxnSpPr>
            <a:stCxn id="199" idx="6"/>
            <a:endCxn id="211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" name="Google Shape;222;p29"/>
          <p:cNvCxnSpPr>
            <a:stCxn id="202" idx="7"/>
            <a:endCxn id="201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" name="Google Shape;223;p29"/>
          <p:cNvCxnSpPr>
            <a:stCxn id="211" idx="6"/>
            <a:endCxn id="216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" name="Google Shape;224;p29"/>
          <p:cNvCxnSpPr>
            <a:stCxn id="208" idx="4"/>
            <a:endCxn id="211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" name="Google Shape;225;p29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26" name="Google Shape;226;p29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27" name="Google Shape;227;p29"/>
          <p:cNvCxnSpPr>
            <a:stCxn id="225" idx="3"/>
            <a:endCxn id="226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" name="Google Shape;228;p29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29" name="Google Shape;229;p29"/>
          <p:cNvCxnSpPr>
            <a:stCxn id="228" idx="2"/>
            <a:endCxn id="226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" name="Google Shape;230;p29"/>
          <p:cNvCxnSpPr>
            <a:stCxn id="228" idx="0"/>
            <a:endCxn id="225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" name="Google Shape;231;p29"/>
          <p:cNvCxnSpPr>
            <a:stCxn id="201" idx="5"/>
            <a:endCxn id="225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" name="Google Shape;232;p29"/>
          <p:cNvCxnSpPr>
            <a:stCxn id="216" idx="4"/>
            <a:endCxn id="225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" name="Google Shape;233;p29"/>
          <p:cNvCxnSpPr>
            <a:stCxn id="201" idx="7"/>
            <a:endCxn id="216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Group Approach</a:t>
            </a:r>
            <a:endParaRPr/>
          </a:p>
        </p:txBody>
      </p:sp>
      <p:sp>
        <p:nvSpPr>
          <p:cNvPr id="239" name="Google Shape;239;p30"/>
          <p:cNvSpPr txBox="1"/>
          <p:nvPr>
            <p:ph idx="1" type="body"/>
          </p:nvPr>
        </p:nvSpPr>
        <p:spPr>
          <a:xfrm>
            <a:off x="311700" y="1225225"/>
            <a:ext cx="4638900" cy="36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Group level in networks: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between the micro: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Dyads, triads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And the macro: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“Whole network”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Questions: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can we translate the concept of a </a:t>
            </a:r>
            <a:r>
              <a:rPr b="1" lang="en"/>
              <a:t>group </a:t>
            </a:r>
            <a:r>
              <a:rPr lang="en"/>
              <a:t>into </a:t>
            </a:r>
            <a:r>
              <a:rPr b="1" lang="en"/>
              <a:t>network </a:t>
            </a:r>
            <a:r>
              <a:rPr lang="en"/>
              <a:t>terms?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are the most important group properties from a network perspective?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Cohesion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Polarization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Fragmentation</a:t>
            </a:r>
            <a:endParaRPr/>
          </a:p>
        </p:txBody>
      </p:sp>
      <p:sp>
        <p:nvSpPr>
          <p:cNvPr id="240" name="Google Shape;240;p30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41" name="Google Shape;241;p30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42" name="Google Shape;242;p30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43" name="Google Shape;243;p30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44" name="Google Shape;244;p30"/>
          <p:cNvCxnSpPr>
            <a:stCxn id="240" idx="3"/>
            <a:endCxn id="241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" name="Google Shape;245;p30"/>
          <p:cNvCxnSpPr>
            <a:stCxn id="243" idx="1"/>
            <a:endCxn id="241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" name="Google Shape;246;p30"/>
          <p:cNvCxnSpPr>
            <a:stCxn id="240" idx="4"/>
            <a:endCxn id="243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" name="Google Shape;247;p30"/>
          <p:cNvCxnSpPr>
            <a:stCxn id="240" idx="5"/>
            <a:endCxn id="242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" name="Google Shape;248;p30"/>
          <p:cNvCxnSpPr>
            <a:stCxn id="242" idx="2"/>
            <a:endCxn id="241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9" name="Google Shape;249;p30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50" name="Google Shape;250;p30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51" name="Google Shape;251;p30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52" name="Google Shape;252;p30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53" name="Google Shape;253;p30"/>
          <p:cNvCxnSpPr>
            <a:stCxn id="249" idx="3"/>
            <a:endCxn id="250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" name="Google Shape;254;p30"/>
          <p:cNvCxnSpPr>
            <a:stCxn id="252" idx="0"/>
            <a:endCxn id="250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" name="Google Shape;255;p30"/>
          <p:cNvCxnSpPr>
            <a:stCxn id="249" idx="5"/>
            <a:endCxn id="251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" name="Google Shape;256;p30"/>
          <p:cNvCxnSpPr>
            <a:stCxn id="251" idx="2"/>
            <a:endCxn id="250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" name="Google Shape;257;p30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58" name="Google Shape;258;p30"/>
          <p:cNvCxnSpPr>
            <a:stCxn id="257" idx="0"/>
            <a:endCxn id="250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" name="Google Shape;259;p30"/>
          <p:cNvCxnSpPr>
            <a:stCxn id="251" idx="3"/>
            <a:endCxn id="252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" name="Google Shape;260;p30"/>
          <p:cNvCxnSpPr>
            <a:stCxn id="251" idx="3"/>
            <a:endCxn id="257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" name="Google Shape;261;p30"/>
          <p:cNvCxnSpPr>
            <a:stCxn id="249" idx="4"/>
            <a:endCxn id="257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" name="Google Shape;262;p30"/>
          <p:cNvCxnSpPr>
            <a:stCxn id="240" idx="6"/>
            <a:endCxn id="252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" name="Google Shape;263;p30"/>
          <p:cNvCxnSpPr>
            <a:stCxn id="243" idx="7"/>
            <a:endCxn id="242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30"/>
          <p:cNvCxnSpPr>
            <a:stCxn id="252" idx="6"/>
            <a:endCxn id="257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" name="Google Shape;265;p30"/>
          <p:cNvCxnSpPr>
            <a:stCxn id="249" idx="4"/>
            <a:endCxn id="252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" name="Google Shape;266;p30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67" name="Google Shape;267;p30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68" name="Google Shape;268;p30"/>
          <p:cNvCxnSpPr>
            <a:stCxn id="266" idx="3"/>
            <a:endCxn id="267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9" name="Google Shape;269;p30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70" name="Google Shape;270;p30"/>
          <p:cNvCxnSpPr>
            <a:stCxn id="269" idx="2"/>
            <a:endCxn id="267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1" name="Google Shape;271;p30"/>
          <p:cNvCxnSpPr>
            <a:stCxn id="269" idx="0"/>
            <a:endCxn id="266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2" name="Google Shape;272;p30"/>
          <p:cNvCxnSpPr>
            <a:stCxn id="242" idx="5"/>
            <a:endCxn id="266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30"/>
          <p:cNvCxnSpPr>
            <a:stCxn id="257" idx="4"/>
            <a:endCxn id="266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" name="Google Shape;274;p30"/>
          <p:cNvCxnSpPr>
            <a:stCxn id="242" idx="7"/>
            <a:endCxn id="257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“groups”? </a:t>
            </a:r>
            <a:endParaRPr/>
          </a:p>
        </p:txBody>
      </p:sp>
      <p:sp>
        <p:nvSpPr>
          <p:cNvPr id="280" name="Google Shape;280;p31"/>
          <p:cNvSpPr txBox="1"/>
          <p:nvPr>
            <p:ph idx="1" type="body"/>
          </p:nvPr>
        </p:nvSpPr>
        <p:spPr>
          <a:xfrm>
            <a:off x="311700" y="1225225"/>
            <a:ext cx="489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“Group,” is a fuzzy social science concept, with many overlapping but sometimes contradictory verbal definitions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 always graph theory to the rescue!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graph theoretic concept of a group is: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 relatively dense subgraph featuring more links among the subset of vertices that belong to the subgraph than links to vertices in the rest of the graph</a:t>
            </a:r>
            <a:endParaRPr b="1"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1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82" name="Google Shape;282;p31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83" name="Google Shape;283;p31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84" name="Google Shape;284;p31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85" name="Google Shape;285;p31"/>
          <p:cNvCxnSpPr>
            <a:stCxn id="281" idx="3"/>
            <a:endCxn id="282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" name="Google Shape;286;p31"/>
          <p:cNvCxnSpPr>
            <a:stCxn id="284" idx="1"/>
            <a:endCxn id="282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" name="Google Shape;287;p31"/>
          <p:cNvCxnSpPr>
            <a:stCxn id="281" idx="4"/>
            <a:endCxn id="284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" name="Google Shape;288;p31"/>
          <p:cNvCxnSpPr>
            <a:stCxn id="281" idx="5"/>
            <a:endCxn id="283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" name="Google Shape;289;p31"/>
          <p:cNvCxnSpPr>
            <a:stCxn id="283" idx="2"/>
            <a:endCxn id="282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0" name="Google Shape;290;p31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91" name="Google Shape;291;p31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92" name="Google Shape;292;p31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93" name="Google Shape;293;p31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94" name="Google Shape;294;p31"/>
          <p:cNvCxnSpPr>
            <a:stCxn id="290" idx="3"/>
            <a:endCxn id="291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" name="Google Shape;295;p31"/>
          <p:cNvCxnSpPr>
            <a:stCxn id="293" idx="0"/>
            <a:endCxn id="291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" name="Google Shape;296;p31"/>
          <p:cNvCxnSpPr>
            <a:stCxn id="290" idx="5"/>
            <a:endCxn id="292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" name="Google Shape;297;p31"/>
          <p:cNvCxnSpPr>
            <a:stCxn id="292" idx="2"/>
            <a:endCxn id="291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8" name="Google Shape;298;p31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99" name="Google Shape;299;p31"/>
          <p:cNvCxnSpPr>
            <a:stCxn id="298" idx="0"/>
            <a:endCxn id="291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" name="Google Shape;300;p31"/>
          <p:cNvCxnSpPr>
            <a:stCxn id="292" idx="3"/>
            <a:endCxn id="293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" name="Google Shape;301;p31"/>
          <p:cNvCxnSpPr>
            <a:stCxn id="292" idx="3"/>
            <a:endCxn id="298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2" name="Google Shape;302;p31"/>
          <p:cNvCxnSpPr>
            <a:stCxn id="290" idx="4"/>
            <a:endCxn id="298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" name="Google Shape;303;p31"/>
          <p:cNvCxnSpPr>
            <a:stCxn id="281" idx="6"/>
            <a:endCxn id="293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" name="Google Shape;304;p31"/>
          <p:cNvCxnSpPr>
            <a:stCxn id="284" idx="7"/>
            <a:endCxn id="283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" name="Google Shape;305;p31"/>
          <p:cNvCxnSpPr>
            <a:stCxn id="293" idx="6"/>
            <a:endCxn id="298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" name="Google Shape;306;p31"/>
          <p:cNvCxnSpPr>
            <a:stCxn id="290" idx="4"/>
            <a:endCxn id="293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7" name="Google Shape;307;p31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08" name="Google Shape;308;p31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309" name="Google Shape;309;p31"/>
          <p:cNvCxnSpPr>
            <a:stCxn id="307" idx="3"/>
            <a:endCxn id="308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0" name="Google Shape;310;p31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311" name="Google Shape;311;p31"/>
          <p:cNvCxnSpPr>
            <a:stCxn id="310" idx="2"/>
            <a:endCxn id="308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2" name="Google Shape;312;p31"/>
          <p:cNvCxnSpPr>
            <a:stCxn id="310" idx="0"/>
            <a:endCxn id="307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3" name="Google Shape;313;p31"/>
          <p:cNvCxnSpPr>
            <a:stCxn id="283" idx="5"/>
            <a:endCxn id="307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4" name="Google Shape;314;p31"/>
          <p:cNvCxnSpPr>
            <a:stCxn id="298" idx="4"/>
            <a:endCxn id="307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5" name="Google Shape;315;p31"/>
          <p:cNvCxnSpPr>
            <a:stCxn id="283" idx="7"/>
            <a:endCxn id="298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2"/>
          <p:cNvSpPr txBox="1"/>
          <p:nvPr>
            <p:ph type="title"/>
          </p:nvPr>
        </p:nvSpPr>
        <p:spPr>
          <a:xfrm>
            <a:off x="311700" y="315925"/>
            <a:ext cx="59370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321" name="Google Shape;321;p32"/>
          <p:cNvSpPr txBox="1"/>
          <p:nvPr>
            <p:ph idx="1" type="body"/>
          </p:nvPr>
        </p:nvSpPr>
        <p:spPr>
          <a:xfrm>
            <a:off x="311700" y="1225225"/>
            <a:ext cx="4579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subgraph G' = (V', E') of a graph G = (V, E) exists when: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V' is a subset of V and E' is a subset of 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Many network methods are designed to split a graph into subgraphs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Subgraphs can be used to represent the social network concept</a:t>
            </a:r>
            <a:r>
              <a:rPr b="1" lang="en"/>
              <a:t> </a:t>
            </a:r>
            <a:r>
              <a:rPr lang="en"/>
              <a:t>of </a:t>
            </a:r>
            <a:r>
              <a:rPr b="1" lang="en"/>
              <a:t>subgroup</a:t>
            </a:r>
            <a:endParaRPr b="1"/>
          </a:p>
        </p:txBody>
      </p:sp>
      <p:sp>
        <p:nvSpPr>
          <p:cNvPr id="322" name="Google Shape;322;p32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23" name="Google Shape;323;p32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24" name="Google Shape;324;p32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25" name="Google Shape;325;p32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326" name="Google Shape;326;p32"/>
          <p:cNvCxnSpPr>
            <a:stCxn id="322" idx="3"/>
            <a:endCxn id="323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32"/>
          <p:cNvCxnSpPr>
            <a:stCxn id="325" idx="1"/>
            <a:endCxn id="323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32"/>
          <p:cNvCxnSpPr>
            <a:stCxn id="322" idx="4"/>
            <a:endCxn id="325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" name="Google Shape;329;p32"/>
          <p:cNvCxnSpPr>
            <a:stCxn id="322" idx="5"/>
            <a:endCxn id="324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0" name="Google Shape;330;p32"/>
          <p:cNvCxnSpPr>
            <a:stCxn id="324" idx="2"/>
            <a:endCxn id="323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1" name="Google Shape;331;p32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32" name="Google Shape;332;p32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33" name="Google Shape;333;p32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34" name="Google Shape;334;p32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335" name="Google Shape;335;p32"/>
          <p:cNvCxnSpPr>
            <a:stCxn id="331" idx="3"/>
            <a:endCxn id="332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" name="Google Shape;336;p32"/>
          <p:cNvCxnSpPr>
            <a:stCxn id="334" idx="0"/>
            <a:endCxn id="332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7" name="Google Shape;337;p32"/>
          <p:cNvCxnSpPr>
            <a:stCxn id="331" idx="5"/>
            <a:endCxn id="333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" name="Google Shape;338;p32"/>
          <p:cNvCxnSpPr>
            <a:stCxn id="333" idx="2"/>
            <a:endCxn id="332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9" name="Google Shape;339;p32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340" name="Google Shape;340;p32"/>
          <p:cNvCxnSpPr>
            <a:stCxn id="339" idx="0"/>
            <a:endCxn id="332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" name="Google Shape;341;p32"/>
          <p:cNvCxnSpPr>
            <a:stCxn id="333" idx="3"/>
            <a:endCxn id="334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2" name="Google Shape;342;p32"/>
          <p:cNvCxnSpPr>
            <a:stCxn id="333" idx="3"/>
            <a:endCxn id="339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3" name="Google Shape;343;p32"/>
          <p:cNvCxnSpPr>
            <a:stCxn id="331" idx="4"/>
            <a:endCxn id="339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4" name="Google Shape;344;p32"/>
          <p:cNvCxnSpPr>
            <a:stCxn id="322" idx="6"/>
            <a:endCxn id="334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5" name="Google Shape;345;p32"/>
          <p:cNvCxnSpPr>
            <a:stCxn id="325" idx="7"/>
            <a:endCxn id="324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6" name="Google Shape;346;p32"/>
          <p:cNvCxnSpPr>
            <a:stCxn id="334" idx="6"/>
            <a:endCxn id="339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" name="Google Shape;347;p32"/>
          <p:cNvCxnSpPr>
            <a:stCxn id="331" idx="4"/>
            <a:endCxn id="334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8" name="Google Shape;348;p32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49" name="Google Shape;349;p32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350" name="Google Shape;350;p32"/>
          <p:cNvCxnSpPr>
            <a:stCxn id="348" idx="3"/>
            <a:endCxn id="349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1" name="Google Shape;351;p32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352" name="Google Shape;352;p32"/>
          <p:cNvCxnSpPr>
            <a:stCxn id="351" idx="2"/>
            <a:endCxn id="349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" name="Google Shape;353;p32"/>
          <p:cNvCxnSpPr>
            <a:stCxn id="351" idx="0"/>
            <a:endCxn id="348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4" name="Google Shape;354;p32"/>
          <p:cNvCxnSpPr>
            <a:stCxn id="324" idx="5"/>
            <a:endCxn id="348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" name="Google Shape;355;p32"/>
          <p:cNvCxnSpPr>
            <a:stCxn id="339" idx="4"/>
            <a:endCxn id="348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6" name="Google Shape;356;p32"/>
          <p:cNvCxnSpPr>
            <a:stCxn id="324" idx="7"/>
            <a:endCxn id="339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362" name="Google Shape;362;p33"/>
          <p:cNvSpPr txBox="1"/>
          <p:nvPr/>
        </p:nvSpPr>
        <p:spPr>
          <a:xfrm>
            <a:off x="4960125" y="4355250"/>
            <a:ext cx="19005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 subgraph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63" name="Google Shape;363;p33"/>
          <p:cNvSpPr txBox="1"/>
          <p:nvPr>
            <p:ph idx="1" type="body"/>
          </p:nvPr>
        </p:nvSpPr>
        <p:spPr>
          <a:xfrm>
            <a:off x="311700" y="1225225"/>
            <a:ext cx="4579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subgraph G' = (V', E') of a graph G = (V, E) exists when: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V' is a subset of V and E' is a subset of 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Many network methods are designed to split a graph into subgraphs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Subgraphs can be used to represent the social network concept</a:t>
            </a:r>
            <a:r>
              <a:rPr b="1" lang="en"/>
              <a:t> </a:t>
            </a:r>
            <a:r>
              <a:rPr lang="en"/>
              <a:t>of </a:t>
            </a:r>
            <a:r>
              <a:rPr b="1" lang="en"/>
              <a:t>subgroup</a:t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33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65" name="Google Shape;365;p33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66" name="Google Shape;366;p33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67" name="Google Shape;367;p33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368" name="Google Shape;368;p33"/>
          <p:cNvCxnSpPr>
            <a:stCxn id="364" idx="3"/>
            <a:endCxn id="365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" name="Google Shape;369;p33"/>
          <p:cNvCxnSpPr>
            <a:stCxn id="367" idx="1"/>
            <a:endCxn id="365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0" name="Google Shape;370;p33"/>
          <p:cNvCxnSpPr>
            <a:stCxn id="364" idx="4"/>
            <a:endCxn id="367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" name="Google Shape;371;p33"/>
          <p:cNvCxnSpPr>
            <a:stCxn id="364" idx="5"/>
            <a:endCxn id="366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" name="Google Shape;372;p33"/>
          <p:cNvCxnSpPr>
            <a:stCxn id="366" idx="2"/>
            <a:endCxn id="365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3" name="Google Shape;373;p33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74" name="Google Shape;374;p33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75" name="Google Shape;375;p33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76" name="Google Shape;376;p33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377" name="Google Shape;377;p33"/>
          <p:cNvCxnSpPr>
            <a:stCxn id="373" idx="3"/>
            <a:endCxn id="374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8" name="Google Shape;378;p33"/>
          <p:cNvCxnSpPr>
            <a:stCxn id="376" idx="0"/>
            <a:endCxn id="374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9" name="Google Shape;379;p33"/>
          <p:cNvCxnSpPr>
            <a:stCxn id="373" idx="5"/>
            <a:endCxn id="375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0" name="Google Shape;380;p33"/>
          <p:cNvCxnSpPr>
            <a:stCxn id="375" idx="2"/>
            <a:endCxn id="374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1" name="Google Shape;381;p33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382" name="Google Shape;382;p33"/>
          <p:cNvCxnSpPr>
            <a:stCxn id="381" idx="0"/>
            <a:endCxn id="374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3" name="Google Shape;383;p33"/>
          <p:cNvCxnSpPr>
            <a:stCxn id="375" idx="3"/>
            <a:endCxn id="376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4" name="Google Shape;384;p33"/>
          <p:cNvCxnSpPr>
            <a:stCxn id="375" idx="3"/>
            <a:endCxn id="381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" name="Google Shape;385;p33"/>
          <p:cNvCxnSpPr>
            <a:stCxn id="373" idx="4"/>
            <a:endCxn id="381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6" name="Google Shape;386;p33"/>
          <p:cNvCxnSpPr>
            <a:stCxn id="364" idx="6"/>
            <a:endCxn id="376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7" name="Google Shape;387;p33"/>
          <p:cNvCxnSpPr>
            <a:stCxn id="367" idx="7"/>
            <a:endCxn id="366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8" name="Google Shape;388;p33"/>
          <p:cNvCxnSpPr>
            <a:stCxn id="376" idx="6"/>
            <a:endCxn id="381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" name="Google Shape;389;p33"/>
          <p:cNvCxnSpPr>
            <a:stCxn id="373" idx="4"/>
            <a:endCxn id="376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0" name="Google Shape;390;p33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91" name="Google Shape;391;p33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392" name="Google Shape;392;p33"/>
          <p:cNvCxnSpPr>
            <a:stCxn id="390" idx="3"/>
            <a:endCxn id="391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3" name="Google Shape;393;p33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394" name="Google Shape;394;p33"/>
          <p:cNvCxnSpPr>
            <a:stCxn id="393" idx="2"/>
            <a:endCxn id="391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" name="Google Shape;395;p33"/>
          <p:cNvCxnSpPr>
            <a:stCxn id="393" idx="0"/>
            <a:endCxn id="390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6" name="Google Shape;396;p33"/>
          <p:cNvCxnSpPr>
            <a:stCxn id="366" idx="5"/>
            <a:endCxn id="390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7" name="Google Shape;397;p33"/>
          <p:cNvCxnSpPr>
            <a:stCxn id="381" idx="4"/>
            <a:endCxn id="390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8" name="Google Shape;398;p33"/>
          <p:cNvCxnSpPr>
            <a:stCxn id="366" idx="7"/>
            <a:endCxn id="381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Graphs and subgraphs</a:t>
            </a:r>
            <a:endParaRPr/>
          </a:p>
        </p:txBody>
      </p:sp>
      <p:sp>
        <p:nvSpPr>
          <p:cNvPr id="404" name="Google Shape;404;p34"/>
          <p:cNvSpPr txBox="1"/>
          <p:nvPr>
            <p:ph idx="1" type="body"/>
          </p:nvPr>
        </p:nvSpPr>
        <p:spPr>
          <a:xfrm>
            <a:off x="311700" y="1225225"/>
            <a:ext cx="4579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subgraph G' = (V', E') of a graph G = (V, E) exists when: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V' is a subset of V and E' is a subset of 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Many network methods are designed to split a graph into subgraphs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Subgraphs can be used to represent the social network concept</a:t>
            </a:r>
            <a:r>
              <a:rPr b="1" lang="en"/>
              <a:t> </a:t>
            </a:r>
            <a:r>
              <a:rPr lang="en"/>
              <a:t>of </a:t>
            </a:r>
            <a:r>
              <a:rPr b="1" lang="en"/>
              <a:t>subgroup</a:t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4"/>
          <p:cNvSpPr txBox="1"/>
          <p:nvPr/>
        </p:nvSpPr>
        <p:spPr>
          <a:xfrm>
            <a:off x="5431150" y="4156800"/>
            <a:ext cx="19005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another subgraph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406" name="Google Shape;406;p34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07" name="Google Shape;407;p34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08" name="Google Shape;408;p34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09" name="Google Shape;409;p34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10" name="Google Shape;410;p34"/>
          <p:cNvCxnSpPr>
            <a:stCxn id="406" idx="3"/>
            <a:endCxn id="407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" name="Google Shape;411;p34"/>
          <p:cNvCxnSpPr>
            <a:stCxn id="409" idx="1"/>
            <a:endCxn id="407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2" name="Google Shape;412;p34"/>
          <p:cNvCxnSpPr>
            <a:stCxn id="406" idx="4"/>
            <a:endCxn id="409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" name="Google Shape;413;p34"/>
          <p:cNvCxnSpPr>
            <a:stCxn id="406" idx="5"/>
            <a:endCxn id="408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" name="Google Shape;414;p34"/>
          <p:cNvCxnSpPr>
            <a:stCxn id="408" idx="2"/>
            <a:endCxn id="407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5" name="Google Shape;415;p34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16" name="Google Shape;416;p34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17" name="Google Shape;417;p34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18" name="Google Shape;418;p34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19" name="Google Shape;419;p34"/>
          <p:cNvCxnSpPr>
            <a:stCxn id="415" idx="3"/>
            <a:endCxn id="416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" name="Google Shape;420;p34"/>
          <p:cNvCxnSpPr>
            <a:stCxn id="418" idx="0"/>
            <a:endCxn id="416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" name="Google Shape;421;p34"/>
          <p:cNvCxnSpPr>
            <a:stCxn id="415" idx="5"/>
            <a:endCxn id="417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" name="Google Shape;422;p34"/>
          <p:cNvCxnSpPr>
            <a:stCxn id="417" idx="2"/>
            <a:endCxn id="416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3" name="Google Shape;423;p34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24" name="Google Shape;424;p34"/>
          <p:cNvCxnSpPr>
            <a:stCxn id="423" idx="0"/>
            <a:endCxn id="416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" name="Google Shape;425;p34"/>
          <p:cNvCxnSpPr>
            <a:stCxn id="417" idx="3"/>
            <a:endCxn id="418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6" name="Google Shape;426;p34"/>
          <p:cNvCxnSpPr>
            <a:stCxn id="417" idx="3"/>
            <a:endCxn id="423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7" name="Google Shape;427;p34"/>
          <p:cNvCxnSpPr>
            <a:stCxn id="415" idx="4"/>
            <a:endCxn id="423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8" name="Google Shape;428;p34"/>
          <p:cNvCxnSpPr>
            <a:stCxn id="406" idx="6"/>
            <a:endCxn id="418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9" name="Google Shape;429;p34"/>
          <p:cNvCxnSpPr>
            <a:stCxn id="409" idx="7"/>
            <a:endCxn id="408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0" name="Google Shape;430;p34"/>
          <p:cNvCxnSpPr>
            <a:stCxn id="418" idx="6"/>
            <a:endCxn id="423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1" name="Google Shape;431;p34"/>
          <p:cNvCxnSpPr>
            <a:stCxn id="415" idx="4"/>
            <a:endCxn id="418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2" name="Google Shape;432;p34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33" name="Google Shape;433;p34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34" name="Google Shape;434;p34"/>
          <p:cNvCxnSpPr>
            <a:stCxn id="432" idx="3"/>
            <a:endCxn id="433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5" name="Google Shape;435;p34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36" name="Google Shape;436;p34"/>
          <p:cNvCxnSpPr>
            <a:stCxn id="435" idx="2"/>
            <a:endCxn id="433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7" name="Google Shape;437;p34"/>
          <p:cNvCxnSpPr>
            <a:stCxn id="435" idx="0"/>
            <a:endCxn id="432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8" name="Google Shape;438;p34"/>
          <p:cNvCxnSpPr>
            <a:stCxn id="408" idx="5"/>
            <a:endCxn id="432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9" name="Google Shape;439;p34"/>
          <p:cNvCxnSpPr>
            <a:stCxn id="423" idx="4"/>
            <a:endCxn id="432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" name="Google Shape;440;p34"/>
          <p:cNvCxnSpPr>
            <a:stCxn id="408" idx="7"/>
            <a:endCxn id="423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Cliques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451" name="Google Shape;451;p36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</a:t>
            </a:r>
            <a:r>
              <a:rPr b="1" lang="en"/>
              <a:t>clique</a:t>
            </a:r>
            <a:r>
              <a:rPr lang="en"/>
              <a:t> is a </a:t>
            </a:r>
            <a:r>
              <a:rPr b="1" lang="en"/>
              <a:t>complete subgraph </a:t>
            </a:r>
            <a:r>
              <a:rPr lang="en"/>
              <a:t>(density = 1.0)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size</a:t>
            </a:r>
            <a:r>
              <a:rPr lang="en"/>
              <a:t> of a clique is the number of nodes in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Cliques can be of different sizes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Clique of size 5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Clique of size 4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Clique of size 3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36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53" name="Google Shape;453;p36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54" name="Google Shape;454;p36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55" name="Google Shape;455;p36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56" name="Google Shape;456;p36"/>
          <p:cNvCxnSpPr>
            <a:stCxn id="452" idx="3"/>
            <a:endCxn id="453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7" name="Google Shape;457;p36"/>
          <p:cNvCxnSpPr>
            <a:stCxn id="455" idx="1"/>
            <a:endCxn id="453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8" name="Google Shape;458;p36"/>
          <p:cNvCxnSpPr>
            <a:stCxn id="452" idx="4"/>
            <a:endCxn id="455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9" name="Google Shape;459;p36"/>
          <p:cNvCxnSpPr>
            <a:stCxn id="452" idx="5"/>
            <a:endCxn id="454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0" name="Google Shape;460;p36"/>
          <p:cNvCxnSpPr>
            <a:stCxn id="454" idx="2"/>
            <a:endCxn id="453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1" name="Google Shape;461;p36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62" name="Google Shape;462;p36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63" name="Google Shape;463;p36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64" name="Google Shape;464;p36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65" name="Google Shape;465;p36"/>
          <p:cNvCxnSpPr>
            <a:stCxn id="461" idx="3"/>
            <a:endCxn id="462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6" name="Google Shape;466;p36"/>
          <p:cNvCxnSpPr>
            <a:stCxn id="464" idx="0"/>
            <a:endCxn id="462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7" name="Google Shape;467;p36"/>
          <p:cNvCxnSpPr>
            <a:stCxn id="461" idx="5"/>
            <a:endCxn id="463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8" name="Google Shape;468;p36"/>
          <p:cNvCxnSpPr>
            <a:stCxn id="463" idx="2"/>
            <a:endCxn id="462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9" name="Google Shape;469;p36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70" name="Google Shape;470;p36"/>
          <p:cNvCxnSpPr>
            <a:stCxn id="469" idx="0"/>
            <a:endCxn id="462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1" name="Google Shape;471;p36"/>
          <p:cNvCxnSpPr>
            <a:stCxn id="463" idx="3"/>
            <a:endCxn id="464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2" name="Google Shape;472;p36"/>
          <p:cNvCxnSpPr>
            <a:stCxn id="463" idx="3"/>
            <a:endCxn id="469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3" name="Google Shape;473;p36"/>
          <p:cNvCxnSpPr>
            <a:stCxn id="461" idx="4"/>
            <a:endCxn id="469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4" name="Google Shape;474;p36"/>
          <p:cNvCxnSpPr>
            <a:stCxn id="452" idx="6"/>
            <a:endCxn id="464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5" name="Google Shape;475;p36"/>
          <p:cNvCxnSpPr>
            <a:stCxn id="455" idx="7"/>
            <a:endCxn id="454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6" name="Google Shape;476;p36"/>
          <p:cNvCxnSpPr>
            <a:stCxn id="464" idx="6"/>
            <a:endCxn id="469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7" name="Google Shape;477;p36"/>
          <p:cNvCxnSpPr>
            <a:stCxn id="461" idx="4"/>
            <a:endCxn id="464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8" name="Google Shape;478;p36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79" name="Google Shape;479;p36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80" name="Google Shape;480;p36"/>
          <p:cNvCxnSpPr>
            <a:stCxn id="478" idx="3"/>
            <a:endCxn id="479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1" name="Google Shape;481;p36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82" name="Google Shape;482;p36"/>
          <p:cNvCxnSpPr>
            <a:stCxn id="481" idx="2"/>
            <a:endCxn id="479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3" name="Google Shape;483;p36"/>
          <p:cNvCxnSpPr>
            <a:stCxn id="481" idx="0"/>
            <a:endCxn id="478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4" name="Google Shape;484;p36"/>
          <p:cNvCxnSpPr>
            <a:stCxn id="454" idx="5"/>
            <a:endCxn id="478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5" name="Google Shape;485;p36"/>
          <p:cNvCxnSpPr>
            <a:stCxn id="469" idx="4"/>
            <a:endCxn id="478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6" name="Google Shape;486;p36"/>
          <p:cNvCxnSpPr>
            <a:stCxn id="454" idx="7"/>
            <a:endCxn id="469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492" name="Google Shape;492;p37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</a:t>
            </a:r>
            <a:r>
              <a:rPr b="1" lang="en"/>
              <a:t>clique</a:t>
            </a:r>
            <a:r>
              <a:rPr lang="en"/>
              <a:t> is a </a:t>
            </a:r>
            <a:r>
              <a:rPr b="1" lang="en"/>
              <a:t>complete subgraph </a:t>
            </a:r>
            <a:r>
              <a:rPr lang="en"/>
              <a:t>(density = 1.0)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size</a:t>
            </a:r>
            <a:r>
              <a:rPr lang="en"/>
              <a:t> of a clique is the number of nodes in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Cliques can be of different sizes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Clique of size 5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Clique of size 4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Clique of size 3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three is the smallest a clique can be!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37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94" name="Google Shape;494;p37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95" name="Google Shape;495;p37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96" name="Google Shape;496;p37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97" name="Google Shape;497;p37"/>
          <p:cNvCxnSpPr>
            <a:stCxn id="493" idx="3"/>
            <a:endCxn id="494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8" name="Google Shape;498;p37"/>
          <p:cNvCxnSpPr>
            <a:stCxn id="496" idx="1"/>
            <a:endCxn id="494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9" name="Google Shape;499;p37"/>
          <p:cNvCxnSpPr>
            <a:stCxn id="493" idx="4"/>
            <a:endCxn id="496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0" name="Google Shape;500;p37"/>
          <p:cNvCxnSpPr>
            <a:stCxn id="493" idx="5"/>
            <a:endCxn id="495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1" name="Google Shape;501;p37"/>
          <p:cNvCxnSpPr>
            <a:stCxn id="495" idx="2"/>
            <a:endCxn id="494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2" name="Google Shape;502;p37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503" name="Google Shape;503;p37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504" name="Google Shape;504;p37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505" name="Google Shape;505;p37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506" name="Google Shape;506;p37"/>
          <p:cNvCxnSpPr>
            <a:stCxn id="502" idx="3"/>
            <a:endCxn id="503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7" name="Google Shape;507;p37"/>
          <p:cNvCxnSpPr>
            <a:stCxn id="505" idx="0"/>
            <a:endCxn id="503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8" name="Google Shape;508;p37"/>
          <p:cNvCxnSpPr>
            <a:stCxn id="502" idx="5"/>
            <a:endCxn id="504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9" name="Google Shape;509;p37"/>
          <p:cNvCxnSpPr>
            <a:stCxn id="504" idx="2"/>
            <a:endCxn id="503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0" name="Google Shape;510;p37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511" name="Google Shape;511;p37"/>
          <p:cNvCxnSpPr>
            <a:stCxn id="510" idx="0"/>
            <a:endCxn id="503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2" name="Google Shape;512;p37"/>
          <p:cNvCxnSpPr>
            <a:stCxn id="504" idx="3"/>
            <a:endCxn id="505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3" name="Google Shape;513;p37"/>
          <p:cNvCxnSpPr>
            <a:stCxn id="504" idx="3"/>
            <a:endCxn id="510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4" name="Google Shape;514;p37"/>
          <p:cNvCxnSpPr>
            <a:stCxn id="502" idx="4"/>
            <a:endCxn id="510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" name="Google Shape;515;p37"/>
          <p:cNvCxnSpPr>
            <a:stCxn id="493" idx="6"/>
            <a:endCxn id="505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" name="Google Shape;516;p37"/>
          <p:cNvCxnSpPr>
            <a:stCxn id="496" idx="7"/>
            <a:endCxn id="495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7" name="Google Shape;517;p37"/>
          <p:cNvCxnSpPr>
            <a:stCxn id="505" idx="6"/>
            <a:endCxn id="510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8" name="Google Shape;518;p37"/>
          <p:cNvCxnSpPr>
            <a:stCxn id="502" idx="4"/>
            <a:endCxn id="505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9" name="Google Shape;519;p37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520" name="Google Shape;520;p37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521" name="Google Shape;521;p37"/>
          <p:cNvCxnSpPr>
            <a:stCxn id="519" idx="3"/>
            <a:endCxn id="520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2" name="Google Shape;522;p37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523" name="Google Shape;523;p37"/>
          <p:cNvCxnSpPr>
            <a:stCxn id="522" idx="2"/>
            <a:endCxn id="520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4" name="Google Shape;524;p37"/>
          <p:cNvCxnSpPr>
            <a:stCxn id="522" idx="0"/>
            <a:endCxn id="519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" name="Google Shape;525;p37"/>
          <p:cNvCxnSpPr>
            <a:stCxn id="495" idx="5"/>
            <a:endCxn id="519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" name="Google Shape;526;p37"/>
          <p:cNvCxnSpPr>
            <a:stCxn id="510" idx="4"/>
            <a:endCxn id="519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7" name="Google Shape;527;p37"/>
          <p:cNvCxnSpPr>
            <a:stCxn id="495" idx="7"/>
            <a:endCxn id="510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533" name="Google Shape;533;p38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</a:t>
            </a:r>
            <a:r>
              <a:rPr b="1" lang="en"/>
              <a:t>clique</a:t>
            </a:r>
            <a:r>
              <a:rPr lang="en"/>
              <a:t> is a </a:t>
            </a:r>
            <a:r>
              <a:rPr b="1" lang="en"/>
              <a:t>complete subgraph </a:t>
            </a:r>
            <a:r>
              <a:rPr lang="en"/>
              <a:t>(density = 1.0)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size</a:t>
            </a:r>
            <a:r>
              <a:rPr lang="en"/>
              <a:t> of a clique is the number of nodes in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Cliques can be of different sizes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Clique of size 5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Clique of size 4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Clique of size 3</a:t>
            </a:r>
            <a:endParaRPr b="1"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three is the smallest a clique can be!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 an undirected graph the </a:t>
            </a:r>
            <a:r>
              <a:rPr b="1" lang="en"/>
              <a:t>closed triad </a:t>
            </a:r>
            <a:r>
              <a:rPr lang="en"/>
              <a:t> is a clique of size three!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38"/>
          <p:cNvSpPr txBox="1"/>
          <p:nvPr/>
        </p:nvSpPr>
        <p:spPr>
          <a:xfrm>
            <a:off x="4891200" y="4083325"/>
            <a:ext cx="17493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 clique of size three!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535" name="Google Shape;535;p38"/>
          <p:cNvCxnSpPr>
            <a:stCxn id="534" idx="3"/>
          </p:cNvCxnSpPr>
          <p:nvPr/>
        </p:nvCxnSpPr>
        <p:spPr>
          <a:xfrm flipH="1" rot="10800000">
            <a:off x="6640500" y="4170625"/>
            <a:ext cx="1164600" cy="237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6" name="Google Shape;536;p38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537" name="Google Shape;537;p38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538" name="Google Shape;538;p38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539" name="Google Shape;539;p38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540" name="Google Shape;540;p38"/>
          <p:cNvCxnSpPr>
            <a:stCxn id="536" idx="3"/>
            <a:endCxn id="537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1" name="Google Shape;541;p38"/>
          <p:cNvCxnSpPr>
            <a:stCxn id="539" idx="1"/>
            <a:endCxn id="537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2" name="Google Shape;542;p38"/>
          <p:cNvCxnSpPr>
            <a:stCxn id="536" idx="4"/>
            <a:endCxn id="539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3" name="Google Shape;543;p38"/>
          <p:cNvCxnSpPr>
            <a:stCxn id="536" idx="5"/>
            <a:endCxn id="538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4" name="Google Shape;544;p38"/>
          <p:cNvCxnSpPr>
            <a:stCxn id="538" idx="2"/>
            <a:endCxn id="537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5" name="Google Shape;545;p38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546" name="Google Shape;546;p38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547" name="Google Shape;547;p38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548" name="Google Shape;548;p38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549" name="Google Shape;549;p38"/>
          <p:cNvCxnSpPr>
            <a:stCxn id="545" idx="3"/>
            <a:endCxn id="546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0" name="Google Shape;550;p38"/>
          <p:cNvCxnSpPr>
            <a:stCxn id="548" idx="0"/>
            <a:endCxn id="546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1" name="Google Shape;551;p38"/>
          <p:cNvCxnSpPr>
            <a:stCxn id="545" idx="5"/>
            <a:endCxn id="547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2" name="Google Shape;552;p38"/>
          <p:cNvCxnSpPr>
            <a:stCxn id="547" idx="2"/>
            <a:endCxn id="546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3" name="Google Shape;553;p38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554" name="Google Shape;554;p38"/>
          <p:cNvCxnSpPr>
            <a:stCxn id="553" idx="0"/>
            <a:endCxn id="546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5" name="Google Shape;555;p38"/>
          <p:cNvCxnSpPr>
            <a:stCxn id="547" idx="3"/>
            <a:endCxn id="548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6" name="Google Shape;556;p38"/>
          <p:cNvCxnSpPr>
            <a:stCxn id="547" idx="3"/>
            <a:endCxn id="553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7" name="Google Shape;557;p38"/>
          <p:cNvCxnSpPr>
            <a:stCxn id="545" idx="4"/>
            <a:endCxn id="553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8" name="Google Shape;558;p38"/>
          <p:cNvCxnSpPr>
            <a:stCxn id="536" idx="6"/>
            <a:endCxn id="548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9" name="Google Shape;559;p38"/>
          <p:cNvCxnSpPr>
            <a:stCxn id="539" idx="7"/>
            <a:endCxn id="538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0" name="Google Shape;560;p38"/>
          <p:cNvCxnSpPr>
            <a:stCxn id="548" idx="6"/>
            <a:endCxn id="553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1" name="Google Shape;561;p38"/>
          <p:cNvCxnSpPr>
            <a:stCxn id="545" idx="4"/>
            <a:endCxn id="548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2" name="Google Shape;562;p38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563" name="Google Shape;563;p38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564" name="Google Shape;564;p38"/>
          <p:cNvCxnSpPr>
            <a:stCxn id="562" idx="3"/>
            <a:endCxn id="563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5" name="Google Shape;565;p38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566" name="Google Shape;566;p38"/>
          <p:cNvCxnSpPr>
            <a:stCxn id="565" idx="2"/>
            <a:endCxn id="563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7" name="Google Shape;567;p38"/>
          <p:cNvCxnSpPr>
            <a:stCxn id="565" idx="0"/>
            <a:endCxn id="562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8" name="Google Shape;568;p38"/>
          <p:cNvCxnSpPr>
            <a:stCxn id="538" idx="5"/>
            <a:endCxn id="562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9" name="Google Shape;569;p38"/>
          <p:cNvCxnSpPr>
            <a:stCxn id="553" idx="4"/>
            <a:endCxn id="562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0" name="Google Shape;570;p38"/>
          <p:cNvCxnSpPr>
            <a:stCxn id="538" idx="7"/>
            <a:endCxn id="553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576" name="Google Shape;576;p39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</a:t>
            </a:r>
            <a:r>
              <a:rPr b="1" lang="en"/>
              <a:t>clique</a:t>
            </a:r>
            <a:r>
              <a:rPr lang="en"/>
              <a:t> is a </a:t>
            </a:r>
            <a:r>
              <a:rPr b="1" lang="en"/>
              <a:t>complete subgraph </a:t>
            </a:r>
            <a:r>
              <a:rPr lang="en"/>
              <a:t>(density = 1.0)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size</a:t>
            </a:r>
            <a:r>
              <a:rPr lang="en"/>
              <a:t> of a clique is the number of nodes in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Cliques can be of different sizes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Clique of size 5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Clique of size 4</a:t>
            </a:r>
            <a:endParaRPr b="1"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Clique of size 3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39"/>
          <p:cNvSpPr txBox="1"/>
          <p:nvPr/>
        </p:nvSpPr>
        <p:spPr>
          <a:xfrm>
            <a:off x="4431300" y="4177125"/>
            <a:ext cx="15711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 clique of size 4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578" name="Google Shape;578;p39"/>
          <p:cNvCxnSpPr>
            <a:stCxn id="577" idx="0"/>
          </p:cNvCxnSpPr>
          <p:nvPr/>
        </p:nvCxnSpPr>
        <p:spPr>
          <a:xfrm flipH="1" rot="10800000">
            <a:off x="5216850" y="3600825"/>
            <a:ext cx="569400" cy="576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9" name="Google Shape;579;p39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580" name="Google Shape;580;p39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581" name="Google Shape;581;p39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582" name="Google Shape;582;p39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583" name="Google Shape;583;p39"/>
          <p:cNvCxnSpPr>
            <a:stCxn id="579" idx="3"/>
            <a:endCxn id="580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4" name="Google Shape;584;p39"/>
          <p:cNvCxnSpPr>
            <a:stCxn id="582" idx="1"/>
            <a:endCxn id="580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5" name="Google Shape;585;p39"/>
          <p:cNvCxnSpPr>
            <a:stCxn id="579" idx="4"/>
            <a:endCxn id="582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6" name="Google Shape;586;p39"/>
          <p:cNvCxnSpPr>
            <a:stCxn id="579" idx="5"/>
            <a:endCxn id="581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7" name="Google Shape;587;p39"/>
          <p:cNvCxnSpPr>
            <a:stCxn id="581" idx="2"/>
            <a:endCxn id="580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8" name="Google Shape;588;p39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589" name="Google Shape;589;p39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590" name="Google Shape;590;p39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591" name="Google Shape;591;p39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592" name="Google Shape;592;p39"/>
          <p:cNvCxnSpPr>
            <a:stCxn id="588" idx="3"/>
            <a:endCxn id="589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3" name="Google Shape;593;p39"/>
          <p:cNvCxnSpPr>
            <a:stCxn id="591" idx="0"/>
            <a:endCxn id="589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4" name="Google Shape;594;p39"/>
          <p:cNvCxnSpPr>
            <a:stCxn id="588" idx="5"/>
            <a:endCxn id="590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5" name="Google Shape;595;p39"/>
          <p:cNvCxnSpPr>
            <a:stCxn id="590" idx="2"/>
            <a:endCxn id="589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6" name="Google Shape;596;p39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597" name="Google Shape;597;p39"/>
          <p:cNvCxnSpPr>
            <a:stCxn id="596" idx="0"/>
            <a:endCxn id="589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8" name="Google Shape;598;p39"/>
          <p:cNvCxnSpPr>
            <a:stCxn id="590" idx="3"/>
            <a:endCxn id="591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9" name="Google Shape;599;p39"/>
          <p:cNvCxnSpPr>
            <a:stCxn id="590" idx="3"/>
            <a:endCxn id="596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0" name="Google Shape;600;p39"/>
          <p:cNvCxnSpPr>
            <a:stCxn id="588" idx="4"/>
            <a:endCxn id="596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1" name="Google Shape;601;p39"/>
          <p:cNvCxnSpPr>
            <a:stCxn id="579" idx="6"/>
            <a:endCxn id="591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2" name="Google Shape;602;p39"/>
          <p:cNvCxnSpPr>
            <a:stCxn id="582" idx="7"/>
            <a:endCxn id="581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3" name="Google Shape;603;p39"/>
          <p:cNvCxnSpPr>
            <a:stCxn id="591" idx="6"/>
            <a:endCxn id="596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4" name="Google Shape;604;p39"/>
          <p:cNvCxnSpPr>
            <a:stCxn id="588" idx="4"/>
            <a:endCxn id="591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5" name="Google Shape;605;p39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606" name="Google Shape;606;p39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607" name="Google Shape;607;p39"/>
          <p:cNvCxnSpPr>
            <a:stCxn id="605" idx="3"/>
            <a:endCxn id="606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8" name="Google Shape;608;p39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609" name="Google Shape;609;p39"/>
          <p:cNvCxnSpPr>
            <a:stCxn id="608" idx="2"/>
            <a:endCxn id="606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0" name="Google Shape;610;p39"/>
          <p:cNvCxnSpPr>
            <a:stCxn id="608" idx="0"/>
            <a:endCxn id="605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1" name="Google Shape;611;p39"/>
          <p:cNvCxnSpPr>
            <a:stCxn id="581" idx="5"/>
            <a:endCxn id="605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2" name="Google Shape;612;p39"/>
          <p:cNvCxnSpPr>
            <a:stCxn id="596" idx="4"/>
            <a:endCxn id="605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3" name="Google Shape;613;p39"/>
          <p:cNvCxnSpPr>
            <a:stCxn id="581" idx="7"/>
            <a:endCxn id="596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619" name="Google Shape;619;p40"/>
          <p:cNvSpPr txBox="1"/>
          <p:nvPr/>
        </p:nvSpPr>
        <p:spPr>
          <a:xfrm>
            <a:off x="4965400" y="1071800"/>
            <a:ext cx="15765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 clique of size 5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620" name="Google Shape;620;p40"/>
          <p:cNvCxnSpPr/>
          <p:nvPr/>
        </p:nvCxnSpPr>
        <p:spPr>
          <a:xfrm flipH="1" rot="10800000">
            <a:off x="6382000" y="1303600"/>
            <a:ext cx="808200" cy="57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1" name="Google Shape;621;p40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</a:t>
            </a:r>
            <a:r>
              <a:rPr b="1" lang="en"/>
              <a:t>clique</a:t>
            </a:r>
            <a:r>
              <a:rPr lang="en"/>
              <a:t> is a </a:t>
            </a:r>
            <a:r>
              <a:rPr b="1" lang="en"/>
              <a:t>complete subgraph </a:t>
            </a:r>
            <a:r>
              <a:rPr lang="en"/>
              <a:t>(density = 1.0)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size</a:t>
            </a:r>
            <a:r>
              <a:rPr lang="en"/>
              <a:t> of a clique is the number of nodes in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Cliques can be of different sizes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Clique of size 5</a:t>
            </a:r>
            <a:endParaRPr b="1"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Clique of size 4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Clique of size 3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three is the smallest a clique can be!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an undirected graph the </a:t>
            </a:r>
            <a:r>
              <a:rPr b="1" lang="en"/>
              <a:t>closed triad </a:t>
            </a:r>
            <a:r>
              <a:rPr lang="en"/>
              <a:t> is a clique of size three!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40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623" name="Google Shape;623;p40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624" name="Google Shape;624;p40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625" name="Google Shape;625;p40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626" name="Google Shape;626;p40"/>
          <p:cNvCxnSpPr>
            <a:stCxn id="622" idx="3"/>
            <a:endCxn id="623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7" name="Google Shape;627;p40"/>
          <p:cNvCxnSpPr>
            <a:stCxn id="625" idx="1"/>
            <a:endCxn id="623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8" name="Google Shape;628;p40"/>
          <p:cNvCxnSpPr>
            <a:stCxn id="622" idx="4"/>
            <a:endCxn id="625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9" name="Google Shape;629;p40"/>
          <p:cNvCxnSpPr>
            <a:stCxn id="622" idx="5"/>
            <a:endCxn id="624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0" name="Google Shape;630;p40"/>
          <p:cNvCxnSpPr>
            <a:stCxn id="624" idx="2"/>
            <a:endCxn id="623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1" name="Google Shape;631;p40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632" name="Google Shape;632;p40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633" name="Google Shape;633;p40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634" name="Google Shape;634;p40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635" name="Google Shape;635;p40"/>
          <p:cNvCxnSpPr>
            <a:stCxn id="631" idx="3"/>
            <a:endCxn id="632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6" name="Google Shape;636;p40"/>
          <p:cNvCxnSpPr>
            <a:stCxn id="634" idx="0"/>
            <a:endCxn id="632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7" name="Google Shape;637;p40"/>
          <p:cNvCxnSpPr>
            <a:stCxn id="631" idx="5"/>
            <a:endCxn id="633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8" name="Google Shape;638;p40"/>
          <p:cNvCxnSpPr>
            <a:stCxn id="633" idx="2"/>
            <a:endCxn id="632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9" name="Google Shape;639;p40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640" name="Google Shape;640;p40"/>
          <p:cNvCxnSpPr>
            <a:stCxn id="639" idx="0"/>
            <a:endCxn id="632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1" name="Google Shape;641;p40"/>
          <p:cNvCxnSpPr>
            <a:stCxn id="633" idx="3"/>
            <a:endCxn id="634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2" name="Google Shape;642;p40"/>
          <p:cNvCxnSpPr>
            <a:stCxn id="633" idx="3"/>
            <a:endCxn id="639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3" name="Google Shape;643;p40"/>
          <p:cNvCxnSpPr>
            <a:stCxn id="631" idx="4"/>
            <a:endCxn id="639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4" name="Google Shape;644;p40"/>
          <p:cNvCxnSpPr>
            <a:stCxn id="622" idx="6"/>
            <a:endCxn id="634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5" name="Google Shape;645;p40"/>
          <p:cNvCxnSpPr>
            <a:stCxn id="625" idx="7"/>
            <a:endCxn id="624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6" name="Google Shape;646;p40"/>
          <p:cNvCxnSpPr>
            <a:stCxn id="634" idx="6"/>
            <a:endCxn id="639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7" name="Google Shape;647;p40"/>
          <p:cNvCxnSpPr>
            <a:stCxn id="631" idx="4"/>
            <a:endCxn id="634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8" name="Google Shape;648;p40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649" name="Google Shape;649;p40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650" name="Google Shape;650;p40"/>
          <p:cNvCxnSpPr>
            <a:stCxn id="648" idx="3"/>
            <a:endCxn id="649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1" name="Google Shape;651;p40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652" name="Google Shape;652;p40"/>
          <p:cNvCxnSpPr>
            <a:stCxn id="651" idx="2"/>
            <a:endCxn id="649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3" name="Google Shape;653;p40"/>
          <p:cNvCxnSpPr>
            <a:stCxn id="651" idx="0"/>
            <a:endCxn id="648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4" name="Google Shape;654;p40"/>
          <p:cNvCxnSpPr>
            <a:stCxn id="624" idx="5"/>
            <a:endCxn id="648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5" name="Google Shape;655;p40"/>
          <p:cNvCxnSpPr>
            <a:stCxn id="639" idx="4"/>
            <a:endCxn id="648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6" name="Google Shape;656;p40"/>
          <p:cNvCxnSpPr>
            <a:stCxn id="624" idx="7"/>
            <a:endCxn id="639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662" name="Google Shape;662;p41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</a:t>
            </a:r>
            <a:r>
              <a:rPr b="1" lang="en"/>
              <a:t>clique</a:t>
            </a:r>
            <a:r>
              <a:rPr lang="en"/>
              <a:t> is a </a:t>
            </a:r>
            <a:r>
              <a:rPr b="1" lang="en"/>
              <a:t>complete subgraph </a:t>
            </a:r>
            <a:r>
              <a:rPr lang="en"/>
              <a:t>(density = 1.0)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size</a:t>
            </a:r>
            <a:r>
              <a:rPr lang="en"/>
              <a:t> of a clique is the number of nodes in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Cliques can be of different sizes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Clique of size 5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Clique of size 4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Clique of size 3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three is the smallest a clique can be!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 this subgraph a clique?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41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664" name="Google Shape;664;p41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665" name="Google Shape;665;p41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666" name="Google Shape;666;p41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667" name="Google Shape;667;p41"/>
          <p:cNvCxnSpPr>
            <a:stCxn id="663" idx="3"/>
            <a:endCxn id="664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8" name="Google Shape;668;p41"/>
          <p:cNvCxnSpPr>
            <a:stCxn id="666" idx="1"/>
            <a:endCxn id="664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9" name="Google Shape;669;p41"/>
          <p:cNvCxnSpPr>
            <a:stCxn id="663" idx="4"/>
            <a:endCxn id="666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0" name="Google Shape;670;p41"/>
          <p:cNvCxnSpPr>
            <a:stCxn id="663" idx="5"/>
            <a:endCxn id="665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1" name="Google Shape;671;p41"/>
          <p:cNvCxnSpPr>
            <a:stCxn id="665" idx="2"/>
            <a:endCxn id="664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2" name="Google Shape;672;p41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673" name="Google Shape;673;p41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674" name="Google Shape;674;p41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675" name="Google Shape;675;p41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676" name="Google Shape;676;p41"/>
          <p:cNvCxnSpPr>
            <a:stCxn id="672" idx="3"/>
            <a:endCxn id="673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7" name="Google Shape;677;p41"/>
          <p:cNvCxnSpPr>
            <a:stCxn id="675" idx="0"/>
            <a:endCxn id="673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8" name="Google Shape;678;p41"/>
          <p:cNvCxnSpPr>
            <a:stCxn id="672" idx="5"/>
            <a:endCxn id="674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9" name="Google Shape;679;p41"/>
          <p:cNvCxnSpPr>
            <a:stCxn id="674" idx="2"/>
            <a:endCxn id="673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0" name="Google Shape;680;p41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681" name="Google Shape;681;p41"/>
          <p:cNvCxnSpPr>
            <a:stCxn id="680" idx="0"/>
            <a:endCxn id="673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2" name="Google Shape;682;p41"/>
          <p:cNvCxnSpPr>
            <a:stCxn id="674" idx="3"/>
            <a:endCxn id="675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3" name="Google Shape;683;p41"/>
          <p:cNvCxnSpPr>
            <a:stCxn id="674" idx="3"/>
            <a:endCxn id="680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4" name="Google Shape;684;p41"/>
          <p:cNvCxnSpPr>
            <a:stCxn id="672" idx="4"/>
            <a:endCxn id="680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5" name="Google Shape;685;p41"/>
          <p:cNvCxnSpPr>
            <a:stCxn id="663" idx="6"/>
            <a:endCxn id="675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6" name="Google Shape;686;p41"/>
          <p:cNvCxnSpPr>
            <a:stCxn id="666" idx="7"/>
            <a:endCxn id="665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7" name="Google Shape;687;p41"/>
          <p:cNvCxnSpPr>
            <a:stCxn id="675" idx="6"/>
            <a:endCxn id="680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8" name="Google Shape;688;p41"/>
          <p:cNvCxnSpPr>
            <a:stCxn id="672" idx="4"/>
            <a:endCxn id="675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9" name="Google Shape;689;p41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690" name="Google Shape;690;p41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691" name="Google Shape;691;p41"/>
          <p:cNvCxnSpPr>
            <a:stCxn id="689" idx="3"/>
            <a:endCxn id="690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2" name="Google Shape;692;p41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693" name="Google Shape;693;p41"/>
          <p:cNvCxnSpPr>
            <a:stCxn id="692" idx="2"/>
            <a:endCxn id="690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4" name="Google Shape;694;p41"/>
          <p:cNvCxnSpPr>
            <a:stCxn id="692" idx="0"/>
            <a:endCxn id="689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" name="Google Shape;695;p41"/>
          <p:cNvCxnSpPr>
            <a:stCxn id="665" idx="5"/>
            <a:endCxn id="689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6" name="Google Shape;696;p41"/>
          <p:cNvCxnSpPr>
            <a:stCxn id="680" idx="4"/>
            <a:endCxn id="689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7" name="Google Shape;697;p41"/>
          <p:cNvCxnSpPr>
            <a:stCxn id="665" idx="7"/>
            <a:endCxn id="680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703" name="Google Shape;703;p42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</a:t>
            </a:r>
            <a:r>
              <a:rPr b="1" lang="en"/>
              <a:t>clique</a:t>
            </a:r>
            <a:r>
              <a:rPr lang="en"/>
              <a:t> is a </a:t>
            </a:r>
            <a:r>
              <a:rPr b="1" lang="en"/>
              <a:t>complete subgraph </a:t>
            </a:r>
            <a:r>
              <a:rPr lang="en"/>
              <a:t>(density = 1.0)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size</a:t>
            </a:r>
            <a:r>
              <a:rPr lang="en"/>
              <a:t> of a clique is the number of nodes in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Cliques can be of different sizes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Clique of size 5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Clique of size 4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Clique of size 3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three is the smallest a clique can be!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 this subgraph a clique?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No! It’s missing the BF edge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42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05" name="Google Shape;705;p42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06" name="Google Shape;706;p42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07" name="Google Shape;707;p42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708" name="Google Shape;708;p42"/>
          <p:cNvCxnSpPr>
            <a:stCxn id="704" idx="3"/>
            <a:endCxn id="705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9" name="Google Shape;709;p42"/>
          <p:cNvCxnSpPr>
            <a:stCxn id="707" idx="1"/>
            <a:endCxn id="705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0" name="Google Shape;710;p42"/>
          <p:cNvCxnSpPr>
            <a:stCxn id="704" idx="4"/>
            <a:endCxn id="707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1" name="Google Shape;711;p42"/>
          <p:cNvCxnSpPr>
            <a:stCxn id="704" idx="5"/>
            <a:endCxn id="706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2" name="Google Shape;712;p42"/>
          <p:cNvCxnSpPr>
            <a:stCxn id="706" idx="2"/>
            <a:endCxn id="705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3" name="Google Shape;713;p42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14" name="Google Shape;714;p42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15" name="Google Shape;715;p42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16" name="Google Shape;716;p42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717" name="Google Shape;717;p42"/>
          <p:cNvCxnSpPr>
            <a:stCxn id="713" idx="3"/>
            <a:endCxn id="714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8" name="Google Shape;718;p42"/>
          <p:cNvCxnSpPr>
            <a:stCxn id="716" idx="0"/>
            <a:endCxn id="714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9" name="Google Shape;719;p42"/>
          <p:cNvCxnSpPr>
            <a:stCxn id="713" idx="5"/>
            <a:endCxn id="715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0" name="Google Shape;720;p42"/>
          <p:cNvCxnSpPr>
            <a:stCxn id="715" idx="2"/>
            <a:endCxn id="714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1" name="Google Shape;721;p42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722" name="Google Shape;722;p42"/>
          <p:cNvCxnSpPr>
            <a:stCxn id="721" idx="0"/>
            <a:endCxn id="714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" name="Google Shape;723;p42"/>
          <p:cNvCxnSpPr>
            <a:stCxn id="715" idx="3"/>
            <a:endCxn id="716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4" name="Google Shape;724;p42"/>
          <p:cNvCxnSpPr>
            <a:stCxn id="715" idx="3"/>
            <a:endCxn id="721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5" name="Google Shape;725;p42"/>
          <p:cNvCxnSpPr>
            <a:stCxn id="713" idx="4"/>
            <a:endCxn id="721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6" name="Google Shape;726;p42"/>
          <p:cNvCxnSpPr>
            <a:stCxn id="704" idx="6"/>
            <a:endCxn id="716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7" name="Google Shape;727;p42"/>
          <p:cNvCxnSpPr>
            <a:stCxn id="707" idx="7"/>
            <a:endCxn id="706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8" name="Google Shape;728;p42"/>
          <p:cNvCxnSpPr>
            <a:stCxn id="716" idx="6"/>
            <a:endCxn id="721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9" name="Google Shape;729;p42"/>
          <p:cNvCxnSpPr>
            <a:stCxn id="713" idx="4"/>
            <a:endCxn id="716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0" name="Google Shape;730;p42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31" name="Google Shape;731;p42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732" name="Google Shape;732;p42"/>
          <p:cNvCxnSpPr>
            <a:stCxn id="730" idx="3"/>
            <a:endCxn id="731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3" name="Google Shape;733;p42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734" name="Google Shape;734;p42"/>
          <p:cNvCxnSpPr>
            <a:stCxn id="733" idx="2"/>
            <a:endCxn id="731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5" name="Google Shape;735;p42"/>
          <p:cNvCxnSpPr>
            <a:stCxn id="733" idx="0"/>
            <a:endCxn id="730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6" name="Google Shape;736;p42"/>
          <p:cNvCxnSpPr>
            <a:stCxn id="706" idx="5"/>
            <a:endCxn id="730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7" name="Google Shape;737;p42"/>
          <p:cNvCxnSpPr>
            <a:stCxn id="721" idx="4"/>
            <a:endCxn id="730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8" name="Google Shape;738;p42"/>
          <p:cNvCxnSpPr>
            <a:stCxn id="706" idx="7"/>
            <a:endCxn id="721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9" name="Google Shape;739;p42"/>
          <p:cNvCxnSpPr>
            <a:endCxn id="721" idx="2"/>
          </p:cNvCxnSpPr>
          <p:nvPr/>
        </p:nvCxnSpPr>
        <p:spPr>
          <a:xfrm>
            <a:off x="6438101" y="2214911"/>
            <a:ext cx="1733700" cy="84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745" name="Google Shape;745;p43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Cliques are referred to by their node 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graph has </a:t>
            </a:r>
            <a:r>
              <a:rPr b="1" lang="en"/>
              <a:t>six </a:t>
            </a:r>
            <a:r>
              <a:rPr lang="en"/>
              <a:t>cliques of size four: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{A, B, C, D}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43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47" name="Google Shape;747;p43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48" name="Google Shape;748;p43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49" name="Google Shape;749;p43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750" name="Google Shape;750;p43"/>
          <p:cNvCxnSpPr>
            <a:stCxn id="746" idx="3"/>
            <a:endCxn id="747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1" name="Google Shape;751;p43"/>
          <p:cNvCxnSpPr>
            <a:stCxn id="749" idx="1"/>
            <a:endCxn id="747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2" name="Google Shape;752;p43"/>
          <p:cNvCxnSpPr>
            <a:stCxn id="746" idx="4"/>
            <a:endCxn id="749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3" name="Google Shape;753;p43"/>
          <p:cNvCxnSpPr>
            <a:stCxn id="746" idx="5"/>
            <a:endCxn id="748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4" name="Google Shape;754;p43"/>
          <p:cNvCxnSpPr>
            <a:stCxn id="748" idx="2"/>
            <a:endCxn id="747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5" name="Google Shape;755;p43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56" name="Google Shape;756;p43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57" name="Google Shape;757;p43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58" name="Google Shape;758;p43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759" name="Google Shape;759;p43"/>
          <p:cNvCxnSpPr>
            <a:stCxn id="755" idx="3"/>
            <a:endCxn id="756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0" name="Google Shape;760;p43"/>
          <p:cNvCxnSpPr>
            <a:stCxn id="758" idx="0"/>
            <a:endCxn id="756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1" name="Google Shape;761;p43"/>
          <p:cNvCxnSpPr>
            <a:stCxn id="755" idx="5"/>
            <a:endCxn id="757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2" name="Google Shape;762;p43"/>
          <p:cNvCxnSpPr>
            <a:stCxn id="757" idx="2"/>
            <a:endCxn id="756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3" name="Google Shape;763;p43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764" name="Google Shape;764;p43"/>
          <p:cNvCxnSpPr>
            <a:stCxn id="763" idx="0"/>
            <a:endCxn id="756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5" name="Google Shape;765;p43"/>
          <p:cNvCxnSpPr>
            <a:stCxn id="757" idx="3"/>
            <a:endCxn id="758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6" name="Google Shape;766;p43"/>
          <p:cNvCxnSpPr>
            <a:stCxn id="757" idx="3"/>
            <a:endCxn id="763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7" name="Google Shape;767;p43"/>
          <p:cNvCxnSpPr>
            <a:stCxn id="755" idx="4"/>
            <a:endCxn id="763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8" name="Google Shape;768;p43"/>
          <p:cNvCxnSpPr>
            <a:stCxn id="746" idx="6"/>
            <a:endCxn id="758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9" name="Google Shape;769;p43"/>
          <p:cNvCxnSpPr>
            <a:stCxn id="749" idx="7"/>
            <a:endCxn id="748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0" name="Google Shape;770;p43"/>
          <p:cNvCxnSpPr>
            <a:stCxn id="758" idx="6"/>
            <a:endCxn id="763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1" name="Google Shape;771;p43"/>
          <p:cNvCxnSpPr>
            <a:stCxn id="755" idx="4"/>
            <a:endCxn id="758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2" name="Google Shape;772;p43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73" name="Google Shape;773;p43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774" name="Google Shape;774;p43"/>
          <p:cNvCxnSpPr>
            <a:stCxn id="772" idx="3"/>
            <a:endCxn id="773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5" name="Google Shape;775;p43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776" name="Google Shape;776;p43"/>
          <p:cNvCxnSpPr>
            <a:stCxn id="775" idx="2"/>
            <a:endCxn id="773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7" name="Google Shape;777;p43"/>
          <p:cNvCxnSpPr>
            <a:stCxn id="775" idx="0"/>
            <a:endCxn id="772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8" name="Google Shape;778;p43"/>
          <p:cNvCxnSpPr>
            <a:stCxn id="748" idx="5"/>
            <a:endCxn id="772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9" name="Google Shape;779;p43"/>
          <p:cNvCxnSpPr>
            <a:stCxn id="763" idx="4"/>
            <a:endCxn id="772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0" name="Google Shape;780;p43"/>
          <p:cNvCxnSpPr>
            <a:stCxn id="748" idx="7"/>
            <a:endCxn id="763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786" name="Google Shape;786;p44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Cliques are referred to by their node 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graph has six cliques of size four: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{A, B, C, D}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{F, G, H, I} 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44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88" name="Google Shape;788;p44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89" name="Google Shape;789;p44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90" name="Google Shape;790;p44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791" name="Google Shape;791;p44"/>
          <p:cNvCxnSpPr>
            <a:stCxn id="787" idx="3"/>
            <a:endCxn id="788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2" name="Google Shape;792;p44"/>
          <p:cNvCxnSpPr>
            <a:stCxn id="790" idx="1"/>
            <a:endCxn id="788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3" name="Google Shape;793;p44"/>
          <p:cNvCxnSpPr>
            <a:stCxn id="787" idx="4"/>
            <a:endCxn id="790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4" name="Google Shape;794;p44"/>
          <p:cNvCxnSpPr>
            <a:stCxn id="787" idx="5"/>
            <a:endCxn id="789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5" name="Google Shape;795;p44"/>
          <p:cNvCxnSpPr>
            <a:stCxn id="789" idx="2"/>
            <a:endCxn id="788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6" name="Google Shape;796;p44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97" name="Google Shape;797;p44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98" name="Google Shape;798;p44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99" name="Google Shape;799;p44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800" name="Google Shape;800;p44"/>
          <p:cNvCxnSpPr>
            <a:stCxn id="796" idx="3"/>
            <a:endCxn id="797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1" name="Google Shape;801;p44"/>
          <p:cNvCxnSpPr>
            <a:stCxn id="799" idx="0"/>
            <a:endCxn id="797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2" name="Google Shape;802;p44"/>
          <p:cNvCxnSpPr>
            <a:stCxn id="796" idx="5"/>
            <a:endCxn id="798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3" name="Google Shape;803;p44"/>
          <p:cNvCxnSpPr>
            <a:stCxn id="798" idx="2"/>
            <a:endCxn id="797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4" name="Google Shape;804;p44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805" name="Google Shape;805;p44"/>
          <p:cNvCxnSpPr>
            <a:stCxn id="804" idx="0"/>
            <a:endCxn id="797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6" name="Google Shape;806;p44"/>
          <p:cNvCxnSpPr>
            <a:stCxn id="798" idx="3"/>
            <a:endCxn id="799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7" name="Google Shape;807;p44"/>
          <p:cNvCxnSpPr>
            <a:stCxn id="798" idx="3"/>
            <a:endCxn id="804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8" name="Google Shape;808;p44"/>
          <p:cNvCxnSpPr>
            <a:stCxn id="796" idx="4"/>
            <a:endCxn id="804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9" name="Google Shape;809;p44"/>
          <p:cNvCxnSpPr>
            <a:stCxn id="787" idx="6"/>
            <a:endCxn id="799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0" name="Google Shape;810;p44"/>
          <p:cNvCxnSpPr>
            <a:stCxn id="790" idx="7"/>
            <a:endCxn id="789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1" name="Google Shape;811;p44"/>
          <p:cNvCxnSpPr>
            <a:stCxn id="799" idx="6"/>
            <a:endCxn id="804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2" name="Google Shape;812;p44"/>
          <p:cNvCxnSpPr>
            <a:stCxn id="796" idx="4"/>
            <a:endCxn id="799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3" name="Google Shape;813;p44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814" name="Google Shape;814;p44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815" name="Google Shape;815;p44"/>
          <p:cNvCxnSpPr>
            <a:stCxn id="813" idx="3"/>
            <a:endCxn id="814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6" name="Google Shape;816;p44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817" name="Google Shape;817;p44"/>
          <p:cNvCxnSpPr>
            <a:stCxn id="816" idx="2"/>
            <a:endCxn id="814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8" name="Google Shape;818;p44"/>
          <p:cNvCxnSpPr>
            <a:stCxn id="816" idx="0"/>
            <a:endCxn id="813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9" name="Google Shape;819;p44"/>
          <p:cNvCxnSpPr>
            <a:stCxn id="789" idx="5"/>
            <a:endCxn id="813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0" name="Google Shape;820;p44"/>
          <p:cNvCxnSpPr>
            <a:stCxn id="804" idx="4"/>
            <a:endCxn id="813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1" name="Google Shape;821;p44"/>
          <p:cNvCxnSpPr>
            <a:stCxn id="789" idx="7"/>
            <a:endCxn id="804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827" name="Google Shape;827;p45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Cliques are referred to by their node 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graph has six cliques of size four: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{A, B, C, D}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{F, G, H, I}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{E, F, G, H}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45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829" name="Google Shape;829;p45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830" name="Google Shape;830;p45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831" name="Google Shape;831;p45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832" name="Google Shape;832;p45"/>
          <p:cNvCxnSpPr>
            <a:stCxn id="828" idx="3"/>
            <a:endCxn id="829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3" name="Google Shape;833;p45"/>
          <p:cNvCxnSpPr>
            <a:stCxn id="831" idx="1"/>
            <a:endCxn id="829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4" name="Google Shape;834;p45"/>
          <p:cNvCxnSpPr>
            <a:stCxn id="828" idx="4"/>
            <a:endCxn id="831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5" name="Google Shape;835;p45"/>
          <p:cNvCxnSpPr>
            <a:stCxn id="828" idx="5"/>
            <a:endCxn id="830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6" name="Google Shape;836;p45"/>
          <p:cNvCxnSpPr>
            <a:stCxn id="830" idx="2"/>
            <a:endCxn id="829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7" name="Google Shape;837;p45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838" name="Google Shape;838;p45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839" name="Google Shape;839;p45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840" name="Google Shape;840;p45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841" name="Google Shape;841;p45"/>
          <p:cNvCxnSpPr>
            <a:stCxn id="837" idx="3"/>
            <a:endCxn id="838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2" name="Google Shape;842;p45"/>
          <p:cNvCxnSpPr>
            <a:stCxn id="840" idx="0"/>
            <a:endCxn id="838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3" name="Google Shape;843;p45"/>
          <p:cNvCxnSpPr>
            <a:stCxn id="837" idx="5"/>
            <a:endCxn id="839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4" name="Google Shape;844;p45"/>
          <p:cNvCxnSpPr>
            <a:stCxn id="839" idx="2"/>
            <a:endCxn id="838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5" name="Google Shape;845;p45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846" name="Google Shape;846;p45"/>
          <p:cNvCxnSpPr>
            <a:stCxn id="845" idx="0"/>
            <a:endCxn id="838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7" name="Google Shape;847;p45"/>
          <p:cNvCxnSpPr>
            <a:stCxn id="839" idx="3"/>
            <a:endCxn id="840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8" name="Google Shape;848;p45"/>
          <p:cNvCxnSpPr>
            <a:stCxn id="839" idx="3"/>
            <a:endCxn id="845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9" name="Google Shape;849;p45"/>
          <p:cNvCxnSpPr>
            <a:stCxn id="837" idx="4"/>
            <a:endCxn id="845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0" name="Google Shape;850;p45"/>
          <p:cNvCxnSpPr>
            <a:stCxn id="828" idx="6"/>
            <a:endCxn id="840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1" name="Google Shape;851;p45"/>
          <p:cNvCxnSpPr>
            <a:stCxn id="831" idx="7"/>
            <a:endCxn id="830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2" name="Google Shape;852;p45"/>
          <p:cNvCxnSpPr>
            <a:stCxn id="840" idx="6"/>
            <a:endCxn id="845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3" name="Google Shape;853;p45"/>
          <p:cNvCxnSpPr>
            <a:stCxn id="837" idx="4"/>
            <a:endCxn id="840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4" name="Google Shape;854;p45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855" name="Google Shape;855;p45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856" name="Google Shape;856;p45"/>
          <p:cNvCxnSpPr>
            <a:stCxn id="854" idx="3"/>
            <a:endCxn id="855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7" name="Google Shape;857;p45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858" name="Google Shape;858;p45"/>
          <p:cNvCxnSpPr>
            <a:stCxn id="857" idx="2"/>
            <a:endCxn id="855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9" name="Google Shape;859;p45"/>
          <p:cNvCxnSpPr>
            <a:stCxn id="857" idx="0"/>
            <a:endCxn id="854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0" name="Google Shape;860;p45"/>
          <p:cNvCxnSpPr>
            <a:stCxn id="830" idx="5"/>
            <a:endCxn id="854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1" name="Google Shape;861;p45"/>
          <p:cNvCxnSpPr>
            <a:stCxn id="845" idx="4"/>
            <a:endCxn id="854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2" name="Google Shape;862;p45"/>
          <p:cNvCxnSpPr>
            <a:stCxn id="830" idx="7"/>
            <a:endCxn id="845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868" name="Google Shape;868;p46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Cliques are referred to by their node 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graph has six cliques of size four: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{A, B, C, D}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{F, G, H, I}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{E, F, G, H}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{E, F, G, I}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46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870" name="Google Shape;870;p46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871" name="Google Shape;871;p46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872" name="Google Shape;872;p46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873" name="Google Shape;873;p46"/>
          <p:cNvCxnSpPr>
            <a:stCxn id="869" idx="3"/>
            <a:endCxn id="870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4" name="Google Shape;874;p46"/>
          <p:cNvCxnSpPr>
            <a:stCxn id="872" idx="1"/>
            <a:endCxn id="870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5" name="Google Shape;875;p46"/>
          <p:cNvCxnSpPr>
            <a:stCxn id="869" idx="4"/>
            <a:endCxn id="872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6" name="Google Shape;876;p46"/>
          <p:cNvCxnSpPr>
            <a:stCxn id="869" idx="5"/>
            <a:endCxn id="871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7" name="Google Shape;877;p46"/>
          <p:cNvCxnSpPr>
            <a:stCxn id="871" idx="2"/>
            <a:endCxn id="870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8" name="Google Shape;878;p46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879" name="Google Shape;879;p46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880" name="Google Shape;880;p46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881" name="Google Shape;881;p46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882" name="Google Shape;882;p46"/>
          <p:cNvCxnSpPr>
            <a:stCxn id="878" idx="3"/>
            <a:endCxn id="879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3" name="Google Shape;883;p46"/>
          <p:cNvCxnSpPr>
            <a:stCxn id="881" idx="0"/>
            <a:endCxn id="879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4" name="Google Shape;884;p46"/>
          <p:cNvCxnSpPr>
            <a:stCxn id="878" idx="5"/>
            <a:endCxn id="880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5" name="Google Shape;885;p46"/>
          <p:cNvCxnSpPr>
            <a:stCxn id="880" idx="2"/>
            <a:endCxn id="879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6" name="Google Shape;886;p46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887" name="Google Shape;887;p46"/>
          <p:cNvCxnSpPr>
            <a:stCxn id="886" idx="0"/>
            <a:endCxn id="879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8" name="Google Shape;888;p46"/>
          <p:cNvCxnSpPr>
            <a:stCxn id="880" idx="3"/>
            <a:endCxn id="881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9" name="Google Shape;889;p46"/>
          <p:cNvCxnSpPr>
            <a:stCxn id="880" idx="3"/>
            <a:endCxn id="886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0" name="Google Shape;890;p46"/>
          <p:cNvCxnSpPr>
            <a:stCxn id="878" idx="4"/>
            <a:endCxn id="886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1" name="Google Shape;891;p46"/>
          <p:cNvCxnSpPr>
            <a:stCxn id="869" idx="6"/>
            <a:endCxn id="881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2" name="Google Shape;892;p46"/>
          <p:cNvCxnSpPr>
            <a:stCxn id="872" idx="7"/>
            <a:endCxn id="871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3" name="Google Shape;893;p46"/>
          <p:cNvCxnSpPr>
            <a:stCxn id="881" idx="6"/>
            <a:endCxn id="886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4" name="Google Shape;894;p46"/>
          <p:cNvCxnSpPr>
            <a:stCxn id="878" idx="4"/>
            <a:endCxn id="881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5" name="Google Shape;895;p46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896" name="Google Shape;896;p46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897" name="Google Shape;897;p46"/>
          <p:cNvCxnSpPr>
            <a:stCxn id="895" idx="3"/>
            <a:endCxn id="896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8" name="Google Shape;898;p46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899" name="Google Shape;899;p46"/>
          <p:cNvCxnSpPr>
            <a:stCxn id="898" idx="2"/>
            <a:endCxn id="896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0" name="Google Shape;900;p46"/>
          <p:cNvCxnSpPr>
            <a:stCxn id="898" idx="0"/>
            <a:endCxn id="895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1" name="Google Shape;901;p46"/>
          <p:cNvCxnSpPr>
            <a:stCxn id="871" idx="5"/>
            <a:endCxn id="895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2" name="Google Shape;902;p46"/>
          <p:cNvCxnSpPr>
            <a:stCxn id="886" idx="4"/>
            <a:endCxn id="895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3" name="Google Shape;903;p46"/>
          <p:cNvCxnSpPr>
            <a:stCxn id="871" idx="7"/>
            <a:endCxn id="886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909" name="Google Shape;909;p47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Cliques are referred to by their node 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graph has six cliques of size four: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{A, B, C, D}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{F, G, H, I}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{E, F, G, H}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{E, F, G, I}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{E, F, H, I}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47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911" name="Google Shape;911;p47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912" name="Google Shape;912;p47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913" name="Google Shape;913;p47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914" name="Google Shape;914;p47"/>
          <p:cNvCxnSpPr>
            <a:stCxn id="910" idx="3"/>
            <a:endCxn id="911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5" name="Google Shape;915;p47"/>
          <p:cNvCxnSpPr>
            <a:stCxn id="913" idx="1"/>
            <a:endCxn id="911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6" name="Google Shape;916;p47"/>
          <p:cNvCxnSpPr>
            <a:stCxn id="910" idx="4"/>
            <a:endCxn id="913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7" name="Google Shape;917;p47"/>
          <p:cNvCxnSpPr>
            <a:stCxn id="910" idx="5"/>
            <a:endCxn id="912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8" name="Google Shape;918;p47"/>
          <p:cNvCxnSpPr>
            <a:stCxn id="912" idx="2"/>
            <a:endCxn id="911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9" name="Google Shape;919;p47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920" name="Google Shape;920;p47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921" name="Google Shape;921;p47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922" name="Google Shape;922;p47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923" name="Google Shape;923;p47"/>
          <p:cNvCxnSpPr>
            <a:stCxn id="919" idx="3"/>
            <a:endCxn id="920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4" name="Google Shape;924;p47"/>
          <p:cNvCxnSpPr>
            <a:stCxn id="922" idx="0"/>
            <a:endCxn id="920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5" name="Google Shape;925;p47"/>
          <p:cNvCxnSpPr>
            <a:stCxn id="919" idx="5"/>
            <a:endCxn id="921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6" name="Google Shape;926;p47"/>
          <p:cNvCxnSpPr>
            <a:stCxn id="921" idx="2"/>
            <a:endCxn id="920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7" name="Google Shape;927;p47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928" name="Google Shape;928;p47"/>
          <p:cNvCxnSpPr>
            <a:stCxn id="927" idx="0"/>
            <a:endCxn id="920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9" name="Google Shape;929;p47"/>
          <p:cNvCxnSpPr>
            <a:stCxn id="921" idx="3"/>
            <a:endCxn id="922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0" name="Google Shape;930;p47"/>
          <p:cNvCxnSpPr>
            <a:stCxn id="921" idx="3"/>
            <a:endCxn id="927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1" name="Google Shape;931;p47"/>
          <p:cNvCxnSpPr>
            <a:stCxn id="919" idx="4"/>
            <a:endCxn id="927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2" name="Google Shape;932;p47"/>
          <p:cNvCxnSpPr>
            <a:stCxn id="910" idx="6"/>
            <a:endCxn id="922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3" name="Google Shape;933;p47"/>
          <p:cNvCxnSpPr>
            <a:stCxn id="913" idx="7"/>
            <a:endCxn id="912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4" name="Google Shape;934;p47"/>
          <p:cNvCxnSpPr>
            <a:stCxn id="922" idx="6"/>
            <a:endCxn id="927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5" name="Google Shape;935;p47"/>
          <p:cNvCxnSpPr>
            <a:stCxn id="919" idx="4"/>
            <a:endCxn id="922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6" name="Google Shape;936;p47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937" name="Google Shape;937;p47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938" name="Google Shape;938;p47"/>
          <p:cNvCxnSpPr>
            <a:stCxn id="936" idx="3"/>
            <a:endCxn id="937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9" name="Google Shape;939;p47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940" name="Google Shape;940;p47"/>
          <p:cNvCxnSpPr>
            <a:stCxn id="939" idx="2"/>
            <a:endCxn id="937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1" name="Google Shape;941;p47"/>
          <p:cNvCxnSpPr>
            <a:stCxn id="939" idx="0"/>
            <a:endCxn id="936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2" name="Google Shape;942;p47"/>
          <p:cNvCxnSpPr>
            <a:stCxn id="912" idx="5"/>
            <a:endCxn id="936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3" name="Google Shape;943;p47"/>
          <p:cNvCxnSpPr>
            <a:stCxn id="927" idx="4"/>
            <a:endCxn id="936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4" name="Google Shape;944;p47"/>
          <p:cNvCxnSpPr>
            <a:stCxn id="912" idx="7"/>
            <a:endCxn id="927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48"/>
          <p:cNvSpPr txBox="1"/>
          <p:nvPr>
            <p:ph type="title"/>
          </p:nvPr>
        </p:nvSpPr>
        <p:spPr>
          <a:xfrm>
            <a:off x="311700" y="315925"/>
            <a:ext cx="64458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950" name="Google Shape;950;p48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Cliques are referred to by their node 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graph has six cliques of size four: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{A, B, C, D}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{F, G, H, I}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{E, F, G, H}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{E, F, G, I}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{E, F, H, I}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{E, G, H, I}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48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952" name="Google Shape;952;p48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953" name="Google Shape;953;p48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954" name="Google Shape;954;p48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955" name="Google Shape;955;p48"/>
          <p:cNvCxnSpPr>
            <a:stCxn id="951" idx="3"/>
            <a:endCxn id="952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6" name="Google Shape;956;p48"/>
          <p:cNvCxnSpPr>
            <a:stCxn id="954" idx="1"/>
            <a:endCxn id="952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7" name="Google Shape;957;p48"/>
          <p:cNvCxnSpPr>
            <a:stCxn id="951" idx="4"/>
            <a:endCxn id="954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8" name="Google Shape;958;p48"/>
          <p:cNvCxnSpPr>
            <a:stCxn id="951" idx="5"/>
            <a:endCxn id="953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9" name="Google Shape;959;p48"/>
          <p:cNvCxnSpPr>
            <a:stCxn id="953" idx="2"/>
            <a:endCxn id="952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0" name="Google Shape;960;p48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961" name="Google Shape;961;p48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962" name="Google Shape;962;p48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963" name="Google Shape;963;p48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964" name="Google Shape;964;p48"/>
          <p:cNvCxnSpPr>
            <a:stCxn id="960" idx="3"/>
            <a:endCxn id="961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5" name="Google Shape;965;p48"/>
          <p:cNvCxnSpPr>
            <a:stCxn id="963" idx="0"/>
            <a:endCxn id="961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6" name="Google Shape;966;p48"/>
          <p:cNvCxnSpPr>
            <a:stCxn id="960" idx="5"/>
            <a:endCxn id="962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7" name="Google Shape;967;p48"/>
          <p:cNvCxnSpPr>
            <a:stCxn id="962" idx="2"/>
            <a:endCxn id="961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8" name="Google Shape;968;p48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969" name="Google Shape;969;p48"/>
          <p:cNvCxnSpPr>
            <a:stCxn id="968" idx="0"/>
            <a:endCxn id="961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0" name="Google Shape;970;p48"/>
          <p:cNvCxnSpPr>
            <a:stCxn id="962" idx="3"/>
            <a:endCxn id="963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1" name="Google Shape;971;p48"/>
          <p:cNvCxnSpPr>
            <a:stCxn id="962" idx="3"/>
            <a:endCxn id="968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2" name="Google Shape;972;p48"/>
          <p:cNvCxnSpPr>
            <a:stCxn id="960" idx="4"/>
            <a:endCxn id="968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3" name="Google Shape;973;p48"/>
          <p:cNvCxnSpPr>
            <a:stCxn id="951" idx="6"/>
            <a:endCxn id="963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4" name="Google Shape;974;p48"/>
          <p:cNvCxnSpPr>
            <a:stCxn id="954" idx="7"/>
            <a:endCxn id="953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5" name="Google Shape;975;p48"/>
          <p:cNvCxnSpPr>
            <a:stCxn id="963" idx="6"/>
            <a:endCxn id="968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6" name="Google Shape;976;p48"/>
          <p:cNvCxnSpPr>
            <a:stCxn id="960" idx="4"/>
            <a:endCxn id="963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7" name="Google Shape;977;p48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978" name="Google Shape;978;p48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979" name="Google Shape;979;p48"/>
          <p:cNvCxnSpPr>
            <a:stCxn id="977" idx="3"/>
            <a:endCxn id="978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0" name="Google Shape;980;p48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981" name="Google Shape;981;p48"/>
          <p:cNvCxnSpPr>
            <a:stCxn id="980" idx="2"/>
            <a:endCxn id="978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2" name="Google Shape;982;p48"/>
          <p:cNvCxnSpPr>
            <a:stCxn id="980" idx="0"/>
            <a:endCxn id="977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3" name="Google Shape;983;p48"/>
          <p:cNvCxnSpPr>
            <a:stCxn id="953" idx="5"/>
            <a:endCxn id="977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4" name="Google Shape;984;p48"/>
          <p:cNvCxnSpPr>
            <a:stCxn id="968" idx="4"/>
            <a:endCxn id="977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5" name="Google Shape;985;p48"/>
          <p:cNvCxnSpPr>
            <a:stCxn id="953" idx="7"/>
            <a:endCxn id="968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991" name="Google Shape;991;p49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Cliques are referred to by their node 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graph has six cliques of size four: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{A, B, C, D}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{F, G, H, I}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{E, F, G, H}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{E, F, G, I}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{E, F, H, I}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{E, G, H, I}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node set of each clique has to be unique but nodes can be shared! 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49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993" name="Google Shape;993;p49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994" name="Google Shape;994;p49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995" name="Google Shape;995;p49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996" name="Google Shape;996;p49"/>
          <p:cNvCxnSpPr>
            <a:stCxn id="992" idx="3"/>
            <a:endCxn id="993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7" name="Google Shape;997;p49"/>
          <p:cNvCxnSpPr>
            <a:stCxn id="995" idx="1"/>
            <a:endCxn id="993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8" name="Google Shape;998;p49"/>
          <p:cNvCxnSpPr>
            <a:stCxn id="992" idx="4"/>
            <a:endCxn id="995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9" name="Google Shape;999;p49"/>
          <p:cNvCxnSpPr>
            <a:stCxn id="992" idx="5"/>
            <a:endCxn id="994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0" name="Google Shape;1000;p49"/>
          <p:cNvCxnSpPr>
            <a:stCxn id="994" idx="2"/>
            <a:endCxn id="993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1" name="Google Shape;1001;p49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002" name="Google Shape;1002;p49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003" name="Google Shape;1003;p49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004" name="Google Shape;1004;p49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005" name="Google Shape;1005;p49"/>
          <p:cNvCxnSpPr>
            <a:stCxn id="1001" idx="3"/>
            <a:endCxn id="1002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6" name="Google Shape;1006;p49"/>
          <p:cNvCxnSpPr>
            <a:stCxn id="1004" idx="0"/>
            <a:endCxn id="1002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7" name="Google Shape;1007;p49"/>
          <p:cNvCxnSpPr>
            <a:stCxn id="1001" idx="5"/>
            <a:endCxn id="1003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8" name="Google Shape;1008;p49"/>
          <p:cNvCxnSpPr>
            <a:stCxn id="1003" idx="2"/>
            <a:endCxn id="1002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9" name="Google Shape;1009;p49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010" name="Google Shape;1010;p49"/>
          <p:cNvCxnSpPr>
            <a:stCxn id="1009" idx="0"/>
            <a:endCxn id="1002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1" name="Google Shape;1011;p49"/>
          <p:cNvCxnSpPr>
            <a:stCxn id="1003" idx="3"/>
            <a:endCxn id="1004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2" name="Google Shape;1012;p49"/>
          <p:cNvCxnSpPr>
            <a:stCxn id="1003" idx="3"/>
            <a:endCxn id="1009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3" name="Google Shape;1013;p49"/>
          <p:cNvCxnSpPr>
            <a:stCxn id="1001" idx="4"/>
            <a:endCxn id="1009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4" name="Google Shape;1014;p49"/>
          <p:cNvCxnSpPr>
            <a:stCxn id="992" idx="6"/>
            <a:endCxn id="1004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5" name="Google Shape;1015;p49"/>
          <p:cNvCxnSpPr>
            <a:stCxn id="995" idx="7"/>
            <a:endCxn id="994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6" name="Google Shape;1016;p49"/>
          <p:cNvCxnSpPr>
            <a:stCxn id="1004" idx="6"/>
            <a:endCxn id="1009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7" name="Google Shape;1017;p49"/>
          <p:cNvCxnSpPr>
            <a:stCxn id="1001" idx="4"/>
            <a:endCxn id="1004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8" name="Google Shape;1018;p49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019" name="Google Shape;1019;p49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020" name="Google Shape;1020;p49"/>
          <p:cNvCxnSpPr>
            <a:stCxn id="1018" idx="3"/>
            <a:endCxn id="1019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1" name="Google Shape;1021;p49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022" name="Google Shape;1022;p49"/>
          <p:cNvCxnSpPr>
            <a:stCxn id="1021" idx="2"/>
            <a:endCxn id="1019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3" name="Google Shape;1023;p49"/>
          <p:cNvCxnSpPr>
            <a:stCxn id="1021" idx="0"/>
            <a:endCxn id="1018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4" name="Google Shape;1024;p49"/>
          <p:cNvCxnSpPr>
            <a:stCxn id="994" idx="5"/>
            <a:endCxn id="1018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5" name="Google Shape;1025;p49"/>
          <p:cNvCxnSpPr>
            <a:stCxn id="1009" idx="4"/>
            <a:endCxn id="1018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6" name="Google Shape;1026;p49"/>
          <p:cNvCxnSpPr>
            <a:stCxn id="994" idx="7"/>
            <a:endCxn id="1009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1032" name="Google Shape;1032;p50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Cliques can overlap for two reasons: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(1) </a:t>
            </a:r>
            <a:r>
              <a:rPr i="1" lang="en"/>
              <a:t>Smaller cliques are </a:t>
            </a:r>
            <a:r>
              <a:rPr b="1" i="1" lang="en"/>
              <a:t>nested </a:t>
            </a:r>
            <a:r>
              <a:rPr i="1" lang="en"/>
              <a:t>within larger cliques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clique of size four is made up of four cliques of size three!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50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034" name="Google Shape;1034;p50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035" name="Google Shape;1035;p50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036" name="Google Shape;1036;p50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037" name="Google Shape;1037;p50"/>
          <p:cNvCxnSpPr>
            <a:stCxn id="1033" idx="3"/>
            <a:endCxn id="1034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8" name="Google Shape;1038;p50"/>
          <p:cNvCxnSpPr>
            <a:stCxn id="1036" idx="1"/>
            <a:endCxn id="1034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9" name="Google Shape;1039;p50"/>
          <p:cNvCxnSpPr>
            <a:stCxn id="1033" idx="4"/>
            <a:endCxn id="1036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0" name="Google Shape;1040;p50"/>
          <p:cNvCxnSpPr>
            <a:stCxn id="1033" idx="5"/>
            <a:endCxn id="1035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1" name="Google Shape;1041;p50"/>
          <p:cNvCxnSpPr>
            <a:stCxn id="1035" idx="2"/>
            <a:endCxn id="1034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2" name="Google Shape;1042;p50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043" name="Google Shape;1043;p50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044" name="Google Shape;1044;p50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045" name="Google Shape;1045;p50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046" name="Google Shape;1046;p50"/>
          <p:cNvCxnSpPr>
            <a:stCxn id="1042" idx="3"/>
            <a:endCxn id="1043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7" name="Google Shape;1047;p50"/>
          <p:cNvCxnSpPr>
            <a:stCxn id="1045" idx="0"/>
            <a:endCxn id="1043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8" name="Google Shape;1048;p50"/>
          <p:cNvCxnSpPr>
            <a:stCxn id="1042" idx="5"/>
            <a:endCxn id="1044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9" name="Google Shape;1049;p50"/>
          <p:cNvCxnSpPr>
            <a:stCxn id="1044" idx="2"/>
            <a:endCxn id="1043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0" name="Google Shape;1050;p50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051" name="Google Shape;1051;p50"/>
          <p:cNvCxnSpPr>
            <a:stCxn id="1050" idx="0"/>
            <a:endCxn id="1043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2" name="Google Shape;1052;p50"/>
          <p:cNvCxnSpPr>
            <a:stCxn id="1044" idx="3"/>
            <a:endCxn id="1045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3" name="Google Shape;1053;p50"/>
          <p:cNvCxnSpPr>
            <a:stCxn id="1044" idx="3"/>
            <a:endCxn id="1050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4" name="Google Shape;1054;p50"/>
          <p:cNvCxnSpPr>
            <a:stCxn id="1042" idx="4"/>
            <a:endCxn id="1050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5" name="Google Shape;1055;p50"/>
          <p:cNvCxnSpPr>
            <a:stCxn id="1033" idx="6"/>
            <a:endCxn id="1045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6" name="Google Shape;1056;p50"/>
          <p:cNvCxnSpPr>
            <a:stCxn id="1036" idx="7"/>
            <a:endCxn id="1035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7" name="Google Shape;1057;p50"/>
          <p:cNvCxnSpPr>
            <a:stCxn id="1045" idx="6"/>
            <a:endCxn id="1050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8" name="Google Shape;1058;p50"/>
          <p:cNvCxnSpPr>
            <a:stCxn id="1042" idx="4"/>
            <a:endCxn id="1045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9" name="Google Shape;1059;p50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060" name="Google Shape;1060;p50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061" name="Google Shape;1061;p50"/>
          <p:cNvCxnSpPr>
            <a:stCxn id="1059" idx="3"/>
            <a:endCxn id="1060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2" name="Google Shape;1062;p50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063" name="Google Shape;1063;p50"/>
          <p:cNvCxnSpPr>
            <a:stCxn id="1062" idx="2"/>
            <a:endCxn id="1060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4" name="Google Shape;1064;p50"/>
          <p:cNvCxnSpPr>
            <a:stCxn id="1062" idx="0"/>
            <a:endCxn id="1059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5" name="Google Shape;1065;p50"/>
          <p:cNvCxnSpPr>
            <a:stCxn id="1035" idx="5"/>
            <a:endCxn id="1059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6" name="Google Shape;1066;p50"/>
          <p:cNvCxnSpPr>
            <a:stCxn id="1050" idx="4"/>
            <a:endCxn id="1059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7" name="Google Shape;1067;p50"/>
          <p:cNvCxnSpPr>
            <a:stCxn id="1035" idx="7"/>
            <a:endCxn id="1050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5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1073" name="Google Shape;1073;p51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Cliques can overlap for two reasons: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(1) </a:t>
            </a:r>
            <a:r>
              <a:rPr i="1" lang="en"/>
              <a:t>Smaller cliques are </a:t>
            </a:r>
            <a:r>
              <a:rPr b="1" i="1" lang="en"/>
              <a:t>nested </a:t>
            </a:r>
            <a:r>
              <a:rPr i="1" lang="en"/>
              <a:t>within larger cliques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clique of size four is made up of four cliques of size three!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{A, B, C, D}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51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075" name="Google Shape;1075;p51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076" name="Google Shape;1076;p51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077" name="Google Shape;1077;p51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078" name="Google Shape;1078;p51"/>
          <p:cNvCxnSpPr>
            <a:stCxn id="1074" idx="3"/>
            <a:endCxn id="1075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9" name="Google Shape;1079;p51"/>
          <p:cNvCxnSpPr>
            <a:stCxn id="1077" idx="1"/>
            <a:endCxn id="1075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0" name="Google Shape;1080;p51"/>
          <p:cNvCxnSpPr>
            <a:stCxn id="1074" idx="4"/>
            <a:endCxn id="1077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1" name="Google Shape;1081;p51"/>
          <p:cNvCxnSpPr>
            <a:stCxn id="1074" idx="5"/>
            <a:endCxn id="1076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2" name="Google Shape;1082;p51"/>
          <p:cNvCxnSpPr>
            <a:stCxn id="1076" idx="2"/>
            <a:endCxn id="1075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3" name="Google Shape;1083;p51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084" name="Google Shape;1084;p51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085" name="Google Shape;1085;p51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086" name="Google Shape;1086;p51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087" name="Google Shape;1087;p51"/>
          <p:cNvCxnSpPr>
            <a:stCxn id="1083" idx="3"/>
            <a:endCxn id="1084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8" name="Google Shape;1088;p51"/>
          <p:cNvCxnSpPr>
            <a:stCxn id="1086" idx="0"/>
            <a:endCxn id="1084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9" name="Google Shape;1089;p51"/>
          <p:cNvCxnSpPr>
            <a:stCxn id="1083" idx="5"/>
            <a:endCxn id="1085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0" name="Google Shape;1090;p51"/>
          <p:cNvCxnSpPr>
            <a:stCxn id="1085" idx="2"/>
            <a:endCxn id="1084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1" name="Google Shape;1091;p51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092" name="Google Shape;1092;p51"/>
          <p:cNvCxnSpPr>
            <a:stCxn id="1091" idx="0"/>
            <a:endCxn id="1084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3" name="Google Shape;1093;p51"/>
          <p:cNvCxnSpPr>
            <a:stCxn id="1085" idx="3"/>
            <a:endCxn id="1086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4" name="Google Shape;1094;p51"/>
          <p:cNvCxnSpPr>
            <a:stCxn id="1085" idx="3"/>
            <a:endCxn id="1091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5" name="Google Shape;1095;p51"/>
          <p:cNvCxnSpPr>
            <a:stCxn id="1083" idx="4"/>
            <a:endCxn id="1091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6" name="Google Shape;1096;p51"/>
          <p:cNvCxnSpPr>
            <a:stCxn id="1074" idx="6"/>
            <a:endCxn id="1086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7" name="Google Shape;1097;p51"/>
          <p:cNvCxnSpPr>
            <a:stCxn id="1077" idx="7"/>
            <a:endCxn id="1076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8" name="Google Shape;1098;p51"/>
          <p:cNvCxnSpPr>
            <a:stCxn id="1086" idx="6"/>
            <a:endCxn id="1091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9" name="Google Shape;1099;p51"/>
          <p:cNvCxnSpPr>
            <a:stCxn id="1083" idx="4"/>
            <a:endCxn id="1086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0" name="Google Shape;1100;p51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101" name="Google Shape;1101;p51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102" name="Google Shape;1102;p51"/>
          <p:cNvCxnSpPr>
            <a:stCxn id="1100" idx="3"/>
            <a:endCxn id="1101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3" name="Google Shape;1103;p51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104" name="Google Shape;1104;p51"/>
          <p:cNvCxnSpPr>
            <a:stCxn id="1103" idx="2"/>
            <a:endCxn id="1101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5" name="Google Shape;1105;p51"/>
          <p:cNvCxnSpPr>
            <a:stCxn id="1103" idx="0"/>
            <a:endCxn id="1100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6" name="Google Shape;1106;p51"/>
          <p:cNvCxnSpPr>
            <a:stCxn id="1076" idx="5"/>
            <a:endCxn id="1100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7" name="Google Shape;1107;p51"/>
          <p:cNvCxnSpPr>
            <a:stCxn id="1091" idx="4"/>
            <a:endCxn id="1100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8" name="Google Shape;1108;p51"/>
          <p:cNvCxnSpPr>
            <a:stCxn id="1076" idx="7"/>
            <a:endCxn id="1091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5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1114" name="Google Shape;1114;p52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Cliques can overlap for two reasons: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(1) </a:t>
            </a:r>
            <a:r>
              <a:rPr i="1" lang="en"/>
              <a:t>Smaller cliques are </a:t>
            </a:r>
            <a:r>
              <a:rPr b="1" i="1" lang="en"/>
              <a:t>nested </a:t>
            </a:r>
            <a:r>
              <a:rPr i="1" lang="en"/>
              <a:t>within larger cliques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clique of size four is made up of four cliques of size three!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{A, B, C, D}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{A, B, C}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5" name="Google Shape;1115;p52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116" name="Google Shape;1116;p52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117" name="Google Shape;1117;p52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118" name="Google Shape;1118;p52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119" name="Google Shape;1119;p52"/>
          <p:cNvCxnSpPr>
            <a:stCxn id="1115" idx="3"/>
            <a:endCxn id="1116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0" name="Google Shape;1120;p52"/>
          <p:cNvCxnSpPr>
            <a:stCxn id="1118" idx="1"/>
            <a:endCxn id="1116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1" name="Google Shape;1121;p52"/>
          <p:cNvCxnSpPr>
            <a:stCxn id="1115" idx="4"/>
            <a:endCxn id="1118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2" name="Google Shape;1122;p52"/>
          <p:cNvCxnSpPr>
            <a:stCxn id="1115" idx="5"/>
            <a:endCxn id="1117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3" name="Google Shape;1123;p52"/>
          <p:cNvCxnSpPr>
            <a:stCxn id="1117" idx="2"/>
            <a:endCxn id="1116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4" name="Google Shape;1124;p52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125" name="Google Shape;1125;p52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126" name="Google Shape;1126;p52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127" name="Google Shape;1127;p52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128" name="Google Shape;1128;p52"/>
          <p:cNvCxnSpPr>
            <a:stCxn id="1124" idx="3"/>
            <a:endCxn id="1125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9" name="Google Shape;1129;p52"/>
          <p:cNvCxnSpPr>
            <a:stCxn id="1127" idx="0"/>
            <a:endCxn id="1125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0" name="Google Shape;1130;p52"/>
          <p:cNvCxnSpPr>
            <a:stCxn id="1124" idx="5"/>
            <a:endCxn id="1126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1" name="Google Shape;1131;p52"/>
          <p:cNvCxnSpPr>
            <a:stCxn id="1126" idx="2"/>
            <a:endCxn id="1125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2" name="Google Shape;1132;p52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133" name="Google Shape;1133;p52"/>
          <p:cNvCxnSpPr>
            <a:stCxn id="1132" idx="0"/>
            <a:endCxn id="1125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4" name="Google Shape;1134;p52"/>
          <p:cNvCxnSpPr>
            <a:stCxn id="1126" idx="3"/>
            <a:endCxn id="1127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5" name="Google Shape;1135;p52"/>
          <p:cNvCxnSpPr>
            <a:stCxn id="1126" idx="3"/>
            <a:endCxn id="1132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6" name="Google Shape;1136;p52"/>
          <p:cNvCxnSpPr>
            <a:stCxn id="1124" idx="4"/>
            <a:endCxn id="1132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7" name="Google Shape;1137;p52"/>
          <p:cNvCxnSpPr>
            <a:stCxn id="1115" idx="6"/>
            <a:endCxn id="1127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8" name="Google Shape;1138;p52"/>
          <p:cNvCxnSpPr>
            <a:stCxn id="1118" idx="7"/>
            <a:endCxn id="1117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9" name="Google Shape;1139;p52"/>
          <p:cNvCxnSpPr>
            <a:stCxn id="1127" idx="6"/>
            <a:endCxn id="1132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0" name="Google Shape;1140;p52"/>
          <p:cNvCxnSpPr>
            <a:stCxn id="1124" idx="4"/>
            <a:endCxn id="1127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1" name="Google Shape;1141;p52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142" name="Google Shape;1142;p52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143" name="Google Shape;1143;p52"/>
          <p:cNvCxnSpPr>
            <a:stCxn id="1141" idx="3"/>
            <a:endCxn id="1142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4" name="Google Shape;1144;p52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145" name="Google Shape;1145;p52"/>
          <p:cNvCxnSpPr>
            <a:stCxn id="1144" idx="2"/>
            <a:endCxn id="1142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6" name="Google Shape;1146;p52"/>
          <p:cNvCxnSpPr>
            <a:stCxn id="1144" idx="0"/>
            <a:endCxn id="1141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7" name="Google Shape;1147;p52"/>
          <p:cNvCxnSpPr>
            <a:stCxn id="1117" idx="5"/>
            <a:endCxn id="1141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8" name="Google Shape;1148;p52"/>
          <p:cNvCxnSpPr>
            <a:stCxn id="1132" idx="4"/>
            <a:endCxn id="1141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9" name="Google Shape;1149;p52"/>
          <p:cNvCxnSpPr>
            <a:stCxn id="1117" idx="7"/>
            <a:endCxn id="1132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5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1155" name="Google Shape;1155;p53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Cliques can overlap for two reasons: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(1) </a:t>
            </a:r>
            <a:r>
              <a:rPr i="1" lang="en"/>
              <a:t>Smaller cliques are </a:t>
            </a:r>
            <a:r>
              <a:rPr b="1" i="1" lang="en"/>
              <a:t>nested </a:t>
            </a:r>
            <a:r>
              <a:rPr i="1" lang="en"/>
              <a:t>within larger cliques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clique of size four is made up of four cliques of size three!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{A, B, C, D}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{A, B, C}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{B, C, D}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53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157" name="Google Shape;1157;p53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158" name="Google Shape;1158;p53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159" name="Google Shape;1159;p53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160" name="Google Shape;1160;p53"/>
          <p:cNvCxnSpPr>
            <a:stCxn id="1156" idx="3"/>
            <a:endCxn id="1157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1" name="Google Shape;1161;p53"/>
          <p:cNvCxnSpPr>
            <a:stCxn id="1159" idx="1"/>
            <a:endCxn id="1157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2" name="Google Shape;1162;p53"/>
          <p:cNvCxnSpPr>
            <a:stCxn id="1156" idx="4"/>
            <a:endCxn id="1159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3" name="Google Shape;1163;p53"/>
          <p:cNvCxnSpPr>
            <a:stCxn id="1156" idx="5"/>
            <a:endCxn id="1158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4" name="Google Shape;1164;p53"/>
          <p:cNvCxnSpPr>
            <a:stCxn id="1158" idx="2"/>
            <a:endCxn id="1157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5" name="Google Shape;1165;p53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166" name="Google Shape;1166;p53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167" name="Google Shape;1167;p53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168" name="Google Shape;1168;p53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169" name="Google Shape;1169;p53"/>
          <p:cNvCxnSpPr>
            <a:stCxn id="1165" idx="3"/>
            <a:endCxn id="1166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0" name="Google Shape;1170;p53"/>
          <p:cNvCxnSpPr>
            <a:stCxn id="1168" idx="0"/>
            <a:endCxn id="1166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1" name="Google Shape;1171;p53"/>
          <p:cNvCxnSpPr>
            <a:stCxn id="1165" idx="5"/>
            <a:endCxn id="1167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2" name="Google Shape;1172;p53"/>
          <p:cNvCxnSpPr>
            <a:stCxn id="1167" idx="2"/>
            <a:endCxn id="1166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3" name="Google Shape;1173;p53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174" name="Google Shape;1174;p53"/>
          <p:cNvCxnSpPr>
            <a:stCxn id="1173" idx="0"/>
            <a:endCxn id="1166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5" name="Google Shape;1175;p53"/>
          <p:cNvCxnSpPr>
            <a:stCxn id="1167" idx="3"/>
            <a:endCxn id="1168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6" name="Google Shape;1176;p53"/>
          <p:cNvCxnSpPr>
            <a:stCxn id="1167" idx="3"/>
            <a:endCxn id="1173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7" name="Google Shape;1177;p53"/>
          <p:cNvCxnSpPr>
            <a:stCxn id="1165" idx="4"/>
            <a:endCxn id="1173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8" name="Google Shape;1178;p53"/>
          <p:cNvCxnSpPr>
            <a:stCxn id="1156" idx="6"/>
            <a:endCxn id="1168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9" name="Google Shape;1179;p53"/>
          <p:cNvCxnSpPr>
            <a:stCxn id="1159" idx="7"/>
            <a:endCxn id="1158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0" name="Google Shape;1180;p53"/>
          <p:cNvCxnSpPr>
            <a:stCxn id="1168" idx="6"/>
            <a:endCxn id="1173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1" name="Google Shape;1181;p53"/>
          <p:cNvCxnSpPr>
            <a:stCxn id="1165" idx="4"/>
            <a:endCxn id="1168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2" name="Google Shape;1182;p53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183" name="Google Shape;1183;p53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184" name="Google Shape;1184;p53"/>
          <p:cNvCxnSpPr>
            <a:stCxn id="1182" idx="3"/>
            <a:endCxn id="1183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5" name="Google Shape;1185;p53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186" name="Google Shape;1186;p53"/>
          <p:cNvCxnSpPr>
            <a:stCxn id="1185" idx="2"/>
            <a:endCxn id="1183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7" name="Google Shape;1187;p53"/>
          <p:cNvCxnSpPr>
            <a:stCxn id="1185" idx="0"/>
            <a:endCxn id="1182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8" name="Google Shape;1188;p53"/>
          <p:cNvCxnSpPr>
            <a:stCxn id="1158" idx="5"/>
            <a:endCxn id="1182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9" name="Google Shape;1189;p53"/>
          <p:cNvCxnSpPr>
            <a:stCxn id="1173" idx="4"/>
            <a:endCxn id="1182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0" name="Google Shape;1190;p53"/>
          <p:cNvCxnSpPr>
            <a:stCxn id="1158" idx="7"/>
            <a:endCxn id="1173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5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1196" name="Google Shape;1196;p54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Cliques can overlap for two reasons: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(1) </a:t>
            </a:r>
            <a:r>
              <a:rPr i="1" lang="en"/>
              <a:t>Smaller cliques are </a:t>
            </a:r>
            <a:r>
              <a:rPr b="1" i="1" lang="en"/>
              <a:t>nested </a:t>
            </a:r>
            <a:r>
              <a:rPr i="1" lang="en"/>
              <a:t>within larger cliques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clique of size four is made up of four cliques of size three!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{A, B, C, D}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{A, B, C}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{B, C, D}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{A, C, D}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54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198" name="Google Shape;1198;p54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199" name="Google Shape;1199;p54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200" name="Google Shape;1200;p54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201" name="Google Shape;1201;p54"/>
          <p:cNvCxnSpPr>
            <a:stCxn id="1197" idx="3"/>
            <a:endCxn id="1198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2" name="Google Shape;1202;p54"/>
          <p:cNvCxnSpPr>
            <a:stCxn id="1200" idx="1"/>
            <a:endCxn id="1198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3" name="Google Shape;1203;p54"/>
          <p:cNvCxnSpPr>
            <a:stCxn id="1197" idx="4"/>
            <a:endCxn id="1200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4" name="Google Shape;1204;p54"/>
          <p:cNvCxnSpPr>
            <a:stCxn id="1197" idx="5"/>
            <a:endCxn id="1199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5" name="Google Shape;1205;p54"/>
          <p:cNvCxnSpPr>
            <a:stCxn id="1199" idx="2"/>
            <a:endCxn id="1198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6" name="Google Shape;1206;p54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207" name="Google Shape;1207;p54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208" name="Google Shape;1208;p54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209" name="Google Shape;1209;p54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210" name="Google Shape;1210;p54"/>
          <p:cNvCxnSpPr>
            <a:stCxn id="1206" idx="3"/>
            <a:endCxn id="1207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1" name="Google Shape;1211;p54"/>
          <p:cNvCxnSpPr>
            <a:stCxn id="1209" idx="0"/>
            <a:endCxn id="1207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2" name="Google Shape;1212;p54"/>
          <p:cNvCxnSpPr>
            <a:stCxn id="1206" idx="5"/>
            <a:endCxn id="1208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3" name="Google Shape;1213;p54"/>
          <p:cNvCxnSpPr>
            <a:stCxn id="1208" idx="2"/>
            <a:endCxn id="1207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4" name="Google Shape;1214;p54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215" name="Google Shape;1215;p54"/>
          <p:cNvCxnSpPr>
            <a:stCxn id="1214" idx="0"/>
            <a:endCxn id="1207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6" name="Google Shape;1216;p54"/>
          <p:cNvCxnSpPr>
            <a:stCxn id="1208" idx="3"/>
            <a:endCxn id="1209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7" name="Google Shape;1217;p54"/>
          <p:cNvCxnSpPr>
            <a:stCxn id="1208" idx="3"/>
            <a:endCxn id="1214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8" name="Google Shape;1218;p54"/>
          <p:cNvCxnSpPr>
            <a:stCxn id="1206" idx="4"/>
            <a:endCxn id="1214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9" name="Google Shape;1219;p54"/>
          <p:cNvCxnSpPr>
            <a:stCxn id="1197" idx="6"/>
            <a:endCxn id="1209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0" name="Google Shape;1220;p54"/>
          <p:cNvCxnSpPr>
            <a:stCxn id="1200" idx="7"/>
            <a:endCxn id="1199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1" name="Google Shape;1221;p54"/>
          <p:cNvCxnSpPr>
            <a:stCxn id="1209" idx="6"/>
            <a:endCxn id="1214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2" name="Google Shape;1222;p54"/>
          <p:cNvCxnSpPr>
            <a:stCxn id="1206" idx="4"/>
            <a:endCxn id="1209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3" name="Google Shape;1223;p54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224" name="Google Shape;1224;p54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225" name="Google Shape;1225;p54"/>
          <p:cNvCxnSpPr>
            <a:stCxn id="1223" idx="3"/>
            <a:endCxn id="1224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6" name="Google Shape;1226;p54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227" name="Google Shape;1227;p54"/>
          <p:cNvCxnSpPr>
            <a:stCxn id="1226" idx="2"/>
            <a:endCxn id="1224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8" name="Google Shape;1228;p54"/>
          <p:cNvCxnSpPr>
            <a:stCxn id="1226" idx="0"/>
            <a:endCxn id="1223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9" name="Google Shape;1229;p54"/>
          <p:cNvCxnSpPr>
            <a:stCxn id="1199" idx="5"/>
            <a:endCxn id="1223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0" name="Google Shape;1230;p54"/>
          <p:cNvCxnSpPr>
            <a:stCxn id="1214" idx="4"/>
            <a:endCxn id="1223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1" name="Google Shape;1231;p54"/>
          <p:cNvCxnSpPr>
            <a:stCxn id="1199" idx="7"/>
            <a:endCxn id="1214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5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1237" name="Google Shape;1237;p55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Cliques can overlap for two reasons: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(1) </a:t>
            </a:r>
            <a:r>
              <a:rPr i="1" lang="en"/>
              <a:t>Smaller cliques are </a:t>
            </a:r>
            <a:r>
              <a:rPr b="1" i="1" lang="en"/>
              <a:t>nested </a:t>
            </a:r>
            <a:r>
              <a:rPr i="1" lang="en"/>
              <a:t>within larger cliques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clique of size four is made up of four cliques of size three!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{A, B, C, D}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{A, B, C}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{B, C, D}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{A, C, D}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{A, B, D}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p55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239" name="Google Shape;1239;p55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240" name="Google Shape;1240;p55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241" name="Google Shape;1241;p55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242" name="Google Shape;1242;p55"/>
          <p:cNvCxnSpPr>
            <a:stCxn id="1238" idx="3"/>
            <a:endCxn id="1239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3" name="Google Shape;1243;p55"/>
          <p:cNvCxnSpPr>
            <a:stCxn id="1241" idx="1"/>
            <a:endCxn id="1239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4" name="Google Shape;1244;p55"/>
          <p:cNvCxnSpPr>
            <a:stCxn id="1238" idx="4"/>
            <a:endCxn id="1241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5" name="Google Shape;1245;p55"/>
          <p:cNvCxnSpPr>
            <a:stCxn id="1238" idx="5"/>
            <a:endCxn id="1240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6" name="Google Shape;1246;p55"/>
          <p:cNvCxnSpPr>
            <a:stCxn id="1240" idx="2"/>
            <a:endCxn id="1239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7" name="Google Shape;1247;p55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248" name="Google Shape;1248;p55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249" name="Google Shape;1249;p55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250" name="Google Shape;1250;p55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251" name="Google Shape;1251;p55"/>
          <p:cNvCxnSpPr>
            <a:stCxn id="1247" idx="3"/>
            <a:endCxn id="1248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2" name="Google Shape;1252;p55"/>
          <p:cNvCxnSpPr>
            <a:stCxn id="1250" idx="0"/>
            <a:endCxn id="1248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3" name="Google Shape;1253;p55"/>
          <p:cNvCxnSpPr>
            <a:stCxn id="1247" idx="5"/>
            <a:endCxn id="1249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4" name="Google Shape;1254;p55"/>
          <p:cNvCxnSpPr>
            <a:stCxn id="1249" idx="2"/>
            <a:endCxn id="1248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5" name="Google Shape;1255;p55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256" name="Google Shape;1256;p55"/>
          <p:cNvCxnSpPr>
            <a:stCxn id="1255" idx="0"/>
            <a:endCxn id="1248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7" name="Google Shape;1257;p55"/>
          <p:cNvCxnSpPr>
            <a:stCxn id="1249" idx="3"/>
            <a:endCxn id="1250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8" name="Google Shape;1258;p55"/>
          <p:cNvCxnSpPr>
            <a:stCxn id="1249" idx="3"/>
            <a:endCxn id="1255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9" name="Google Shape;1259;p55"/>
          <p:cNvCxnSpPr>
            <a:stCxn id="1247" idx="4"/>
            <a:endCxn id="1255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0" name="Google Shape;1260;p55"/>
          <p:cNvCxnSpPr>
            <a:stCxn id="1238" idx="6"/>
            <a:endCxn id="1250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1" name="Google Shape;1261;p55"/>
          <p:cNvCxnSpPr>
            <a:stCxn id="1241" idx="7"/>
            <a:endCxn id="1240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2" name="Google Shape;1262;p55"/>
          <p:cNvCxnSpPr>
            <a:stCxn id="1250" idx="6"/>
            <a:endCxn id="1255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3" name="Google Shape;1263;p55"/>
          <p:cNvCxnSpPr>
            <a:stCxn id="1247" idx="4"/>
            <a:endCxn id="1250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4" name="Google Shape;1264;p55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265" name="Google Shape;1265;p55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266" name="Google Shape;1266;p55"/>
          <p:cNvCxnSpPr>
            <a:stCxn id="1264" idx="3"/>
            <a:endCxn id="1265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7" name="Google Shape;1267;p55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268" name="Google Shape;1268;p55"/>
          <p:cNvCxnSpPr>
            <a:stCxn id="1267" idx="2"/>
            <a:endCxn id="1265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9" name="Google Shape;1269;p55"/>
          <p:cNvCxnSpPr>
            <a:stCxn id="1267" idx="0"/>
            <a:endCxn id="1264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0" name="Google Shape;1270;p55"/>
          <p:cNvCxnSpPr>
            <a:stCxn id="1240" idx="5"/>
            <a:endCxn id="1264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1" name="Google Shape;1271;p55"/>
          <p:cNvCxnSpPr>
            <a:stCxn id="1255" idx="4"/>
            <a:endCxn id="1264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2" name="Google Shape;1272;p55"/>
          <p:cNvCxnSpPr>
            <a:stCxn id="1240" idx="7"/>
            <a:endCxn id="1255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p5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1278" name="Google Shape;1278;p56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Cliques can overlap for two reasons: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(1) </a:t>
            </a:r>
            <a:r>
              <a:rPr i="1" lang="en"/>
              <a:t>Smaller cliques are </a:t>
            </a:r>
            <a:r>
              <a:rPr b="1" i="1" lang="en"/>
              <a:t>nested </a:t>
            </a:r>
            <a:r>
              <a:rPr i="1" lang="en"/>
              <a:t>within larger cliques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clique of size five is made up of five cliques of size four!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p56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280" name="Google Shape;1280;p56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281" name="Google Shape;1281;p56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282" name="Google Shape;1282;p56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283" name="Google Shape;1283;p56"/>
          <p:cNvCxnSpPr>
            <a:stCxn id="1279" idx="3"/>
            <a:endCxn id="1280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4" name="Google Shape;1284;p56"/>
          <p:cNvCxnSpPr>
            <a:stCxn id="1282" idx="1"/>
            <a:endCxn id="1280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5" name="Google Shape;1285;p56"/>
          <p:cNvCxnSpPr>
            <a:stCxn id="1279" idx="4"/>
            <a:endCxn id="1282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6" name="Google Shape;1286;p56"/>
          <p:cNvCxnSpPr>
            <a:stCxn id="1279" idx="5"/>
            <a:endCxn id="1281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7" name="Google Shape;1287;p56"/>
          <p:cNvCxnSpPr>
            <a:stCxn id="1281" idx="2"/>
            <a:endCxn id="1280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8" name="Google Shape;1288;p56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289" name="Google Shape;1289;p56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290" name="Google Shape;1290;p56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291" name="Google Shape;1291;p56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292" name="Google Shape;1292;p56"/>
          <p:cNvCxnSpPr>
            <a:stCxn id="1288" idx="3"/>
            <a:endCxn id="1289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3" name="Google Shape;1293;p56"/>
          <p:cNvCxnSpPr>
            <a:stCxn id="1291" idx="0"/>
            <a:endCxn id="1289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4" name="Google Shape;1294;p56"/>
          <p:cNvCxnSpPr>
            <a:stCxn id="1288" idx="5"/>
            <a:endCxn id="1290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5" name="Google Shape;1295;p56"/>
          <p:cNvCxnSpPr>
            <a:stCxn id="1290" idx="2"/>
            <a:endCxn id="1289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6" name="Google Shape;1296;p56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297" name="Google Shape;1297;p56"/>
          <p:cNvCxnSpPr>
            <a:stCxn id="1296" idx="0"/>
            <a:endCxn id="1289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8" name="Google Shape;1298;p56"/>
          <p:cNvCxnSpPr>
            <a:stCxn id="1290" idx="3"/>
            <a:endCxn id="1291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9" name="Google Shape;1299;p56"/>
          <p:cNvCxnSpPr>
            <a:stCxn id="1290" idx="3"/>
            <a:endCxn id="1296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0" name="Google Shape;1300;p56"/>
          <p:cNvCxnSpPr>
            <a:stCxn id="1288" idx="4"/>
            <a:endCxn id="1296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1" name="Google Shape;1301;p56"/>
          <p:cNvCxnSpPr>
            <a:stCxn id="1279" idx="6"/>
            <a:endCxn id="1291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2" name="Google Shape;1302;p56"/>
          <p:cNvCxnSpPr>
            <a:stCxn id="1282" idx="7"/>
            <a:endCxn id="1281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3" name="Google Shape;1303;p56"/>
          <p:cNvCxnSpPr>
            <a:stCxn id="1291" idx="6"/>
            <a:endCxn id="1296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4" name="Google Shape;1304;p56"/>
          <p:cNvCxnSpPr>
            <a:stCxn id="1288" idx="4"/>
            <a:endCxn id="1291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5" name="Google Shape;1305;p56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306" name="Google Shape;1306;p56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307" name="Google Shape;1307;p56"/>
          <p:cNvCxnSpPr>
            <a:stCxn id="1305" idx="3"/>
            <a:endCxn id="1306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8" name="Google Shape;1308;p56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309" name="Google Shape;1309;p56"/>
          <p:cNvCxnSpPr>
            <a:stCxn id="1308" idx="2"/>
            <a:endCxn id="1306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0" name="Google Shape;1310;p56"/>
          <p:cNvCxnSpPr>
            <a:stCxn id="1308" idx="0"/>
            <a:endCxn id="1305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1" name="Google Shape;1311;p56"/>
          <p:cNvCxnSpPr>
            <a:stCxn id="1281" idx="5"/>
            <a:endCxn id="1305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2" name="Google Shape;1312;p56"/>
          <p:cNvCxnSpPr>
            <a:stCxn id="1296" idx="4"/>
            <a:endCxn id="1305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3" name="Google Shape;1313;p56"/>
          <p:cNvCxnSpPr>
            <a:stCxn id="1281" idx="7"/>
            <a:endCxn id="1296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5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1319" name="Google Shape;1319;p57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Cliques can overlap for two reasons: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(1) </a:t>
            </a:r>
            <a:r>
              <a:rPr i="1" lang="en"/>
              <a:t>Smaller cliques are </a:t>
            </a:r>
            <a:r>
              <a:rPr b="1" i="1" lang="en"/>
              <a:t>nested </a:t>
            </a:r>
            <a:r>
              <a:rPr i="1" lang="en"/>
              <a:t>within larger cliques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clique of size five is made up of five cliques of size four!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{E, F, G, H, I}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0" name="Google Shape;1320;p57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321" name="Google Shape;1321;p57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322" name="Google Shape;1322;p57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323" name="Google Shape;1323;p57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324" name="Google Shape;1324;p57"/>
          <p:cNvCxnSpPr>
            <a:stCxn id="1320" idx="3"/>
            <a:endCxn id="1321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5" name="Google Shape;1325;p57"/>
          <p:cNvCxnSpPr>
            <a:stCxn id="1323" idx="1"/>
            <a:endCxn id="1321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6" name="Google Shape;1326;p57"/>
          <p:cNvCxnSpPr>
            <a:stCxn id="1320" idx="4"/>
            <a:endCxn id="1323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7" name="Google Shape;1327;p57"/>
          <p:cNvCxnSpPr>
            <a:stCxn id="1320" idx="5"/>
            <a:endCxn id="1322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8" name="Google Shape;1328;p57"/>
          <p:cNvCxnSpPr>
            <a:stCxn id="1322" idx="2"/>
            <a:endCxn id="1321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9" name="Google Shape;1329;p57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330" name="Google Shape;1330;p57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331" name="Google Shape;1331;p57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332" name="Google Shape;1332;p57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333" name="Google Shape;1333;p57"/>
          <p:cNvCxnSpPr>
            <a:stCxn id="1329" idx="3"/>
            <a:endCxn id="1330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4" name="Google Shape;1334;p57"/>
          <p:cNvCxnSpPr>
            <a:stCxn id="1332" idx="0"/>
            <a:endCxn id="1330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5" name="Google Shape;1335;p57"/>
          <p:cNvCxnSpPr>
            <a:stCxn id="1329" idx="5"/>
            <a:endCxn id="1331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6" name="Google Shape;1336;p57"/>
          <p:cNvCxnSpPr>
            <a:stCxn id="1331" idx="2"/>
            <a:endCxn id="1330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7" name="Google Shape;1337;p57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338" name="Google Shape;1338;p57"/>
          <p:cNvCxnSpPr>
            <a:stCxn id="1337" idx="0"/>
            <a:endCxn id="1330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9" name="Google Shape;1339;p57"/>
          <p:cNvCxnSpPr>
            <a:stCxn id="1331" idx="3"/>
            <a:endCxn id="1332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0" name="Google Shape;1340;p57"/>
          <p:cNvCxnSpPr>
            <a:stCxn id="1331" idx="3"/>
            <a:endCxn id="1337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1" name="Google Shape;1341;p57"/>
          <p:cNvCxnSpPr>
            <a:stCxn id="1329" idx="4"/>
            <a:endCxn id="1337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2" name="Google Shape;1342;p57"/>
          <p:cNvCxnSpPr>
            <a:stCxn id="1320" idx="6"/>
            <a:endCxn id="1332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3" name="Google Shape;1343;p57"/>
          <p:cNvCxnSpPr>
            <a:stCxn id="1323" idx="7"/>
            <a:endCxn id="1322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4" name="Google Shape;1344;p57"/>
          <p:cNvCxnSpPr>
            <a:stCxn id="1332" idx="6"/>
            <a:endCxn id="1337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5" name="Google Shape;1345;p57"/>
          <p:cNvCxnSpPr>
            <a:stCxn id="1329" idx="4"/>
            <a:endCxn id="1332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6" name="Google Shape;1346;p57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347" name="Google Shape;1347;p57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348" name="Google Shape;1348;p57"/>
          <p:cNvCxnSpPr>
            <a:stCxn id="1346" idx="3"/>
            <a:endCxn id="1347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9" name="Google Shape;1349;p57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350" name="Google Shape;1350;p57"/>
          <p:cNvCxnSpPr>
            <a:stCxn id="1349" idx="2"/>
            <a:endCxn id="1347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1" name="Google Shape;1351;p57"/>
          <p:cNvCxnSpPr>
            <a:stCxn id="1349" idx="0"/>
            <a:endCxn id="1346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2" name="Google Shape;1352;p57"/>
          <p:cNvCxnSpPr>
            <a:stCxn id="1322" idx="5"/>
            <a:endCxn id="1346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3" name="Google Shape;1353;p57"/>
          <p:cNvCxnSpPr>
            <a:stCxn id="1337" idx="4"/>
            <a:endCxn id="1346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4" name="Google Shape;1354;p57"/>
          <p:cNvCxnSpPr>
            <a:stCxn id="1322" idx="7"/>
            <a:endCxn id="1337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p5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1360" name="Google Shape;1360;p58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Cliques can overlap for two reasons: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(1) </a:t>
            </a:r>
            <a:r>
              <a:rPr i="1" lang="en"/>
              <a:t>Smaller cliques are </a:t>
            </a:r>
            <a:r>
              <a:rPr b="1" i="1" lang="en"/>
              <a:t>nested </a:t>
            </a:r>
            <a:r>
              <a:rPr i="1" lang="en"/>
              <a:t>within larger cliques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clique of size five is made up of five cliques of size four!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{E, F, G, H, I}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{F, G, H, I} 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p58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362" name="Google Shape;1362;p58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363" name="Google Shape;1363;p58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364" name="Google Shape;1364;p58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365" name="Google Shape;1365;p58"/>
          <p:cNvCxnSpPr>
            <a:stCxn id="1361" idx="3"/>
            <a:endCxn id="1362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6" name="Google Shape;1366;p58"/>
          <p:cNvCxnSpPr>
            <a:stCxn id="1364" idx="1"/>
            <a:endCxn id="1362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7" name="Google Shape;1367;p58"/>
          <p:cNvCxnSpPr>
            <a:stCxn id="1361" idx="4"/>
            <a:endCxn id="1364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8" name="Google Shape;1368;p58"/>
          <p:cNvCxnSpPr>
            <a:stCxn id="1361" idx="5"/>
            <a:endCxn id="1363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9" name="Google Shape;1369;p58"/>
          <p:cNvCxnSpPr>
            <a:stCxn id="1363" idx="2"/>
            <a:endCxn id="1362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0" name="Google Shape;1370;p58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371" name="Google Shape;1371;p58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372" name="Google Shape;1372;p58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373" name="Google Shape;1373;p58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374" name="Google Shape;1374;p58"/>
          <p:cNvCxnSpPr>
            <a:stCxn id="1370" idx="3"/>
            <a:endCxn id="1371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5" name="Google Shape;1375;p58"/>
          <p:cNvCxnSpPr>
            <a:stCxn id="1373" idx="0"/>
            <a:endCxn id="1371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6" name="Google Shape;1376;p58"/>
          <p:cNvCxnSpPr>
            <a:stCxn id="1370" idx="5"/>
            <a:endCxn id="1372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7" name="Google Shape;1377;p58"/>
          <p:cNvCxnSpPr>
            <a:stCxn id="1372" idx="2"/>
            <a:endCxn id="1371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8" name="Google Shape;1378;p58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379" name="Google Shape;1379;p58"/>
          <p:cNvCxnSpPr>
            <a:stCxn id="1378" idx="0"/>
            <a:endCxn id="1371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0" name="Google Shape;1380;p58"/>
          <p:cNvCxnSpPr>
            <a:stCxn id="1372" idx="3"/>
            <a:endCxn id="1373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1" name="Google Shape;1381;p58"/>
          <p:cNvCxnSpPr>
            <a:stCxn id="1372" idx="3"/>
            <a:endCxn id="1378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2" name="Google Shape;1382;p58"/>
          <p:cNvCxnSpPr>
            <a:stCxn id="1370" idx="4"/>
            <a:endCxn id="1378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3" name="Google Shape;1383;p58"/>
          <p:cNvCxnSpPr>
            <a:stCxn id="1361" idx="6"/>
            <a:endCxn id="1373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4" name="Google Shape;1384;p58"/>
          <p:cNvCxnSpPr>
            <a:stCxn id="1364" idx="7"/>
            <a:endCxn id="1363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5" name="Google Shape;1385;p58"/>
          <p:cNvCxnSpPr>
            <a:stCxn id="1373" idx="6"/>
            <a:endCxn id="1378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6" name="Google Shape;1386;p58"/>
          <p:cNvCxnSpPr>
            <a:stCxn id="1370" idx="4"/>
            <a:endCxn id="1373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7" name="Google Shape;1387;p58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388" name="Google Shape;1388;p58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389" name="Google Shape;1389;p58"/>
          <p:cNvCxnSpPr>
            <a:stCxn id="1387" idx="3"/>
            <a:endCxn id="1388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0" name="Google Shape;1390;p58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391" name="Google Shape;1391;p58"/>
          <p:cNvCxnSpPr>
            <a:stCxn id="1390" idx="2"/>
            <a:endCxn id="1388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2" name="Google Shape;1392;p58"/>
          <p:cNvCxnSpPr>
            <a:stCxn id="1390" idx="0"/>
            <a:endCxn id="1387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3" name="Google Shape;1393;p58"/>
          <p:cNvCxnSpPr>
            <a:stCxn id="1363" idx="5"/>
            <a:endCxn id="1387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4" name="Google Shape;1394;p58"/>
          <p:cNvCxnSpPr>
            <a:stCxn id="1378" idx="4"/>
            <a:endCxn id="1387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5" name="Google Shape;1395;p58"/>
          <p:cNvCxnSpPr>
            <a:stCxn id="1363" idx="7"/>
            <a:endCxn id="1378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6" name="Google Shape;1396;p58"/>
          <p:cNvCxnSpPr/>
          <p:nvPr/>
        </p:nvCxnSpPr>
        <p:spPr>
          <a:xfrm>
            <a:off x="9645775" y="4136875"/>
            <a:ext cx="661800" cy="66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0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p5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1402" name="Google Shape;1402;p59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Cliques can overlap for two reasons: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(1) </a:t>
            </a:r>
            <a:r>
              <a:rPr i="1" lang="en"/>
              <a:t>Smaller cliques are </a:t>
            </a:r>
            <a:r>
              <a:rPr b="1" i="1" lang="en"/>
              <a:t>nested </a:t>
            </a:r>
            <a:r>
              <a:rPr i="1" lang="en"/>
              <a:t>within larger cliques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clique of size five is made up of five cliques of size four!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{E, F, G, H, I}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{F, G, H, I}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{E, F, G, H}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59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404" name="Google Shape;1404;p59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405" name="Google Shape;1405;p59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406" name="Google Shape;1406;p59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407" name="Google Shape;1407;p59"/>
          <p:cNvCxnSpPr>
            <a:stCxn id="1403" idx="3"/>
            <a:endCxn id="1404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8" name="Google Shape;1408;p59"/>
          <p:cNvCxnSpPr>
            <a:stCxn id="1406" idx="1"/>
            <a:endCxn id="1404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9" name="Google Shape;1409;p59"/>
          <p:cNvCxnSpPr>
            <a:stCxn id="1403" idx="4"/>
            <a:endCxn id="1406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0" name="Google Shape;1410;p59"/>
          <p:cNvCxnSpPr>
            <a:stCxn id="1403" idx="5"/>
            <a:endCxn id="1405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1" name="Google Shape;1411;p59"/>
          <p:cNvCxnSpPr>
            <a:stCxn id="1405" idx="2"/>
            <a:endCxn id="1404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2" name="Google Shape;1412;p59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413" name="Google Shape;1413;p59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414" name="Google Shape;1414;p59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415" name="Google Shape;1415;p59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416" name="Google Shape;1416;p59"/>
          <p:cNvCxnSpPr>
            <a:stCxn id="1412" idx="3"/>
            <a:endCxn id="1413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7" name="Google Shape;1417;p59"/>
          <p:cNvCxnSpPr>
            <a:stCxn id="1415" idx="0"/>
            <a:endCxn id="1413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8" name="Google Shape;1418;p59"/>
          <p:cNvCxnSpPr>
            <a:stCxn id="1412" idx="5"/>
            <a:endCxn id="1414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9" name="Google Shape;1419;p59"/>
          <p:cNvCxnSpPr>
            <a:stCxn id="1414" idx="2"/>
            <a:endCxn id="1413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0" name="Google Shape;1420;p59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421" name="Google Shape;1421;p59"/>
          <p:cNvCxnSpPr>
            <a:stCxn id="1420" idx="0"/>
            <a:endCxn id="1413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2" name="Google Shape;1422;p59"/>
          <p:cNvCxnSpPr>
            <a:stCxn id="1414" idx="3"/>
            <a:endCxn id="1415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3" name="Google Shape;1423;p59"/>
          <p:cNvCxnSpPr>
            <a:stCxn id="1414" idx="3"/>
            <a:endCxn id="1420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4" name="Google Shape;1424;p59"/>
          <p:cNvCxnSpPr>
            <a:stCxn id="1412" idx="4"/>
            <a:endCxn id="1420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5" name="Google Shape;1425;p59"/>
          <p:cNvCxnSpPr>
            <a:stCxn id="1403" idx="6"/>
            <a:endCxn id="1415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6" name="Google Shape;1426;p59"/>
          <p:cNvCxnSpPr>
            <a:stCxn id="1406" idx="7"/>
            <a:endCxn id="1405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7" name="Google Shape;1427;p59"/>
          <p:cNvCxnSpPr>
            <a:stCxn id="1415" idx="6"/>
            <a:endCxn id="1420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8" name="Google Shape;1428;p59"/>
          <p:cNvCxnSpPr>
            <a:stCxn id="1412" idx="4"/>
            <a:endCxn id="1415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9" name="Google Shape;1429;p59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430" name="Google Shape;1430;p59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431" name="Google Shape;1431;p59"/>
          <p:cNvCxnSpPr>
            <a:stCxn id="1429" idx="3"/>
            <a:endCxn id="1430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2" name="Google Shape;1432;p59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433" name="Google Shape;1433;p59"/>
          <p:cNvCxnSpPr>
            <a:stCxn id="1432" idx="2"/>
            <a:endCxn id="1430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4" name="Google Shape;1434;p59"/>
          <p:cNvCxnSpPr>
            <a:stCxn id="1432" idx="0"/>
            <a:endCxn id="1429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5" name="Google Shape;1435;p59"/>
          <p:cNvCxnSpPr>
            <a:stCxn id="1405" idx="5"/>
            <a:endCxn id="1429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6" name="Google Shape;1436;p59"/>
          <p:cNvCxnSpPr>
            <a:stCxn id="1420" idx="4"/>
            <a:endCxn id="1429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7" name="Google Shape;1437;p59"/>
          <p:cNvCxnSpPr>
            <a:stCxn id="1405" idx="7"/>
            <a:endCxn id="1420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p6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1443" name="Google Shape;1443;p60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Cliques can overlap for two reasons: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(1) </a:t>
            </a:r>
            <a:r>
              <a:rPr i="1" lang="en"/>
              <a:t>Smaller cliques are </a:t>
            </a:r>
            <a:r>
              <a:rPr b="1" i="1" lang="en"/>
              <a:t>nested </a:t>
            </a:r>
            <a:r>
              <a:rPr i="1" lang="en"/>
              <a:t>within larger cliques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clique of size five is made up of five cliques of size four!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{E, F, G, H, I}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{F, G, H, I}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{E, F, G, H}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{E, F, G, I}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Google Shape;1444;p60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445" name="Google Shape;1445;p60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446" name="Google Shape;1446;p60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447" name="Google Shape;1447;p60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448" name="Google Shape;1448;p60"/>
          <p:cNvCxnSpPr>
            <a:stCxn id="1444" idx="3"/>
            <a:endCxn id="1445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9" name="Google Shape;1449;p60"/>
          <p:cNvCxnSpPr>
            <a:stCxn id="1447" idx="1"/>
            <a:endCxn id="1445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0" name="Google Shape;1450;p60"/>
          <p:cNvCxnSpPr>
            <a:stCxn id="1444" idx="4"/>
            <a:endCxn id="1447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1" name="Google Shape;1451;p60"/>
          <p:cNvCxnSpPr>
            <a:stCxn id="1444" idx="5"/>
            <a:endCxn id="1446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2" name="Google Shape;1452;p60"/>
          <p:cNvCxnSpPr>
            <a:stCxn id="1446" idx="2"/>
            <a:endCxn id="1445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3" name="Google Shape;1453;p60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454" name="Google Shape;1454;p60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455" name="Google Shape;1455;p60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456" name="Google Shape;1456;p60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457" name="Google Shape;1457;p60"/>
          <p:cNvCxnSpPr>
            <a:stCxn id="1453" idx="3"/>
            <a:endCxn id="1454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8" name="Google Shape;1458;p60"/>
          <p:cNvCxnSpPr>
            <a:stCxn id="1456" idx="0"/>
            <a:endCxn id="1454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9" name="Google Shape;1459;p60"/>
          <p:cNvCxnSpPr>
            <a:stCxn id="1453" idx="5"/>
            <a:endCxn id="1455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0" name="Google Shape;1460;p60"/>
          <p:cNvCxnSpPr>
            <a:stCxn id="1455" idx="2"/>
            <a:endCxn id="1454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1" name="Google Shape;1461;p60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462" name="Google Shape;1462;p60"/>
          <p:cNvCxnSpPr>
            <a:stCxn id="1461" idx="0"/>
            <a:endCxn id="1454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3" name="Google Shape;1463;p60"/>
          <p:cNvCxnSpPr>
            <a:stCxn id="1455" idx="3"/>
            <a:endCxn id="1456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4" name="Google Shape;1464;p60"/>
          <p:cNvCxnSpPr>
            <a:stCxn id="1455" idx="3"/>
            <a:endCxn id="1461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5" name="Google Shape;1465;p60"/>
          <p:cNvCxnSpPr>
            <a:stCxn id="1453" idx="4"/>
            <a:endCxn id="1461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6" name="Google Shape;1466;p60"/>
          <p:cNvCxnSpPr>
            <a:stCxn id="1444" idx="6"/>
            <a:endCxn id="1456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7" name="Google Shape;1467;p60"/>
          <p:cNvCxnSpPr>
            <a:stCxn id="1447" idx="7"/>
            <a:endCxn id="1446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8" name="Google Shape;1468;p60"/>
          <p:cNvCxnSpPr>
            <a:stCxn id="1456" idx="6"/>
            <a:endCxn id="1461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9" name="Google Shape;1469;p60"/>
          <p:cNvCxnSpPr>
            <a:stCxn id="1453" idx="4"/>
            <a:endCxn id="1456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0" name="Google Shape;1470;p60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471" name="Google Shape;1471;p60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472" name="Google Shape;1472;p60"/>
          <p:cNvCxnSpPr>
            <a:stCxn id="1470" idx="3"/>
            <a:endCxn id="1471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3" name="Google Shape;1473;p60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474" name="Google Shape;1474;p60"/>
          <p:cNvCxnSpPr>
            <a:stCxn id="1473" idx="2"/>
            <a:endCxn id="1471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5" name="Google Shape;1475;p60"/>
          <p:cNvCxnSpPr>
            <a:stCxn id="1473" idx="0"/>
            <a:endCxn id="1470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6" name="Google Shape;1476;p60"/>
          <p:cNvCxnSpPr>
            <a:stCxn id="1446" idx="5"/>
            <a:endCxn id="1470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7" name="Google Shape;1477;p60"/>
          <p:cNvCxnSpPr>
            <a:stCxn id="1461" idx="4"/>
            <a:endCxn id="1470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8" name="Google Shape;1478;p60"/>
          <p:cNvCxnSpPr>
            <a:stCxn id="1446" idx="7"/>
            <a:endCxn id="1461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6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1484" name="Google Shape;1484;p61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Cliques can overlap for two reasons: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(1) </a:t>
            </a:r>
            <a:r>
              <a:rPr i="1" lang="en"/>
              <a:t>Smaller cliques are </a:t>
            </a:r>
            <a:r>
              <a:rPr b="1" i="1" lang="en"/>
              <a:t>nested </a:t>
            </a:r>
            <a:r>
              <a:rPr i="1" lang="en"/>
              <a:t>within larger cliques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clique of size five is made up of five cliques of size four!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{E, F, G, H, I}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{F, G, H, I}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{E, F, G, H}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{E, F, G, I}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{E, F, H, I}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5" name="Google Shape;1485;p61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486" name="Google Shape;1486;p61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487" name="Google Shape;1487;p61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488" name="Google Shape;1488;p61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489" name="Google Shape;1489;p61"/>
          <p:cNvCxnSpPr>
            <a:stCxn id="1485" idx="3"/>
            <a:endCxn id="1486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0" name="Google Shape;1490;p61"/>
          <p:cNvCxnSpPr>
            <a:stCxn id="1488" idx="1"/>
            <a:endCxn id="1486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1" name="Google Shape;1491;p61"/>
          <p:cNvCxnSpPr>
            <a:stCxn id="1485" idx="4"/>
            <a:endCxn id="1488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2" name="Google Shape;1492;p61"/>
          <p:cNvCxnSpPr>
            <a:stCxn id="1485" idx="5"/>
            <a:endCxn id="1487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3" name="Google Shape;1493;p61"/>
          <p:cNvCxnSpPr>
            <a:stCxn id="1487" idx="2"/>
            <a:endCxn id="1486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4" name="Google Shape;1494;p61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495" name="Google Shape;1495;p61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496" name="Google Shape;1496;p61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497" name="Google Shape;1497;p61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498" name="Google Shape;1498;p61"/>
          <p:cNvCxnSpPr>
            <a:stCxn id="1494" idx="3"/>
            <a:endCxn id="1495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9" name="Google Shape;1499;p61"/>
          <p:cNvCxnSpPr>
            <a:stCxn id="1497" idx="0"/>
            <a:endCxn id="1495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0" name="Google Shape;1500;p61"/>
          <p:cNvCxnSpPr>
            <a:stCxn id="1494" idx="5"/>
            <a:endCxn id="1496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1" name="Google Shape;1501;p61"/>
          <p:cNvCxnSpPr>
            <a:stCxn id="1496" idx="2"/>
            <a:endCxn id="1495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2" name="Google Shape;1502;p61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503" name="Google Shape;1503;p61"/>
          <p:cNvCxnSpPr>
            <a:stCxn id="1502" idx="0"/>
            <a:endCxn id="1495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4" name="Google Shape;1504;p61"/>
          <p:cNvCxnSpPr>
            <a:stCxn id="1496" idx="3"/>
            <a:endCxn id="1497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5" name="Google Shape;1505;p61"/>
          <p:cNvCxnSpPr>
            <a:stCxn id="1496" idx="3"/>
            <a:endCxn id="1502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6" name="Google Shape;1506;p61"/>
          <p:cNvCxnSpPr>
            <a:stCxn id="1494" idx="4"/>
            <a:endCxn id="1502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7" name="Google Shape;1507;p61"/>
          <p:cNvCxnSpPr>
            <a:stCxn id="1485" idx="6"/>
            <a:endCxn id="1497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8" name="Google Shape;1508;p61"/>
          <p:cNvCxnSpPr>
            <a:stCxn id="1488" idx="7"/>
            <a:endCxn id="1487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9" name="Google Shape;1509;p61"/>
          <p:cNvCxnSpPr>
            <a:stCxn id="1497" idx="6"/>
            <a:endCxn id="1502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0" name="Google Shape;1510;p61"/>
          <p:cNvCxnSpPr>
            <a:stCxn id="1494" idx="4"/>
            <a:endCxn id="1497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1" name="Google Shape;1511;p61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512" name="Google Shape;1512;p61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513" name="Google Shape;1513;p61"/>
          <p:cNvCxnSpPr>
            <a:stCxn id="1511" idx="3"/>
            <a:endCxn id="1512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4" name="Google Shape;1514;p61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515" name="Google Shape;1515;p61"/>
          <p:cNvCxnSpPr>
            <a:stCxn id="1514" idx="2"/>
            <a:endCxn id="1512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6" name="Google Shape;1516;p61"/>
          <p:cNvCxnSpPr>
            <a:stCxn id="1514" idx="0"/>
            <a:endCxn id="1511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7" name="Google Shape;1517;p61"/>
          <p:cNvCxnSpPr>
            <a:stCxn id="1487" idx="5"/>
            <a:endCxn id="1511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8" name="Google Shape;1518;p61"/>
          <p:cNvCxnSpPr>
            <a:stCxn id="1502" idx="4"/>
            <a:endCxn id="1511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9" name="Google Shape;1519;p61"/>
          <p:cNvCxnSpPr>
            <a:stCxn id="1487" idx="7"/>
            <a:endCxn id="1502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p6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1525" name="Google Shape;1525;p62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Cliques can overlap for two reasons: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(1) </a:t>
            </a:r>
            <a:r>
              <a:rPr i="1" lang="en"/>
              <a:t>Smaller cliques are </a:t>
            </a:r>
            <a:r>
              <a:rPr b="1" i="1" lang="en"/>
              <a:t>nested </a:t>
            </a:r>
            <a:r>
              <a:rPr i="1" lang="en"/>
              <a:t>within larger cliques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clique of size five is made up of five cliques of size four!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{E, F, G, H, I}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{F, G, H, I}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{E, F, G, H}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{E, F, G, I}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{E, F, H, I}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{E, G, H, I}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6" name="Google Shape;1526;p62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527" name="Google Shape;1527;p62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528" name="Google Shape;1528;p62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529" name="Google Shape;1529;p62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530" name="Google Shape;1530;p62"/>
          <p:cNvCxnSpPr>
            <a:stCxn id="1526" idx="3"/>
            <a:endCxn id="1527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1" name="Google Shape;1531;p62"/>
          <p:cNvCxnSpPr>
            <a:stCxn id="1529" idx="1"/>
            <a:endCxn id="1527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2" name="Google Shape;1532;p62"/>
          <p:cNvCxnSpPr>
            <a:stCxn id="1526" idx="4"/>
            <a:endCxn id="1529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3" name="Google Shape;1533;p62"/>
          <p:cNvCxnSpPr>
            <a:stCxn id="1526" idx="5"/>
            <a:endCxn id="1528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4" name="Google Shape;1534;p62"/>
          <p:cNvCxnSpPr>
            <a:stCxn id="1528" idx="2"/>
            <a:endCxn id="1527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5" name="Google Shape;1535;p62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536" name="Google Shape;1536;p62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537" name="Google Shape;1537;p62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538" name="Google Shape;1538;p62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539" name="Google Shape;1539;p62"/>
          <p:cNvCxnSpPr>
            <a:stCxn id="1535" idx="3"/>
            <a:endCxn id="1536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0" name="Google Shape;1540;p62"/>
          <p:cNvCxnSpPr>
            <a:stCxn id="1538" idx="0"/>
            <a:endCxn id="1536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1" name="Google Shape;1541;p62"/>
          <p:cNvCxnSpPr>
            <a:stCxn id="1535" idx="5"/>
            <a:endCxn id="1537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2" name="Google Shape;1542;p62"/>
          <p:cNvCxnSpPr>
            <a:stCxn id="1537" idx="2"/>
            <a:endCxn id="1536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3" name="Google Shape;1543;p62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544" name="Google Shape;1544;p62"/>
          <p:cNvCxnSpPr>
            <a:stCxn id="1543" idx="0"/>
            <a:endCxn id="1536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5" name="Google Shape;1545;p62"/>
          <p:cNvCxnSpPr>
            <a:stCxn id="1537" idx="3"/>
            <a:endCxn id="1538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6" name="Google Shape;1546;p62"/>
          <p:cNvCxnSpPr>
            <a:stCxn id="1537" idx="3"/>
            <a:endCxn id="1543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7" name="Google Shape;1547;p62"/>
          <p:cNvCxnSpPr>
            <a:stCxn id="1535" idx="4"/>
            <a:endCxn id="1543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8" name="Google Shape;1548;p62"/>
          <p:cNvCxnSpPr>
            <a:stCxn id="1526" idx="6"/>
            <a:endCxn id="1538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9" name="Google Shape;1549;p62"/>
          <p:cNvCxnSpPr>
            <a:stCxn id="1529" idx="7"/>
            <a:endCxn id="1528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0" name="Google Shape;1550;p62"/>
          <p:cNvCxnSpPr>
            <a:stCxn id="1538" idx="6"/>
            <a:endCxn id="1543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1" name="Google Shape;1551;p62"/>
          <p:cNvCxnSpPr>
            <a:stCxn id="1535" idx="4"/>
            <a:endCxn id="1538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2" name="Google Shape;1552;p62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553" name="Google Shape;1553;p62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554" name="Google Shape;1554;p62"/>
          <p:cNvCxnSpPr>
            <a:stCxn id="1552" idx="3"/>
            <a:endCxn id="1553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5" name="Google Shape;1555;p62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556" name="Google Shape;1556;p62"/>
          <p:cNvCxnSpPr>
            <a:stCxn id="1555" idx="2"/>
            <a:endCxn id="1553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7" name="Google Shape;1557;p62"/>
          <p:cNvCxnSpPr>
            <a:stCxn id="1555" idx="0"/>
            <a:endCxn id="1552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8" name="Google Shape;1558;p62"/>
          <p:cNvCxnSpPr>
            <a:stCxn id="1528" idx="5"/>
            <a:endCxn id="1552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9" name="Google Shape;1559;p62"/>
          <p:cNvCxnSpPr>
            <a:stCxn id="1543" idx="4"/>
            <a:endCxn id="1552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0" name="Google Shape;1560;p62"/>
          <p:cNvCxnSpPr>
            <a:stCxn id="1528" idx="7"/>
            <a:endCxn id="1543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4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6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1566" name="Google Shape;1566;p63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Cliques can overlap for two reasons: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(2) </a:t>
            </a:r>
            <a:r>
              <a:rPr i="1" lang="en"/>
              <a:t>Cliques can </a:t>
            </a:r>
            <a:r>
              <a:rPr b="1" i="1" lang="en"/>
              <a:t>share</a:t>
            </a:r>
            <a:r>
              <a:rPr i="1" lang="en"/>
              <a:t> members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Node D is member of both: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{A, B, C, D}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{D, F, K}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7" name="Google Shape;1567;p63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568" name="Google Shape;1568;p63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569" name="Google Shape;1569;p63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570" name="Google Shape;1570;p63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571" name="Google Shape;1571;p63"/>
          <p:cNvCxnSpPr>
            <a:stCxn id="1567" idx="3"/>
            <a:endCxn id="1568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2" name="Google Shape;1572;p63"/>
          <p:cNvCxnSpPr>
            <a:stCxn id="1570" idx="1"/>
            <a:endCxn id="1568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3" name="Google Shape;1573;p63"/>
          <p:cNvCxnSpPr>
            <a:stCxn id="1567" idx="4"/>
            <a:endCxn id="1570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4" name="Google Shape;1574;p63"/>
          <p:cNvCxnSpPr>
            <a:stCxn id="1567" idx="5"/>
            <a:endCxn id="1569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5" name="Google Shape;1575;p63"/>
          <p:cNvCxnSpPr>
            <a:stCxn id="1569" idx="2"/>
            <a:endCxn id="1568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6" name="Google Shape;1576;p63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577" name="Google Shape;1577;p63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578" name="Google Shape;1578;p63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579" name="Google Shape;1579;p63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580" name="Google Shape;1580;p63"/>
          <p:cNvCxnSpPr>
            <a:stCxn id="1576" idx="3"/>
            <a:endCxn id="1577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1" name="Google Shape;1581;p63"/>
          <p:cNvCxnSpPr>
            <a:stCxn id="1579" idx="0"/>
            <a:endCxn id="1577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2" name="Google Shape;1582;p63"/>
          <p:cNvCxnSpPr>
            <a:stCxn id="1576" idx="5"/>
            <a:endCxn id="1578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3" name="Google Shape;1583;p63"/>
          <p:cNvCxnSpPr>
            <a:stCxn id="1578" idx="2"/>
            <a:endCxn id="1577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4" name="Google Shape;1584;p63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585" name="Google Shape;1585;p63"/>
          <p:cNvCxnSpPr>
            <a:stCxn id="1584" idx="0"/>
            <a:endCxn id="1577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6" name="Google Shape;1586;p63"/>
          <p:cNvCxnSpPr>
            <a:stCxn id="1578" idx="3"/>
            <a:endCxn id="1579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7" name="Google Shape;1587;p63"/>
          <p:cNvCxnSpPr>
            <a:stCxn id="1578" idx="3"/>
            <a:endCxn id="1584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8" name="Google Shape;1588;p63"/>
          <p:cNvCxnSpPr>
            <a:stCxn id="1576" idx="4"/>
            <a:endCxn id="1584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9" name="Google Shape;1589;p63"/>
          <p:cNvCxnSpPr>
            <a:stCxn id="1567" idx="6"/>
            <a:endCxn id="1579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0" name="Google Shape;1590;p63"/>
          <p:cNvCxnSpPr>
            <a:stCxn id="1570" idx="7"/>
            <a:endCxn id="1569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1" name="Google Shape;1591;p63"/>
          <p:cNvCxnSpPr>
            <a:stCxn id="1579" idx="6"/>
            <a:endCxn id="1584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2" name="Google Shape;1592;p63"/>
          <p:cNvCxnSpPr>
            <a:stCxn id="1576" idx="4"/>
            <a:endCxn id="1579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3" name="Google Shape;1593;p63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594" name="Google Shape;1594;p63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595" name="Google Shape;1595;p63"/>
          <p:cNvCxnSpPr>
            <a:stCxn id="1593" idx="3"/>
            <a:endCxn id="1594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6" name="Google Shape;1596;p63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597" name="Google Shape;1597;p63"/>
          <p:cNvCxnSpPr>
            <a:stCxn id="1596" idx="2"/>
            <a:endCxn id="1594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8" name="Google Shape;1598;p63"/>
          <p:cNvCxnSpPr>
            <a:stCxn id="1596" idx="0"/>
            <a:endCxn id="1593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9" name="Google Shape;1599;p63"/>
          <p:cNvCxnSpPr>
            <a:stCxn id="1569" idx="5"/>
            <a:endCxn id="1593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0" name="Google Shape;1600;p63"/>
          <p:cNvCxnSpPr>
            <a:stCxn id="1584" idx="4"/>
            <a:endCxn id="1593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1" name="Google Shape;1601;p63"/>
          <p:cNvCxnSpPr>
            <a:stCxn id="1569" idx="7"/>
            <a:endCxn id="1584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5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p6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1607" name="Google Shape;1607;p64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Cliques can overlap for two reasons: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(2) </a:t>
            </a:r>
            <a:r>
              <a:rPr i="1" lang="en"/>
              <a:t>Cliques can </a:t>
            </a:r>
            <a:r>
              <a:rPr b="1" i="1" lang="en"/>
              <a:t>share</a:t>
            </a:r>
            <a:r>
              <a:rPr i="1" lang="en"/>
              <a:t> members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Node D is member of both: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{A, B, C, D}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{D, F, K}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Node F is member of both: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{E, F, G, H, I}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{D, F, K}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8" name="Google Shape;1608;p64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609" name="Google Shape;1609;p64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610" name="Google Shape;1610;p64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611" name="Google Shape;1611;p64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612" name="Google Shape;1612;p64"/>
          <p:cNvCxnSpPr>
            <a:stCxn id="1608" idx="3"/>
            <a:endCxn id="1609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3" name="Google Shape;1613;p64"/>
          <p:cNvCxnSpPr>
            <a:stCxn id="1611" idx="1"/>
            <a:endCxn id="1609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4" name="Google Shape;1614;p64"/>
          <p:cNvCxnSpPr>
            <a:stCxn id="1608" idx="4"/>
            <a:endCxn id="1611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5" name="Google Shape;1615;p64"/>
          <p:cNvCxnSpPr>
            <a:stCxn id="1608" idx="5"/>
            <a:endCxn id="1610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6" name="Google Shape;1616;p64"/>
          <p:cNvCxnSpPr>
            <a:stCxn id="1610" idx="2"/>
            <a:endCxn id="1609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7" name="Google Shape;1617;p64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rgbClr val="F4B400"/>
          </a:solidFill>
          <a:ln cap="flat" cmpd="sng" w="1905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618" name="Google Shape;1618;p64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rgbClr val="F4B400"/>
          </a:solidFill>
          <a:ln cap="flat" cmpd="sng" w="1905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619" name="Google Shape;1619;p64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rgbClr val="F4B400"/>
          </a:solidFill>
          <a:ln cap="flat" cmpd="sng" w="1905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620" name="Google Shape;1620;p64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rgbClr val="F4B400"/>
          </a:solidFill>
          <a:ln cap="flat" cmpd="sng" w="1905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621" name="Google Shape;1621;p64"/>
          <p:cNvCxnSpPr>
            <a:stCxn id="1617" idx="3"/>
            <a:endCxn id="1618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2" name="Google Shape;1622;p64"/>
          <p:cNvCxnSpPr>
            <a:stCxn id="1620" idx="0"/>
            <a:endCxn id="1618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3" name="Google Shape;1623;p64"/>
          <p:cNvCxnSpPr>
            <a:stCxn id="1617" idx="5"/>
            <a:endCxn id="1619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4" name="Google Shape;1624;p64"/>
          <p:cNvCxnSpPr>
            <a:stCxn id="1619" idx="2"/>
            <a:endCxn id="1618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5" name="Google Shape;1625;p64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626" name="Google Shape;1626;p64"/>
          <p:cNvCxnSpPr>
            <a:stCxn id="1625" idx="0"/>
            <a:endCxn id="1618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7" name="Google Shape;1627;p64"/>
          <p:cNvCxnSpPr>
            <a:stCxn id="1619" idx="3"/>
            <a:endCxn id="1620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8" name="Google Shape;1628;p64"/>
          <p:cNvCxnSpPr>
            <a:stCxn id="1619" idx="3"/>
            <a:endCxn id="1625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9" name="Google Shape;1629;p64"/>
          <p:cNvCxnSpPr>
            <a:stCxn id="1617" idx="4"/>
            <a:endCxn id="1625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0" name="Google Shape;1630;p64"/>
          <p:cNvCxnSpPr>
            <a:stCxn id="1608" idx="6"/>
            <a:endCxn id="1620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1" name="Google Shape;1631;p64"/>
          <p:cNvCxnSpPr>
            <a:stCxn id="1611" idx="7"/>
            <a:endCxn id="1610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2" name="Google Shape;1632;p64"/>
          <p:cNvCxnSpPr>
            <a:stCxn id="1620" idx="6"/>
            <a:endCxn id="1625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3" name="Google Shape;1633;p64"/>
          <p:cNvCxnSpPr>
            <a:stCxn id="1617" idx="4"/>
            <a:endCxn id="1620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4" name="Google Shape;1634;p64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635" name="Google Shape;1635;p64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636" name="Google Shape;1636;p64"/>
          <p:cNvCxnSpPr>
            <a:stCxn id="1634" idx="3"/>
            <a:endCxn id="1635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7" name="Google Shape;1637;p64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638" name="Google Shape;1638;p64"/>
          <p:cNvCxnSpPr>
            <a:stCxn id="1637" idx="2"/>
            <a:endCxn id="1635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9" name="Google Shape;1639;p64"/>
          <p:cNvCxnSpPr>
            <a:stCxn id="1637" idx="0"/>
            <a:endCxn id="1634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0" name="Google Shape;1640;p64"/>
          <p:cNvCxnSpPr>
            <a:stCxn id="1610" idx="5"/>
            <a:endCxn id="1634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1" name="Google Shape;1641;p64"/>
          <p:cNvCxnSpPr>
            <a:stCxn id="1625" idx="4"/>
            <a:endCxn id="1634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2" name="Google Shape;1642;p64"/>
          <p:cNvCxnSpPr>
            <a:stCxn id="1610" idx="7"/>
            <a:endCxn id="1625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6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Google Shape;1647;p6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1648" name="Google Shape;1648;p65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Cliques can overlap for two reasons: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(2) </a:t>
            </a:r>
            <a:r>
              <a:rPr i="1" lang="en"/>
              <a:t>Cliques can share members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Node D is member of both: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{A, B, C, D}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{D, F, K}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Node F is member of both: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{E, F, G, H, I}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{D, F, K}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Node K is member of both: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{F, D, K}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{J, K, L}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9" name="Google Shape;1649;p65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650" name="Google Shape;1650;p65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651" name="Google Shape;1651;p65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652" name="Google Shape;1652;p65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653" name="Google Shape;1653;p65"/>
          <p:cNvCxnSpPr>
            <a:stCxn id="1649" idx="3"/>
            <a:endCxn id="1650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4" name="Google Shape;1654;p65"/>
          <p:cNvCxnSpPr>
            <a:stCxn id="1652" idx="1"/>
            <a:endCxn id="1650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5" name="Google Shape;1655;p65"/>
          <p:cNvCxnSpPr>
            <a:stCxn id="1649" idx="4"/>
            <a:endCxn id="1652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6" name="Google Shape;1656;p65"/>
          <p:cNvCxnSpPr>
            <a:stCxn id="1649" idx="5"/>
            <a:endCxn id="1651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7" name="Google Shape;1657;p65"/>
          <p:cNvCxnSpPr>
            <a:stCxn id="1651" idx="2"/>
            <a:endCxn id="1650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8" name="Google Shape;1658;p65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659" name="Google Shape;1659;p65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660" name="Google Shape;1660;p65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661" name="Google Shape;1661;p65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662" name="Google Shape;1662;p65"/>
          <p:cNvCxnSpPr>
            <a:stCxn id="1658" idx="3"/>
            <a:endCxn id="1659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3" name="Google Shape;1663;p65"/>
          <p:cNvCxnSpPr>
            <a:stCxn id="1661" idx="0"/>
            <a:endCxn id="1659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4" name="Google Shape;1664;p65"/>
          <p:cNvCxnSpPr>
            <a:stCxn id="1658" idx="5"/>
            <a:endCxn id="1660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5" name="Google Shape;1665;p65"/>
          <p:cNvCxnSpPr>
            <a:stCxn id="1660" idx="2"/>
            <a:endCxn id="1659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6" name="Google Shape;1666;p65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667" name="Google Shape;1667;p65"/>
          <p:cNvCxnSpPr>
            <a:stCxn id="1666" idx="0"/>
            <a:endCxn id="1659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8" name="Google Shape;1668;p65"/>
          <p:cNvCxnSpPr>
            <a:stCxn id="1660" idx="3"/>
            <a:endCxn id="1661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9" name="Google Shape;1669;p65"/>
          <p:cNvCxnSpPr>
            <a:stCxn id="1660" idx="3"/>
            <a:endCxn id="1666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0" name="Google Shape;1670;p65"/>
          <p:cNvCxnSpPr>
            <a:stCxn id="1658" idx="4"/>
            <a:endCxn id="1666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1" name="Google Shape;1671;p65"/>
          <p:cNvCxnSpPr>
            <a:stCxn id="1649" idx="6"/>
            <a:endCxn id="1661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2" name="Google Shape;1672;p65"/>
          <p:cNvCxnSpPr>
            <a:stCxn id="1652" idx="7"/>
            <a:endCxn id="1651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3" name="Google Shape;1673;p65"/>
          <p:cNvCxnSpPr>
            <a:stCxn id="1661" idx="6"/>
            <a:endCxn id="1666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4" name="Google Shape;1674;p65"/>
          <p:cNvCxnSpPr>
            <a:stCxn id="1658" idx="4"/>
            <a:endCxn id="1661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5" name="Google Shape;1675;p65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676" name="Google Shape;1676;p65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677" name="Google Shape;1677;p65"/>
          <p:cNvCxnSpPr>
            <a:stCxn id="1675" idx="3"/>
            <a:endCxn id="1676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8" name="Google Shape;1678;p65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679" name="Google Shape;1679;p65"/>
          <p:cNvCxnSpPr>
            <a:stCxn id="1678" idx="2"/>
            <a:endCxn id="1676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0" name="Google Shape;1680;p65"/>
          <p:cNvCxnSpPr>
            <a:stCxn id="1678" idx="0"/>
            <a:endCxn id="1675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1" name="Google Shape;1681;p65"/>
          <p:cNvCxnSpPr>
            <a:stCxn id="1651" idx="5"/>
            <a:endCxn id="1675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2" name="Google Shape;1682;p65"/>
          <p:cNvCxnSpPr>
            <a:stCxn id="1666" idx="4"/>
            <a:endCxn id="1675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3" name="Google Shape;1683;p65"/>
          <p:cNvCxnSpPr>
            <a:stCxn id="1651" idx="7"/>
            <a:endCxn id="1666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7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p6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1689" name="Google Shape;1689;p66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Cliques can overlap for two reasons: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(2) </a:t>
            </a:r>
            <a:r>
              <a:rPr i="1" lang="en"/>
              <a:t>Cliques can share members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means that the </a:t>
            </a:r>
            <a:r>
              <a:rPr b="1" lang="en"/>
              <a:t>intersections</a:t>
            </a:r>
            <a:r>
              <a:rPr lang="en"/>
              <a:t> of cliques are the members they share: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{A, B, C, D} </a:t>
            </a:r>
            <a:r>
              <a:rPr b="1" lang="en"/>
              <a:t>∩</a:t>
            </a:r>
            <a:r>
              <a:rPr lang="en"/>
              <a:t> </a:t>
            </a:r>
            <a:r>
              <a:rPr lang="en"/>
              <a:t>{D, F, K} = D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{E, F, G, H, I} </a:t>
            </a:r>
            <a:r>
              <a:rPr b="1" lang="en"/>
              <a:t>∩</a:t>
            </a:r>
            <a:r>
              <a:rPr lang="en"/>
              <a:t> </a:t>
            </a:r>
            <a:r>
              <a:rPr lang="en"/>
              <a:t>{D, F, K} = F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{F, D, K} </a:t>
            </a:r>
            <a:r>
              <a:rPr b="1" lang="en"/>
              <a:t>∩</a:t>
            </a:r>
            <a:r>
              <a:rPr lang="en"/>
              <a:t>  {J, K, L} = K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0" name="Google Shape;1690;p66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691" name="Google Shape;1691;p66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692" name="Google Shape;1692;p66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693" name="Google Shape;1693;p66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694" name="Google Shape;1694;p66"/>
          <p:cNvCxnSpPr>
            <a:stCxn id="1690" idx="3"/>
            <a:endCxn id="1691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5" name="Google Shape;1695;p66"/>
          <p:cNvCxnSpPr>
            <a:stCxn id="1693" idx="1"/>
            <a:endCxn id="1691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6" name="Google Shape;1696;p66"/>
          <p:cNvCxnSpPr>
            <a:stCxn id="1690" idx="4"/>
            <a:endCxn id="1693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7" name="Google Shape;1697;p66"/>
          <p:cNvCxnSpPr>
            <a:stCxn id="1690" idx="5"/>
            <a:endCxn id="1692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8" name="Google Shape;1698;p66"/>
          <p:cNvCxnSpPr>
            <a:stCxn id="1692" idx="2"/>
            <a:endCxn id="1691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9" name="Google Shape;1699;p66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700" name="Google Shape;1700;p66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701" name="Google Shape;1701;p66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702" name="Google Shape;1702;p66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703" name="Google Shape;1703;p66"/>
          <p:cNvCxnSpPr>
            <a:stCxn id="1699" idx="3"/>
            <a:endCxn id="1700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4" name="Google Shape;1704;p66"/>
          <p:cNvCxnSpPr>
            <a:stCxn id="1702" idx="0"/>
            <a:endCxn id="1700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5" name="Google Shape;1705;p66"/>
          <p:cNvCxnSpPr>
            <a:stCxn id="1699" idx="5"/>
            <a:endCxn id="1701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6" name="Google Shape;1706;p66"/>
          <p:cNvCxnSpPr>
            <a:stCxn id="1701" idx="2"/>
            <a:endCxn id="1700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7" name="Google Shape;1707;p66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708" name="Google Shape;1708;p66"/>
          <p:cNvCxnSpPr>
            <a:stCxn id="1707" idx="0"/>
            <a:endCxn id="1700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9" name="Google Shape;1709;p66"/>
          <p:cNvCxnSpPr>
            <a:stCxn id="1701" idx="3"/>
            <a:endCxn id="1702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0" name="Google Shape;1710;p66"/>
          <p:cNvCxnSpPr>
            <a:stCxn id="1701" idx="3"/>
            <a:endCxn id="1707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1" name="Google Shape;1711;p66"/>
          <p:cNvCxnSpPr>
            <a:stCxn id="1699" idx="4"/>
            <a:endCxn id="1707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2" name="Google Shape;1712;p66"/>
          <p:cNvCxnSpPr>
            <a:stCxn id="1690" idx="6"/>
            <a:endCxn id="1702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3" name="Google Shape;1713;p66"/>
          <p:cNvCxnSpPr>
            <a:stCxn id="1693" idx="7"/>
            <a:endCxn id="1692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4" name="Google Shape;1714;p66"/>
          <p:cNvCxnSpPr>
            <a:stCxn id="1702" idx="6"/>
            <a:endCxn id="1707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5" name="Google Shape;1715;p66"/>
          <p:cNvCxnSpPr>
            <a:stCxn id="1699" idx="4"/>
            <a:endCxn id="1702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6" name="Google Shape;1716;p66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chemeClr val="accent4"/>
          </a:solidFill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717" name="Google Shape;1717;p66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718" name="Google Shape;1718;p66"/>
          <p:cNvCxnSpPr>
            <a:stCxn id="1716" idx="3"/>
            <a:endCxn id="1717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9" name="Google Shape;1719;p66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720" name="Google Shape;1720;p66"/>
          <p:cNvCxnSpPr>
            <a:stCxn id="1719" idx="2"/>
            <a:endCxn id="1717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1" name="Google Shape;1721;p66"/>
          <p:cNvCxnSpPr>
            <a:stCxn id="1719" idx="0"/>
            <a:endCxn id="1716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2" name="Google Shape;1722;p66"/>
          <p:cNvCxnSpPr>
            <a:stCxn id="1692" idx="5"/>
            <a:endCxn id="1716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3" name="Google Shape;1723;p66"/>
          <p:cNvCxnSpPr>
            <a:stCxn id="1707" idx="4"/>
            <a:endCxn id="1716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4" name="Google Shape;1724;p66"/>
          <p:cNvCxnSpPr>
            <a:stCxn id="1692" idx="7"/>
            <a:endCxn id="1707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8" name="Shape 1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" name="Google Shape;1729;p6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1730" name="Google Shape;1730;p67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Cliques can overlap for two reasons: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(2) </a:t>
            </a:r>
            <a:r>
              <a:rPr i="1" lang="en"/>
              <a:t>Cliques can share members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means that the </a:t>
            </a:r>
            <a:r>
              <a:rPr b="1" lang="en"/>
              <a:t>intersections</a:t>
            </a:r>
            <a:r>
              <a:rPr lang="en"/>
              <a:t> of cliques are the members they share: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{A, B, C, D} </a:t>
            </a:r>
            <a:r>
              <a:rPr b="1" lang="en"/>
              <a:t>∩</a:t>
            </a:r>
            <a:r>
              <a:rPr lang="en"/>
              <a:t> {D, F, K} = D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{E, F, G, H, I} </a:t>
            </a:r>
            <a:r>
              <a:rPr b="1" lang="en"/>
              <a:t>∩</a:t>
            </a:r>
            <a:r>
              <a:rPr lang="en"/>
              <a:t> {D, F, K} = F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{F, D, K} </a:t>
            </a:r>
            <a:r>
              <a:rPr b="1" lang="en"/>
              <a:t>∩</a:t>
            </a:r>
            <a:r>
              <a:rPr lang="en"/>
              <a:t> {J, K, L} = 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Cliques nested within other cliques share multiple members: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{F, G, H, I} </a:t>
            </a:r>
            <a:r>
              <a:rPr b="1" lang="en"/>
              <a:t>∩ </a:t>
            </a:r>
            <a:r>
              <a:rPr lang="en"/>
              <a:t>{E, F, G, H} = {F, G, H}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{E, F, H, I}  </a:t>
            </a:r>
            <a:r>
              <a:rPr b="1" lang="en"/>
              <a:t>∩ </a:t>
            </a:r>
            <a:r>
              <a:rPr lang="en"/>
              <a:t>{E, G, H, I} = {E, H, I}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1" name="Google Shape;1731;p67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732" name="Google Shape;1732;p67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733" name="Google Shape;1733;p67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734" name="Google Shape;1734;p67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735" name="Google Shape;1735;p67"/>
          <p:cNvCxnSpPr>
            <a:stCxn id="1731" idx="3"/>
            <a:endCxn id="1732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6" name="Google Shape;1736;p67"/>
          <p:cNvCxnSpPr>
            <a:stCxn id="1734" idx="1"/>
            <a:endCxn id="1732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7" name="Google Shape;1737;p67"/>
          <p:cNvCxnSpPr>
            <a:stCxn id="1731" idx="4"/>
            <a:endCxn id="1734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8" name="Google Shape;1738;p67"/>
          <p:cNvCxnSpPr>
            <a:stCxn id="1731" idx="5"/>
            <a:endCxn id="1733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9" name="Google Shape;1739;p67"/>
          <p:cNvCxnSpPr>
            <a:stCxn id="1733" idx="2"/>
            <a:endCxn id="1732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0" name="Google Shape;1740;p67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741" name="Google Shape;1741;p67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742" name="Google Shape;1742;p67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743" name="Google Shape;1743;p67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744" name="Google Shape;1744;p67"/>
          <p:cNvCxnSpPr>
            <a:stCxn id="1740" idx="3"/>
            <a:endCxn id="1741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5" name="Google Shape;1745;p67"/>
          <p:cNvCxnSpPr>
            <a:stCxn id="1743" idx="0"/>
            <a:endCxn id="1741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6" name="Google Shape;1746;p67"/>
          <p:cNvCxnSpPr>
            <a:stCxn id="1740" idx="5"/>
            <a:endCxn id="1742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7" name="Google Shape;1747;p67"/>
          <p:cNvCxnSpPr>
            <a:stCxn id="1742" idx="2"/>
            <a:endCxn id="1741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8" name="Google Shape;1748;p67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749" name="Google Shape;1749;p67"/>
          <p:cNvCxnSpPr>
            <a:stCxn id="1748" idx="0"/>
            <a:endCxn id="1741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0" name="Google Shape;1750;p67"/>
          <p:cNvCxnSpPr>
            <a:stCxn id="1742" idx="3"/>
            <a:endCxn id="1743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1" name="Google Shape;1751;p67"/>
          <p:cNvCxnSpPr>
            <a:stCxn id="1742" idx="3"/>
            <a:endCxn id="1748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2" name="Google Shape;1752;p67"/>
          <p:cNvCxnSpPr>
            <a:stCxn id="1740" idx="4"/>
            <a:endCxn id="1748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3" name="Google Shape;1753;p67"/>
          <p:cNvCxnSpPr>
            <a:stCxn id="1731" idx="6"/>
            <a:endCxn id="1743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4" name="Google Shape;1754;p67"/>
          <p:cNvCxnSpPr>
            <a:stCxn id="1734" idx="7"/>
            <a:endCxn id="1733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5" name="Google Shape;1755;p67"/>
          <p:cNvCxnSpPr>
            <a:stCxn id="1743" idx="6"/>
            <a:endCxn id="1748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6" name="Google Shape;1756;p67"/>
          <p:cNvCxnSpPr>
            <a:stCxn id="1740" idx="4"/>
            <a:endCxn id="1743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7" name="Google Shape;1757;p67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758" name="Google Shape;1758;p67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759" name="Google Shape;1759;p67"/>
          <p:cNvCxnSpPr>
            <a:stCxn id="1757" idx="3"/>
            <a:endCxn id="1758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0" name="Google Shape;1760;p67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761" name="Google Shape;1761;p67"/>
          <p:cNvCxnSpPr>
            <a:stCxn id="1760" idx="2"/>
            <a:endCxn id="1758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2" name="Google Shape;1762;p67"/>
          <p:cNvCxnSpPr>
            <a:stCxn id="1760" idx="0"/>
            <a:endCxn id="1757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3" name="Google Shape;1763;p67"/>
          <p:cNvCxnSpPr>
            <a:stCxn id="1733" idx="5"/>
            <a:endCxn id="1757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4" name="Google Shape;1764;p67"/>
          <p:cNvCxnSpPr>
            <a:stCxn id="1748" idx="4"/>
            <a:endCxn id="1757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5" name="Google Shape;1765;p67"/>
          <p:cNvCxnSpPr>
            <a:stCxn id="1733" idx="7"/>
            <a:endCxn id="1748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769" name="Shape 1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0" name="Google Shape;1770;p68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Clique Analysis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p6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1776" name="Google Shape;1776;p69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 we can enumerate all the cliques up to the maximum clique size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graph has cliques of size three, four, and five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7" name="Google Shape;1777;p69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778" name="Google Shape;1778;p69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779" name="Google Shape;1779;p69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780" name="Google Shape;1780;p69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781" name="Google Shape;1781;p69"/>
          <p:cNvCxnSpPr>
            <a:stCxn id="1777" idx="3"/>
            <a:endCxn id="1778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2" name="Google Shape;1782;p69"/>
          <p:cNvCxnSpPr>
            <a:stCxn id="1780" idx="1"/>
            <a:endCxn id="1778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3" name="Google Shape;1783;p69"/>
          <p:cNvCxnSpPr>
            <a:stCxn id="1777" idx="4"/>
            <a:endCxn id="1780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4" name="Google Shape;1784;p69"/>
          <p:cNvCxnSpPr>
            <a:stCxn id="1777" idx="5"/>
            <a:endCxn id="1779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5" name="Google Shape;1785;p69"/>
          <p:cNvCxnSpPr>
            <a:stCxn id="1779" idx="2"/>
            <a:endCxn id="1778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6" name="Google Shape;1786;p69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787" name="Google Shape;1787;p69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788" name="Google Shape;1788;p69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789" name="Google Shape;1789;p69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790" name="Google Shape;1790;p69"/>
          <p:cNvCxnSpPr>
            <a:stCxn id="1786" idx="3"/>
            <a:endCxn id="1787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1" name="Google Shape;1791;p69"/>
          <p:cNvCxnSpPr>
            <a:stCxn id="1789" idx="0"/>
            <a:endCxn id="1787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2" name="Google Shape;1792;p69"/>
          <p:cNvCxnSpPr>
            <a:stCxn id="1786" idx="5"/>
            <a:endCxn id="1788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3" name="Google Shape;1793;p69"/>
          <p:cNvCxnSpPr>
            <a:stCxn id="1788" idx="2"/>
            <a:endCxn id="1787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4" name="Google Shape;1794;p69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795" name="Google Shape;1795;p69"/>
          <p:cNvCxnSpPr>
            <a:stCxn id="1794" idx="0"/>
            <a:endCxn id="1787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6" name="Google Shape;1796;p69"/>
          <p:cNvCxnSpPr>
            <a:stCxn id="1788" idx="3"/>
            <a:endCxn id="1789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7" name="Google Shape;1797;p69"/>
          <p:cNvCxnSpPr>
            <a:stCxn id="1788" idx="3"/>
            <a:endCxn id="1794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8" name="Google Shape;1798;p69"/>
          <p:cNvCxnSpPr>
            <a:stCxn id="1786" idx="4"/>
            <a:endCxn id="1794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9" name="Google Shape;1799;p69"/>
          <p:cNvCxnSpPr>
            <a:stCxn id="1777" idx="6"/>
            <a:endCxn id="1789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0" name="Google Shape;1800;p69"/>
          <p:cNvCxnSpPr>
            <a:stCxn id="1780" idx="7"/>
            <a:endCxn id="1779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1" name="Google Shape;1801;p69"/>
          <p:cNvCxnSpPr>
            <a:stCxn id="1789" idx="6"/>
            <a:endCxn id="1794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2" name="Google Shape;1802;p69"/>
          <p:cNvCxnSpPr>
            <a:stCxn id="1786" idx="4"/>
            <a:endCxn id="1789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3" name="Google Shape;1803;p69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804" name="Google Shape;1804;p69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805" name="Google Shape;1805;p69"/>
          <p:cNvCxnSpPr>
            <a:stCxn id="1803" idx="3"/>
            <a:endCxn id="1804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6" name="Google Shape;1806;p69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807" name="Google Shape;1807;p69"/>
          <p:cNvCxnSpPr>
            <a:stCxn id="1806" idx="2"/>
            <a:endCxn id="1804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8" name="Google Shape;1808;p69"/>
          <p:cNvCxnSpPr>
            <a:stCxn id="1806" idx="0"/>
            <a:endCxn id="1803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9" name="Google Shape;1809;p69"/>
          <p:cNvCxnSpPr>
            <a:stCxn id="1779" idx="5"/>
            <a:endCxn id="1803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0" name="Google Shape;1810;p69"/>
          <p:cNvCxnSpPr>
            <a:stCxn id="1794" idx="4"/>
            <a:endCxn id="1803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1" name="Google Shape;1811;p69"/>
          <p:cNvCxnSpPr>
            <a:stCxn id="1779" idx="7"/>
            <a:endCxn id="1794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5" name="Shape 1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6" name="Google Shape;1816;p7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1817" name="Google Shape;1817;p70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 we can enumerate all the cliques up to the maximum clique size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graph has cliques of size three, four, and five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specifically it has: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Sixteen </a:t>
            </a:r>
            <a:r>
              <a:rPr lang="en"/>
              <a:t>cliques of size </a:t>
            </a:r>
            <a:r>
              <a:rPr b="1" lang="en"/>
              <a:t>three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Six </a:t>
            </a:r>
            <a:r>
              <a:rPr lang="en"/>
              <a:t>cliques of size </a:t>
            </a:r>
            <a:r>
              <a:rPr b="1" lang="en"/>
              <a:t>four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One </a:t>
            </a:r>
            <a:r>
              <a:rPr lang="en"/>
              <a:t>clique of size </a:t>
            </a:r>
            <a:r>
              <a:rPr b="1" lang="en"/>
              <a:t>five</a:t>
            </a:r>
            <a:endParaRPr b="1"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8" name="Google Shape;1818;p70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819" name="Google Shape;1819;p70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820" name="Google Shape;1820;p70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821" name="Google Shape;1821;p70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822" name="Google Shape;1822;p70"/>
          <p:cNvCxnSpPr>
            <a:stCxn id="1818" idx="3"/>
            <a:endCxn id="1819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3" name="Google Shape;1823;p70"/>
          <p:cNvCxnSpPr>
            <a:stCxn id="1821" idx="1"/>
            <a:endCxn id="1819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4" name="Google Shape;1824;p70"/>
          <p:cNvCxnSpPr>
            <a:stCxn id="1818" idx="4"/>
            <a:endCxn id="1821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5" name="Google Shape;1825;p70"/>
          <p:cNvCxnSpPr>
            <a:stCxn id="1818" idx="5"/>
            <a:endCxn id="1820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6" name="Google Shape;1826;p70"/>
          <p:cNvCxnSpPr>
            <a:stCxn id="1820" idx="2"/>
            <a:endCxn id="1819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27" name="Google Shape;1827;p70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828" name="Google Shape;1828;p70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829" name="Google Shape;1829;p70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830" name="Google Shape;1830;p70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831" name="Google Shape;1831;p70"/>
          <p:cNvCxnSpPr>
            <a:stCxn id="1827" idx="3"/>
            <a:endCxn id="1828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2" name="Google Shape;1832;p70"/>
          <p:cNvCxnSpPr>
            <a:stCxn id="1830" idx="0"/>
            <a:endCxn id="1828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3" name="Google Shape;1833;p70"/>
          <p:cNvCxnSpPr>
            <a:stCxn id="1827" idx="5"/>
            <a:endCxn id="1829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4" name="Google Shape;1834;p70"/>
          <p:cNvCxnSpPr>
            <a:stCxn id="1829" idx="2"/>
            <a:endCxn id="1828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5" name="Google Shape;1835;p70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836" name="Google Shape;1836;p70"/>
          <p:cNvCxnSpPr>
            <a:stCxn id="1835" idx="0"/>
            <a:endCxn id="1828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7" name="Google Shape;1837;p70"/>
          <p:cNvCxnSpPr>
            <a:stCxn id="1829" idx="3"/>
            <a:endCxn id="1830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8" name="Google Shape;1838;p70"/>
          <p:cNvCxnSpPr>
            <a:stCxn id="1829" idx="3"/>
            <a:endCxn id="1835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9" name="Google Shape;1839;p70"/>
          <p:cNvCxnSpPr>
            <a:stCxn id="1827" idx="4"/>
            <a:endCxn id="1835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0" name="Google Shape;1840;p70"/>
          <p:cNvCxnSpPr>
            <a:stCxn id="1818" idx="6"/>
            <a:endCxn id="1830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1" name="Google Shape;1841;p70"/>
          <p:cNvCxnSpPr>
            <a:stCxn id="1821" idx="7"/>
            <a:endCxn id="1820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2" name="Google Shape;1842;p70"/>
          <p:cNvCxnSpPr>
            <a:stCxn id="1830" idx="6"/>
            <a:endCxn id="1835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3" name="Google Shape;1843;p70"/>
          <p:cNvCxnSpPr>
            <a:stCxn id="1827" idx="4"/>
            <a:endCxn id="1830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4" name="Google Shape;1844;p70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845" name="Google Shape;1845;p70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846" name="Google Shape;1846;p70"/>
          <p:cNvCxnSpPr>
            <a:stCxn id="1844" idx="3"/>
            <a:endCxn id="1845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7" name="Google Shape;1847;p70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848" name="Google Shape;1848;p70"/>
          <p:cNvCxnSpPr>
            <a:stCxn id="1847" idx="2"/>
            <a:endCxn id="1845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9" name="Google Shape;1849;p70"/>
          <p:cNvCxnSpPr>
            <a:stCxn id="1847" idx="0"/>
            <a:endCxn id="1844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0" name="Google Shape;1850;p70"/>
          <p:cNvCxnSpPr>
            <a:stCxn id="1820" idx="5"/>
            <a:endCxn id="1844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1" name="Google Shape;1851;p70"/>
          <p:cNvCxnSpPr>
            <a:stCxn id="1835" idx="4"/>
            <a:endCxn id="1844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2" name="Google Shape;1852;p70"/>
          <p:cNvCxnSpPr>
            <a:stCxn id="1820" idx="7"/>
            <a:endCxn id="1835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6" name="Shape 1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7" name="Google Shape;1857;p7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1858" name="Google Shape;1858;p71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 we can enumerate all the cliques up to the maximum clique size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graph has cliques of size three, four, and five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specifically it has: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Sixteen </a:t>
            </a:r>
            <a:r>
              <a:rPr lang="en"/>
              <a:t>cliques of size </a:t>
            </a:r>
            <a:r>
              <a:rPr b="1" lang="en"/>
              <a:t>three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Six </a:t>
            </a:r>
            <a:r>
              <a:rPr lang="en"/>
              <a:t>cliques of size </a:t>
            </a:r>
            <a:r>
              <a:rPr b="1" lang="en"/>
              <a:t>four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One </a:t>
            </a:r>
            <a:r>
              <a:rPr lang="en"/>
              <a:t>clique of size </a:t>
            </a:r>
            <a:r>
              <a:rPr b="1" lang="en"/>
              <a:t>five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 16+ 6 + 1 = 23 Cliques total!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9" name="Google Shape;1859;p71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860" name="Google Shape;1860;p71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861" name="Google Shape;1861;p71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862" name="Google Shape;1862;p71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863" name="Google Shape;1863;p71"/>
          <p:cNvCxnSpPr>
            <a:stCxn id="1859" idx="3"/>
            <a:endCxn id="1860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4" name="Google Shape;1864;p71"/>
          <p:cNvCxnSpPr>
            <a:stCxn id="1862" idx="1"/>
            <a:endCxn id="1860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5" name="Google Shape;1865;p71"/>
          <p:cNvCxnSpPr>
            <a:stCxn id="1859" idx="4"/>
            <a:endCxn id="1862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6" name="Google Shape;1866;p71"/>
          <p:cNvCxnSpPr>
            <a:stCxn id="1859" idx="5"/>
            <a:endCxn id="1861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7" name="Google Shape;1867;p71"/>
          <p:cNvCxnSpPr>
            <a:stCxn id="1861" idx="2"/>
            <a:endCxn id="1860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8" name="Google Shape;1868;p71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869" name="Google Shape;1869;p71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870" name="Google Shape;1870;p71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871" name="Google Shape;1871;p71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872" name="Google Shape;1872;p71"/>
          <p:cNvCxnSpPr>
            <a:stCxn id="1868" idx="3"/>
            <a:endCxn id="1869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3" name="Google Shape;1873;p71"/>
          <p:cNvCxnSpPr>
            <a:stCxn id="1871" idx="0"/>
            <a:endCxn id="1869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4" name="Google Shape;1874;p71"/>
          <p:cNvCxnSpPr>
            <a:stCxn id="1868" idx="5"/>
            <a:endCxn id="1870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5" name="Google Shape;1875;p71"/>
          <p:cNvCxnSpPr>
            <a:stCxn id="1870" idx="2"/>
            <a:endCxn id="1869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6" name="Google Shape;1876;p71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877" name="Google Shape;1877;p71"/>
          <p:cNvCxnSpPr>
            <a:stCxn id="1876" idx="0"/>
            <a:endCxn id="1869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8" name="Google Shape;1878;p71"/>
          <p:cNvCxnSpPr>
            <a:stCxn id="1870" idx="3"/>
            <a:endCxn id="1871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9" name="Google Shape;1879;p71"/>
          <p:cNvCxnSpPr>
            <a:stCxn id="1870" idx="3"/>
            <a:endCxn id="1876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0" name="Google Shape;1880;p71"/>
          <p:cNvCxnSpPr>
            <a:stCxn id="1868" idx="4"/>
            <a:endCxn id="1876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1" name="Google Shape;1881;p71"/>
          <p:cNvCxnSpPr>
            <a:stCxn id="1859" idx="6"/>
            <a:endCxn id="1871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2" name="Google Shape;1882;p71"/>
          <p:cNvCxnSpPr>
            <a:stCxn id="1862" idx="7"/>
            <a:endCxn id="1861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3" name="Google Shape;1883;p71"/>
          <p:cNvCxnSpPr>
            <a:stCxn id="1871" idx="6"/>
            <a:endCxn id="1876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4" name="Google Shape;1884;p71"/>
          <p:cNvCxnSpPr>
            <a:stCxn id="1868" idx="4"/>
            <a:endCxn id="1871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5" name="Google Shape;1885;p71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886" name="Google Shape;1886;p71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887" name="Google Shape;1887;p71"/>
          <p:cNvCxnSpPr>
            <a:stCxn id="1885" idx="3"/>
            <a:endCxn id="1886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8" name="Google Shape;1888;p71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889" name="Google Shape;1889;p71"/>
          <p:cNvCxnSpPr>
            <a:stCxn id="1888" idx="2"/>
            <a:endCxn id="1886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0" name="Google Shape;1890;p71"/>
          <p:cNvCxnSpPr>
            <a:stCxn id="1888" idx="0"/>
            <a:endCxn id="1885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1" name="Google Shape;1891;p71"/>
          <p:cNvCxnSpPr>
            <a:stCxn id="1861" idx="5"/>
            <a:endCxn id="1885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2" name="Google Shape;1892;p71"/>
          <p:cNvCxnSpPr>
            <a:stCxn id="1876" idx="4"/>
            <a:endCxn id="1885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3" name="Google Shape;1893;p71"/>
          <p:cNvCxnSpPr>
            <a:stCxn id="1861" idx="7"/>
            <a:endCxn id="1876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7" name="Shape 1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p7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1899" name="Google Shape;1899;p72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 we can enumerate all the cliques up to the maximum clique size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graph has cliques of size three, four, and five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specifically it has: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Sixteen </a:t>
            </a:r>
            <a:r>
              <a:rPr lang="en"/>
              <a:t>cliques of size </a:t>
            </a:r>
            <a:r>
              <a:rPr b="1" lang="en"/>
              <a:t>three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Six </a:t>
            </a:r>
            <a:r>
              <a:rPr lang="en"/>
              <a:t>cliques of size </a:t>
            </a:r>
            <a:r>
              <a:rPr b="1" lang="en"/>
              <a:t>four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One </a:t>
            </a:r>
            <a:r>
              <a:rPr lang="en"/>
              <a:t>clique of size </a:t>
            </a:r>
            <a:r>
              <a:rPr b="1" lang="en"/>
              <a:t>five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 16+ 6 + 1 = 23 Cliques total!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can arrange this in a Person X Clique </a:t>
            </a:r>
            <a:r>
              <a:rPr b="1" lang="en"/>
              <a:t>affiliation matrix</a:t>
            </a:r>
            <a:endParaRPr b="1"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0" name="Google Shape;1900;p72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901" name="Google Shape;1901;p72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902" name="Google Shape;1902;p72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903" name="Google Shape;1903;p72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904" name="Google Shape;1904;p72"/>
          <p:cNvCxnSpPr>
            <a:stCxn id="1900" idx="3"/>
            <a:endCxn id="1901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5" name="Google Shape;1905;p72"/>
          <p:cNvCxnSpPr>
            <a:stCxn id="1903" idx="1"/>
            <a:endCxn id="1901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6" name="Google Shape;1906;p72"/>
          <p:cNvCxnSpPr>
            <a:stCxn id="1900" idx="4"/>
            <a:endCxn id="1903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7" name="Google Shape;1907;p72"/>
          <p:cNvCxnSpPr>
            <a:stCxn id="1900" idx="5"/>
            <a:endCxn id="1902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8" name="Google Shape;1908;p72"/>
          <p:cNvCxnSpPr>
            <a:stCxn id="1902" idx="2"/>
            <a:endCxn id="1901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9" name="Google Shape;1909;p72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910" name="Google Shape;1910;p72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911" name="Google Shape;1911;p72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912" name="Google Shape;1912;p72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913" name="Google Shape;1913;p72"/>
          <p:cNvCxnSpPr>
            <a:stCxn id="1909" idx="3"/>
            <a:endCxn id="1910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4" name="Google Shape;1914;p72"/>
          <p:cNvCxnSpPr>
            <a:stCxn id="1912" idx="0"/>
            <a:endCxn id="1910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5" name="Google Shape;1915;p72"/>
          <p:cNvCxnSpPr>
            <a:stCxn id="1909" idx="5"/>
            <a:endCxn id="1911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6" name="Google Shape;1916;p72"/>
          <p:cNvCxnSpPr>
            <a:stCxn id="1911" idx="2"/>
            <a:endCxn id="1910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7" name="Google Shape;1917;p72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918" name="Google Shape;1918;p72"/>
          <p:cNvCxnSpPr>
            <a:stCxn id="1917" idx="0"/>
            <a:endCxn id="1910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9" name="Google Shape;1919;p72"/>
          <p:cNvCxnSpPr>
            <a:stCxn id="1911" idx="3"/>
            <a:endCxn id="1912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0" name="Google Shape;1920;p72"/>
          <p:cNvCxnSpPr>
            <a:stCxn id="1911" idx="3"/>
            <a:endCxn id="1917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1" name="Google Shape;1921;p72"/>
          <p:cNvCxnSpPr>
            <a:stCxn id="1909" idx="4"/>
            <a:endCxn id="1917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2" name="Google Shape;1922;p72"/>
          <p:cNvCxnSpPr>
            <a:stCxn id="1900" idx="6"/>
            <a:endCxn id="1912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3" name="Google Shape;1923;p72"/>
          <p:cNvCxnSpPr>
            <a:stCxn id="1903" idx="7"/>
            <a:endCxn id="1902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4" name="Google Shape;1924;p72"/>
          <p:cNvCxnSpPr>
            <a:stCxn id="1912" idx="6"/>
            <a:endCxn id="1917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5" name="Google Shape;1925;p72"/>
          <p:cNvCxnSpPr>
            <a:stCxn id="1909" idx="4"/>
            <a:endCxn id="1912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6" name="Google Shape;1926;p72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927" name="Google Shape;1927;p72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928" name="Google Shape;1928;p72"/>
          <p:cNvCxnSpPr>
            <a:stCxn id="1926" idx="3"/>
            <a:endCxn id="1927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9" name="Google Shape;1929;p72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930" name="Google Shape;1930;p72"/>
          <p:cNvCxnSpPr>
            <a:stCxn id="1929" idx="2"/>
            <a:endCxn id="1927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1" name="Google Shape;1931;p72"/>
          <p:cNvCxnSpPr>
            <a:stCxn id="1929" idx="0"/>
            <a:endCxn id="1926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2" name="Google Shape;1932;p72"/>
          <p:cNvCxnSpPr>
            <a:stCxn id="1902" idx="5"/>
            <a:endCxn id="1926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3" name="Google Shape;1933;p72"/>
          <p:cNvCxnSpPr>
            <a:stCxn id="1917" idx="4"/>
            <a:endCxn id="1926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4" name="Google Shape;1934;p72"/>
          <p:cNvCxnSpPr>
            <a:stCxn id="1902" idx="7"/>
            <a:endCxn id="1917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8" name="Shape 1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9" name="Google Shape;1939;p73"/>
          <p:cNvSpPr txBox="1"/>
          <p:nvPr/>
        </p:nvSpPr>
        <p:spPr>
          <a:xfrm>
            <a:off x="2296350" y="194250"/>
            <a:ext cx="4551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Clique Affiliation Matrix (C)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940" name="Google Shape;1940;p73"/>
          <p:cNvGraphicFramePr/>
          <p:nvPr/>
        </p:nvGraphicFramePr>
        <p:xfrm>
          <a:off x="669100" y="700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{50135046-C9A2-4C70-84CB-7FFEBFC702F5}</a:tableStyleId>
              </a:tblPr>
              <a:tblGrid>
                <a:gridCol w="356975"/>
                <a:gridCol w="273675"/>
                <a:gridCol w="273675"/>
                <a:gridCol w="273675"/>
                <a:gridCol w="273675"/>
                <a:gridCol w="273675"/>
                <a:gridCol w="273675"/>
                <a:gridCol w="273675"/>
                <a:gridCol w="273675"/>
                <a:gridCol w="273675"/>
                <a:gridCol w="356975"/>
                <a:gridCol w="3450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</a:tblGrid>
              <a:tr h="336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C3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C4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C5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C6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C7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C8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C9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C10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C11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C12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C13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C14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C15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C16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C17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C18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C19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C20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C21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C22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C23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a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b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d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e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f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g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h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i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j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k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l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4" name="Shape 1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" name="Google Shape;1945;p74"/>
          <p:cNvSpPr txBox="1"/>
          <p:nvPr/>
        </p:nvSpPr>
        <p:spPr>
          <a:xfrm>
            <a:off x="2296350" y="194250"/>
            <a:ext cx="4551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Clique Affiliation Matrix (C)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946" name="Google Shape;1946;p74"/>
          <p:cNvGraphicFramePr/>
          <p:nvPr/>
        </p:nvGraphicFramePr>
        <p:xfrm>
          <a:off x="669100" y="700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{50135046-C9A2-4C70-84CB-7FFEBFC702F5}</a:tableStyleId>
              </a:tblPr>
              <a:tblGrid>
                <a:gridCol w="356975"/>
                <a:gridCol w="273675"/>
                <a:gridCol w="273675"/>
                <a:gridCol w="273675"/>
                <a:gridCol w="273675"/>
                <a:gridCol w="273675"/>
                <a:gridCol w="273675"/>
                <a:gridCol w="273675"/>
                <a:gridCol w="273675"/>
                <a:gridCol w="273675"/>
                <a:gridCol w="356975"/>
                <a:gridCol w="3450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</a:tblGrid>
              <a:tr h="336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C3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C4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C5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C6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C7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C8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C9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C10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C11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C12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C13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C14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C15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C16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C17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C18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C19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C20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C21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C22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C23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a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b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d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e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f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g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h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i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j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k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l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47" name="Google Shape;1947;p74"/>
          <p:cNvSpPr txBox="1"/>
          <p:nvPr/>
        </p:nvSpPr>
        <p:spPr>
          <a:xfrm>
            <a:off x="330950" y="89625"/>
            <a:ext cx="2537400" cy="5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The column sums tell us the size of each clique!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948" name="Google Shape;1948;p74"/>
          <p:cNvGraphicFramePr/>
          <p:nvPr/>
        </p:nvGraphicFramePr>
        <p:xfrm>
          <a:off x="1026075" y="4730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{50135046-C9A2-4C70-84CB-7FFEBFC702F5}</a:tableStyleId>
              </a:tblPr>
              <a:tblGrid>
                <a:gridCol w="267275"/>
                <a:gridCol w="267275"/>
                <a:gridCol w="267275"/>
                <a:gridCol w="267275"/>
                <a:gridCol w="267275"/>
                <a:gridCol w="267275"/>
                <a:gridCol w="267275"/>
                <a:gridCol w="267275"/>
                <a:gridCol w="267275"/>
                <a:gridCol w="360250"/>
                <a:gridCol w="360250"/>
                <a:gridCol w="360250"/>
                <a:gridCol w="360250"/>
                <a:gridCol w="360250"/>
                <a:gridCol w="360250"/>
                <a:gridCol w="360250"/>
                <a:gridCol w="360250"/>
                <a:gridCol w="360250"/>
                <a:gridCol w="360250"/>
                <a:gridCol w="360250"/>
                <a:gridCol w="360250"/>
                <a:gridCol w="360250"/>
                <a:gridCol w="36025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5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2" name="Shape 1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3" name="Google Shape;1953;p75"/>
          <p:cNvSpPr txBox="1"/>
          <p:nvPr/>
        </p:nvSpPr>
        <p:spPr>
          <a:xfrm>
            <a:off x="2296350" y="194250"/>
            <a:ext cx="4551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Clique Affiliation Matrix (C)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954" name="Google Shape;1954;p75"/>
          <p:cNvGraphicFramePr/>
          <p:nvPr/>
        </p:nvGraphicFramePr>
        <p:xfrm>
          <a:off x="669100" y="700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{50135046-C9A2-4C70-84CB-7FFEBFC702F5}</a:tableStyleId>
              </a:tblPr>
              <a:tblGrid>
                <a:gridCol w="356975"/>
                <a:gridCol w="273675"/>
                <a:gridCol w="273675"/>
                <a:gridCol w="273675"/>
                <a:gridCol w="273675"/>
                <a:gridCol w="273675"/>
                <a:gridCol w="273675"/>
                <a:gridCol w="273675"/>
                <a:gridCol w="273675"/>
                <a:gridCol w="273675"/>
                <a:gridCol w="356975"/>
                <a:gridCol w="3450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</a:tblGrid>
              <a:tr h="336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C3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C4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C5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C6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C7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C8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C9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C10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C11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C12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C13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C14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C15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C16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C17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C18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C19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C20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C21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C22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C23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a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b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d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e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f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g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h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i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j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k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l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55" name="Google Shape;1955;p75"/>
          <p:cNvSpPr txBox="1"/>
          <p:nvPr/>
        </p:nvSpPr>
        <p:spPr>
          <a:xfrm>
            <a:off x="151675" y="89625"/>
            <a:ext cx="3268200" cy="5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We can tell which </a:t>
            </a: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clique</a:t>
            </a: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is which by looking at the members!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956" name="Google Shape;1956;p75"/>
          <p:cNvGraphicFramePr/>
          <p:nvPr/>
        </p:nvGraphicFramePr>
        <p:xfrm>
          <a:off x="1026075" y="4730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{50135046-C9A2-4C70-84CB-7FFEBFC702F5}</a:tableStyleId>
              </a:tblPr>
              <a:tblGrid>
                <a:gridCol w="267275"/>
                <a:gridCol w="267275"/>
                <a:gridCol w="267275"/>
                <a:gridCol w="267275"/>
                <a:gridCol w="267275"/>
                <a:gridCol w="267275"/>
                <a:gridCol w="267275"/>
                <a:gridCol w="267275"/>
                <a:gridCol w="267275"/>
                <a:gridCol w="360250"/>
                <a:gridCol w="360250"/>
                <a:gridCol w="360250"/>
                <a:gridCol w="360250"/>
                <a:gridCol w="360250"/>
                <a:gridCol w="360250"/>
                <a:gridCol w="360250"/>
                <a:gridCol w="360250"/>
                <a:gridCol w="360250"/>
                <a:gridCol w="360250"/>
                <a:gridCol w="360250"/>
                <a:gridCol w="360250"/>
                <a:gridCol w="360250"/>
                <a:gridCol w="36025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5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0" name="Shape 1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61" name="Google Shape;1961;p76"/>
          <p:cNvGraphicFramePr/>
          <p:nvPr/>
        </p:nvGraphicFramePr>
        <p:xfrm>
          <a:off x="1026075" y="4730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{50135046-C9A2-4C70-84CB-7FFEBFC702F5}</a:tableStyleId>
              </a:tblPr>
              <a:tblGrid>
                <a:gridCol w="267275"/>
                <a:gridCol w="267275"/>
                <a:gridCol w="267275"/>
                <a:gridCol w="267275"/>
                <a:gridCol w="267275"/>
                <a:gridCol w="267275"/>
                <a:gridCol w="267275"/>
                <a:gridCol w="267275"/>
                <a:gridCol w="267275"/>
                <a:gridCol w="360250"/>
                <a:gridCol w="360250"/>
                <a:gridCol w="360250"/>
                <a:gridCol w="360250"/>
                <a:gridCol w="360250"/>
                <a:gridCol w="360250"/>
                <a:gridCol w="360250"/>
                <a:gridCol w="360250"/>
                <a:gridCol w="360250"/>
                <a:gridCol w="360250"/>
                <a:gridCol w="360250"/>
                <a:gridCol w="360250"/>
                <a:gridCol w="360250"/>
                <a:gridCol w="36025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5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62" name="Google Shape;1962;p76"/>
          <p:cNvSpPr txBox="1"/>
          <p:nvPr/>
        </p:nvSpPr>
        <p:spPr>
          <a:xfrm>
            <a:off x="151675" y="89625"/>
            <a:ext cx="3268200" cy="5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We can tell which clique is which by looking at the members!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63" name="Google Shape;1963;p76"/>
          <p:cNvSpPr txBox="1"/>
          <p:nvPr/>
        </p:nvSpPr>
        <p:spPr>
          <a:xfrm>
            <a:off x="2296350" y="194250"/>
            <a:ext cx="4551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Clique Affiliation Matrix (C)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964" name="Google Shape;1964;p76"/>
          <p:cNvGraphicFramePr/>
          <p:nvPr/>
        </p:nvGraphicFramePr>
        <p:xfrm>
          <a:off x="669100" y="700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{50135046-C9A2-4C70-84CB-7FFEBFC702F5}</a:tableStyleId>
              </a:tblPr>
              <a:tblGrid>
                <a:gridCol w="356975"/>
                <a:gridCol w="273675"/>
                <a:gridCol w="273675"/>
                <a:gridCol w="273675"/>
                <a:gridCol w="273675"/>
                <a:gridCol w="273675"/>
                <a:gridCol w="273675"/>
                <a:gridCol w="273675"/>
                <a:gridCol w="273675"/>
                <a:gridCol w="273675"/>
                <a:gridCol w="356975"/>
                <a:gridCol w="3450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</a:tblGrid>
              <a:tr h="336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C3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C4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C5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C6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C7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C8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C9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C10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C11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C12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C13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C14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C15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C16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C17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C18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C19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C20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C21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C22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C23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a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b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d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e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f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g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h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i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j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k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l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65" name="Google Shape;1965;p76"/>
          <p:cNvSpPr/>
          <p:nvPr/>
        </p:nvSpPr>
        <p:spPr>
          <a:xfrm>
            <a:off x="3109550" y="41375"/>
            <a:ext cx="3771300" cy="500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66" name="Google Shape;1966;p76"/>
          <p:cNvSpPr/>
          <p:nvPr/>
        </p:nvSpPr>
        <p:spPr>
          <a:xfrm>
            <a:off x="3937483" y="204995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967" name="Google Shape;1967;p76"/>
          <p:cNvSpPr/>
          <p:nvPr/>
        </p:nvSpPr>
        <p:spPr>
          <a:xfrm>
            <a:off x="3161938" y="2944158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968" name="Google Shape;1968;p76"/>
          <p:cNvSpPr/>
          <p:nvPr/>
        </p:nvSpPr>
        <p:spPr>
          <a:xfrm>
            <a:off x="4796504" y="276172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969" name="Google Shape;1969;p76"/>
          <p:cNvSpPr/>
          <p:nvPr/>
        </p:nvSpPr>
        <p:spPr>
          <a:xfrm>
            <a:off x="3987004" y="3666777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970" name="Google Shape;1970;p76"/>
          <p:cNvCxnSpPr>
            <a:stCxn id="1966" idx="3"/>
            <a:endCxn id="1967" idx="7"/>
          </p:cNvCxnSpPr>
          <p:nvPr/>
        </p:nvCxnSpPr>
        <p:spPr>
          <a:xfrm flipH="1">
            <a:off x="3400973" y="2289376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1" name="Google Shape;1971;p76"/>
          <p:cNvCxnSpPr>
            <a:stCxn id="1969" idx="1"/>
            <a:endCxn id="1967" idx="5"/>
          </p:cNvCxnSpPr>
          <p:nvPr/>
        </p:nvCxnSpPr>
        <p:spPr>
          <a:xfrm rot="10800000">
            <a:off x="3400995" y="3183455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2" name="Google Shape;1972;p76"/>
          <p:cNvCxnSpPr>
            <a:stCxn id="1966" idx="4"/>
            <a:endCxn id="1969" idx="1"/>
          </p:cNvCxnSpPr>
          <p:nvPr/>
        </p:nvCxnSpPr>
        <p:spPr>
          <a:xfrm flipH="1">
            <a:off x="4027933" y="2330454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3" name="Google Shape;1973;p76"/>
          <p:cNvCxnSpPr>
            <a:stCxn id="1966" idx="5"/>
            <a:endCxn id="1968" idx="1"/>
          </p:cNvCxnSpPr>
          <p:nvPr/>
        </p:nvCxnSpPr>
        <p:spPr>
          <a:xfrm>
            <a:off x="4176393" y="2289376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4" name="Google Shape;1974;p76"/>
          <p:cNvCxnSpPr>
            <a:stCxn id="1968" idx="2"/>
            <a:endCxn id="1967" idx="6"/>
          </p:cNvCxnSpPr>
          <p:nvPr/>
        </p:nvCxnSpPr>
        <p:spPr>
          <a:xfrm flipH="1">
            <a:off x="3441704" y="2901972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5" name="Google Shape;1975;p76"/>
          <p:cNvSpPr/>
          <p:nvPr/>
        </p:nvSpPr>
        <p:spPr>
          <a:xfrm>
            <a:off x="5951151" y="246625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976" name="Google Shape;1976;p76"/>
          <p:cNvSpPr/>
          <p:nvPr/>
        </p:nvSpPr>
        <p:spPr>
          <a:xfrm>
            <a:off x="4936580" y="693768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977" name="Google Shape;1977;p76"/>
          <p:cNvSpPr/>
          <p:nvPr/>
        </p:nvSpPr>
        <p:spPr>
          <a:xfrm>
            <a:off x="6539726" y="1203524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978" name="Google Shape;1978;p76"/>
          <p:cNvSpPr/>
          <p:nvPr/>
        </p:nvSpPr>
        <p:spPr>
          <a:xfrm>
            <a:off x="5011475" y="1624049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979" name="Google Shape;1979;p76"/>
          <p:cNvCxnSpPr>
            <a:stCxn id="1975" idx="3"/>
            <a:endCxn id="1976" idx="7"/>
          </p:cNvCxnSpPr>
          <p:nvPr/>
        </p:nvCxnSpPr>
        <p:spPr>
          <a:xfrm flipH="1">
            <a:off x="5175542" y="486047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0" name="Google Shape;1980;p76"/>
          <p:cNvCxnSpPr>
            <a:stCxn id="1978" idx="0"/>
            <a:endCxn id="1976" idx="4"/>
          </p:cNvCxnSpPr>
          <p:nvPr/>
        </p:nvCxnSpPr>
        <p:spPr>
          <a:xfrm rot="10800000">
            <a:off x="5076425" y="974249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1" name="Google Shape;1981;p76"/>
          <p:cNvCxnSpPr>
            <a:stCxn id="1975" idx="5"/>
            <a:endCxn id="1977" idx="1"/>
          </p:cNvCxnSpPr>
          <p:nvPr/>
        </p:nvCxnSpPr>
        <p:spPr>
          <a:xfrm>
            <a:off x="6190061" y="486047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2" name="Google Shape;1982;p76"/>
          <p:cNvCxnSpPr>
            <a:stCxn id="1977" idx="2"/>
            <a:endCxn id="1976" idx="6"/>
          </p:cNvCxnSpPr>
          <p:nvPr/>
        </p:nvCxnSpPr>
        <p:spPr>
          <a:xfrm rot="10800000">
            <a:off x="5216426" y="834074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83" name="Google Shape;1983;p76"/>
          <p:cNvSpPr/>
          <p:nvPr/>
        </p:nvSpPr>
        <p:spPr>
          <a:xfrm>
            <a:off x="5951151" y="2134174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984" name="Google Shape;1984;p76"/>
          <p:cNvCxnSpPr>
            <a:stCxn id="1983" idx="0"/>
            <a:endCxn id="1976" idx="6"/>
          </p:cNvCxnSpPr>
          <p:nvPr/>
        </p:nvCxnSpPr>
        <p:spPr>
          <a:xfrm rot="10800000">
            <a:off x="5216601" y="833974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5" name="Google Shape;1985;p76"/>
          <p:cNvCxnSpPr>
            <a:stCxn id="1977" idx="3"/>
            <a:endCxn id="1978" idx="6"/>
          </p:cNvCxnSpPr>
          <p:nvPr/>
        </p:nvCxnSpPr>
        <p:spPr>
          <a:xfrm flipH="1">
            <a:off x="5291316" y="1442946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6" name="Google Shape;1986;p76"/>
          <p:cNvCxnSpPr>
            <a:stCxn id="1977" idx="3"/>
            <a:endCxn id="1983" idx="7"/>
          </p:cNvCxnSpPr>
          <p:nvPr/>
        </p:nvCxnSpPr>
        <p:spPr>
          <a:xfrm flipH="1">
            <a:off x="6190116" y="1442946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7" name="Google Shape;1987;p76"/>
          <p:cNvCxnSpPr>
            <a:stCxn id="1975" idx="4"/>
            <a:endCxn id="1983" idx="0"/>
          </p:cNvCxnSpPr>
          <p:nvPr/>
        </p:nvCxnSpPr>
        <p:spPr>
          <a:xfrm>
            <a:off x="6091101" y="527125"/>
            <a:ext cx="0" cy="16071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8" name="Google Shape;1988;p76"/>
          <p:cNvCxnSpPr>
            <a:stCxn id="1966" idx="6"/>
            <a:endCxn id="1978" idx="2"/>
          </p:cNvCxnSpPr>
          <p:nvPr/>
        </p:nvCxnSpPr>
        <p:spPr>
          <a:xfrm flipH="1" rot="10800000">
            <a:off x="4217383" y="1764204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9" name="Google Shape;1989;p76"/>
          <p:cNvCxnSpPr>
            <a:stCxn id="1969" idx="7"/>
            <a:endCxn id="1968" idx="3"/>
          </p:cNvCxnSpPr>
          <p:nvPr/>
        </p:nvCxnSpPr>
        <p:spPr>
          <a:xfrm flipH="1" rot="10800000">
            <a:off x="4225914" y="3001055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0" name="Google Shape;1990;p76"/>
          <p:cNvCxnSpPr>
            <a:stCxn id="1978" idx="6"/>
            <a:endCxn id="1983" idx="1"/>
          </p:cNvCxnSpPr>
          <p:nvPr/>
        </p:nvCxnSpPr>
        <p:spPr>
          <a:xfrm>
            <a:off x="5291375" y="1764299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1" name="Google Shape;1991;p76"/>
          <p:cNvCxnSpPr>
            <a:stCxn id="1975" idx="4"/>
            <a:endCxn id="1978" idx="7"/>
          </p:cNvCxnSpPr>
          <p:nvPr/>
        </p:nvCxnSpPr>
        <p:spPr>
          <a:xfrm flipH="1">
            <a:off x="5250501" y="527125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2" name="Google Shape;1992;p76"/>
          <p:cNvSpPr/>
          <p:nvPr/>
        </p:nvSpPr>
        <p:spPr>
          <a:xfrm rot="-3681">
            <a:off x="5888086" y="3436143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993" name="Google Shape;1993;p76"/>
          <p:cNvSpPr/>
          <p:nvPr/>
        </p:nvSpPr>
        <p:spPr>
          <a:xfrm rot="-3685">
            <a:off x="5285032" y="4574257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994" name="Google Shape;1994;p76"/>
          <p:cNvCxnSpPr>
            <a:stCxn id="1992" idx="3"/>
            <a:endCxn id="1993" idx="7"/>
          </p:cNvCxnSpPr>
          <p:nvPr/>
        </p:nvCxnSpPr>
        <p:spPr>
          <a:xfrm flipH="1">
            <a:off x="5523820" y="3675927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5" name="Google Shape;1995;p76"/>
          <p:cNvSpPr/>
          <p:nvPr/>
        </p:nvSpPr>
        <p:spPr>
          <a:xfrm rot="-3681">
            <a:off x="6433749" y="4615917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996" name="Google Shape;1996;p76"/>
          <p:cNvCxnSpPr>
            <a:stCxn id="1995" idx="2"/>
            <a:endCxn id="1993" idx="6"/>
          </p:cNvCxnSpPr>
          <p:nvPr/>
        </p:nvCxnSpPr>
        <p:spPr>
          <a:xfrm rot="10800000">
            <a:off x="5564949" y="4714467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7" name="Google Shape;1997;p76"/>
          <p:cNvCxnSpPr>
            <a:stCxn id="1995" idx="0"/>
            <a:endCxn id="1992" idx="5"/>
          </p:cNvCxnSpPr>
          <p:nvPr/>
        </p:nvCxnSpPr>
        <p:spPr>
          <a:xfrm rot="10800000">
            <a:off x="6127149" y="3675717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8" name="Google Shape;1998;p76"/>
          <p:cNvCxnSpPr>
            <a:stCxn id="1968" idx="5"/>
            <a:endCxn id="1992" idx="1"/>
          </p:cNvCxnSpPr>
          <p:nvPr/>
        </p:nvCxnSpPr>
        <p:spPr>
          <a:xfrm>
            <a:off x="5035413" y="3001143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9" name="Google Shape;1999;p76"/>
          <p:cNvCxnSpPr>
            <a:stCxn id="1983" idx="4"/>
            <a:endCxn id="1992" idx="0"/>
          </p:cNvCxnSpPr>
          <p:nvPr/>
        </p:nvCxnSpPr>
        <p:spPr>
          <a:xfrm flipH="1">
            <a:off x="6028101" y="2414674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0" name="Google Shape;2000;p76"/>
          <p:cNvCxnSpPr>
            <a:stCxn id="1968" idx="7"/>
            <a:endCxn id="1983" idx="3"/>
          </p:cNvCxnSpPr>
          <p:nvPr/>
        </p:nvCxnSpPr>
        <p:spPr>
          <a:xfrm flipH="1" rot="10800000">
            <a:off x="5035413" y="2373500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4" name="Shape 2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5" name="Google Shape;2005;p77"/>
          <p:cNvSpPr txBox="1"/>
          <p:nvPr/>
        </p:nvSpPr>
        <p:spPr>
          <a:xfrm>
            <a:off x="2296350" y="194250"/>
            <a:ext cx="4551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Clique Affiliation Matrix (C)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2006" name="Google Shape;2006;p77"/>
          <p:cNvGraphicFramePr/>
          <p:nvPr/>
        </p:nvGraphicFramePr>
        <p:xfrm>
          <a:off x="669100" y="700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{50135046-C9A2-4C70-84CB-7FFEBFC702F5}</a:tableStyleId>
              </a:tblPr>
              <a:tblGrid>
                <a:gridCol w="356975"/>
                <a:gridCol w="273675"/>
                <a:gridCol w="273675"/>
                <a:gridCol w="273675"/>
                <a:gridCol w="273675"/>
                <a:gridCol w="273675"/>
                <a:gridCol w="273675"/>
                <a:gridCol w="273675"/>
                <a:gridCol w="273675"/>
                <a:gridCol w="273675"/>
                <a:gridCol w="356975"/>
                <a:gridCol w="3450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</a:tblGrid>
              <a:tr h="336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C3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C4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C5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C6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C7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C8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C9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C10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C11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C12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C13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C14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C15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C16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C17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C18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C19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C20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C21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C22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C23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a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b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d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e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f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g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h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i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j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k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l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07" name="Google Shape;2007;p77"/>
          <p:cNvGraphicFramePr/>
          <p:nvPr/>
        </p:nvGraphicFramePr>
        <p:xfrm>
          <a:off x="8574875" y="1036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{50135046-C9A2-4C70-84CB-7FFEBFC702F5}</a:tableStyleId>
              </a:tblPr>
              <a:tblGrid>
                <a:gridCol w="414825"/>
              </a:tblGrid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5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12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2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08" name="Google Shape;2008;p77"/>
          <p:cNvSpPr txBox="1"/>
          <p:nvPr/>
        </p:nvSpPr>
        <p:spPr>
          <a:xfrm>
            <a:off x="151675" y="89625"/>
            <a:ext cx="3268200" cy="5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The row sums give us the number of cliques the person belongs to!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2009" name="Google Shape;2009;p77"/>
          <p:cNvGraphicFramePr/>
          <p:nvPr/>
        </p:nvGraphicFramePr>
        <p:xfrm>
          <a:off x="1026075" y="4730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{50135046-C9A2-4C70-84CB-7FFEBFC702F5}</a:tableStyleId>
              </a:tblPr>
              <a:tblGrid>
                <a:gridCol w="267275"/>
                <a:gridCol w="267275"/>
                <a:gridCol w="267275"/>
                <a:gridCol w="267275"/>
                <a:gridCol w="267275"/>
                <a:gridCol w="267275"/>
                <a:gridCol w="267275"/>
                <a:gridCol w="267275"/>
                <a:gridCol w="267275"/>
                <a:gridCol w="360250"/>
                <a:gridCol w="360250"/>
                <a:gridCol w="360250"/>
                <a:gridCol w="360250"/>
                <a:gridCol w="360250"/>
                <a:gridCol w="360250"/>
                <a:gridCol w="360250"/>
                <a:gridCol w="360250"/>
                <a:gridCol w="360250"/>
                <a:gridCol w="360250"/>
                <a:gridCol w="360250"/>
                <a:gridCol w="360250"/>
                <a:gridCol w="360250"/>
                <a:gridCol w="36025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5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3" name="Shape 2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4" name="Google Shape;2014;p78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015" name="Google Shape;2015;p78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016" name="Google Shape;2016;p78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017" name="Google Shape;2017;p78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018" name="Google Shape;2018;p78"/>
          <p:cNvCxnSpPr>
            <a:stCxn id="2014" idx="3"/>
            <a:endCxn id="2015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9" name="Google Shape;2019;p78"/>
          <p:cNvCxnSpPr>
            <a:stCxn id="2017" idx="1"/>
            <a:endCxn id="2015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0" name="Google Shape;2020;p78"/>
          <p:cNvCxnSpPr>
            <a:stCxn id="2014" idx="4"/>
            <a:endCxn id="2017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1" name="Google Shape;2021;p78"/>
          <p:cNvCxnSpPr>
            <a:stCxn id="2014" idx="5"/>
            <a:endCxn id="2016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2" name="Google Shape;2022;p78"/>
          <p:cNvCxnSpPr>
            <a:stCxn id="2016" idx="2"/>
            <a:endCxn id="2015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23" name="Google Shape;2023;p78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024" name="Google Shape;2024;p78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025" name="Google Shape;2025;p78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026" name="Google Shape;2026;p78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027" name="Google Shape;2027;p78"/>
          <p:cNvCxnSpPr>
            <a:stCxn id="2023" idx="3"/>
            <a:endCxn id="2024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8" name="Google Shape;2028;p78"/>
          <p:cNvCxnSpPr>
            <a:stCxn id="2026" idx="0"/>
            <a:endCxn id="2024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9" name="Google Shape;2029;p78"/>
          <p:cNvCxnSpPr>
            <a:stCxn id="2023" idx="5"/>
            <a:endCxn id="2025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0" name="Google Shape;2030;p78"/>
          <p:cNvCxnSpPr>
            <a:stCxn id="2025" idx="2"/>
            <a:endCxn id="2024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1" name="Google Shape;2031;p78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032" name="Google Shape;2032;p78"/>
          <p:cNvCxnSpPr>
            <a:stCxn id="2031" idx="0"/>
            <a:endCxn id="2024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3" name="Google Shape;2033;p78"/>
          <p:cNvCxnSpPr>
            <a:stCxn id="2025" idx="3"/>
            <a:endCxn id="2026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4" name="Google Shape;2034;p78"/>
          <p:cNvCxnSpPr>
            <a:stCxn id="2025" idx="3"/>
            <a:endCxn id="2031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5" name="Google Shape;2035;p78"/>
          <p:cNvCxnSpPr>
            <a:stCxn id="2023" idx="4"/>
            <a:endCxn id="2031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6" name="Google Shape;2036;p78"/>
          <p:cNvCxnSpPr>
            <a:stCxn id="2014" idx="6"/>
            <a:endCxn id="2026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7" name="Google Shape;2037;p78"/>
          <p:cNvCxnSpPr>
            <a:stCxn id="2017" idx="7"/>
            <a:endCxn id="2016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8" name="Google Shape;2038;p78"/>
          <p:cNvCxnSpPr>
            <a:stCxn id="2026" idx="6"/>
            <a:endCxn id="2031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9" name="Google Shape;2039;p78"/>
          <p:cNvCxnSpPr>
            <a:stCxn id="2023" idx="4"/>
            <a:endCxn id="2026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40" name="Google Shape;2040;p78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041" name="Google Shape;2041;p78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042" name="Google Shape;2042;p78"/>
          <p:cNvCxnSpPr>
            <a:stCxn id="2040" idx="3"/>
            <a:endCxn id="2041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43" name="Google Shape;2043;p78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044" name="Google Shape;2044;p78"/>
          <p:cNvCxnSpPr>
            <a:stCxn id="2043" idx="2"/>
            <a:endCxn id="2041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5" name="Google Shape;2045;p78"/>
          <p:cNvCxnSpPr>
            <a:stCxn id="2043" idx="0"/>
            <a:endCxn id="2040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6" name="Google Shape;2046;p78"/>
          <p:cNvCxnSpPr>
            <a:stCxn id="2016" idx="5"/>
            <a:endCxn id="2040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7" name="Google Shape;2047;p78"/>
          <p:cNvCxnSpPr>
            <a:stCxn id="2031" idx="4"/>
            <a:endCxn id="2040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8" name="Google Shape;2048;p78"/>
          <p:cNvCxnSpPr>
            <a:stCxn id="2016" idx="7"/>
            <a:endCxn id="2031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49" name="Google Shape;2049;p7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2050" name="Google Shape;2050;p78"/>
          <p:cNvSpPr txBox="1"/>
          <p:nvPr>
            <p:ph idx="1" type="body"/>
          </p:nvPr>
        </p:nvSpPr>
        <p:spPr>
          <a:xfrm>
            <a:off x="311700" y="1225225"/>
            <a:ext cx="4119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rank order of the number of</a:t>
            </a:r>
            <a:r>
              <a:rPr lang="en"/>
              <a:t> cliques a node belongs is a </a:t>
            </a:r>
            <a:r>
              <a:rPr b="1" lang="en"/>
              <a:t>centrality </a:t>
            </a:r>
            <a:r>
              <a:rPr lang="en"/>
              <a:t>metric on the nodes!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Based on the number of groups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 seems to be in the middle of everything!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051" name="Google Shape;2051;p78"/>
          <p:cNvGraphicFramePr/>
          <p:nvPr/>
        </p:nvGraphicFramePr>
        <p:xfrm>
          <a:off x="4496475" y="1189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{50135046-C9A2-4C70-84CB-7FFEBFC702F5}</a:tableStyleId>
              </a:tblPr>
              <a:tblGrid>
                <a:gridCol w="397050"/>
                <a:gridCol w="397050"/>
              </a:tblGrid>
              <a:tr h="266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f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12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e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g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h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i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d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5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a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b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k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2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j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l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5" name="Shape 2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Google Shape;2056;p79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057" name="Google Shape;2057;p7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2058" name="Google Shape;2058;p79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059" name="Google Shape;2059;p79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060" name="Google Shape;2060;p79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061" name="Google Shape;2061;p79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062" name="Google Shape;2062;p79"/>
          <p:cNvCxnSpPr>
            <a:stCxn id="2058" idx="3"/>
            <a:endCxn id="2059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3" name="Google Shape;2063;p79"/>
          <p:cNvCxnSpPr>
            <a:stCxn id="2061" idx="1"/>
            <a:endCxn id="2059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4" name="Google Shape;2064;p79"/>
          <p:cNvCxnSpPr>
            <a:stCxn id="2058" idx="4"/>
            <a:endCxn id="2061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5" name="Google Shape;2065;p79"/>
          <p:cNvCxnSpPr>
            <a:stCxn id="2058" idx="5"/>
            <a:endCxn id="2060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6" name="Google Shape;2066;p79"/>
          <p:cNvCxnSpPr>
            <a:stCxn id="2060" idx="2"/>
            <a:endCxn id="2059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7" name="Google Shape;2067;p79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068" name="Google Shape;2068;p79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069" name="Google Shape;2069;p79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070" name="Google Shape;2070;p79"/>
          <p:cNvCxnSpPr>
            <a:stCxn id="2067" idx="3"/>
            <a:endCxn id="2068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1" name="Google Shape;2071;p79"/>
          <p:cNvCxnSpPr>
            <a:stCxn id="2056" idx="0"/>
            <a:endCxn id="2068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2" name="Google Shape;2072;p79"/>
          <p:cNvCxnSpPr>
            <a:stCxn id="2067" idx="5"/>
            <a:endCxn id="2069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3" name="Google Shape;2073;p79"/>
          <p:cNvCxnSpPr>
            <a:stCxn id="2069" idx="2"/>
            <a:endCxn id="2068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74" name="Google Shape;2074;p79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075" name="Google Shape;2075;p79"/>
          <p:cNvCxnSpPr>
            <a:stCxn id="2074" idx="0"/>
            <a:endCxn id="2068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6" name="Google Shape;2076;p79"/>
          <p:cNvCxnSpPr>
            <a:stCxn id="2069" idx="3"/>
            <a:endCxn id="2056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7" name="Google Shape;2077;p79"/>
          <p:cNvCxnSpPr>
            <a:stCxn id="2069" idx="3"/>
            <a:endCxn id="2074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8" name="Google Shape;2078;p79"/>
          <p:cNvCxnSpPr>
            <a:stCxn id="2067" idx="4"/>
            <a:endCxn id="2074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9" name="Google Shape;2079;p79"/>
          <p:cNvCxnSpPr>
            <a:stCxn id="2058" idx="6"/>
            <a:endCxn id="2056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0" name="Google Shape;2080;p79"/>
          <p:cNvCxnSpPr>
            <a:stCxn id="2061" idx="7"/>
            <a:endCxn id="2060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1" name="Google Shape;2081;p79"/>
          <p:cNvCxnSpPr>
            <a:stCxn id="2056" idx="6"/>
            <a:endCxn id="2074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2" name="Google Shape;2082;p79"/>
          <p:cNvCxnSpPr>
            <a:stCxn id="2067" idx="4"/>
            <a:endCxn id="2056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3" name="Google Shape;2083;p79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084" name="Google Shape;2084;p79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085" name="Google Shape;2085;p79"/>
          <p:cNvCxnSpPr>
            <a:stCxn id="2083" idx="3"/>
            <a:endCxn id="2084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6" name="Google Shape;2086;p79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087" name="Google Shape;2087;p79"/>
          <p:cNvCxnSpPr>
            <a:stCxn id="2086" idx="2"/>
            <a:endCxn id="2084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8" name="Google Shape;2088;p79"/>
          <p:cNvCxnSpPr>
            <a:stCxn id="2086" idx="0"/>
            <a:endCxn id="2083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9" name="Google Shape;2089;p79"/>
          <p:cNvCxnSpPr>
            <a:stCxn id="2060" idx="5"/>
            <a:endCxn id="2083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0" name="Google Shape;2090;p79"/>
          <p:cNvCxnSpPr>
            <a:stCxn id="2074" idx="4"/>
            <a:endCxn id="2083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1" name="Google Shape;2091;p79"/>
          <p:cNvCxnSpPr>
            <a:stCxn id="2060" idx="7"/>
            <a:endCxn id="2074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2" name="Google Shape;2092;p79"/>
          <p:cNvSpPr txBox="1"/>
          <p:nvPr>
            <p:ph idx="1" type="body"/>
          </p:nvPr>
        </p:nvSpPr>
        <p:spPr>
          <a:xfrm>
            <a:off x="311700" y="1225225"/>
            <a:ext cx="4119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rank order of the number of cliques a node belongs is a </a:t>
            </a:r>
            <a:r>
              <a:rPr b="1" lang="en"/>
              <a:t>centrality </a:t>
            </a:r>
            <a:r>
              <a:rPr lang="en"/>
              <a:t>metric on the nodes</a:t>
            </a:r>
            <a:r>
              <a:rPr lang="en"/>
              <a:t>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Based on the number of groups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 seems to be in the middle of everything!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E, G, H, I, D are also central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mainly because they belong to a large clique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093" name="Google Shape;2093;p79"/>
          <p:cNvGraphicFramePr/>
          <p:nvPr/>
        </p:nvGraphicFramePr>
        <p:xfrm>
          <a:off x="4496475" y="1189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{50135046-C9A2-4C70-84CB-7FFEBFC702F5}</a:tableStyleId>
              </a:tblPr>
              <a:tblGrid>
                <a:gridCol w="397050"/>
                <a:gridCol w="397050"/>
              </a:tblGrid>
              <a:tr h="266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f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12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e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g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h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i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d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5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a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b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k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2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j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l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7" name="Shape 2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8" name="Google Shape;2098;p80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099" name="Google Shape;2099;p8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Cliques</a:t>
            </a:r>
            <a:endParaRPr/>
          </a:p>
        </p:txBody>
      </p:sp>
      <p:sp>
        <p:nvSpPr>
          <p:cNvPr id="2100" name="Google Shape;2100;p80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101" name="Google Shape;2101;p80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102" name="Google Shape;2102;p80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103" name="Google Shape;2103;p80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104" name="Google Shape;2104;p80"/>
          <p:cNvCxnSpPr>
            <a:stCxn id="2100" idx="3"/>
            <a:endCxn id="2101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5" name="Google Shape;2105;p80"/>
          <p:cNvCxnSpPr>
            <a:stCxn id="2103" idx="1"/>
            <a:endCxn id="2101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6" name="Google Shape;2106;p80"/>
          <p:cNvCxnSpPr>
            <a:stCxn id="2100" idx="4"/>
            <a:endCxn id="2103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7" name="Google Shape;2107;p80"/>
          <p:cNvCxnSpPr>
            <a:stCxn id="2100" idx="5"/>
            <a:endCxn id="2102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8" name="Google Shape;2108;p80"/>
          <p:cNvCxnSpPr>
            <a:stCxn id="2102" idx="2"/>
            <a:endCxn id="2101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9" name="Google Shape;2109;p80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110" name="Google Shape;2110;p80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111" name="Google Shape;2111;p80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112" name="Google Shape;2112;p80"/>
          <p:cNvCxnSpPr>
            <a:stCxn id="2109" idx="3"/>
            <a:endCxn id="2110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3" name="Google Shape;2113;p80"/>
          <p:cNvCxnSpPr>
            <a:stCxn id="2098" idx="0"/>
            <a:endCxn id="2110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4" name="Google Shape;2114;p80"/>
          <p:cNvCxnSpPr>
            <a:stCxn id="2109" idx="5"/>
            <a:endCxn id="2111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5" name="Google Shape;2115;p80"/>
          <p:cNvCxnSpPr>
            <a:stCxn id="2111" idx="2"/>
            <a:endCxn id="2110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6" name="Google Shape;2116;p80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117" name="Google Shape;2117;p80"/>
          <p:cNvCxnSpPr>
            <a:stCxn id="2116" idx="0"/>
            <a:endCxn id="2110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8" name="Google Shape;2118;p80"/>
          <p:cNvCxnSpPr>
            <a:stCxn id="2111" idx="3"/>
            <a:endCxn id="2098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9" name="Google Shape;2119;p80"/>
          <p:cNvCxnSpPr>
            <a:stCxn id="2111" idx="3"/>
            <a:endCxn id="2116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0" name="Google Shape;2120;p80"/>
          <p:cNvCxnSpPr>
            <a:stCxn id="2109" idx="4"/>
            <a:endCxn id="2116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1" name="Google Shape;2121;p80"/>
          <p:cNvCxnSpPr>
            <a:stCxn id="2100" idx="6"/>
            <a:endCxn id="2098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2" name="Google Shape;2122;p80"/>
          <p:cNvCxnSpPr>
            <a:stCxn id="2103" idx="7"/>
            <a:endCxn id="2102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3" name="Google Shape;2123;p80"/>
          <p:cNvCxnSpPr>
            <a:stCxn id="2098" idx="6"/>
            <a:endCxn id="2116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4" name="Google Shape;2124;p80"/>
          <p:cNvCxnSpPr>
            <a:stCxn id="2109" idx="4"/>
            <a:endCxn id="2098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5" name="Google Shape;2125;p80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126" name="Google Shape;2126;p80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127" name="Google Shape;2127;p80"/>
          <p:cNvCxnSpPr>
            <a:stCxn id="2125" idx="3"/>
            <a:endCxn id="2126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8" name="Google Shape;2128;p80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129" name="Google Shape;2129;p80"/>
          <p:cNvCxnSpPr>
            <a:stCxn id="2128" idx="2"/>
            <a:endCxn id="2126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0" name="Google Shape;2130;p80"/>
          <p:cNvCxnSpPr>
            <a:stCxn id="2128" idx="0"/>
            <a:endCxn id="2125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1" name="Google Shape;2131;p80"/>
          <p:cNvCxnSpPr>
            <a:stCxn id="2102" idx="5"/>
            <a:endCxn id="2125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2" name="Google Shape;2132;p80"/>
          <p:cNvCxnSpPr>
            <a:stCxn id="2116" idx="4"/>
            <a:endCxn id="2125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3" name="Google Shape;2133;p80"/>
          <p:cNvCxnSpPr>
            <a:stCxn id="2102" idx="7"/>
            <a:endCxn id="2116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4" name="Google Shape;2134;p80"/>
          <p:cNvSpPr txBox="1"/>
          <p:nvPr>
            <p:ph idx="1" type="body"/>
          </p:nvPr>
        </p:nvSpPr>
        <p:spPr>
          <a:xfrm>
            <a:off x="311700" y="1225225"/>
            <a:ext cx="457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rank order of the number of cliques a node belongs is a </a:t>
            </a:r>
            <a:r>
              <a:rPr b="1" lang="en"/>
              <a:t>centrality </a:t>
            </a:r>
            <a:r>
              <a:rPr lang="en"/>
              <a:t>metric on the nodes</a:t>
            </a:r>
            <a:r>
              <a:rPr lang="en"/>
              <a:t>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Based on the number of groups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 seems to be in the middle of everything!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E, G, H, I, D are also central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mainly because they belong to a large clique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 and L are the least central: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belong to one small clique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135" name="Google Shape;2135;p80"/>
          <p:cNvGraphicFramePr/>
          <p:nvPr/>
        </p:nvGraphicFramePr>
        <p:xfrm>
          <a:off x="4496475" y="1189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{50135046-C9A2-4C70-84CB-7FFEBFC702F5}</a:tableStyleId>
              </a:tblPr>
              <a:tblGrid>
                <a:gridCol w="397050"/>
                <a:gridCol w="397050"/>
              </a:tblGrid>
              <a:tr h="266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f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12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e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g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h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i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d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5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a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b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k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2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j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l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9" name="Shape 2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40" name="Google Shape;2140;p81"/>
          <p:cNvGraphicFramePr/>
          <p:nvPr/>
        </p:nvGraphicFramePr>
        <p:xfrm>
          <a:off x="669100" y="700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{50135046-C9A2-4C70-84CB-7FFEBFC702F5}</a:tableStyleId>
              </a:tblPr>
              <a:tblGrid>
                <a:gridCol w="356975"/>
                <a:gridCol w="273675"/>
                <a:gridCol w="273675"/>
                <a:gridCol w="273675"/>
                <a:gridCol w="273675"/>
                <a:gridCol w="273675"/>
                <a:gridCol w="273675"/>
                <a:gridCol w="273675"/>
                <a:gridCol w="273675"/>
                <a:gridCol w="273675"/>
                <a:gridCol w="356975"/>
                <a:gridCol w="3450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  <a:gridCol w="356975"/>
              </a:tblGrid>
              <a:tr h="336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C3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C4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C5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C6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C7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C8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C9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C10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C11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C12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C13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C14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C15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C16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C17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C18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C19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C20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C21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C22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C23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a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b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d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e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f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g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h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i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j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k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l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41" name="Google Shape;2141;p81"/>
          <p:cNvGraphicFramePr/>
          <p:nvPr/>
        </p:nvGraphicFramePr>
        <p:xfrm>
          <a:off x="8574875" y="1036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{50135046-C9A2-4C70-84CB-7FFEBFC702F5}</a:tableStyleId>
              </a:tblPr>
              <a:tblGrid>
                <a:gridCol w="414825"/>
              </a:tblGrid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5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12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2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42" name="Google Shape;2142;p81"/>
          <p:cNvSpPr txBox="1"/>
          <p:nvPr/>
        </p:nvSpPr>
        <p:spPr>
          <a:xfrm>
            <a:off x="151675" y="89625"/>
            <a:ext cx="6991200" cy="5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We can analyze the structure of the clique affiliation matrix the same way we analyze any two mode network!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2143" name="Google Shape;2143;p81"/>
          <p:cNvGraphicFramePr/>
          <p:nvPr/>
        </p:nvGraphicFramePr>
        <p:xfrm>
          <a:off x="1026075" y="4730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{50135046-C9A2-4C70-84CB-7FFEBFC702F5}</a:tableStyleId>
              </a:tblPr>
              <a:tblGrid>
                <a:gridCol w="267275"/>
                <a:gridCol w="267275"/>
                <a:gridCol w="267275"/>
                <a:gridCol w="267275"/>
                <a:gridCol w="267275"/>
                <a:gridCol w="267275"/>
                <a:gridCol w="267275"/>
                <a:gridCol w="267275"/>
                <a:gridCol w="267275"/>
                <a:gridCol w="360250"/>
                <a:gridCol w="360250"/>
                <a:gridCol w="360250"/>
                <a:gridCol w="360250"/>
                <a:gridCol w="360250"/>
                <a:gridCol w="360250"/>
                <a:gridCol w="360250"/>
                <a:gridCol w="360250"/>
                <a:gridCol w="360250"/>
                <a:gridCol w="360250"/>
                <a:gridCol w="360250"/>
                <a:gridCol w="360250"/>
                <a:gridCol w="360250"/>
                <a:gridCol w="36025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5</a:t>
                      </a:r>
                      <a:endParaRPr b="1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 b="1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7" name="Shape 2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48" name="Google Shape;2148;p82"/>
          <p:cNvGraphicFramePr/>
          <p:nvPr/>
        </p:nvGraphicFramePr>
        <p:xfrm>
          <a:off x="669100" y="700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{50135046-C9A2-4C70-84CB-7FFEBFC702F5}</a:tableStyleId>
              </a:tblPr>
              <a:tblGrid>
                <a:gridCol w="356975"/>
                <a:gridCol w="273675"/>
                <a:gridCol w="273675"/>
                <a:gridCol w="273675"/>
                <a:gridCol w="273675"/>
                <a:gridCol w="273675"/>
                <a:gridCol w="273675"/>
                <a:gridCol w="273675"/>
              </a:tblGrid>
              <a:tr h="336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C3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C4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C5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C6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C7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a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b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d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e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f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g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h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i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j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k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l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49" name="Google Shape;2149;p82"/>
          <p:cNvGraphicFramePr/>
          <p:nvPr/>
        </p:nvGraphicFramePr>
        <p:xfrm>
          <a:off x="3017675" y="1036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{50135046-C9A2-4C70-84CB-7FFEBFC702F5}</a:tableStyleId>
              </a:tblPr>
              <a:tblGrid>
                <a:gridCol w="414825"/>
              </a:tblGrid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5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5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5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5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5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50" name="Google Shape;2150;p82"/>
          <p:cNvGraphicFramePr/>
          <p:nvPr/>
        </p:nvGraphicFramePr>
        <p:xfrm>
          <a:off x="1025900" y="4759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{50135046-C9A2-4C70-84CB-7FFEBFC702F5}</a:tableStyleId>
              </a:tblPr>
              <a:tblGrid>
                <a:gridCol w="273700"/>
                <a:gridCol w="273700"/>
                <a:gridCol w="273700"/>
                <a:gridCol w="273700"/>
                <a:gridCol w="273700"/>
                <a:gridCol w="273700"/>
                <a:gridCol w="2737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5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51" name="Google Shape;2151;p82"/>
          <p:cNvSpPr txBox="1"/>
          <p:nvPr/>
        </p:nvSpPr>
        <p:spPr>
          <a:xfrm>
            <a:off x="151675" y="89625"/>
            <a:ext cx="6991200" cy="5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Let’s just restrict ourselves to the large cliques!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5" name="Shape 2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6" name="Google Shape;2156;p83"/>
          <p:cNvGraphicFramePr/>
          <p:nvPr/>
        </p:nvGraphicFramePr>
        <p:xfrm>
          <a:off x="669100" y="700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{50135046-C9A2-4C70-84CB-7FFEBFC702F5}</a:tableStyleId>
              </a:tblPr>
              <a:tblGrid>
                <a:gridCol w="356975"/>
                <a:gridCol w="273675"/>
                <a:gridCol w="273675"/>
                <a:gridCol w="273675"/>
                <a:gridCol w="273675"/>
                <a:gridCol w="273675"/>
                <a:gridCol w="273675"/>
                <a:gridCol w="273675"/>
              </a:tblGrid>
              <a:tr h="336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C3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C4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C5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C6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C7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a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b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d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e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f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g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h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i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j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k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l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57" name="Google Shape;2157;p83"/>
          <p:cNvGraphicFramePr/>
          <p:nvPr/>
        </p:nvGraphicFramePr>
        <p:xfrm>
          <a:off x="3017675" y="1036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{50135046-C9A2-4C70-84CB-7FFEBFC702F5}</a:tableStyleId>
              </a:tblPr>
              <a:tblGrid>
                <a:gridCol w="414825"/>
              </a:tblGrid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5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5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5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5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5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58" name="Google Shape;2158;p83"/>
          <p:cNvGraphicFramePr/>
          <p:nvPr/>
        </p:nvGraphicFramePr>
        <p:xfrm>
          <a:off x="1025900" y="4759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{50135046-C9A2-4C70-84CB-7FFEBFC702F5}</a:tableStyleId>
              </a:tblPr>
              <a:tblGrid>
                <a:gridCol w="273700"/>
                <a:gridCol w="273700"/>
                <a:gridCol w="273700"/>
                <a:gridCol w="273700"/>
                <a:gridCol w="273700"/>
                <a:gridCol w="273700"/>
                <a:gridCol w="2737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5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59" name="Google Shape;2159;p83"/>
          <p:cNvSpPr txBox="1"/>
          <p:nvPr/>
        </p:nvSpPr>
        <p:spPr>
          <a:xfrm>
            <a:off x="151675" y="89625"/>
            <a:ext cx="6991200" cy="5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Let’s just restrict ourselves to the large cliques!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60" name="Google Shape;2160;p83"/>
          <p:cNvSpPr txBox="1"/>
          <p:nvPr/>
        </p:nvSpPr>
        <p:spPr>
          <a:xfrm>
            <a:off x="3703200" y="2834475"/>
            <a:ext cx="23505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We have some isolates!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161" name="Google Shape;2161;p83"/>
          <p:cNvCxnSpPr>
            <a:stCxn id="2160" idx="2"/>
          </p:cNvCxnSpPr>
          <p:nvPr/>
        </p:nvCxnSpPr>
        <p:spPr>
          <a:xfrm flipH="1">
            <a:off x="3578250" y="3228375"/>
            <a:ext cx="1300200" cy="95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5" name="Shape 2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66" name="Google Shape;2166;p84"/>
          <p:cNvGraphicFramePr/>
          <p:nvPr/>
        </p:nvGraphicFramePr>
        <p:xfrm>
          <a:off x="669100" y="700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{50135046-C9A2-4C70-84CB-7FFEBFC702F5}</a:tableStyleId>
              </a:tblPr>
              <a:tblGrid>
                <a:gridCol w="356975"/>
                <a:gridCol w="273675"/>
                <a:gridCol w="273675"/>
                <a:gridCol w="273675"/>
                <a:gridCol w="273675"/>
                <a:gridCol w="273675"/>
                <a:gridCol w="273675"/>
                <a:gridCol w="273675"/>
              </a:tblGrid>
              <a:tr h="336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C3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C4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C5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C6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C7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a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b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d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e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f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g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h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i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67" name="Google Shape;2167;p84"/>
          <p:cNvGraphicFramePr/>
          <p:nvPr/>
        </p:nvGraphicFramePr>
        <p:xfrm>
          <a:off x="3017675" y="1036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{50135046-C9A2-4C70-84CB-7FFEBFC702F5}</a:tableStyleId>
              </a:tblPr>
              <a:tblGrid>
                <a:gridCol w="414825"/>
              </a:tblGrid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5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5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5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5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5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68" name="Google Shape;2168;p84"/>
          <p:cNvGraphicFramePr/>
          <p:nvPr/>
        </p:nvGraphicFramePr>
        <p:xfrm>
          <a:off x="1026075" y="3883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{50135046-C9A2-4C70-84CB-7FFEBFC702F5}</a:tableStyleId>
              </a:tblPr>
              <a:tblGrid>
                <a:gridCol w="273700"/>
                <a:gridCol w="273700"/>
                <a:gridCol w="273700"/>
                <a:gridCol w="273700"/>
                <a:gridCol w="273700"/>
                <a:gridCol w="273700"/>
                <a:gridCol w="2737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5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69" name="Google Shape;2169;p84"/>
          <p:cNvSpPr txBox="1"/>
          <p:nvPr/>
        </p:nvSpPr>
        <p:spPr>
          <a:xfrm>
            <a:off x="151675" y="89625"/>
            <a:ext cx="6991200" cy="5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Let’s just restrict ourselves to the large cliques!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70" name="Google Shape;2170;p84"/>
          <p:cNvSpPr txBox="1"/>
          <p:nvPr/>
        </p:nvSpPr>
        <p:spPr>
          <a:xfrm>
            <a:off x="3703200" y="2834475"/>
            <a:ext cx="23505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Let’s get rid of them!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4" name="Shape 2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75" name="Google Shape;2175;p85"/>
          <p:cNvGraphicFramePr/>
          <p:nvPr/>
        </p:nvGraphicFramePr>
        <p:xfrm>
          <a:off x="669100" y="700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{50135046-C9A2-4C70-84CB-7FFEBFC702F5}</a:tableStyleId>
              </a:tblPr>
              <a:tblGrid>
                <a:gridCol w="356975"/>
                <a:gridCol w="273675"/>
                <a:gridCol w="273675"/>
                <a:gridCol w="273675"/>
                <a:gridCol w="273675"/>
                <a:gridCol w="273675"/>
                <a:gridCol w="273675"/>
                <a:gridCol w="273675"/>
              </a:tblGrid>
              <a:tr h="336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C3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C4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C5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C6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C7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a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b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d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e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f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g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h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i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76" name="Google Shape;2176;p85"/>
          <p:cNvGraphicFramePr/>
          <p:nvPr/>
        </p:nvGraphicFramePr>
        <p:xfrm>
          <a:off x="3017675" y="1036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{50135046-C9A2-4C70-84CB-7FFEBFC702F5}</a:tableStyleId>
              </a:tblPr>
              <a:tblGrid>
                <a:gridCol w="414825"/>
              </a:tblGrid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5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5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5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5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5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77" name="Google Shape;2177;p85"/>
          <p:cNvGraphicFramePr/>
          <p:nvPr/>
        </p:nvGraphicFramePr>
        <p:xfrm>
          <a:off x="1026075" y="3883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{50135046-C9A2-4C70-84CB-7FFEBFC702F5}</a:tableStyleId>
              </a:tblPr>
              <a:tblGrid>
                <a:gridCol w="273700"/>
                <a:gridCol w="273700"/>
                <a:gridCol w="273700"/>
                <a:gridCol w="273700"/>
                <a:gridCol w="273700"/>
                <a:gridCol w="273700"/>
                <a:gridCol w="2737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5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78" name="Google Shape;2178;p85"/>
          <p:cNvSpPr txBox="1"/>
          <p:nvPr/>
        </p:nvSpPr>
        <p:spPr>
          <a:xfrm>
            <a:off x="151675" y="89625"/>
            <a:ext cx="6991200" cy="5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Let’s just restrict ourselves to the large cliques!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2179" name="Google Shape;2179;p85"/>
          <p:cNvGraphicFramePr/>
          <p:nvPr/>
        </p:nvGraphicFramePr>
        <p:xfrm>
          <a:off x="4905150" y="13072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{50135046-C9A2-4C70-84CB-7FFEBFC702F5}</a:tableStyleId>
              </a:tblPr>
              <a:tblGrid>
                <a:gridCol w="562075"/>
                <a:gridCol w="430950"/>
                <a:gridCol w="430950"/>
                <a:gridCol w="430950"/>
                <a:gridCol w="430950"/>
                <a:gridCol w="430950"/>
                <a:gridCol w="430950"/>
                <a:gridCol w="430950"/>
              </a:tblGrid>
              <a:tr h="395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C3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C4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C5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C6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C7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5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C3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C4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C5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C6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C7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80" name="Google Shape;2180;p85"/>
          <p:cNvSpPr txBox="1"/>
          <p:nvPr/>
        </p:nvSpPr>
        <p:spPr>
          <a:xfrm>
            <a:off x="4418863" y="4164288"/>
            <a:ext cx="4551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Clique Overlap Matrix (O)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O = C^T \times C&#10;%e616699a-de1b-4b37-adf1-766f3c7be979" id="2181" name="Google Shape;2181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0950" y="901100"/>
            <a:ext cx="1838325" cy="33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5" name="Shape 2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6" name="Google Shape;2186;p86"/>
          <p:cNvSpPr txBox="1"/>
          <p:nvPr/>
        </p:nvSpPr>
        <p:spPr>
          <a:xfrm>
            <a:off x="151675" y="89625"/>
            <a:ext cx="6991200" cy="5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The diagonals are the size of each clique!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2187" name="Google Shape;2187;p86"/>
          <p:cNvGraphicFramePr/>
          <p:nvPr/>
        </p:nvGraphicFramePr>
        <p:xfrm>
          <a:off x="4905150" y="13072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{50135046-C9A2-4C70-84CB-7FFEBFC702F5}</a:tableStyleId>
              </a:tblPr>
              <a:tblGrid>
                <a:gridCol w="562075"/>
                <a:gridCol w="430950"/>
                <a:gridCol w="430950"/>
                <a:gridCol w="430950"/>
                <a:gridCol w="430950"/>
                <a:gridCol w="430950"/>
                <a:gridCol w="430950"/>
                <a:gridCol w="430950"/>
              </a:tblGrid>
              <a:tr h="395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C3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C4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C5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C6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C7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5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C3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C4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C5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C6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C7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2188" name="Google Shape;2188;p86"/>
          <p:cNvSpPr txBox="1"/>
          <p:nvPr/>
        </p:nvSpPr>
        <p:spPr>
          <a:xfrm>
            <a:off x="4418863" y="4164288"/>
            <a:ext cx="4551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Clique Overlap Matrix (O)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O = C^T \times C&#10;%e616699a-de1b-4b37-adf1-766f3c7be979" id="2189" name="Google Shape;2189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0950" y="901100"/>
            <a:ext cx="1838325" cy="3333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90" name="Google Shape;2190;p86"/>
          <p:cNvGraphicFramePr/>
          <p:nvPr/>
        </p:nvGraphicFramePr>
        <p:xfrm>
          <a:off x="669100" y="700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{50135046-C9A2-4C70-84CB-7FFEBFC702F5}</a:tableStyleId>
              </a:tblPr>
              <a:tblGrid>
                <a:gridCol w="356975"/>
                <a:gridCol w="273675"/>
                <a:gridCol w="273675"/>
                <a:gridCol w="273675"/>
                <a:gridCol w="273675"/>
                <a:gridCol w="273675"/>
                <a:gridCol w="273675"/>
                <a:gridCol w="273675"/>
              </a:tblGrid>
              <a:tr h="336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C3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C4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C5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C6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C7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a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b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d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e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f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g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h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i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91" name="Google Shape;2191;p86"/>
          <p:cNvGraphicFramePr/>
          <p:nvPr/>
        </p:nvGraphicFramePr>
        <p:xfrm>
          <a:off x="3017675" y="1036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{50135046-C9A2-4C70-84CB-7FFEBFC702F5}</a:tableStyleId>
              </a:tblPr>
              <a:tblGrid>
                <a:gridCol w="414825"/>
              </a:tblGrid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5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5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5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5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5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92" name="Google Shape;2192;p86"/>
          <p:cNvGraphicFramePr/>
          <p:nvPr/>
        </p:nvGraphicFramePr>
        <p:xfrm>
          <a:off x="1026075" y="3883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{50135046-C9A2-4C70-84CB-7FFEBFC702F5}</a:tableStyleId>
              </a:tblPr>
              <a:tblGrid>
                <a:gridCol w="273700"/>
                <a:gridCol w="273700"/>
                <a:gridCol w="273700"/>
                <a:gridCol w="273700"/>
                <a:gridCol w="273700"/>
                <a:gridCol w="273700"/>
                <a:gridCol w="2737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5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6" name="Shape 2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7" name="Google Shape;2197;p87"/>
          <p:cNvSpPr txBox="1"/>
          <p:nvPr/>
        </p:nvSpPr>
        <p:spPr>
          <a:xfrm>
            <a:off x="151675" y="89625"/>
            <a:ext cx="8853000" cy="5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The off-diagonals are the number of people the row clique has in common with the column clique!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2198" name="Google Shape;2198;p87"/>
          <p:cNvGraphicFramePr/>
          <p:nvPr/>
        </p:nvGraphicFramePr>
        <p:xfrm>
          <a:off x="4905150" y="13072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{50135046-C9A2-4C70-84CB-7FFEBFC702F5}</a:tableStyleId>
              </a:tblPr>
              <a:tblGrid>
                <a:gridCol w="562075"/>
                <a:gridCol w="430950"/>
                <a:gridCol w="430950"/>
                <a:gridCol w="430950"/>
                <a:gridCol w="430950"/>
                <a:gridCol w="430950"/>
                <a:gridCol w="430950"/>
                <a:gridCol w="430950"/>
              </a:tblGrid>
              <a:tr h="395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C3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C4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C5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C6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C7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5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C3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C4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C5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C6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C7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99" name="Google Shape;2199;p87"/>
          <p:cNvSpPr txBox="1"/>
          <p:nvPr/>
        </p:nvSpPr>
        <p:spPr>
          <a:xfrm>
            <a:off x="4418863" y="4164288"/>
            <a:ext cx="4551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Clique Overlap Matrix (O)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O = C^T \times C&#10;%e616699a-de1b-4b37-adf1-766f3c7be979" id="2200" name="Google Shape;2200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0950" y="901100"/>
            <a:ext cx="1838325" cy="3333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01" name="Google Shape;2201;p87"/>
          <p:cNvGraphicFramePr/>
          <p:nvPr/>
        </p:nvGraphicFramePr>
        <p:xfrm>
          <a:off x="669100" y="700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{50135046-C9A2-4C70-84CB-7FFEBFC702F5}</a:tableStyleId>
              </a:tblPr>
              <a:tblGrid>
                <a:gridCol w="356975"/>
                <a:gridCol w="273675"/>
                <a:gridCol w="273675"/>
                <a:gridCol w="273675"/>
                <a:gridCol w="273675"/>
                <a:gridCol w="273675"/>
                <a:gridCol w="273675"/>
                <a:gridCol w="273675"/>
              </a:tblGrid>
              <a:tr h="336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C3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C4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C5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C6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C7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a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b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d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e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f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g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h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i</a:t>
                      </a:r>
                      <a:endParaRPr b="1"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sz="15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02" name="Google Shape;2202;p87"/>
          <p:cNvGraphicFramePr/>
          <p:nvPr/>
        </p:nvGraphicFramePr>
        <p:xfrm>
          <a:off x="3017675" y="1036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{50135046-C9A2-4C70-84CB-7FFEBFC702F5}</a:tableStyleId>
              </a:tblPr>
              <a:tblGrid>
                <a:gridCol w="414825"/>
              </a:tblGrid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1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5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5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5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5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5</a:t>
                      </a:r>
                      <a:endParaRPr b="1" sz="1500">
                        <a:solidFill>
                          <a:srgbClr val="FF0000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03" name="Google Shape;2203;p87"/>
          <p:cNvGraphicFramePr/>
          <p:nvPr/>
        </p:nvGraphicFramePr>
        <p:xfrm>
          <a:off x="1026075" y="3883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{50135046-C9A2-4C70-84CB-7FFEBFC702F5}</a:tableStyleId>
              </a:tblPr>
              <a:tblGrid>
                <a:gridCol w="273700"/>
                <a:gridCol w="273700"/>
                <a:gridCol w="273700"/>
                <a:gridCol w="273700"/>
                <a:gridCol w="273700"/>
                <a:gridCol w="273700"/>
                <a:gridCol w="2737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5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 b="1" sz="1500">
                        <a:solidFill>
                          <a:srgbClr val="0000FF"/>
                        </a:solidFill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7" name="Shape 2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8" name="Google Shape;2208;p88"/>
          <p:cNvSpPr txBox="1"/>
          <p:nvPr/>
        </p:nvSpPr>
        <p:spPr>
          <a:xfrm>
            <a:off x="151675" y="89625"/>
            <a:ext cx="6991200" cy="5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We can represent the clique overlap matrix using the weighted clique graph!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2209" name="Google Shape;2209;p88"/>
          <p:cNvGraphicFramePr/>
          <p:nvPr/>
        </p:nvGraphicFramePr>
        <p:xfrm>
          <a:off x="4905150" y="13072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{50135046-C9A2-4C70-84CB-7FFEBFC702F5}</a:tableStyleId>
              </a:tblPr>
              <a:tblGrid>
                <a:gridCol w="562075"/>
                <a:gridCol w="430950"/>
                <a:gridCol w="430950"/>
                <a:gridCol w="430950"/>
                <a:gridCol w="430950"/>
                <a:gridCol w="430950"/>
                <a:gridCol w="430950"/>
                <a:gridCol w="430950"/>
              </a:tblGrid>
              <a:tr h="395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C3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C4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C5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C6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C7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--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--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C3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--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C4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--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C5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--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C6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--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C7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--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10" name="Google Shape;2210;p88"/>
          <p:cNvSpPr txBox="1"/>
          <p:nvPr/>
        </p:nvSpPr>
        <p:spPr>
          <a:xfrm>
            <a:off x="4418863" y="4164288"/>
            <a:ext cx="4551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Clique Overlap Matrix (O)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O = C^T \times C&#10;%e616699a-de1b-4b37-adf1-766f3c7be979" id="2211" name="Google Shape;2211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0950" y="901100"/>
            <a:ext cx="183832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2212" name="Google Shape;2212;p88"/>
          <p:cNvSpPr/>
          <p:nvPr/>
        </p:nvSpPr>
        <p:spPr>
          <a:xfrm>
            <a:off x="2132945" y="677700"/>
            <a:ext cx="561000" cy="56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1"/>
                </a:solidFill>
              </a:rPr>
              <a:t>C1</a:t>
            </a:r>
            <a:endParaRPr b="1" sz="2300">
              <a:solidFill>
                <a:schemeClr val="lt1"/>
              </a:solidFill>
            </a:endParaRPr>
          </a:p>
        </p:txBody>
      </p:sp>
      <p:sp>
        <p:nvSpPr>
          <p:cNvPr id="2213" name="Google Shape;2213;p88"/>
          <p:cNvSpPr/>
          <p:nvPr/>
        </p:nvSpPr>
        <p:spPr>
          <a:xfrm>
            <a:off x="939982" y="1565524"/>
            <a:ext cx="561000" cy="56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1"/>
                </a:solidFill>
              </a:rPr>
              <a:t>C2</a:t>
            </a:r>
            <a:endParaRPr b="1" sz="2300">
              <a:solidFill>
                <a:schemeClr val="lt1"/>
              </a:solidFill>
            </a:endParaRPr>
          </a:p>
        </p:txBody>
      </p:sp>
      <p:sp>
        <p:nvSpPr>
          <p:cNvPr id="2214" name="Google Shape;2214;p88"/>
          <p:cNvSpPr/>
          <p:nvPr/>
        </p:nvSpPr>
        <p:spPr>
          <a:xfrm>
            <a:off x="3355323" y="1565522"/>
            <a:ext cx="561000" cy="56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1"/>
                </a:solidFill>
              </a:rPr>
              <a:t>C3</a:t>
            </a:r>
            <a:endParaRPr b="1" sz="2300">
              <a:solidFill>
                <a:schemeClr val="lt1"/>
              </a:solidFill>
            </a:endParaRPr>
          </a:p>
        </p:txBody>
      </p:sp>
      <p:sp>
        <p:nvSpPr>
          <p:cNvPr id="2215" name="Google Shape;2215;p88"/>
          <p:cNvSpPr/>
          <p:nvPr/>
        </p:nvSpPr>
        <p:spPr>
          <a:xfrm>
            <a:off x="939981" y="2846485"/>
            <a:ext cx="561000" cy="56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1"/>
                </a:solidFill>
              </a:rPr>
              <a:t>C5</a:t>
            </a:r>
            <a:endParaRPr b="1" sz="2300">
              <a:solidFill>
                <a:schemeClr val="lt1"/>
              </a:solidFill>
            </a:endParaRPr>
          </a:p>
        </p:txBody>
      </p:sp>
      <p:sp>
        <p:nvSpPr>
          <p:cNvPr id="2216" name="Google Shape;2216;p88"/>
          <p:cNvSpPr/>
          <p:nvPr/>
        </p:nvSpPr>
        <p:spPr>
          <a:xfrm>
            <a:off x="2744127" y="4002369"/>
            <a:ext cx="561000" cy="56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1"/>
                </a:solidFill>
              </a:rPr>
              <a:t>C7</a:t>
            </a:r>
            <a:endParaRPr b="1" sz="2300">
              <a:solidFill>
                <a:schemeClr val="lt1"/>
              </a:solidFill>
            </a:endParaRPr>
          </a:p>
        </p:txBody>
      </p:sp>
      <p:sp>
        <p:nvSpPr>
          <p:cNvPr id="2217" name="Google Shape;2217;p88"/>
          <p:cNvSpPr/>
          <p:nvPr/>
        </p:nvSpPr>
        <p:spPr>
          <a:xfrm>
            <a:off x="3355309" y="2846486"/>
            <a:ext cx="561000" cy="56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1"/>
                </a:solidFill>
              </a:rPr>
              <a:t>C4</a:t>
            </a:r>
            <a:endParaRPr b="1" sz="2300">
              <a:solidFill>
                <a:schemeClr val="lt1"/>
              </a:solidFill>
            </a:endParaRPr>
          </a:p>
        </p:txBody>
      </p:sp>
      <p:sp>
        <p:nvSpPr>
          <p:cNvPr id="2218" name="Google Shape;2218;p88"/>
          <p:cNvSpPr/>
          <p:nvPr/>
        </p:nvSpPr>
        <p:spPr>
          <a:xfrm>
            <a:off x="1521762" y="4002369"/>
            <a:ext cx="561000" cy="56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1"/>
                </a:solidFill>
              </a:rPr>
              <a:t>C6</a:t>
            </a:r>
            <a:endParaRPr b="1" sz="2300">
              <a:solidFill>
                <a:schemeClr val="lt1"/>
              </a:solidFill>
            </a:endParaRPr>
          </a:p>
        </p:txBody>
      </p:sp>
      <p:cxnSp>
        <p:nvCxnSpPr>
          <p:cNvPr id="2219" name="Google Shape;2219;p88"/>
          <p:cNvCxnSpPr>
            <a:stCxn id="2212" idx="3"/>
            <a:endCxn id="2213" idx="7"/>
          </p:cNvCxnSpPr>
          <p:nvPr/>
        </p:nvCxnSpPr>
        <p:spPr>
          <a:xfrm flipH="1">
            <a:off x="1418901" y="1156800"/>
            <a:ext cx="796200" cy="4908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0" name="Google Shape;2220;p88"/>
          <p:cNvCxnSpPr>
            <a:stCxn id="2212" idx="4"/>
            <a:endCxn id="2215" idx="7"/>
          </p:cNvCxnSpPr>
          <p:nvPr/>
        </p:nvCxnSpPr>
        <p:spPr>
          <a:xfrm flipH="1">
            <a:off x="1418945" y="1239000"/>
            <a:ext cx="994500" cy="1689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1" name="Google Shape;2221;p88"/>
          <p:cNvCxnSpPr>
            <a:stCxn id="2212" idx="4"/>
            <a:endCxn id="2217" idx="1"/>
          </p:cNvCxnSpPr>
          <p:nvPr/>
        </p:nvCxnSpPr>
        <p:spPr>
          <a:xfrm>
            <a:off x="2413445" y="1239000"/>
            <a:ext cx="1023900" cy="1689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2" name="Google Shape;2222;p88"/>
          <p:cNvCxnSpPr>
            <a:stCxn id="2212" idx="4"/>
            <a:endCxn id="2218" idx="0"/>
          </p:cNvCxnSpPr>
          <p:nvPr/>
        </p:nvCxnSpPr>
        <p:spPr>
          <a:xfrm flipH="1">
            <a:off x="1802345" y="1239000"/>
            <a:ext cx="611100" cy="2763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3" name="Google Shape;2223;p88"/>
          <p:cNvCxnSpPr>
            <a:stCxn id="2212" idx="4"/>
            <a:endCxn id="2216" idx="0"/>
          </p:cNvCxnSpPr>
          <p:nvPr/>
        </p:nvCxnSpPr>
        <p:spPr>
          <a:xfrm>
            <a:off x="2413445" y="1239000"/>
            <a:ext cx="611100" cy="2763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4" name="Google Shape;2224;p88"/>
          <p:cNvCxnSpPr>
            <a:stCxn id="2213" idx="4"/>
            <a:endCxn id="2215" idx="0"/>
          </p:cNvCxnSpPr>
          <p:nvPr/>
        </p:nvCxnSpPr>
        <p:spPr>
          <a:xfrm>
            <a:off x="1220482" y="2126824"/>
            <a:ext cx="0" cy="719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5" name="Google Shape;2225;p88"/>
          <p:cNvCxnSpPr>
            <a:stCxn id="2213" idx="5"/>
            <a:endCxn id="2217" idx="1"/>
          </p:cNvCxnSpPr>
          <p:nvPr/>
        </p:nvCxnSpPr>
        <p:spPr>
          <a:xfrm>
            <a:off x="1418826" y="2044623"/>
            <a:ext cx="2018700" cy="884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6" name="Google Shape;2226;p88"/>
          <p:cNvCxnSpPr>
            <a:stCxn id="2213" idx="5"/>
            <a:endCxn id="2216" idx="0"/>
          </p:cNvCxnSpPr>
          <p:nvPr/>
        </p:nvCxnSpPr>
        <p:spPr>
          <a:xfrm>
            <a:off x="1418826" y="2044623"/>
            <a:ext cx="1605900" cy="1957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7" name="Google Shape;2227;p88"/>
          <p:cNvCxnSpPr>
            <a:stCxn id="2213" idx="5"/>
            <a:endCxn id="2218" idx="0"/>
          </p:cNvCxnSpPr>
          <p:nvPr/>
        </p:nvCxnSpPr>
        <p:spPr>
          <a:xfrm>
            <a:off x="1418826" y="2044623"/>
            <a:ext cx="383400" cy="1957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8" name="Google Shape;2228;p88"/>
          <p:cNvCxnSpPr>
            <a:stCxn id="2218" idx="6"/>
            <a:endCxn id="2216" idx="2"/>
          </p:cNvCxnSpPr>
          <p:nvPr/>
        </p:nvCxnSpPr>
        <p:spPr>
          <a:xfrm>
            <a:off x="2082762" y="4283019"/>
            <a:ext cx="6615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9" name="Google Shape;2229;p88"/>
          <p:cNvCxnSpPr>
            <a:stCxn id="2217" idx="3"/>
            <a:endCxn id="2216" idx="7"/>
          </p:cNvCxnSpPr>
          <p:nvPr/>
        </p:nvCxnSpPr>
        <p:spPr>
          <a:xfrm flipH="1">
            <a:off x="3222966" y="3325585"/>
            <a:ext cx="214500" cy="759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0" name="Google Shape;2230;p88"/>
          <p:cNvCxnSpPr>
            <a:stCxn id="2215" idx="6"/>
            <a:endCxn id="2217" idx="2"/>
          </p:cNvCxnSpPr>
          <p:nvPr/>
        </p:nvCxnSpPr>
        <p:spPr>
          <a:xfrm>
            <a:off x="1500981" y="3127135"/>
            <a:ext cx="18543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1" name="Google Shape;2231;p88"/>
          <p:cNvCxnSpPr>
            <a:stCxn id="2215" idx="5"/>
            <a:endCxn id="2218" idx="0"/>
          </p:cNvCxnSpPr>
          <p:nvPr/>
        </p:nvCxnSpPr>
        <p:spPr>
          <a:xfrm>
            <a:off x="1418825" y="3325584"/>
            <a:ext cx="383400" cy="676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2" name="Google Shape;2232;p88"/>
          <p:cNvCxnSpPr>
            <a:stCxn id="2215" idx="6"/>
            <a:endCxn id="2216" idx="1"/>
          </p:cNvCxnSpPr>
          <p:nvPr/>
        </p:nvCxnSpPr>
        <p:spPr>
          <a:xfrm>
            <a:off x="1500981" y="3127135"/>
            <a:ext cx="1325400" cy="957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3" name="Google Shape;2233;p88"/>
          <p:cNvSpPr txBox="1"/>
          <p:nvPr/>
        </p:nvSpPr>
        <p:spPr>
          <a:xfrm>
            <a:off x="370738" y="4645032"/>
            <a:ext cx="41148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Clique Graph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7" name="Shape 2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p89"/>
          <p:cNvSpPr txBox="1"/>
          <p:nvPr/>
        </p:nvSpPr>
        <p:spPr>
          <a:xfrm>
            <a:off x="151675" y="89625"/>
            <a:ext cx="8873700" cy="5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Clique C3 an isolate in the overlap matrix (does not share members with other large cliques)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2239" name="Google Shape;2239;p89"/>
          <p:cNvGraphicFramePr/>
          <p:nvPr/>
        </p:nvGraphicFramePr>
        <p:xfrm>
          <a:off x="4905150" y="13072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{50135046-C9A2-4C70-84CB-7FFEBFC702F5}</a:tableStyleId>
              </a:tblPr>
              <a:tblGrid>
                <a:gridCol w="562075"/>
                <a:gridCol w="430950"/>
                <a:gridCol w="430950"/>
                <a:gridCol w="430950"/>
                <a:gridCol w="430950"/>
                <a:gridCol w="430950"/>
                <a:gridCol w="430950"/>
                <a:gridCol w="430950"/>
              </a:tblGrid>
              <a:tr h="395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C3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C4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C5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C6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C7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C1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--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C2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--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C3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--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2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C4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--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C5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--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C6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--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C7</a:t>
                      </a:r>
                      <a:endParaRPr b="1"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4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0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3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Economica"/>
                          <a:ea typeface="Economica"/>
                          <a:cs typeface="Economica"/>
                          <a:sym typeface="Economica"/>
                        </a:rPr>
                        <a:t>--</a:t>
                      </a:r>
                      <a:endParaRPr>
                        <a:latin typeface="Economica"/>
                        <a:ea typeface="Economica"/>
                        <a:cs typeface="Economica"/>
                        <a:sym typeface="Economic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40" name="Google Shape;2240;p89"/>
          <p:cNvSpPr txBox="1"/>
          <p:nvPr/>
        </p:nvSpPr>
        <p:spPr>
          <a:xfrm>
            <a:off x="4418863" y="4164288"/>
            <a:ext cx="4551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Clique Overlap Matrix (O)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O = C^T \times C&#10;%e616699a-de1b-4b37-adf1-766f3c7be979" id="2241" name="Google Shape;2241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0950" y="901100"/>
            <a:ext cx="183832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2242" name="Google Shape;2242;p89"/>
          <p:cNvSpPr/>
          <p:nvPr/>
        </p:nvSpPr>
        <p:spPr>
          <a:xfrm>
            <a:off x="2132945" y="677700"/>
            <a:ext cx="561000" cy="56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1"/>
                </a:solidFill>
              </a:rPr>
              <a:t>C1</a:t>
            </a:r>
            <a:endParaRPr b="1" sz="2300">
              <a:solidFill>
                <a:schemeClr val="lt1"/>
              </a:solidFill>
            </a:endParaRPr>
          </a:p>
        </p:txBody>
      </p:sp>
      <p:sp>
        <p:nvSpPr>
          <p:cNvPr id="2243" name="Google Shape;2243;p89"/>
          <p:cNvSpPr/>
          <p:nvPr/>
        </p:nvSpPr>
        <p:spPr>
          <a:xfrm>
            <a:off x="939982" y="1565524"/>
            <a:ext cx="561000" cy="56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1"/>
                </a:solidFill>
              </a:rPr>
              <a:t>C2</a:t>
            </a:r>
            <a:endParaRPr b="1" sz="2300">
              <a:solidFill>
                <a:schemeClr val="lt1"/>
              </a:solidFill>
            </a:endParaRPr>
          </a:p>
        </p:txBody>
      </p:sp>
      <p:sp>
        <p:nvSpPr>
          <p:cNvPr id="2244" name="Google Shape;2244;p89"/>
          <p:cNvSpPr/>
          <p:nvPr/>
        </p:nvSpPr>
        <p:spPr>
          <a:xfrm>
            <a:off x="3355323" y="1565522"/>
            <a:ext cx="561000" cy="5613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1"/>
                </a:solidFill>
              </a:rPr>
              <a:t>C3</a:t>
            </a:r>
            <a:endParaRPr b="1" sz="2300">
              <a:solidFill>
                <a:schemeClr val="lt1"/>
              </a:solidFill>
            </a:endParaRPr>
          </a:p>
        </p:txBody>
      </p:sp>
      <p:sp>
        <p:nvSpPr>
          <p:cNvPr id="2245" name="Google Shape;2245;p89"/>
          <p:cNvSpPr/>
          <p:nvPr/>
        </p:nvSpPr>
        <p:spPr>
          <a:xfrm>
            <a:off x="939981" y="2846485"/>
            <a:ext cx="561000" cy="56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1"/>
                </a:solidFill>
              </a:rPr>
              <a:t>C5</a:t>
            </a:r>
            <a:endParaRPr b="1" sz="2300">
              <a:solidFill>
                <a:schemeClr val="lt1"/>
              </a:solidFill>
            </a:endParaRPr>
          </a:p>
        </p:txBody>
      </p:sp>
      <p:sp>
        <p:nvSpPr>
          <p:cNvPr id="2246" name="Google Shape;2246;p89"/>
          <p:cNvSpPr/>
          <p:nvPr/>
        </p:nvSpPr>
        <p:spPr>
          <a:xfrm>
            <a:off x="2744127" y="4002369"/>
            <a:ext cx="561000" cy="56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1"/>
                </a:solidFill>
              </a:rPr>
              <a:t>C7</a:t>
            </a:r>
            <a:endParaRPr b="1" sz="2300">
              <a:solidFill>
                <a:schemeClr val="lt1"/>
              </a:solidFill>
            </a:endParaRPr>
          </a:p>
        </p:txBody>
      </p:sp>
      <p:sp>
        <p:nvSpPr>
          <p:cNvPr id="2247" name="Google Shape;2247;p89"/>
          <p:cNvSpPr/>
          <p:nvPr/>
        </p:nvSpPr>
        <p:spPr>
          <a:xfrm>
            <a:off x="3355309" y="2846486"/>
            <a:ext cx="561000" cy="56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1"/>
                </a:solidFill>
              </a:rPr>
              <a:t>C4</a:t>
            </a:r>
            <a:endParaRPr b="1" sz="2300">
              <a:solidFill>
                <a:schemeClr val="lt1"/>
              </a:solidFill>
            </a:endParaRPr>
          </a:p>
        </p:txBody>
      </p:sp>
      <p:sp>
        <p:nvSpPr>
          <p:cNvPr id="2248" name="Google Shape;2248;p89"/>
          <p:cNvSpPr/>
          <p:nvPr/>
        </p:nvSpPr>
        <p:spPr>
          <a:xfrm>
            <a:off x="1521762" y="4002369"/>
            <a:ext cx="561000" cy="56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1"/>
                </a:solidFill>
              </a:rPr>
              <a:t>C6</a:t>
            </a:r>
            <a:endParaRPr b="1" sz="2300">
              <a:solidFill>
                <a:schemeClr val="lt1"/>
              </a:solidFill>
            </a:endParaRPr>
          </a:p>
        </p:txBody>
      </p:sp>
      <p:cxnSp>
        <p:nvCxnSpPr>
          <p:cNvPr id="2249" name="Google Shape;2249;p89"/>
          <p:cNvCxnSpPr>
            <a:stCxn id="2242" idx="3"/>
            <a:endCxn id="2243" idx="7"/>
          </p:cNvCxnSpPr>
          <p:nvPr/>
        </p:nvCxnSpPr>
        <p:spPr>
          <a:xfrm flipH="1">
            <a:off x="1418901" y="1156800"/>
            <a:ext cx="796200" cy="4908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0" name="Google Shape;2250;p89"/>
          <p:cNvCxnSpPr>
            <a:stCxn id="2242" idx="4"/>
            <a:endCxn id="2245" idx="7"/>
          </p:cNvCxnSpPr>
          <p:nvPr/>
        </p:nvCxnSpPr>
        <p:spPr>
          <a:xfrm flipH="1">
            <a:off x="1418945" y="1239000"/>
            <a:ext cx="994500" cy="1689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1" name="Google Shape;2251;p89"/>
          <p:cNvCxnSpPr>
            <a:stCxn id="2242" idx="4"/>
            <a:endCxn id="2247" idx="1"/>
          </p:cNvCxnSpPr>
          <p:nvPr/>
        </p:nvCxnSpPr>
        <p:spPr>
          <a:xfrm>
            <a:off x="2413445" y="1239000"/>
            <a:ext cx="1023900" cy="1689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2" name="Google Shape;2252;p89"/>
          <p:cNvCxnSpPr>
            <a:stCxn id="2242" idx="4"/>
            <a:endCxn id="2248" idx="0"/>
          </p:cNvCxnSpPr>
          <p:nvPr/>
        </p:nvCxnSpPr>
        <p:spPr>
          <a:xfrm flipH="1">
            <a:off x="1802345" y="1239000"/>
            <a:ext cx="611100" cy="2763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3" name="Google Shape;2253;p89"/>
          <p:cNvCxnSpPr>
            <a:stCxn id="2242" idx="4"/>
            <a:endCxn id="2246" idx="0"/>
          </p:cNvCxnSpPr>
          <p:nvPr/>
        </p:nvCxnSpPr>
        <p:spPr>
          <a:xfrm>
            <a:off x="2413445" y="1239000"/>
            <a:ext cx="611100" cy="2763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4" name="Google Shape;2254;p89"/>
          <p:cNvCxnSpPr>
            <a:stCxn id="2243" idx="4"/>
            <a:endCxn id="2245" idx="0"/>
          </p:cNvCxnSpPr>
          <p:nvPr/>
        </p:nvCxnSpPr>
        <p:spPr>
          <a:xfrm>
            <a:off x="1220482" y="2126824"/>
            <a:ext cx="0" cy="719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5" name="Google Shape;2255;p89"/>
          <p:cNvCxnSpPr>
            <a:stCxn id="2243" idx="5"/>
            <a:endCxn id="2247" idx="1"/>
          </p:cNvCxnSpPr>
          <p:nvPr/>
        </p:nvCxnSpPr>
        <p:spPr>
          <a:xfrm>
            <a:off x="1418826" y="2044623"/>
            <a:ext cx="2018700" cy="884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6" name="Google Shape;2256;p89"/>
          <p:cNvCxnSpPr>
            <a:stCxn id="2243" idx="5"/>
            <a:endCxn id="2246" idx="0"/>
          </p:cNvCxnSpPr>
          <p:nvPr/>
        </p:nvCxnSpPr>
        <p:spPr>
          <a:xfrm>
            <a:off x="1418826" y="2044623"/>
            <a:ext cx="1605900" cy="1957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7" name="Google Shape;2257;p89"/>
          <p:cNvCxnSpPr>
            <a:stCxn id="2243" idx="5"/>
            <a:endCxn id="2248" idx="0"/>
          </p:cNvCxnSpPr>
          <p:nvPr/>
        </p:nvCxnSpPr>
        <p:spPr>
          <a:xfrm>
            <a:off x="1418826" y="2044623"/>
            <a:ext cx="383400" cy="1957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8" name="Google Shape;2258;p89"/>
          <p:cNvCxnSpPr>
            <a:stCxn id="2248" idx="6"/>
            <a:endCxn id="2246" idx="2"/>
          </p:cNvCxnSpPr>
          <p:nvPr/>
        </p:nvCxnSpPr>
        <p:spPr>
          <a:xfrm>
            <a:off x="2082762" y="4283019"/>
            <a:ext cx="6615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9" name="Google Shape;2259;p89"/>
          <p:cNvCxnSpPr>
            <a:stCxn id="2247" idx="3"/>
            <a:endCxn id="2246" idx="7"/>
          </p:cNvCxnSpPr>
          <p:nvPr/>
        </p:nvCxnSpPr>
        <p:spPr>
          <a:xfrm flipH="1">
            <a:off x="3222966" y="3325585"/>
            <a:ext cx="214500" cy="759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0" name="Google Shape;2260;p89"/>
          <p:cNvCxnSpPr>
            <a:stCxn id="2245" idx="6"/>
            <a:endCxn id="2247" idx="2"/>
          </p:cNvCxnSpPr>
          <p:nvPr/>
        </p:nvCxnSpPr>
        <p:spPr>
          <a:xfrm>
            <a:off x="1500981" y="3127135"/>
            <a:ext cx="18543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1" name="Google Shape;2261;p89"/>
          <p:cNvCxnSpPr>
            <a:stCxn id="2245" idx="5"/>
            <a:endCxn id="2248" idx="0"/>
          </p:cNvCxnSpPr>
          <p:nvPr/>
        </p:nvCxnSpPr>
        <p:spPr>
          <a:xfrm>
            <a:off x="1418825" y="3325584"/>
            <a:ext cx="383400" cy="676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2" name="Google Shape;2262;p89"/>
          <p:cNvCxnSpPr>
            <a:stCxn id="2245" idx="6"/>
            <a:endCxn id="2246" idx="1"/>
          </p:cNvCxnSpPr>
          <p:nvPr/>
        </p:nvCxnSpPr>
        <p:spPr>
          <a:xfrm>
            <a:off x="1500981" y="3127135"/>
            <a:ext cx="1325400" cy="957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3" name="Google Shape;2263;p89"/>
          <p:cNvSpPr txBox="1"/>
          <p:nvPr/>
        </p:nvSpPr>
        <p:spPr>
          <a:xfrm>
            <a:off x="370738" y="4645032"/>
            <a:ext cx="41148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Clique Graph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7" name="Shape 2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8" name="Google Shape;2268;p90"/>
          <p:cNvSpPr txBox="1"/>
          <p:nvPr/>
        </p:nvSpPr>
        <p:spPr>
          <a:xfrm>
            <a:off x="151675" y="89625"/>
            <a:ext cx="6991200" cy="5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Clique three is an isolate in the overlap matrix (does not share members with other large cliques)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69" name="Google Shape;2269;p90"/>
          <p:cNvSpPr/>
          <p:nvPr/>
        </p:nvSpPr>
        <p:spPr>
          <a:xfrm>
            <a:off x="2132945" y="677700"/>
            <a:ext cx="561000" cy="56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1"/>
                </a:solidFill>
              </a:rPr>
              <a:t>C1</a:t>
            </a:r>
            <a:endParaRPr b="1" sz="2300">
              <a:solidFill>
                <a:schemeClr val="lt1"/>
              </a:solidFill>
            </a:endParaRPr>
          </a:p>
        </p:txBody>
      </p:sp>
      <p:sp>
        <p:nvSpPr>
          <p:cNvPr id="2270" name="Google Shape;2270;p90"/>
          <p:cNvSpPr/>
          <p:nvPr/>
        </p:nvSpPr>
        <p:spPr>
          <a:xfrm>
            <a:off x="939982" y="1565524"/>
            <a:ext cx="561000" cy="56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1"/>
                </a:solidFill>
              </a:rPr>
              <a:t>C2</a:t>
            </a:r>
            <a:endParaRPr b="1" sz="2300">
              <a:solidFill>
                <a:schemeClr val="lt1"/>
              </a:solidFill>
            </a:endParaRPr>
          </a:p>
        </p:txBody>
      </p:sp>
      <p:sp>
        <p:nvSpPr>
          <p:cNvPr id="2271" name="Google Shape;2271;p90"/>
          <p:cNvSpPr/>
          <p:nvPr/>
        </p:nvSpPr>
        <p:spPr>
          <a:xfrm>
            <a:off x="3355323" y="1565522"/>
            <a:ext cx="561000" cy="5613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1"/>
                </a:solidFill>
              </a:rPr>
              <a:t>C3</a:t>
            </a:r>
            <a:endParaRPr b="1" sz="2300">
              <a:solidFill>
                <a:schemeClr val="lt1"/>
              </a:solidFill>
            </a:endParaRPr>
          </a:p>
        </p:txBody>
      </p:sp>
      <p:sp>
        <p:nvSpPr>
          <p:cNvPr id="2272" name="Google Shape;2272;p90"/>
          <p:cNvSpPr/>
          <p:nvPr/>
        </p:nvSpPr>
        <p:spPr>
          <a:xfrm>
            <a:off x="939981" y="2846485"/>
            <a:ext cx="561000" cy="56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1"/>
                </a:solidFill>
              </a:rPr>
              <a:t>C5</a:t>
            </a:r>
            <a:endParaRPr b="1" sz="2300">
              <a:solidFill>
                <a:schemeClr val="lt1"/>
              </a:solidFill>
            </a:endParaRPr>
          </a:p>
        </p:txBody>
      </p:sp>
      <p:sp>
        <p:nvSpPr>
          <p:cNvPr id="2273" name="Google Shape;2273;p90"/>
          <p:cNvSpPr/>
          <p:nvPr/>
        </p:nvSpPr>
        <p:spPr>
          <a:xfrm>
            <a:off x="2744127" y="4002369"/>
            <a:ext cx="561000" cy="56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1"/>
                </a:solidFill>
              </a:rPr>
              <a:t>C7</a:t>
            </a:r>
            <a:endParaRPr b="1" sz="2300">
              <a:solidFill>
                <a:schemeClr val="lt1"/>
              </a:solidFill>
            </a:endParaRPr>
          </a:p>
        </p:txBody>
      </p:sp>
      <p:sp>
        <p:nvSpPr>
          <p:cNvPr id="2274" name="Google Shape;2274;p90"/>
          <p:cNvSpPr/>
          <p:nvPr/>
        </p:nvSpPr>
        <p:spPr>
          <a:xfrm>
            <a:off x="3355309" y="2846486"/>
            <a:ext cx="561000" cy="56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1"/>
                </a:solidFill>
              </a:rPr>
              <a:t>C4</a:t>
            </a:r>
            <a:endParaRPr b="1" sz="2300">
              <a:solidFill>
                <a:schemeClr val="lt1"/>
              </a:solidFill>
            </a:endParaRPr>
          </a:p>
        </p:txBody>
      </p:sp>
      <p:sp>
        <p:nvSpPr>
          <p:cNvPr id="2275" name="Google Shape;2275;p90"/>
          <p:cNvSpPr/>
          <p:nvPr/>
        </p:nvSpPr>
        <p:spPr>
          <a:xfrm>
            <a:off x="1521762" y="4002369"/>
            <a:ext cx="561000" cy="56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1"/>
                </a:solidFill>
              </a:rPr>
              <a:t>C6</a:t>
            </a:r>
            <a:endParaRPr b="1" sz="2300">
              <a:solidFill>
                <a:schemeClr val="lt1"/>
              </a:solidFill>
            </a:endParaRPr>
          </a:p>
        </p:txBody>
      </p:sp>
      <p:cxnSp>
        <p:nvCxnSpPr>
          <p:cNvPr id="2276" name="Google Shape;2276;p90"/>
          <p:cNvCxnSpPr>
            <a:stCxn id="2269" idx="3"/>
            <a:endCxn id="2270" idx="7"/>
          </p:cNvCxnSpPr>
          <p:nvPr/>
        </p:nvCxnSpPr>
        <p:spPr>
          <a:xfrm flipH="1">
            <a:off x="1418901" y="1156800"/>
            <a:ext cx="796200" cy="4908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7" name="Google Shape;2277;p90"/>
          <p:cNvCxnSpPr>
            <a:stCxn id="2269" idx="4"/>
            <a:endCxn id="2272" idx="7"/>
          </p:cNvCxnSpPr>
          <p:nvPr/>
        </p:nvCxnSpPr>
        <p:spPr>
          <a:xfrm flipH="1">
            <a:off x="1418945" y="1239000"/>
            <a:ext cx="994500" cy="1689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8" name="Google Shape;2278;p90"/>
          <p:cNvCxnSpPr>
            <a:stCxn id="2269" idx="4"/>
            <a:endCxn id="2274" idx="1"/>
          </p:cNvCxnSpPr>
          <p:nvPr/>
        </p:nvCxnSpPr>
        <p:spPr>
          <a:xfrm>
            <a:off x="2413445" y="1239000"/>
            <a:ext cx="1023900" cy="1689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9" name="Google Shape;2279;p90"/>
          <p:cNvCxnSpPr>
            <a:stCxn id="2269" idx="4"/>
            <a:endCxn id="2275" idx="0"/>
          </p:cNvCxnSpPr>
          <p:nvPr/>
        </p:nvCxnSpPr>
        <p:spPr>
          <a:xfrm flipH="1">
            <a:off x="1802345" y="1239000"/>
            <a:ext cx="611100" cy="2763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0" name="Google Shape;2280;p90"/>
          <p:cNvCxnSpPr>
            <a:stCxn id="2269" idx="4"/>
            <a:endCxn id="2273" idx="0"/>
          </p:cNvCxnSpPr>
          <p:nvPr/>
        </p:nvCxnSpPr>
        <p:spPr>
          <a:xfrm>
            <a:off x="2413445" y="1239000"/>
            <a:ext cx="611100" cy="2763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1" name="Google Shape;2281;p90"/>
          <p:cNvCxnSpPr>
            <a:stCxn id="2270" idx="4"/>
            <a:endCxn id="2272" idx="0"/>
          </p:cNvCxnSpPr>
          <p:nvPr/>
        </p:nvCxnSpPr>
        <p:spPr>
          <a:xfrm>
            <a:off x="1220482" y="2126824"/>
            <a:ext cx="0" cy="719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2" name="Google Shape;2282;p90"/>
          <p:cNvCxnSpPr>
            <a:stCxn id="2270" idx="5"/>
            <a:endCxn id="2274" idx="1"/>
          </p:cNvCxnSpPr>
          <p:nvPr/>
        </p:nvCxnSpPr>
        <p:spPr>
          <a:xfrm>
            <a:off x="1418826" y="2044623"/>
            <a:ext cx="2018700" cy="884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3" name="Google Shape;2283;p90"/>
          <p:cNvCxnSpPr>
            <a:stCxn id="2270" idx="5"/>
            <a:endCxn id="2273" idx="0"/>
          </p:cNvCxnSpPr>
          <p:nvPr/>
        </p:nvCxnSpPr>
        <p:spPr>
          <a:xfrm>
            <a:off x="1418826" y="2044623"/>
            <a:ext cx="1605900" cy="1957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4" name="Google Shape;2284;p90"/>
          <p:cNvCxnSpPr>
            <a:stCxn id="2270" idx="5"/>
            <a:endCxn id="2275" idx="0"/>
          </p:cNvCxnSpPr>
          <p:nvPr/>
        </p:nvCxnSpPr>
        <p:spPr>
          <a:xfrm>
            <a:off x="1418826" y="2044623"/>
            <a:ext cx="383400" cy="1957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5" name="Google Shape;2285;p90"/>
          <p:cNvCxnSpPr>
            <a:stCxn id="2275" idx="6"/>
            <a:endCxn id="2273" idx="2"/>
          </p:cNvCxnSpPr>
          <p:nvPr/>
        </p:nvCxnSpPr>
        <p:spPr>
          <a:xfrm>
            <a:off x="2082762" y="4283019"/>
            <a:ext cx="6615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6" name="Google Shape;2286;p90"/>
          <p:cNvCxnSpPr>
            <a:stCxn id="2274" idx="3"/>
            <a:endCxn id="2273" idx="7"/>
          </p:cNvCxnSpPr>
          <p:nvPr/>
        </p:nvCxnSpPr>
        <p:spPr>
          <a:xfrm flipH="1">
            <a:off x="3222966" y="3325585"/>
            <a:ext cx="214500" cy="759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7" name="Google Shape;2287;p90"/>
          <p:cNvCxnSpPr>
            <a:stCxn id="2272" idx="6"/>
            <a:endCxn id="2274" idx="2"/>
          </p:cNvCxnSpPr>
          <p:nvPr/>
        </p:nvCxnSpPr>
        <p:spPr>
          <a:xfrm>
            <a:off x="1500981" y="3127135"/>
            <a:ext cx="18543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8" name="Google Shape;2288;p90"/>
          <p:cNvCxnSpPr>
            <a:stCxn id="2272" idx="5"/>
            <a:endCxn id="2275" idx="0"/>
          </p:cNvCxnSpPr>
          <p:nvPr/>
        </p:nvCxnSpPr>
        <p:spPr>
          <a:xfrm>
            <a:off x="1418825" y="3325584"/>
            <a:ext cx="383400" cy="676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9" name="Google Shape;2289;p90"/>
          <p:cNvCxnSpPr>
            <a:stCxn id="2272" idx="6"/>
            <a:endCxn id="2273" idx="1"/>
          </p:cNvCxnSpPr>
          <p:nvPr/>
        </p:nvCxnSpPr>
        <p:spPr>
          <a:xfrm>
            <a:off x="1500981" y="3127135"/>
            <a:ext cx="1325400" cy="957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90" name="Google Shape;2290;p90"/>
          <p:cNvSpPr txBox="1"/>
          <p:nvPr/>
        </p:nvSpPr>
        <p:spPr>
          <a:xfrm>
            <a:off x="370738" y="4645032"/>
            <a:ext cx="41148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Clique Graph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91" name="Google Shape;2291;p90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292" name="Google Shape;2292;p90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293" name="Google Shape;2293;p90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294" name="Google Shape;2294;p90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295" name="Google Shape;2295;p90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296" name="Google Shape;2296;p90"/>
          <p:cNvCxnSpPr>
            <a:stCxn id="2292" idx="3"/>
            <a:endCxn id="2293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7" name="Google Shape;2297;p90"/>
          <p:cNvCxnSpPr>
            <a:stCxn id="2295" idx="1"/>
            <a:endCxn id="2293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8" name="Google Shape;2298;p90"/>
          <p:cNvCxnSpPr>
            <a:stCxn id="2292" idx="4"/>
            <a:endCxn id="2295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9" name="Google Shape;2299;p90"/>
          <p:cNvCxnSpPr>
            <a:stCxn id="2292" idx="5"/>
            <a:endCxn id="2294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0" name="Google Shape;2300;p90"/>
          <p:cNvCxnSpPr>
            <a:stCxn id="2294" idx="2"/>
            <a:endCxn id="2293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01" name="Google Shape;2301;p90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302" name="Google Shape;2302;p90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303" name="Google Shape;2303;p90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304" name="Google Shape;2304;p90"/>
          <p:cNvCxnSpPr>
            <a:stCxn id="2301" idx="3"/>
            <a:endCxn id="2302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5" name="Google Shape;2305;p90"/>
          <p:cNvCxnSpPr>
            <a:stCxn id="2291" idx="0"/>
            <a:endCxn id="2302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6" name="Google Shape;2306;p90"/>
          <p:cNvCxnSpPr>
            <a:stCxn id="2301" idx="5"/>
            <a:endCxn id="2303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7" name="Google Shape;2307;p90"/>
          <p:cNvCxnSpPr>
            <a:stCxn id="2303" idx="2"/>
            <a:endCxn id="2302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08" name="Google Shape;2308;p90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309" name="Google Shape;2309;p90"/>
          <p:cNvCxnSpPr>
            <a:stCxn id="2308" idx="0"/>
            <a:endCxn id="2302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0" name="Google Shape;2310;p90"/>
          <p:cNvCxnSpPr>
            <a:stCxn id="2303" idx="3"/>
            <a:endCxn id="2291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1" name="Google Shape;2311;p90"/>
          <p:cNvCxnSpPr>
            <a:stCxn id="2303" idx="3"/>
            <a:endCxn id="2308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2" name="Google Shape;2312;p90"/>
          <p:cNvCxnSpPr>
            <a:stCxn id="2301" idx="4"/>
            <a:endCxn id="2308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3" name="Google Shape;2313;p90"/>
          <p:cNvCxnSpPr>
            <a:stCxn id="2292" idx="6"/>
            <a:endCxn id="2291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4" name="Google Shape;2314;p90"/>
          <p:cNvCxnSpPr>
            <a:stCxn id="2295" idx="7"/>
            <a:endCxn id="2294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5" name="Google Shape;2315;p90"/>
          <p:cNvCxnSpPr>
            <a:stCxn id="2291" idx="6"/>
            <a:endCxn id="2308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6" name="Google Shape;2316;p90"/>
          <p:cNvCxnSpPr>
            <a:stCxn id="2301" idx="4"/>
            <a:endCxn id="2291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17" name="Google Shape;2317;p90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318" name="Google Shape;2318;p90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319" name="Google Shape;2319;p90"/>
          <p:cNvCxnSpPr>
            <a:stCxn id="2317" idx="3"/>
            <a:endCxn id="2318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0" name="Google Shape;2320;p90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321" name="Google Shape;2321;p90"/>
          <p:cNvCxnSpPr>
            <a:stCxn id="2320" idx="2"/>
            <a:endCxn id="2318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2" name="Google Shape;2322;p90"/>
          <p:cNvCxnSpPr>
            <a:stCxn id="2320" idx="0"/>
            <a:endCxn id="2317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3" name="Google Shape;2323;p90"/>
          <p:cNvCxnSpPr>
            <a:stCxn id="2294" idx="5"/>
            <a:endCxn id="2317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4" name="Google Shape;2324;p90"/>
          <p:cNvCxnSpPr>
            <a:stCxn id="2308" idx="4"/>
            <a:endCxn id="2317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5" name="Google Shape;2325;p90"/>
          <p:cNvCxnSpPr>
            <a:stCxn id="2294" idx="7"/>
            <a:endCxn id="2308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2329" name="Shape 2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0" name="Google Shape;2330;p91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N-Cliques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4" name="Shape 2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5" name="Google Shape;2335;p9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N-Cliques</a:t>
            </a:r>
            <a:endParaRPr/>
          </a:p>
        </p:txBody>
      </p:sp>
      <p:sp>
        <p:nvSpPr>
          <p:cNvPr id="2336" name="Google Shape;2336;p92"/>
          <p:cNvSpPr txBox="1"/>
          <p:nvPr>
            <p:ph idx="1" type="body"/>
          </p:nvPr>
        </p:nvSpPr>
        <p:spPr>
          <a:xfrm>
            <a:off x="311700" y="1225225"/>
            <a:ext cx="4645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Some subgraphs are not complete graphs (cliques) but they are almost there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are quasi-groups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can relax the strict clique definition to accommodate!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7" name="Google Shape;2337;p92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338" name="Google Shape;2338;p92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339" name="Google Shape;2339;p92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340" name="Google Shape;2340;p92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341" name="Google Shape;2341;p92"/>
          <p:cNvCxnSpPr>
            <a:stCxn id="2337" idx="3"/>
            <a:endCxn id="2338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2" name="Google Shape;2342;p92"/>
          <p:cNvCxnSpPr>
            <a:stCxn id="2340" idx="1"/>
            <a:endCxn id="2338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3" name="Google Shape;2343;p92"/>
          <p:cNvCxnSpPr>
            <a:stCxn id="2337" idx="4"/>
            <a:endCxn id="2340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4" name="Google Shape;2344;p92"/>
          <p:cNvCxnSpPr>
            <a:stCxn id="2337" idx="5"/>
            <a:endCxn id="2339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5" name="Google Shape;2345;p92"/>
          <p:cNvCxnSpPr>
            <a:stCxn id="2339" idx="2"/>
            <a:endCxn id="2338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6" name="Google Shape;2346;p92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347" name="Google Shape;2347;p92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348" name="Google Shape;2348;p92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349" name="Google Shape;2349;p92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350" name="Google Shape;2350;p92"/>
          <p:cNvCxnSpPr>
            <a:stCxn id="2346" idx="3"/>
            <a:endCxn id="2347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1" name="Google Shape;2351;p92"/>
          <p:cNvCxnSpPr>
            <a:stCxn id="2349" idx="0"/>
            <a:endCxn id="2347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2" name="Google Shape;2352;p92"/>
          <p:cNvCxnSpPr>
            <a:stCxn id="2346" idx="5"/>
            <a:endCxn id="2348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3" name="Google Shape;2353;p92"/>
          <p:cNvCxnSpPr>
            <a:stCxn id="2348" idx="2"/>
            <a:endCxn id="2347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54" name="Google Shape;2354;p92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355" name="Google Shape;2355;p92"/>
          <p:cNvCxnSpPr>
            <a:stCxn id="2354" idx="0"/>
            <a:endCxn id="2347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6" name="Google Shape;2356;p92"/>
          <p:cNvCxnSpPr>
            <a:stCxn id="2348" idx="3"/>
            <a:endCxn id="2349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7" name="Google Shape;2357;p92"/>
          <p:cNvCxnSpPr>
            <a:stCxn id="2348" idx="3"/>
            <a:endCxn id="2354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8" name="Google Shape;2358;p92"/>
          <p:cNvCxnSpPr>
            <a:stCxn id="2346" idx="4"/>
            <a:endCxn id="2354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9" name="Google Shape;2359;p92"/>
          <p:cNvCxnSpPr>
            <a:stCxn id="2337" idx="6"/>
            <a:endCxn id="2349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0" name="Google Shape;2360;p92"/>
          <p:cNvCxnSpPr>
            <a:stCxn id="2340" idx="7"/>
            <a:endCxn id="2339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1" name="Google Shape;2361;p92"/>
          <p:cNvCxnSpPr>
            <a:stCxn id="2349" idx="6"/>
            <a:endCxn id="2354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2" name="Google Shape;2362;p92"/>
          <p:cNvCxnSpPr>
            <a:stCxn id="2346" idx="4"/>
            <a:endCxn id="2349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63" name="Google Shape;2363;p92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364" name="Google Shape;2364;p92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365" name="Google Shape;2365;p92"/>
          <p:cNvCxnSpPr>
            <a:stCxn id="2363" idx="3"/>
            <a:endCxn id="2364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66" name="Google Shape;2366;p92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367" name="Google Shape;2367;p92"/>
          <p:cNvCxnSpPr>
            <a:stCxn id="2366" idx="2"/>
            <a:endCxn id="2364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8" name="Google Shape;2368;p92"/>
          <p:cNvCxnSpPr>
            <a:stCxn id="2366" idx="0"/>
            <a:endCxn id="2363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9" name="Google Shape;2369;p92"/>
          <p:cNvCxnSpPr>
            <a:stCxn id="2339" idx="5"/>
            <a:endCxn id="2363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0" name="Google Shape;2370;p92"/>
          <p:cNvCxnSpPr>
            <a:stCxn id="2354" idx="4"/>
            <a:endCxn id="2363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1" name="Google Shape;2371;p92"/>
          <p:cNvCxnSpPr>
            <a:stCxn id="2339" idx="7"/>
            <a:endCxn id="2354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5" name="Shape 2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6" name="Google Shape;2376;p9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N-Cliques</a:t>
            </a:r>
            <a:endParaRPr/>
          </a:p>
        </p:txBody>
      </p:sp>
      <p:sp>
        <p:nvSpPr>
          <p:cNvPr id="2377" name="Google Shape;2377;p93"/>
          <p:cNvSpPr txBox="1"/>
          <p:nvPr>
            <p:ph idx="1" type="body"/>
          </p:nvPr>
        </p:nvSpPr>
        <p:spPr>
          <a:xfrm>
            <a:off x="311700" y="1225225"/>
            <a:ext cx="4645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Some subgraphs are not complete graphs (cliques) but they are almost there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are quasi-groups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can relax the strict clique definition to accommodate!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</a:t>
            </a:r>
            <a:r>
              <a:rPr b="1" lang="en"/>
              <a:t>n-clique</a:t>
            </a:r>
            <a:r>
              <a:rPr lang="en"/>
              <a:t> is a </a:t>
            </a:r>
            <a:r>
              <a:rPr b="1" lang="en"/>
              <a:t>subgraph</a:t>
            </a:r>
            <a:r>
              <a:rPr lang="en"/>
              <a:t> that is not fully connected and where each node is at least</a:t>
            </a:r>
            <a:r>
              <a:rPr b="1" lang="en"/>
              <a:t> n steps away</a:t>
            </a:r>
            <a:r>
              <a:rPr lang="en"/>
              <a:t> from each other node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2-clique, 3-clique, 4-clique, etc.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8" name="Google Shape;2378;p93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379" name="Google Shape;2379;p93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380" name="Google Shape;2380;p93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381" name="Google Shape;2381;p93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382" name="Google Shape;2382;p93"/>
          <p:cNvCxnSpPr>
            <a:stCxn id="2378" idx="3"/>
            <a:endCxn id="2379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3" name="Google Shape;2383;p93"/>
          <p:cNvCxnSpPr>
            <a:stCxn id="2381" idx="1"/>
            <a:endCxn id="2379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4" name="Google Shape;2384;p93"/>
          <p:cNvCxnSpPr>
            <a:stCxn id="2378" idx="4"/>
            <a:endCxn id="2381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5" name="Google Shape;2385;p93"/>
          <p:cNvCxnSpPr>
            <a:stCxn id="2378" idx="5"/>
            <a:endCxn id="2380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6" name="Google Shape;2386;p93"/>
          <p:cNvCxnSpPr>
            <a:stCxn id="2380" idx="2"/>
            <a:endCxn id="2379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87" name="Google Shape;2387;p93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388" name="Google Shape;2388;p93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389" name="Google Shape;2389;p93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390" name="Google Shape;2390;p93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391" name="Google Shape;2391;p93"/>
          <p:cNvCxnSpPr>
            <a:stCxn id="2387" idx="3"/>
            <a:endCxn id="2388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2" name="Google Shape;2392;p93"/>
          <p:cNvCxnSpPr>
            <a:stCxn id="2390" idx="0"/>
            <a:endCxn id="2388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3" name="Google Shape;2393;p93"/>
          <p:cNvCxnSpPr>
            <a:stCxn id="2387" idx="5"/>
            <a:endCxn id="2389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4" name="Google Shape;2394;p93"/>
          <p:cNvCxnSpPr>
            <a:stCxn id="2389" idx="2"/>
            <a:endCxn id="2388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95" name="Google Shape;2395;p93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396" name="Google Shape;2396;p93"/>
          <p:cNvCxnSpPr>
            <a:stCxn id="2395" idx="0"/>
            <a:endCxn id="2388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7" name="Google Shape;2397;p93"/>
          <p:cNvCxnSpPr>
            <a:stCxn id="2389" idx="3"/>
            <a:endCxn id="2390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8" name="Google Shape;2398;p93"/>
          <p:cNvCxnSpPr>
            <a:stCxn id="2389" idx="3"/>
            <a:endCxn id="2395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9" name="Google Shape;2399;p93"/>
          <p:cNvCxnSpPr>
            <a:stCxn id="2387" idx="4"/>
            <a:endCxn id="2395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00" name="Google Shape;2400;p93"/>
          <p:cNvCxnSpPr>
            <a:stCxn id="2378" idx="6"/>
            <a:endCxn id="2390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01" name="Google Shape;2401;p93"/>
          <p:cNvCxnSpPr>
            <a:stCxn id="2381" idx="7"/>
            <a:endCxn id="2380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02" name="Google Shape;2402;p93"/>
          <p:cNvCxnSpPr>
            <a:stCxn id="2390" idx="6"/>
            <a:endCxn id="2395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03" name="Google Shape;2403;p93"/>
          <p:cNvCxnSpPr>
            <a:stCxn id="2387" idx="4"/>
            <a:endCxn id="2390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4" name="Google Shape;2404;p93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405" name="Google Shape;2405;p93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406" name="Google Shape;2406;p93"/>
          <p:cNvCxnSpPr>
            <a:stCxn id="2404" idx="3"/>
            <a:endCxn id="2405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7" name="Google Shape;2407;p93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408" name="Google Shape;2408;p93"/>
          <p:cNvCxnSpPr>
            <a:stCxn id="2407" idx="2"/>
            <a:endCxn id="2405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09" name="Google Shape;2409;p93"/>
          <p:cNvCxnSpPr>
            <a:stCxn id="2407" idx="0"/>
            <a:endCxn id="2404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0" name="Google Shape;2410;p93"/>
          <p:cNvCxnSpPr>
            <a:stCxn id="2380" idx="5"/>
            <a:endCxn id="2404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1" name="Google Shape;2411;p93"/>
          <p:cNvCxnSpPr>
            <a:stCxn id="2395" idx="4"/>
            <a:endCxn id="2404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2" name="Google Shape;2412;p93"/>
          <p:cNvCxnSpPr>
            <a:stCxn id="2380" idx="7"/>
            <a:endCxn id="2395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6" name="Shape 2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7" name="Google Shape;2417;p9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N-Cliques</a:t>
            </a:r>
            <a:endParaRPr/>
          </a:p>
        </p:txBody>
      </p:sp>
      <p:sp>
        <p:nvSpPr>
          <p:cNvPr id="2418" name="Google Shape;2418;p94"/>
          <p:cNvSpPr txBox="1"/>
          <p:nvPr>
            <p:ph idx="1" type="body"/>
          </p:nvPr>
        </p:nvSpPr>
        <p:spPr>
          <a:xfrm>
            <a:off x="311700" y="1225225"/>
            <a:ext cx="4645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Some subgraphs are not complete graphs (cliques) but they are almost there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are quasi-groups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can relax the strict clique definition to accommodate!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</a:t>
            </a:r>
            <a:r>
              <a:rPr b="1" lang="en"/>
              <a:t>n-clique</a:t>
            </a:r>
            <a:r>
              <a:rPr lang="en"/>
              <a:t> is a </a:t>
            </a:r>
            <a:r>
              <a:rPr b="1" lang="en"/>
              <a:t>subgraph</a:t>
            </a:r>
            <a:r>
              <a:rPr lang="en"/>
              <a:t> that is not fully connected and where each node is at least</a:t>
            </a:r>
            <a:r>
              <a:rPr b="1" lang="en"/>
              <a:t> n steps away</a:t>
            </a:r>
            <a:r>
              <a:rPr lang="en"/>
              <a:t> from each other node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2-clique, 3-clique, 4-clique, etc.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9" name="Google Shape;2419;p94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420" name="Google Shape;2420;p94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421" name="Google Shape;2421;p94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422" name="Google Shape;2422;p94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423" name="Google Shape;2423;p94"/>
          <p:cNvCxnSpPr>
            <a:stCxn id="2419" idx="3"/>
            <a:endCxn id="2420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4" name="Google Shape;2424;p94"/>
          <p:cNvCxnSpPr>
            <a:stCxn id="2422" idx="1"/>
            <a:endCxn id="2420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5" name="Google Shape;2425;p94"/>
          <p:cNvCxnSpPr>
            <a:stCxn id="2419" idx="4"/>
            <a:endCxn id="2422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6" name="Google Shape;2426;p94"/>
          <p:cNvCxnSpPr>
            <a:stCxn id="2419" idx="5"/>
            <a:endCxn id="2421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7" name="Google Shape;2427;p94"/>
          <p:cNvCxnSpPr>
            <a:stCxn id="2421" idx="2"/>
            <a:endCxn id="2420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8" name="Google Shape;2428;p94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429" name="Google Shape;2429;p94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430" name="Google Shape;2430;p94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431" name="Google Shape;2431;p94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432" name="Google Shape;2432;p94"/>
          <p:cNvCxnSpPr>
            <a:stCxn id="2428" idx="3"/>
            <a:endCxn id="2429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3" name="Google Shape;2433;p94"/>
          <p:cNvCxnSpPr>
            <a:stCxn id="2431" idx="0"/>
            <a:endCxn id="2429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4" name="Google Shape;2434;p94"/>
          <p:cNvCxnSpPr>
            <a:stCxn id="2428" idx="5"/>
            <a:endCxn id="2430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5" name="Google Shape;2435;p94"/>
          <p:cNvCxnSpPr>
            <a:stCxn id="2430" idx="2"/>
            <a:endCxn id="2429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36" name="Google Shape;2436;p94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437" name="Google Shape;2437;p94"/>
          <p:cNvCxnSpPr>
            <a:stCxn id="2436" idx="0"/>
            <a:endCxn id="2429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8" name="Google Shape;2438;p94"/>
          <p:cNvCxnSpPr>
            <a:stCxn id="2430" idx="3"/>
            <a:endCxn id="2431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9" name="Google Shape;2439;p94"/>
          <p:cNvCxnSpPr>
            <a:stCxn id="2430" idx="3"/>
            <a:endCxn id="2436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0" name="Google Shape;2440;p94"/>
          <p:cNvCxnSpPr>
            <a:stCxn id="2428" idx="4"/>
            <a:endCxn id="2436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1" name="Google Shape;2441;p94"/>
          <p:cNvCxnSpPr>
            <a:stCxn id="2419" idx="6"/>
            <a:endCxn id="2431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2" name="Google Shape;2442;p94"/>
          <p:cNvCxnSpPr>
            <a:stCxn id="2422" idx="7"/>
            <a:endCxn id="2421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3" name="Google Shape;2443;p94"/>
          <p:cNvCxnSpPr>
            <a:stCxn id="2431" idx="6"/>
            <a:endCxn id="2436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4" name="Google Shape;2444;p94"/>
          <p:cNvCxnSpPr>
            <a:stCxn id="2428" idx="4"/>
            <a:endCxn id="2431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5" name="Google Shape;2445;p94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446" name="Google Shape;2446;p94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447" name="Google Shape;2447;p94"/>
          <p:cNvCxnSpPr>
            <a:stCxn id="2445" idx="3"/>
            <a:endCxn id="2446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8" name="Google Shape;2448;p94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449" name="Google Shape;2449;p94"/>
          <p:cNvCxnSpPr>
            <a:stCxn id="2448" idx="2"/>
            <a:endCxn id="2446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0" name="Google Shape;2450;p94"/>
          <p:cNvCxnSpPr>
            <a:stCxn id="2448" idx="0"/>
            <a:endCxn id="2445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1" name="Google Shape;2451;p94"/>
          <p:cNvCxnSpPr>
            <a:stCxn id="2421" idx="5"/>
            <a:endCxn id="2445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2" name="Google Shape;2452;p94"/>
          <p:cNvCxnSpPr>
            <a:stCxn id="2436" idx="4"/>
            <a:endCxn id="2445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3" name="Google Shape;2453;p94"/>
          <p:cNvCxnSpPr>
            <a:stCxn id="2421" idx="7"/>
            <a:endCxn id="2436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54" name="Google Shape;2454;p94"/>
          <p:cNvSpPr txBox="1"/>
          <p:nvPr/>
        </p:nvSpPr>
        <p:spPr>
          <a:xfrm>
            <a:off x="5005800" y="4327875"/>
            <a:ext cx="27798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 2-clique of order 7!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2455" name="Google Shape;2455;p94"/>
          <p:cNvCxnSpPr>
            <a:stCxn id="2454" idx="0"/>
          </p:cNvCxnSpPr>
          <p:nvPr/>
        </p:nvCxnSpPr>
        <p:spPr>
          <a:xfrm flipH="1" rot="10800000">
            <a:off x="6395700" y="3284175"/>
            <a:ext cx="1160700" cy="1043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9" name="Shape 2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0" name="Google Shape;2460;p9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N-Cliques</a:t>
            </a:r>
            <a:endParaRPr/>
          </a:p>
        </p:txBody>
      </p:sp>
      <p:sp>
        <p:nvSpPr>
          <p:cNvPr id="2461" name="Google Shape;2461;p95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462" name="Google Shape;2462;p95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463" name="Google Shape;2463;p95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464" name="Google Shape;2464;p95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465" name="Google Shape;2465;p95"/>
          <p:cNvCxnSpPr>
            <a:stCxn id="2461" idx="3"/>
            <a:endCxn id="2462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6" name="Google Shape;2466;p95"/>
          <p:cNvCxnSpPr>
            <a:stCxn id="2464" idx="1"/>
            <a:endCxn id="2462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7" name="Google Shape;2467;p95"/>
          <p:cNvCxnSpPr>
            <a:stCxn id="2461" idx="4"/>
            <a:endCxn id="2464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8" name="Google Shape;2468;p95"/>
          <p:cNvCxnSpPr>
            <a:stCxn id="2461" idx="5"/>
            <a:endCxn id="2463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9" name="Google Shape;2469;p95"/>
          <p:cNvCxnSpPr>
            <a:stCxn id="2463" idx="2"/>
            <a:endCxn id="2462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0" name="Google Shape;2470;p95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471" name="Google Shape;2471;p95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472" name="Google Shape;2472;p95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473" name="Google Shape;2473;p95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474" name="Google Shape;2474;p95"/>
          <p:cNvCxnSpPr>
            <a:stCxn id="2470" idx="3"/>
            <a:endCxn id="2471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5" name="Google Shape;2475;p95"/>
          <p:cNvCxnSpPr>
            <a:stCxn id="2473" idx="0"/>
            <a:endCxn id="2471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6" name="Google Shape;2476;p95"/>
          <p:cNvCxnSpPr>
            <a:stCxn id="2470" idx="5"/>
            <a:endCxn id="2472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7" name="Google Shape;2477;p95"/>
          <p:cNvCxnSpPr>
            <a:stCxn id="2472" idx="2"/>
            <a:endCxn id="2471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8" name="Google Shape;2478;p95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479" name="Google Shape;2479;p95"/>
          <p:cNvCxnSpPr>
            <a:stCxn id="2478" idx="0"/>
            <a:endCxn id="2471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0" name="Google Shape;2480;p95"/>
          <p:cNvCxnSpPr>
            <a:stCxn id="2472" idx="3"/>
            <a:endCxn id="2473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1" name="Google Shape;2481;p95"/>
          <p:cNvCxnSpPr>
            <a:stCxn id="2472" idx="3"/>
            <a:endCxn id="2478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2" name="Google Shape;2482;p95"/>
          <p:cNvCxnSpPr>
            <a:stCxn id="2470" idx="4"/>
            <a:endCxn id="2478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3" name="Google Shape;2483;p95"/>
          <p:cNvCxnSpPr>
            <a:stCxn id="2461" idx="6"/>
            <a:endCxn id="2473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4" name="Google Shape;2484;p95"/>
          <p:cNvCxnSpPr>
            <a:stCxn id="2464" idx="7"/>
            <a:endCxn id="2463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5" name="Google Shape;2485;p95"/>
          <p:cNvCxnSpPr>
            <a:stCxn id="2473" idx="6"/>
            <a:endCxn id="2478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6" name="Google Shape;2486;p95"/>
          <p:cNvCxnSpPr>
            <a:stCxn id="2470" idx="4"/>
            <a:endCxn id="2473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87" name="Google Shape;2487;p95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488" name="Google Shape;2488;p95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489" name="Google Shape;2489;p95"/>
          <p:cNvCxnSpPr>
            <a:stCxn id="2487" idx="3"/>
            <a:endCxn id="2488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90" name="Google Shape;2490;p95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491" name="Google Shape;2491;p95"/>
          <p:cNvCxnSpPr>
            <a:stCxn id="2490" idx="2"/>
            <a:endCxn id="2488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2" name="Google Shape;2492;p95"/>
          <p:cNvCxnSpPr>
            <a:stCxn id="2490" idx="0"/>
            <a:endCxn id="2487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3" name="Google Shape;2493;p95"/>
          <p:cNvCxnSpPr>
            <a:stCxn id="2463" idx="5"/>
            <a:endCxn id="2487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4" name="Google Shape;2494;p95"/>
          <p:cNvCxnSpPr>
            <a:stCxn id="2478" idx="4"/>
            <a:endCxn id="2487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5" name="Google Shape;2495;p95"/>
          <p:cNvCxnSpPr>
            <a:stCxn id="2463" idx="7"/>
            <a:endCxn id="2478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96" name="Google Shape;2496;p95"/>
          <p:cNvSpPr txBox="1"/>
          <p:nvPr/>
        </p:nvSpPr>
        <p:spPr>
          <a:xfrm>
            <a:off x="5005800" y="4327875"/>
            <a:ext cx="27798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 2-clique of order 7!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2497" name="Google Shape;2497;p95"/>
          <p:cNvCxnSpPr>
            <a:stCxn id="2496" idx="0"/>
          </p:cNvCxnSpPr>
          <p:nvPr/>
        </p:nvCxnSpPr>
        <p:spPr>
          <a:xfrm flipH="1" rot="10800000">
            <a:off x="6395700" y="3284175"/>
            <a:ext cx="1160700" cy="10437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2498" name="Google Shape;2498;p95"/>
          <p:cNvGraphicFramePr/>
          <p:nvPr/>
        </p:nvGraphicFramePr>
        <p:xfrm>
          <a:off x="416600" y="1408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{96D94557-7627-463E-B5C0-FF405ED5D8C5}</a:tableStyleId>
              </a:tblPr>
              <a:tblGrid>
                <a:gridCol w="491350"/>
                <a:gridCol w="491350"/>
                <a:gridCol w="491350"/>
                <a:gridCol w="491350"/>
                <a:gridCol w="491350"/>
                <a:gridCol w="491350"/>
                <a:gridCol w="491350"/>
                <a:gridCol w="491350"/>
              </a:tblGrid>
              <a:tr h="361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</a:tr>
              <a:tr h="361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</a:tr>
              <a:tr h="361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</a:tr>
              <a:tr h="361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</a:tr>
              <a:tr h="361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</a:tr>
              <a:tr h="361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</a:tr>
              <a:tr h="361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</a:tr>
              <a:tr h="361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2499" name="Google Shape;2499;p95"/>
          <p:cNvSpPr txBox="1"/>
          <p:nvPr/>
        </p:nvSpPr>
        <p:spPr>
          <a:xfrm>
            <a:off x="902400" y="999025"/>
            <a:ext cx="29592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Geodesic Distance Matrix</a:t>
            </a:r>
            <a:endParaRPr sz="2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3" name="Shape 2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4" name="Google Shape;2504;p9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N-Cliques</a:t>
            </a:r>
            <a:endParaRPr/>
          </a:p>
        </p:txBody>
      </p:sp>
      <p:sp>
        <p:nvSpPr>
          <p:cNvPr id="2505" name="Google Shape;2505;p96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506" name="Google Shape;2506;p96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507" name="Google Shape;2507;p96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508" name="Google Shape;2508;p96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509" name="Google Shape;2509;p96"/>
          <p:cNvCxnSpPr>
            <a:stCxn id="2505" idx="3"/>
            <a:endCxn id="2506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0" name="Google Shape;2510;p96"/>
          <p:cNvCxnSpPr>
            <a:stCxn id="2508" idx="1"/>
            <a:endCxn id="2506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1" name="Google Shape;2511;p96"/>
          <p:cNvCxnSpPr>
            <a:stCxn id="2505" idx="4"/>
            <a:endCxn id="2508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2" name="Google Shape;2512;p96"/>
          <p:cNvCxnSpPr>
            <a:stCxn id="2505" idx="5"/>
            <a:endCxn id="2507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3" name="Google Shape;2513;p96"/>
          <p:cNvCxnSpPr>
            <a:stCxn id="2507" idx="2"/>
            <a:endCxn id="2506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4" name="Google Shape;2514;p96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515" name="Google Shape;2515;p96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516" name="Google Shape;2516;p96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517" name="Google Shape;2517;p96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518" name="Google Shape;2518;p96"/>
          <p:cNvCxnSpPr>
            <a:stCxn id="2514" idx="3"/>
            <a:endCxn id="2515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9" name="Google Shape;2519;p96"/>
          <p:cNvCxnSpPr>
            <a:stCxn id="2517" idx="0"/>
            <a:endCxn id="2515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0" name="Google Shape;2520;p96"/>
          <p:cNvCxnSpPr>
            <a:stCxn id="2514" idx="5"/>
            <a:endCxn id="2516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1" name="Google Shape;2521;p96"/>
          <p:cNvCxnSpPr>
            <a:stCxn id="2516" idx="2"/>
            <a:endCxn id="2515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22" name="Google Shape;2522;p96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523" name="Google Shape;2523;p96"/>
          <p:cNvCxnSpPr>
            <a:stCxn id="2522" idx="0"/>
            <a:endCxn id="2515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4" name="Google Shape;2524;p96"/>
          <p:cNvCxnSpPr>
            <a:stCxn id="2516" idx="3"/>
            <a:endCxn id="2517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5" name="Google Shape;2525;p96"/>
          <p:cNvCxnSpPr>
            <a:stCxn id="2516" idx="3"/>
            <a:endCxn id="2522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6" name="Google Shape;2526;p96"/>
          <p:cNvCxnSpPr>
            <a:stCxn id="2514" idx="4"/>
            <a:endCxn id="2522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7" name="Google Shape;2527;p96"/>
          <p:cNvCxnSpPr>
            <a:stCxn id="2505" idx="6"/>
            <a:endCxn id="2517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8" name="Google Shape;2528;p96"/>
          <p:cNvCxnSpPr>
            <a:stCxn id="2508" idx="7"/>
            <a:endCxn id="2507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9" name="Google Shape;2529;p96"/>
          <p:cNvCxnSpPr>
            <a:stCxn id="2517" idx="6"/>
            <a:endCxn id="2522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0" name="Google Shape;2530;p96"/>
          <p:cNvCxnSpPr>
            <a:stCxn id="2514" idx="4"/>
            <a:endCxn id="2517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1" name="Google Shape;2531;p96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532" name="Google Shape;2532;p96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533" name="Google Shape;2533;p96"/>
          <p:cNvCxnSpPr>
            <a:stCxn id="2531" idx="3"/>
            <a:endCxn id="2532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4" name="Google Shape;2534;p96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535" name="Google Shape;2535;p96"/>
          <p:cNvCxnSpPr>
            <a:stCxn id="2534" idx="2"/>
            <a:endCxn id="2532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6" name="Google Shape;2536;p96"/>
          <p:cNvCxnSpPr>
            <a:stCxn id="2534" idx="0"/>
            <a:endCxn id="2531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7" name="Google Shape;2537;p96"/>
          <p:cNvCxnSpPr>
            <a:stCxn id="2507" idx="5"/>
            <a:endCxn id="2531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8" name="Google Shape;2538;p96"/>
          <p:cNvCxnSpPr>
            <a:stCxn id="2522" idx="4"/>
            <a:endCxn id="2531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9" name="Google Shape;2539;p96"/>
          <p:cNvCxnSpPr>
            <a:stCxn id="2507" idx="7"/>
            <a:endCxn id="2522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2540" name="Google Shape;2540;p96"/>
          <p:cNvGraphicFramePr/>
          <p:nvPr/>
        </p:nvGraphicFramePr>
        <p:xfrm>
          <a:off x="416600" y="1408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{96D94557-7627-463E-B5C0-FF405ED5D8C5}</a:tableStyleId>
              </a:tblPr>
              <a:tblGrid>
                <a:gridCol w="436750"/>
                <a:gridCol w="436750"/>
                <a:gridCol w="436750"/>
                <a:gridCol w="436750"/>
                <a:gridCol w="436750"/>
                <a:gridCol w="436750"/>
                <a:gridCol w="436750"/>
                <a:gridCol w="436750"/>
                <a:gridCol w="436750"/>
              </a:tblGrid>
              <a:tr h="361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</a:tr>
              <a:tr h="361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61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61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61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61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61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61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61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2541" name="Google Shape;2541;p96"/>
          <p:cNvSpPr txBox="1"/>
          <p:nvPr/>
        </p:nvSpPr>
        <p:spPr>
          <a:xfrm>
            <a:off x="902400" y="999025"/>
            <a:ext cx="29592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Geodesic Distance Matrix</a:t>
            </a:r>
            <a:endParaRPr sz="2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542" name="Google Shape;2542;p96"/>
          <p:cNvSpPr txBox="1"/>
          <p:nvPr/>
        </p:nvSpPr>
        <p:spPr>
          <a:xfrm>
            <a:off x="5005800" y="4327875"/>
            <a:ext cx="27798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No longer a 2-clique!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2543" name="Google Shape;2543;p96"/>
          <p:cNvCxnSpPr>
            <a:stCxn id="2542" idx="0"/>
          </p:cNvCxnSpPr>
          <p:nvPr/>
        </p:nvCxnSpPr>
        <p:spPr>
          <a:xfrm flipH="1" rot="10800000">
            <a:off x="6395700" y="3284175"/>
            <a:ext cx="1160700" cy="1043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7" name="Shape 2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8" name="Google Shape;2548;p9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N-Cliques</a:t>
            </a:r>
            <a:endParaRPr/>
          </a:p>
        </p:txBody>
      </p:sp>
      <p:sp>
        <p:nvSpPr>
          <p:cNvPr id="2549" name="Google Shape;2549;p97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550" name="Google Shape;2550;p97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551" name="Google Shape;2551;p97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552" name="Google Shape;2552;p97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553" name="Google Shape;2553;p97"/>
          <p:cNvCxnSpPr>
            <a:stCxn id="2549" idx="3"/>
            <a:endCxn id="2550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4" name="Google Shape;2554;p97"/>
          <p:cNvCxnSpPr>
            <a:stCxn id="2552" idx="1"/>
            <a:endCxn id="2550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5" name="Google Shape;2555;p97"/>
          <p:cNvCxnSpPr>
            <a:stCxn id="2549" idx="4"/>
            <a:endCxn id="2552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6" name="Google Shape;2556;p97"/>
          <p:cNvCxnSpPr>
            <a:stCxn id="2549" idx="5"/>
            <a:endCxn id="2551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7" name="Google Shape;2557;p97"/>
          <p:cNvCxnSpPr>
            <a:stCxn id="2551" idx="2"/>
            <a:endCxn id="2550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8" name="Google Shape;2558;p97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559" name="Google Shape;2559;p97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560" name="Google Shape;2560;p97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561" name="Google Shape;2561;p97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562" name="Google Shape;2562;p97"/>
          <p:cNvCxnSpPr>
            <a:stCxn id="2558" idx="3"/>
            <a:endCxn id="2559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3" name="Google Shape;2563;p97"/>
          <p:cNvCxnSpPr>
            <a:stCxn id="2561" idx="0"/>
            <a:endCxn id="2559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4" name="Google Shape;2564;p97"/>
          <p:cNvCxnSpPr>
            <a:stCxn id="2558" idx="5"/>
            <a:endCxn id="2560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5" name="Google Shape;2565;p97"/>
          <p:cNvCxnSpPr>
            <a:stCxn id="2560" idx="2"/>
            <a:endCxn id="2559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66" name="Google Shape;2566;p97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567" name="Google Shape;2567;p97"/>
          <p:cNvCxnSpPr>
            <a:stCxn id="2566" idx="0"/>
            <a:endCxn id="2559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8" name="Google Shape;2568;p97"/>
          <p:cNvCxnSpPr>
            <a:stCxn id="2560" idx="3"/>
            <a:endCxn id="2561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9" name="Google Shape;2569;p97"/>
          <p:cNvCxnSpPr>
            <a:stCxn id="2560" idx="3"/>
            <a:endCxn id="2566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0" name="Google Shape;2570;p97"/>
          <p:cNvCxnSpPr>
            <a:stCxn id="2558" idx="4"/>
            <a:endCxn id="2566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1" name="Google Shape;2571;p97"/>
          <p:cNvCxnSpPr>
            <a:stCxn id="2549" idx="6"/>
            <a:endCxn id="2561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2" name="Google Shape;2572;p97"/>
          <p:cNvCxnSpPr>
            <a:stCxn id="2552" idx="7"/>
            <a:endCxn id="2551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3" name="Google Shape;2573;p97"/>
          <p:cNvCxnSpPr>
            <a:stCxn id="2561" idx="6"/>
            <a:endCxn id="2566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4" name="Google Shape;2574;p97"/>
          <p:cNvCxnSpPr>
            <a:stCxn id="2558" idx="4"/>
            <a:endCxn id="2561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5" name="Google Shape;2575;p97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576" name="Google Shape;2576;p97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577" name="Google Shape;2577;p97"/>
          <p:cNvCxnSpPr>
            <a:stCxn id="2575" idx="3"/>
            <a:endCxn id="2576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8" name="Google Shape;2578;p97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579" name="Google Shape;2579;p97"/>
          <p:cNvCxnSpPr>
            <a:stCxn id="2578" idx="2"/>
            <a:endCxn id="2576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0" name="Google Shape;2580;p97"/>
          <p:cNvCxnSpPr>
            <a:stCxn id="2578" idx="0"/>
            <a:endCxn id="2575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1" name="Google Shape;2581;p97"/>
          <p:cNvCxnSpPr>
            <a:stCxn id="2551" idx="5"/>
            <a:endCxn id="2575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2" name="Google Shape;2582;p97"/>
          <p:cNvCxnSpPr>
            <a:stCxn id="2566" idx="4"/>
            <a:endCxn id="2575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3" name="Google Shape;2583;p97"/>
          <p:cNvCxnSpPr>
            <a:stCxn id="2551" idx="7"/>
            <a:endCxn id="2566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2584" name="Google Shape;2584;p97"/>
          <p:cNvGraphicFramePr/>
          <p:nvPr/>
        </p:nvGraphicFramePr>
        <p:xfrm>
          <a:off x="416600" y="1408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{96D94557-7627-463E-B5C0-FF405ED5D8C5}</a:tableStyleId>
              </a:tblPr>
              <a:tblGrid>
                <a:gridCol w="436750"/>
                <a:gridCol w="436750"/>
                <a:gridCol w="436750"/>
                <a:gridCol w="436750"/>
                <a:gridCol w="436750"/>
                <a:gridCol w="436750"/>
                <a:gridCol w="436750"/>
                <a:gridCol w="436750"/>
                <a:gridCol w="436750"/>
              </a:tblGrid>
              <a:tr h="361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</a:tr>
              <a:tr h="361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61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61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61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61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61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61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61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2585" name="Google Shape;2585;p97"/>
          <p:cNvSpPr txBox="1"/>
          <p:nvPr/>
        </p:nvSpPr>
        <p:spPr>
          <a:xfrm>
            <a:off x="902400" y="999025"/>
            <a:ext cx="29592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Geodesic Distance Matrix</a:t>
            </a:r>
            <a:endParaRPr sz="2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586" name="Google Shape;2586;p97"/>
          <p:cNvSpPr txBox="1"/>
          <p:nvPr/>
        </p:nvSpPr>
        <p:spPr>
          <a:xfrm>
            <a:off x="5005800" y="4327875"/>
            <a:ext cx="27798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No longer a 2-clique!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2587" name="Google Shape;2587;p97"/>
          <p:cNvCxnSpPr>
            <a:stCxn id="2586" idx="0"/>
          </p:cNvCxnSpPr>
          <p:nvPr/>
        </p:nvCxnSpPr>
        <p:spPr>
          <a:xfrm flipH="1" rot="10800000">
            <a:off x="6395700" y="3284175"/>
            <a:ext cx="1160700" cy="1043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1" name="Shape 2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2" name="Google Shape;2592;p9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N-Cliques</a:t>
            </a:r>
            <a:endParaRPr/>
          </a:p>
        </p:txBody>
      </p:sp>
      <p:sp>
        <p:nvSpPr>
          <p:cNvPr id="2593" name="Google Shape;2593;p98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594" name="Google Shape;2594;p98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595" name="Google Shape;2595;p98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596" name="Google Shape;2596;p98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597" name="Google Shape;2597;p98"/>
          <p:cNvCxnSpPr>
            <a:stCxn id="2593" idx="3"/>
            <a:endCxn id="2594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8" name="Google Shape;2598;p98"/>
          <p:cNvCxnSpPr>
            <a:stCxn id="2596" idx="1"/>
            <a:endCxn id="2594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9" name="Google Shape;2599;p98"/>
          <p:cNvCxnSpPr>
            <a:stCxn id="2593" idx="4"/>
            <a:endCxn id="2596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0" name="Google Shape;2600;p98"/>
          <p:cNvCxnSpPr>
            <a:stCxn id="2593" idx="5"/>
            <a:endCxn id="2595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1" name="Google Shape;2601;p98"/>
          <p:cNvCxnSpPr>
            <a:stCxn id="2595" idx="2"/>
            <a:endCxn id="2594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02" name="Google Shape;2602;p98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603" name="Google Shape;2603;p98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604" name="Google Shape;2604;p98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605" name="Google Shape;2605;p98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606" name="Google Shape;2606;p98"/>
          <p:cNvCxnSpPr>
            <a:stCxn id="2602" idx="3"/>
            <a:endCxn id="2603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7" name="Google Shape;2607;p98"/>
          <p:cNvCxnSpPr>
            <a:stCxn id="2605" idx="0"/>
            <a:endCxn id="2603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8" name="Google Shape;2608;p98"/>
          <p:cNvCxnSpPr>
            <a:stCxn id="2602" idx="5"/>
            <a:endCxn id="2604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9" name="Google Shape;2609;p98"/>
          <p:cNvCxnSpPr>
            <a:stCxn id="2604" idx="2"/>
            <a:endCxn id="2603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10" name="Google Shape;2610;p98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611" name="Google Shape;2611;p98"/>
          <p:cNvCxnSpPr>
            <a:stCxn id="2610" idx="0"/>
            <a:endCxn id="2603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2" name="Google Shape;2612;p98"/>
          <p:cNvCxnSpPr>
            <a:stCxn id="2604" idx="3"/>
            <a:endCxn id="2605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3" name="Google Shape;2613;p98"/>
          <p:cNvCxnSpPr>
            <a:stCxn id="2604" idx="3"/>
            <a:endCxn id="2610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4" name="Google Shape;2614;p98"/>
          <p:cNvCxnSpPr>
            <a:stCxn id="2602" idx="4"/>
            <a:endCxn id="2610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5" name="Google Shape;2615;p98"/>
          <p:cNvCxnSpPr>
            <a:stCxn id="2593" idx="6"/>
            <a:endCxn id="2605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6" name="Google Shape;2616;p98"/>
          <p:cNvCxnSpPr>
            <a:stCxn id="2596" idx="7"/>
            <a:endCxn id="2595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7" name="Google Shape;2617;p98"/>
          <p:cNvCxnSpPr>
            <a:stCxn id="2605" idx="6"/>
            <a:endCxn id="2610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8" name="Google Shape;2618;p98"/>
          <p:cNvCxnSpPr>
            <a:stCxn id="2602" idx="4"/>
            <a:endCxn id="2605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19" name="Google Shape;2619;p98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620" name="Google Shape;2620;p98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621" name="Google Shape;2621;p98"/>
          <p:cNvCxnSpPr>
            <a:stCxn id="2619" idx="3"/>
            <a:endCxn id="2620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22" name="Google Shape;2622;p98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623" name="Google Shape;2623;p98"/>
          <p:cNvCxnSpPr>
            <a:stCxn id="2622" idx="2"/>
            <a:endCxn id="2620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4" name="Google Shape;2624;p98"/>
          <p:cNvCxnSpPr>
            <a:stCxn id="2622" idx="0"/>
            <a:endCxn id="2619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5" name="Google Shape;2625;p98"/>
          <p:cNvCxnSpPr>
            <a:stCxn id="2595" idx="5"/>
            <a:endCxn id="2619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6" name="Google Shape;2626;p98"/>
          <p:cNvCxnSpPr>
            <a:stCxn id="2610" idx="4"/>
            <a:endCxn id="2619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7" name="Google Shape;2627;p98"/>
          <p:cNvCxnSpPr>
            <a:stCxn id="2595" idx="7"/>
            <a:endCxn id="2610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2628" name="Google Shape;2628;p98"/>
          <p:cNvGraphicFramePr/>
          <p:nvPr/>
        </p:nvGraphicFramePr>
        <p:xfrm>
          <a:off x="416600" y="1408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{96D94557-7627-463E-B5C0-FF405ED5D8C5}</a:tableStyleId>
              </a:tblPr>
              <a:tblGrid>
                <a:gridCol w="436750"/>
                <a:gridCol w="436750"/>
                <a:gridCol w="436750"/>
                <a:gridCol w="436750"/>
                <a:gridCol w="436750"/>
                <a:gridCol w="436750"/>
                <a:gridCol w="436750"/>
                <a:gridCol w="436750"/>
                <a:gridCol w="436750"/>
              </a:tblGrid>
              <a:tr h="361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</a:tr>
              <a:tr h="361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</a:tr>
              <a:tr h="361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</a:tr>
              <a:tr h="361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</a:tr>
              <a:tr h="361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</a:tr>
              <a:tr h="361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</a:tr>
              <a:tr h="361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</a:tr>
              <a:tr h="361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</a:tr>
              <a:tr h="361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--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2629" name="Google Shape;2629;p98"/>
          <p:cNvSpPr txBox="1"/>
          <p:nvPr/>
        </p:nvSpPr>
        <p:spPr>
          <a:xfrm>
            <a:off x="902400" y="999025"/>
            <a:ext cx="29592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Geodesic Distance Matrix</a:t>
            </a:r>
            <a:endParaRPr sz="20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630" name="Google Shape;2630;p98"/>
          <p:cNvSpPr txBox="1"/>
          <p:nvPr/>
        </p:nvSpPr>
        <p:spPr>
          <a:xfrm>
            <a:off x="5005800" y="4327875"/>
            <a:ext cx="27798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No longer a 2-clique!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2631" name="Google Shape;2631;p98"/>
          <p:cNvCxnSpPr>
            <a:stCxn id="2630" idx="0"/>
          </p:cNvCxnSpPr>
          <p:nvPr/>
        </p:nvCxnSpPr>
        <p:spPr>
          <a:xfrm flipH="1" rot="10800000">
            <a:off x="6395700" y="3284175"/>
            <a:ext cx="1160700" cy="1043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5" name="Shape 2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6" name="Google Shape;2636;p9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N-Cliques</a:t>
            </a:r>
            <a:endParaRPr/>
          </a:p>
        </p:txBody>
      </p:sp>
      <p:sp>
        <p:nvSpPr>
          <p:cNvPr id="2637" name="Google Shape;2637;p99"/>
          <p:cNvSpPr txBox="1"/>
          <p:nvPr>
            <p:ph idx="1" type="body"/>
          </p:nvPr>
        </p:nvSpPr>
        <p:spPr>
          <a:xfrm>
            <a:off x="311700" y="1225225"/>
            <a:ext cx="4645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Some subgraphs are not complete graphs (cliques) but they are almost there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are quasi-groups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can relax the strict clique definition to accommodate!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</a:t>
            </a:r>
            <a:r>
              <a:rPr b="1" lang="en"/>
              <a:t>n-clique</a:t>
            </a:r>
            <a:r>
              <a:rPr lang="en"/>
              <a:t> is a </a:t>
            </a:r>
            <a:r>
              <a:rPr b="1" lang="en"/>
              <a:t>subgraph</a:t>
            </a:r>
            <a:r>
              <a:rPr lang="en"/>
              <a:t> that is not fully connected and where each node is at least</a:t>
            </a:r>
            <a:r>
              <a:rPr b="1" lang="en"/>
              <a:t> n steps away</a:t>
            </a:r>
            <a:r>
              <a:rPr lang="en"/>
              <a:t> from each other node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2-clique, 3-clique, 4-clique, etc.</a:t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8" name="Google Shape;2638;p99"/>
          <p:cNvSpPr txBox="1"/>
          <p:nvPr/>
        </p:nvSpPr>
        <p:spPr>
          <a:xfrm>
            <a:off x="3939875" y="4477900"/>
            <a:ext cx="33573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</a:t>
            </a:r>
            <a:r>
              <a:rPr b="1" lang="en">
                <a:solidFill>
                  <a:srgbClr val="FF0000"/>
                </a:solidFill>
              </a:rPr>
              <a:t> whole graph is a 3-clique!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2639" name="Google Shape;2639;p99"/>
          <p:cNvCxnSpPr>
            <a:stCxn id="2638" idx="0"/>
          </p:cNvCxnSpPr>
          <p:nvPr/>
        </p:nvCxnSpPr>
        <p:spPr>
          <a:xfrm flipH="1" rot="10800000">
            <a:off x="5618525" y="3728800"/>
            <a:ext cx="2147100" cy="749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40" name="Google Shape;2640;p99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641" name="Google Shape;2641;p99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642" name="Google Shape;2642;p99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643" name="Google Shape;2643;p99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644" name="Google Shape;2644;p99"/>
          <p:cNvCxnSpPr>
            <a:stCxn id="2640" idx="3"/>
            <a:endCxn id="2641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5" name="Google Shape;2645;p99"/>
          <p:cNvCxnSpPr>
            <a:stCxn id="2643" idx="1"/>
            <a:endCxn id="2641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6" name="Google Shape;2646;p99"/>
          <p:cNvCxnSpPr>
            <a:stCxn id="2640" idx="4"/>
            <a:endCxn id="2643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7" name="Google Shape;2647;p99"/>
          <p:cNvCxnSpPr>
            <a:stCxn id="2640" idx="5"/>
            <a:endCxn id="2642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8" name="Google Shape;2648;p99"/>
          <p:cNvCxnSpPr>
            <a:stCxn id="2642" idx="2"/>
            <a:endCxn id="2641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49" name="Google Shape;2649;p99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650" name="Google Shape;2650;p99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651" name="Google Shape;2651;p99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652" name="Google Shape;2652;p99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653" name="Google Shape;2653;p99"/>
          <p:cNvCxnSpPr>
            <a:stCxn id="2649" idx="3"/>
            <a:endCxn id="2650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4" name="Google Shape;2654;p99"/>
          <p:cNvCxnSpPr>
            <a:stCxn id="2652" idx="0"/>
            <a:endCxn id="2650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5" name="Google Shape;2655;p99"/>
          <p:cNvCxnSpPr>
            <a:stCxn id="2649" idx="5"/>
            <a:endCxn id="2651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6" name="Google Shape;2656;p99"/>
          <p:cNvCxnSpPr>
            <a:stCxn id="2651" idx="2"/>
            <a:endCxn id="2650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57" name="Google Shape;2657;p99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658" name="Google Shape;2658;p99"/>
          <p:cNvCxnSpPr>
            <a:stCxn id="2657" idx="0"/>
            <a:endCxn id="2650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9" name="Google Shape;2659;p99"/>
          <p:cNvCxnSpPr>
            <a:stCxn id="2651" idx="3"/>
            <a:endCxn id="2652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0" name="Google Shape;2660;p99"/>
          <p:cNvCxnSpPr>
            <a:stCxn id="2651" idx="3"/>
            <a:endCxn id="2657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1" name="Google Shape;2661;p99"/>
          <p:cNvCxnSpPr>
            <a:stCxn id="2649" idx="4"/>
            <a:endCxn id="2657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2" name="Google Shape;2662;p99"/>
          <p:cNvCxnSpPr>
            <a:stCxn id="2640" idx="6"/>
            <a:endCxn id="2652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3" name="Google Shape;2663;p99"/>
          <p:cNvCxnSpPr>
            <a:stCxn id="2643" idx="7"/>
            <a:endCxn id="2642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4" name="Google Shape;2664;p99"/>
          <p:cNvCxnSpPr>
            <a:stCxn id="2652" idx="6"/>
            <a:endCxn id="2657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5" name="Google Shape;2665;p99"/>
          <p:cNvCxnSpPr>
            <a:stCxn id="2649" idx="4"/>
            <a:endCxn id="2652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6" name="Google Shape;2666;p99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667" name="Google Shape;2667;p99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668" name="Google Shape;2668;p99"/>
          <p:cNvCxnSpPr>
            <a:stCxn id="2666" idx="3"/>
            <a:endCxn id="2667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9" name="Google Shape;2669;p99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670" name="Google Shape;2670;p99"/>
          <p:cNvCxnSpPr>
            <a:stCxn id="2669" idx="2"/>
            <a:endCxn id="2667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1" name="Google Shape;2671;p99"/>
          <p:cNvCxnSpPr>
            <a:stCxn id="2669" idx="0"/>
            <a:endCxn id="2666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2" name="Google Shape;2672;p99"/>
          <p:cNvCxnSpPr>
            <a:stCxn id="2642" idx="5"/>
            <a:endCxn id="2666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3" name="Google Shape;2673;p99"/>
          <p:cNvCxnSpPr>
            <a:stCxn id="2657" idx="4"/>
            <a:endCxn id="2666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4" name="Google Shape;2674;p99"/>
          <p:cNvCxnSpPr>
            <a:stCxn id="2642" idx="7"/>
            <a:endCxn id="2657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F4B4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2678" name="Shape 2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9" name="Google Shape;2679;p100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</a:t>
            </a:r>
            <a:r>
              <a:rPr lang="en"/>
              <a:t> Connectivity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3" name="Shape 2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4" name="Google Shape;2684;p10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Components</a:t>
            </a:r>
            <a:endParaRPr/>
          </a:p>
        </p:txBody>
      </p:sp>
      <p:sp>
        <p:nvSpPr>
          <p:cNvPr id="2685" name="Google Shape;2685;p101"/>
          <p:cNvSpPr txBox="1"/>
          <p:nvPr>
            <p:ph idx="1" type="body"/>
          </p:nvPr>
        </p:nvSpPr>
        <p:spPr>
          <a:xfrm>
            <a:off x="311700" y="1225225"/>
            <a:ext cx="459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connected</a:t>
            </a:r>
            <a:r>
              <a:rPr lang="en"/>
              <a:t> if there </a:t>
            </a:r>
            <a:r>
              <a:rPr b="1" lang="en"/>
              <a:t>exists</a:t>
            </a:r>
            <a:r>
              <a:rPr lang="en"/>
              <a:t> a (finite) path between each pair of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disconnected</a:t>
            </a:r>
            <a:r>
              <a:rPr lang="en"/>
              <a:t> if there </a:t>
            </a:r>
            <a:r>
              <a:rPr b="1" lang="en"/>
              <a:t>does not exist</a:t>
            </a:r>
            <a:r>
              <a:rPr lang="en"/>
              <a:t> a path connecting every pair of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connected subgraph is called a </a:t>
            </a:r>
            <a:r>
              <a:rPr b="1" lang="en"/>
              <a:t>component</a:t>
            </a:r>
            <a:endParaRPr/>
          </a:p>
        </p:txBody>
      </p:sp>
      <p:sp>
        <p:nvSpPr>
          <p:cNvPr id="2686" name="Google Shape;2686;p101"/>
          <p:cNvSpPr txBox="1"/>
          <p:nvPr/>
        </p:nvSpPr>
        <p:spPr>
          <a:xfrm>
            <a:off x="4532875" y="4178300"/>
            <a:ext cx="22815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These are two different components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2687" name="Google Shape;2687;p101"/>
          <p:cNvCxnSpPr>
            <a:stCxn id="2686" idx="0"/>
          </p:cNvCxnSpPr>
          <p:nvPr/>
        </p:nvCxnSpPr>
        <p:spPr>
          <a:xfrm flipH="1" rot="10800000">
            <a:off x="5673625" y="3440600"/>
            <a:ext cx="241500" cy="737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88" name="Google Shape;2688;p101"/>
          <p:cNvCxnSpPr>
            <a:stCxn id="2686" idx="0"/>
          </p:cNvCxnSpPr>
          <p:nvPr/>
        </p:nvCxnSpPr>
        <p:spPr>
          <a:xfrm flipH="1" rot="10800000">
            <a:off x="5673625" y="2611100"/>
            <a:ext cx="1951800" cy="1567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689" name="Google Shape;2689;p101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2690" name="Google Shape;2690;p101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1" name="Google Shape;2691;p101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2" name="Google Shape;2692;p101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3" name="Google Shape;2693;p101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694" name="Google Shape;2694;p101"/>
            <p:cNvCxnSpPr>
              <a:stCxn id="2690" idx="3"/>
              <a:endCxn id="2691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95" name="Google Shape;2695;p101"/>
            <p:cNvCxnSpPr>
              <a:stCxn id="2693" idx="1"/>
              <a:endCxn id="2691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96" name="Google Shape;2696;p101"/>
            <p:cNvCxnSpPr>
              <a:stCxn id="2690" idx="4"/>
              <a:endCxn id="2693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97" name="Google Shape;2697;p101"/>
            <p:cNvCxnSpPr>
              <a:stCxn id="2690" idx="5"/>
              <a:endCxn id="2692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98" name="Google Shape;2698;p101"/>
            <p:cNvCxnSpPr>
              <a:stCxn id="2692" idx="2"/>
              <a:endCxn id="2691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699" name="Google Shape;2699;p101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0" name="Google Shape;2700;p101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1" name="Google Shape;2701;p101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2" name="Google Shape;2702;p101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703" name="Google Shape;2703;p101"/>
            <p:cNvCxnSpPr>
              <a:stCxn id="2699" idx="3"/>
              <a:endCxn id="2700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04" name="Google Shape;2704;p101"/>
            <p:cNvCxnSpPr>
              <a:stCxn id="2702" idx="0"/>
              <a:endCxn id="2700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05" name="Google Shape;2705;p101"/>
            <p:cNvCxnSpPr>
              <a:stCxn id="2699" idx="5"/>
              <a:endCxn id="2701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06" name="Google Shape;2706;p101"/>
            <p:cNvCxnSpPr>
              <a:stCxn id="2701" idx="2"/>
              <a:endCxn id="2700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707" name="Google Shape;2707;p101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708" name="Google Shape;2708;p101"/>
            <p:cNvCxnSpPr>
              <a:stCxn id="2707" idx="0"/>
              <a:endCxn id="2700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09" name="Google Shape;2709;p101"/>
            <p:cNvCxnSpPr>
              <a:stCxn id="2701" idx="3"/>
              <a:endCxn id="2702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10" name="Google Shape;2710;p101"/>
            <p:cNvCxnSpPr>
              <a:stCxn id="2701" idx="3"/>
              <a:endCxn id="2707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11" name="Google Shape;2711;p101"/>
            <p:cNvCxnSpPr>
              <a:stCxn id="2699" idx="4"/>
              <a:endCxn id="2707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712" name="Google Shape;2712;p101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3" name="Google Shape;2713;p101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4" name="Google Shape;2714;p101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5" name="Google Shape;2715;p101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716" name="Google Shape;2716;p101"/>
            <p:cNvCxnSpPr>
              <a:stCxn id="2712" idx="3"/>
              <a:endCxn id="2713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17" name="Google Shape;2717;p101"/>
            <p:cNvCxnSpPr>
              <a:stCxn id="2715" idx="0"/>
              <a:endCxn id="2713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18" name="Google Shape;2718;p101"/>
            <p:cNvCxnSpPr>
              <a:stCxn id="2712" idx="5"/>
              <a:endCxn id="2714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19" name="Google Shape;2719;p101"/>
            <p:cNvCxnSpPr>
              <a:stCxn id="2714" idx="2"/>
              <a:endCxn id="2713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720" name="Google Shape;2720;p101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721" name="Google Shape;2721;p101"/>
            <p:cNvCxnSpPr>
              <a:stCxn id="2714" idx="3"/>
              <a:endCxn id="2715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22" name="Google Shape;2722;p101"/>
            <p:cNvCxnSpPr>
              <a:stCxn id="2720" idx="2"/>
              <a:endCxn id="2713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23" name="Google Shape;2723;p101"/>
            <p:cNvCxnSpPr>
              <a:stCxn id="2720" idx="0"/>
              <a:endCxn id="2712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24" name="Google Shape;2724;p101"/>
            <p:cNvCxnSpPr>
              <a:stCxn id="2715" idx="6"/>
              <a:endCxn id="2720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25" name="Google Shape;2725;p101"/>
            <p:cNvCxnSpPr>
              <a:stCxn id="2707" idx="3"/>
              <a:endCxn id="2712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26" name="Google Shape;2726;p101"/>
            <p:cNvCxnSpPr>
              <a:stCxn id="2701" idx="4"/>
              <a:endCxn id="2714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0" name="Shape 2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1" name="Google Shape;2731;p10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Components</a:t>
            </a:r>
            <a:endParaRPr/>
          </a:p>
        </p:txBody>
      </p:sp>
      <p:sp>
        <p:nvSpPr>
          <p:cNvPr id="2732" name="Google Shape;2732;p102"/>
          <p:cNvSpPr txBox="1"/>
          <p:nvPr>
            <p:ph idx="1" type="body"/>
          </p:nvPr>
        </p:nvSpPr>
        <p:spPr>
          <a:xfrm>
            <a:off x="311700" y="1225225"/>
            <a:ext cx="459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connected</a:t>
            </a:r>
            <a:r>
              <a:rPr lang="en"/>
              <a:t> if there </a:t>
            </a:r>
            <a:r>
              <a:rPr b="1" lang="en"/>
              <a:t>exists</a:t>
            </a:r>
            <a:r>
              <a:rPr lang="en"/>
              <a:t> a (finite) path between each pair of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disconnected</a:t>
            </a:r>
            <a:r>
              <a:rPr lang="en"/>
              <a:t> if there </a:t>
            </a:r>
            <a:r>
              <a:rPr b="1" lang="en"/>
              <a:t>does not exist</a:t>
            </a:r>
            <a:r>
              <a:rPr lang="en"/>
              <a:t> a path connecting every pair of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connected subgraph is called a </a:t>
            </a:r>
            <a:r>
              <a:rPr b="1" lang="en"/>
              <a:t>component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 graph has more than one component it is by definition disconnected</a:t>
            </a:r>
            <a:endParaRPr b="1"/>
          </a:p>
        </p:txBody>
      </p:sp>
      <p:sp>
        <p:nvSpPr>
          <p:cNvPr id="2733" name="Google Shape;2733;p102"/>
          <p:cNvSpPr txBox="1"/>
          <p:nvPr/>
        </p:nvSpPr>
        <p:spPr>
          <a:xfrm>
            <a:off x="4532875" y="4178300"/>
            <a:ext cx="22815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These are two different components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2734" name="Google Shape;2734;p102"/>
          <p:cNvCxnSpPr>
            <a:stCxn id="2733" idx="0"/>
          </p:cNvCxnSpPr>
          <p:nvPr/>
        </p:nvCxnSpPr>
        <p:spPr>
          <a:xfrm flipH="1" rot="10800000">
            <a:off x="5673625" y="3440600"/>
            <a:ext cx="241500" cy="737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35" name="Google Shape;2735;p102"/>
          <p:cNvCxnSpPr>
            <a:stCxn id="2733" idx="0"/>
          </p:cNvCxnSpPr>
          <p:nvPr/>
        </p:nvCxnSpPr>
        <p:spPr>
          <a:xfrm flipH="1" rot="10800000">
            <a:off x="5673625" y="2611100"/>
            <a:ext cx="1951800" cy="1567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736" name="Google Shape;2736;p102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2737" name="Google Shape;2737;p102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8" name="Google Shape;2738;p102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9" name="Google Shape;2739;p102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0" name="Google Shape;2740;p102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741" name="Google Shape;2741;p102"/>
            <p:cNvCxnSpPr>
              <a:stCxn id="2737" idx="3"/>
              <a:endCxn id="2738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42" name="Google Shape;2742;p102"/>
            <p:cNvCxnSpPr>
              <a:stCxn id="2740" idx="1"/>
              <a:endCxn id="2738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43" name="Google Shape;2743;p102"/>
            <p:cNvCxnSpPr>
              <a:stCxn id="2737" idx="4"/>
              <a:endCxn id="2740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44" name="Google Shape;2744;p102"/>
            <p:cNvCxnSpPr>
              <a:stCxn id="2737" idx="5"/>
              <a:endCxn id="2739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45" name="Google Shape;2745;p102"/>
            <p:cNvCxnSpPr>
              <a:stCxn id="2739" idx="2"/>
              <a:endCxn id="2738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746" name="Google Shape;2746;p102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7" name="Google Shape;2747;p102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8" name="Google Shape;2748;p102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9" name="Google Shape;2749;p102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750" name="Google Shape;2750;p102"/>
            <p:cNvCxnSpPr>
              <a:stCxn id="2746" idx="3"/>
              <a:endCxn id="2747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51" name="Google Shape;2751;p102"/>
            <p:cNvCxnSpPr>
              <a:stCxn id="2749" idx="0"/>
              <a:endCxn id="2747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52" name="Google Shape;2752;p102"/>
            <p:cNvCxnSpPr>
              <a:stCxn id="2746" idx="5"/>
              <a:endCxn id="2748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53" name="Google Shape;2753;p102"/>
            <p:cNvCxnSpPr>
              <a:stCxn id="2748" idx="2"/>
              <a:endCxn id="2747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754" name="Google Shape;2754;p102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755" name="Google Shape;2755;p102"/>
            <p:cNvCxnSpPr>
              <a:stCxn id="2754" idx="0"/>
              <a:endCxn id="2747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56" name="Google Shape;2756;p102"/>
            <p:cNvCxnSpPr>
              <a:stCxn id="2748" idx="3"/>
              <a:endCxn id="2749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57" name="Google Shape;2757;p102"/>
            <p:cNvCxnSpPr>
              <a:stCxn id="2748" idx="3"/>
              <a:endCxn id="2754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58" name="Google Shape;2758;p102"/>
            <p:cNvCxnSpPr>
              <a:stCxn id="2746" idx="4"/>
              <a:endCxn id="2754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759" name="Google Shape;2759;p102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0" name="Google Shape;2760;p102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1" name="Google Shape;2761;p102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2" name="Google Shape;2762;p102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763" name="Google Shape;2763;p102"/>
            <p:cNvCxnSpPr>
              <a:stCxn id="2759" idx="3"/>
              <a:endCxn id="2760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64" name="Google Shape;2764;p102"/>
            <p:cNvCxnSpPr>
              <a:stCxn id="2762" idx="0"/>
              <a:endCxn id="2760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65" name="Google Shape;2765;p102"/>
            <p:cNvCxnSpPr>
              <a:stCxn id="2759" idx="5"/>
              <a:endCxn id="2761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66" name="Google Shape;2766;p102"/>
            <p:cNvCxnSpPr>
              <a:stCxn id="2761" idx="2"/>
              <a:endCxn id="2760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767" name="Google Shape;2767;p102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768" name="Google Shape;2768;p102"/>
            <p:cNvCxnSpPr>
              <a:stCxn id="2761" idx="3"/>
              <a:endCxn id="2762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69" name="Google Shape;2769;p102"/>
            <p:cNvCxnSpPr>
              <a:stCxn id="2767" idx="2"/>
              <a:endCxn id="2760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70" name="Google Shape;2770;p102"/>
            <p:cNvCxnSpPr>
              <a:stCxn id="2767" idx="0"/>
              <a:endCxn id="2759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71" name="Google Shape;2771;p102"/>
            <p:cNvCxnSpPr>
              <a:stCxn id="2762" idx="6"/>
              <a:endCxn id="2767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72" name="Google Shape;2772;p102"/>
            <p:cNvCxnSpPr>
              <a:stCxn id="2754" idx="3"/>
              <a:endCxn id="2759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73" name="Google Shape;2773;p102"/>
            <p:cNvCxnSpPr>
              <a:stCxn id="2748" idx="4"/>
              <a:endCxn id="2761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7" name="Shape 2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8" name="Google Shape;2778;p10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Components</a:t>
            </a:r>
            <a:endParaRPr/>
          </a:p>
        </p:txBody>
      </p:sp>
      <p:sp>
        <p:nvSpPr>
          <p:cNvPr id="2779" name="Google Shape;2779;p103"/>
          <p:cNvSpPr txBox="1"/>
          <p:nvPr/>
        </p:nvSpPr>
        <p:spPr>
          <a:xfrm>
            <a:off x="4532875" y="4178300"/>
            <a:ext cx="22815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These are three different components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2780" name="Google Shape;2780;p103"/>
          <p:cNvCxnSpPr>
            <a:stCxn id="2779" idx="0"/>
          </p:cNvCxnSpPr>
          <p:nvPr/>
        </p:nvCxnSpPr>
        <p:spPr>
          <a:xfrm flipH="1" rot="10800000">
            <a:off x="5673625" y="3440600"/>
            <a:ext cx="241500" cy="737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81" name="Google Shape;2781;p103"/>
          <p:cNvCxnSpPr>
            <a:stCxn id="2779" idx="0"/>
          </p:cNvCxnSpPr>
          <p:nvPr/>
        </p:nvCxnSpPr>
        <p:spPr>
          <a:xfrm flipH="1" rot="10800000">
            <a:off x="5673625" y="1987400"/>
            <a:ext cx="2003100" cy="2190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782" name="Google Shape;2782;p103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2783" name="Google Shape;2783;p103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4" name="Google Shape;2784;p103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5" name="Google Shape;2785;p103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6" name="Google Shape;2786;p103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787" name="Google Shape;2787;p103"/>
            <p:cNvCxnSpPr>
              <a:stCxn id="2783" idx="3"/>
              <a:endCxn id="2784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88" name="Google Shape;2788;p103"/>
            <p:cNvCxnSpPr>
              <a:stCxn id="2786" idx="1"/>
              <a:endCxn id="2784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89" name="Google Shape;2789;p103"/>
            <p:cNvCxnSpPr>
              <a:stCxn id="2783" idx="4"/>
              <a:endCxn id="2786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90" name="Google Shape;2790;p103"/>
            <p:cNvCxnSpPr>
              <a:stCxn id="2783" idx="5"/>
              <a:endCxn id="2785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91" name="Google Shape;2791;p103"/>
            <p:cNvCxnSpPr>
              <a:stCxn id="2785" idx="2"/>
              <a:endCxn id="2784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792" name="Google Shape;2792;p103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3" name="Google Shape;2793;p103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4" name="Google Shape;2794;p103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5" name="Google Shape;2795;p103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796" name="Google Shape;2796;p103"/>
            <p:cNvCxnSpPr>
              <a:stCxn id="2792" idx="3"/>
              <a:endCxn id="2793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97" name="Google Shape;2797;p103"/>
            <p:cNvCxnSpPr>
              <a:stCxn id="2795" idx="0"/>
              <a:endCxn id="2793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98" name="Google Shape;2798;p103"/>
            <p:cNvCxnSpPr>
              <a:stCxn id="2792" idx="5"/>
              <a:endCxn id="2794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99" name="Google Shape;2799;p103"/>
            <p:cNvCxnSpPr>
              <a:stCxn id="2794" idx="2"/>
              <a:endCxn id="2793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00" name="Google Shape;2800;p103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801" name="Google Shape;2801;p103"/>
            <p:cNvCxnSpPr>
              <a:stCxn id="2800" idx="0"/>
              <a:endCxn id="2793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02" name="Google Shape;2802;p103"/>
            <p:cNvCxnSpPr>
              <a:stCxn id="2794" idx="3"/>
              <a:endCxn id="2795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03" name="Google Shape;2803;p103"/>
            <p:cNvCxnSpPr>
              <a:stCxn id="2794" idx="3"/>
              <a:endCxn id="2800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04" name="Google Shape;2804;p103"/>
            <p:cNvCxnSpPr>
              <a:stCxn id="2792" idx="4"/>
              <a:endCxn id="2800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05" name="Google Shape;2805;p103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6" name="Google Shape;2806;p103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7" name="Google Shape;2807;p103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8" name="Google Shape;2808;p103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809" name="Google Shape;2809;p103"/>
            <p:cNvCxnSpPr>
              <a:stCxn id="2805" idx="3"/>
              <a:endCxn id="2806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10" name="Google Shape;2810;p103"/>
            <p:cNvCxnSpPr>
              <a:stCxn id="2808" idx="0"/>
              <a:endCxn id="2806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11" name="Google Shape;2811;p103"/>
            <p:cNvCxnSpPr>
              <a:stCxn id="2805" idx="5"/>
              <a:endCxn id="2807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12" name="Google Shape;2812;p103"/>
            <p:cNvCxnSpPr>
              <a:stCxn id="2807" idx="2"/>
              <a:endCxn id="2806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13" name="Google Shape;2813;p103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814" name="Google Shape;2814;p103"/>
            <p:cNvCxnSpPr>
              <a:stCxn id="2807" idx="3"/>
              <a:endCxn id="2808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15" name="Google Shape;2815;p103"/>
            <p:cNvCxnSpPr>
              <a:stCxn id="2813" idx="2"/>
              <a:endCxn id="2806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16" name="Google Shape;2816;p103"/>
            <p:cNvCxnSpPr>
              <a:stCxn id="2813" idx="0"/>
              <a:endCxn id="2805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17" name="Google Shape;2817;p103"/>
            <p:cNvCxnSpPr>
              <a:stCxn id="2808" idx="6"/>
              <a:endCxn id="2813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2818" name="Google Shape;2818;p103"/>
          <p:cNvCxnSpPr>
            <a:stCxn id="2779" idx="0"/>
          </p:cNvCxnSpPr>
          <p:nvPr/>
        </p:nvCxnSpPr>
        <p:spPr>
          <a:xfrm flipH="1" rot="10800000">
            <a:off x="5673625" y="3890600"/>
            <a:ext cx="1450200" cy="287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19" name="Google Shape;2819;p103"/>
          <p:cNvSpPr txBox="1"/>
          <p:nvPr/>
        </p:nvSpPr>
        <p:spPr>
          <a:xfrm>
            <a:off x="311700" y="1225225"/>
            <a:ext cx="48153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 graph is </a:t>
            </a:r>
            <a:r>
              <a:rPr b="1"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connected</a:t>
            </a: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if there </a:t>
            </a:r>
            <a:r>
              <a:rPr b="1"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exists</a:t>
            </a: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a (finite) path between each pair of nodes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 graph is </a:t>
            </a:r>
            <a:r>
              <a:rPr b="1"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disconnected</a:t>
            </a: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if there </a:t>
            </a:r>
            <a:r>
              <a:rPr b="1"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does not exist</a:t>
            </a: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a path connecting every pair of nodes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 connected subgraph is called a </a:t>
            </a:r>
            <a:r>
              <a:rPr b="1"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component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Char char="○"/>
            </a:pPr>
            <a:r>
              <a:rPr lang="en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If a graph has more than one component it is by definition disconnected</a:t>
            </a:r>
            <a:endParaRPr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3" name="Shape 2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4" name="Google Shape;2824;p10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Components</a:t>
            </a:r>
            <a:endParaRPr/>
          </a:p>
        </p:txBody>
      </p:sp>
      <p:sp>
        <p:nvSpPr>
          <p:cNvPr id="2825" name="Google Shape;2825;p104"/>
          <p:cNvSpPr txBox="1"/>
          <p:nvPr>
            <p:ph idx="1" type="body"/>
          </p:nvPr>
        </p:nvSpPr>
        <p:spPr>
          <a:xfrm>
            <a:off x="311700" y="1225225"/>
            <a:ext cx="4878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connected</a:t>
            </a:r>
            <a:r>
              <a:rPr lang="en"/>
              <a:t> if there </a:t>
            </a:r>
            <a:r>
              <a:rPr b="1" lang="en"/>
              <a:t>exists</a:t>
            </a:r>
            <a:r>
              <a:rPr lang="en"/>
              <a:t> a (finite) path between each pair of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disconnected</a:t>
            </a:r>
            <a:r>
              <a:rPr lang="en"/>
              <a:t> if there </a:t>
            </a:r>
            <a:r>
              <a:rPr b="1" lang="en"/>
              <a:t>does not exist</a:t>
            </a:r>
            <a:r>
              <a:rPr lang="en"/>
              <a:t> a path connecting every pair of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connected subgraph is called a </a:t>
            </a:r>
            <a:r>
              <a:rPr b="1" lang="en"/>
              <a:t>component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connected subgraph containing the largest number of vertices in a graph is called the </a:t>
            </a:r>
            <a:r>
              <a:rPr b="1" lang="en"/>
              <a:t>giant component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26" name="Google Shape;2826;p104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2827" name="Google Shape;2827;p104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8" name="Google Shape;2828;p104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9" name="Google Shape;2829;p104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0" name="Google Shape;2830;p104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831" name="Google Shape;2831;p104"/>
            <p:cNvCxnSpPr>
              <a:stCxn id="2827" idx="3"/>
              <a:endCxn id="2828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32" name="Google Shape;2832;p104"/>
            <p:cNvCxnSpPr>
              <a:stCxn id="2830" idx="1"/>
              <a:endCxn id="2828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33" name="Google Shape;2833;p104"/>
            <p:cNvCxnSpPr>
              <a:stCxn id="2827" idx="4"/>
              <a:endCxn id="2830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34" name="Google Shape;2834;p104"/>
            <p:cNvCxnSpPr>
              <a:stCxn id="2827" idx="5"/>
              <a:endCxn id="2829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35" name="Google Shape;2835;p104"/>
            <p:cNvCxnSpPr>
              <a:stCxn id="2829" idx="2"/>
              <a:endCxn id="2828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36" name="Google Shape;2836;p104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7" name="Google Shape;2837;p104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8" name="Google Shape;2838;p104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9" name="Google Shape;2839;p104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840" name="Google Shape;2840;p104"/>
            <p:cNvCxnSpPr>
              <a:stCxn id="2836" idx="3"/>
              <a:endCxn id="2837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41" name="Google Shape;2841;p104"/>
            <p:cNvCxnSpPr>
              <a:stCxn id="2839" idx="0"/>
              <a:endCxn id="2837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42" name="Google Shape;2842;p104"/>
            <p:cNvCxnSpPr>
              <a:stCxn id="2836" idx="5"/>
              <a:endCxn id="2838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43" name="Google Shape;2843;p104"/>
            <p:cNvCxnSpPr>
              <a:stCxn id="2838" idx="2"/>
              <a:endCxn id="2837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44" name="Google Shape;2844;p104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845" name="Google Shape;2845;p104"/>
            <p:cNvCxnSpPr>
              <a:stCxn id="2844" idx="0"/>
              <a:endCxn id="2837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46" name="Google Shape;2846;p104"/>
            <p:cNvCxnSpPr>
              <a:stCxn id="2838" idx="3"/>
              <a:endCxn id="2839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47" name="Google Shape;2847;p104"/>
            <p:cNvCxnSpPr>
              <a:stCxn id="2838" idx="3"/>
              <a:endCxn id="2844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48" name="Google Shape;2848;p104"/>
            <p:cNvCxnSpPr>
              <a:stCxn id="2836" idx="4"/>
              <a:endCxn id="2844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49" name="Google Shape;2849;p104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0" name="Google Shape;2850;p104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1" name="Google Shape;2851;p104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2" name="Google Shape;2852;p104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853" name="Google Shape;2853;p104"/>
            <p:cNvCxnSpPr>
              <a:stCxn id="2849" idx="3"/>
              <a:endCxn id="2850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54" name="Google Shape;2854;p104"/>
            <p:cNvCxnSpPr>
              <a:stCxn id="2852" idx="0"/>
              <a:endCxn id="2850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55" name="Google Shape;2855;p104"/>
            <p:cNvCxnSpPr>
              <a:stCxn id="2849" idx="5"/>
              <a:endCxn id="2851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56" name="Google Shape;2856;p104"/>
            <p:cNvCxnSpPr>
              <a:stCxn id="2851" idx="2"/>
              <a:endCxn id="2850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57" name="Google Shape;2857;p104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858" name="Google Shape;2858;p104"/>
            <p:cNvCxnSpPr>
              <a:stCxn id="2851" idx="3"/>
              <a:endCxn id="2852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59" name="Google Shape;2859;p104"/>
            <p:cNvCxnSpPr>
              <a:stCxn id="2857" idx="2"/>
              <a:endCxn id="2850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60" name="Google Shape;2860;p104"/>
            <p:cNvCxnSpPr>
              <a:stCxn id="2857" idx="0"/>
              <a:endCxn id="2849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61" name="Google Shape;2861;p104"/>
            <p:cNvCxnSpPr>
              <a:stCxn id="2852" idx="6"/>
              <a:endCxn id="2857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62" name="Google Shape;2862;p104"/>
            <p:cNvCxnSpPr>
              <a:stCxn id="2844" idx="3"/>
              <a:endCxn id="2849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63" name="Google Shape;2863;p104"/>
            <p:cNvCxnSpPr>
              <a:stCxn id="2838" idx="4"/>
              <a:endCxn id="2851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7" name="Shape 2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8" name="Google Shape;2868;p10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Components</a:t>
            </a:r>
            <a:endParaRPr/>
          </a:p>
        </p:txBody>
      </p:sp>
      <p:sp>
        <p:nvSpPr>
          <p:cNvPr id="2869" name="Google Shape;2869;p105"/>
          <p:cNvSpPr txBox="1"/>
          <p:nvPr/>
        </p:nvSpPr>
        <p:spPr>
          <a:xfrm>
            <a:off x="5599850" y="3934375"/>
            <a:ext cx="1417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the giant component!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2870" name="Google Shape;2870;p105"/>
          <p:cNvCxnSpPr>
            <a:stCxn id="2869" idx="0"/>
          </p:cNvCxnSpPr>
          <p:nvPr/>
        </p:nvCxnSpPr>
        <p:spPr>
          <a:xfrm flipH="1" rot="10800000">
            <a:off x="6308750" y="2623975"/>
            <a:ext cx="1348800" cy="1310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71" name="Google Shape;2871;p105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2" name="Google Shape;2872;p105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3" name="Google Shape;2873;p105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4" name="Google Shape;2874;p105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75" name="Google Shape;2875;p105"/>
          <p:cNvCxnSpPr>
            <a:stCxn id="2871" idx="3"/>
            <a:endCxn id="2872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6" name="Google Shape;2876;p105"/>
          <p:cNvCxnSpPr>
            <a:stCxn id="2874" idx="1"/>
            <a:endCxn id="2872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7" name="Google Shape;2877;p105"/>
          <p:cNvCxnSpPr>
            <a:stCxn id="2871" idx="4"/>
            <a:endCxn id="2874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8" name="Google Shape;2878;p105"/>
          <p:cNvCxnSpPr>
            <a:stCxn id="2871" idx="5"/>
            <a:endCxn id="2873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9" name="Google Shape;2879;p105"/>
          <p:cNvCxnSpPr>
            <a:stCxn id="2873" idx="2"/>
            <a:endCxn id="2872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80" name="Google Shape;2880;p105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1" name="Google Shape;2881;p105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2" name="Google Shape;2882;p105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3" name="Google Shape;2883;p105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84" name="Google Shape;2884;p105"/>
          <p:cNvCxnSpPr>
            <a:stCxn id="2880" idx="3"/>
            <a:endCxn id="2881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5" name="Google Shape;2885;p105"/>
          <p:cNvCxnSpPr>
            <a:stCxn id="2883" idx="0"/>
            <a:endCxn id="2881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6" name="Google Shape;2886;p105"/>
          <p:cNvCxnSpPr>
            <a:stCxn id="2880" idx="5"/>
            <a:endCxn id="2882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7" name="Google Shape;2887;p105"/>
          <p:cNvCxnSpPr>
            <a:stCxn id="2882" idx="2"/>
            <a:endCxn id="2881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88" name="Google Shape;2888;p105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89" name="Google Shape;2889;p105"/>
          <p:cNvCxnSpPr>
            <a:stCxn id="2888" idx="0"/>
            <a:endCxn id="2881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0" name="Google Shape;2890;p105"/>
          <p:cNvCxnSpPr>
            <a:stCxn id="2882" idx="3"/>
            <a:endCxn id="2883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1" name="Google Shape;2891;p105"/>
          <p:cNvCxnSpPr>
            <a:stCxn id="2882" idx="3"/>
            <a:endCxn id="2888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2" name="Google Shape;2892;p105"/>
          <p:cNvCxnSpPr>
            <a:stCxn id="2880" idx="4"/>
            <a:endCxn id="2888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93" name="Google Shape;2893;p105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4" name="Google Shape;2894;p105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5" name="Google Shape;2895;p105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6" name="Google Shape;2896;p105"/>
          <p:cNvSpPr/>
          <p:nvPr/>
        </p:nvSpPr>
        <p:spPr>
          <a:xfrm rot="-1281263">
            <a:off x="7726031" y="4473397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97" name="Google Shape;2897;p105"/>
          <p:cNvCxnSpPr>
            <a:stCxn id="2893" idx="3"/>
            <a:endCxn id="2894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8" name="Google Shape;2898;p105"/>
          <p:cNvCxnSpPr>
            <a:stCxn id="2896" idx="0"/>
            <a:endCxn id="2894" idx="4"/>
          </p:cNvCxnSpPr>
          <p:nvPr/>
        </p:nvCxnSpPr>
        <p:spPr>
          <a:xfrm rot="10800000">
            <a:off x="7426813" y="3939880"/>
            <a:ext cx="353700" cy="539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9" name="Google Shape;2899;p105"/>
          <p:cNvCxnSpPr>
            <a:stCxn id="2893" idx="5"/>
            <a:endCxn id="2895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0" name="Google Shape;2900;p105"/>
          <p:cNvCxnSpPr>
            <a:stCxn id="2895" idx="2"/>
            <a:endCxn id="2894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01" name="Google Shape;2901;p105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02" name="Google Shape;2902;p105"/>
          <p:cNvCxnSpPr>
            <a:stCxn id="2895" idx="3"/>
            <a:endCxn id="2896" idx="6"/>
          </p:cNvCxnSpPr>
          <p:nvPr/>
        </p:nvCxnSpPr>
        <p:spPr>
          <a:xfrm flipH="1">
            <a:off x="7891545" y="3603908"/>
            <a:ext cx="717600" cy="924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3" name="Google Shape;2903;p105"/>
          <p:cNvCxnSpPr>
            <a:stCxn id="2901" idx="2"/>
            <a:endCxn id="2894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4" name="Google Shape;2904;p105"/>
          <p:cNvCxnSpPr>
            <a:stCxn id="2901" idx="0"/>
            <a:endCxn id="2893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5" name="Google Shape;2905;p105"/>
          <p:cNvCxnSpPr>
            <a:stCxn id="2896" idx="6"/>
            <a:endCxn id="2901" idx="2"/>
          </p:cNvCxnSpPr>
          <p:nvPr/>
        </p:nvCxnSpPr>
        <p:spPr>
          <a:xfrm flipH="1" rot="10800000">
            <a:off x="7891513" y="4036780"/>
            <a:ext cx="115500" cy="491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6" name="Google Shape;2906;p105"/>
          <p:cNvCxnSpPr>
            <a:stCxn id="2888" idx="3"/>
            <a:endCxn id="2893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7" name="Google Shape;2907;p105"/>
          <p:cNvCxnSpPr>
            <a:stCxn id="2882" idx="4"/>
            <a:endCxn id="2895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08" name="Google Shape;2908;p105"/>
          <p:cNvSpPr txBox="1"/>
          <p:nvPr>
            <p:ph idx="1" type="body"/>
          </p:nvPr>
        </p:nvSpPr>
        <p:spPr>
          <a:xfrm>
            <a:off x="311700" y="1225225"/>
            <a:ext cx="4878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connected</a:t>
            </a:r>
            <a:r>
              <a:rPr lang="en"/>
              <a:t> if there </a:t>
            </a:r>
            <a:r>
              <a:rPr b="1" lang="en"/>
              <a:t>exists</a:t>
            </a:r>
            <a:r>
              <a:rPr lang="en"/>
              <a:t> a (finite) path between each pair of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graph is </a:t>
            </a:r>
            <a:r>
              <a:rPr b="1" lang="en"/>
              <a:t>disconnected</a:t>
            </a:r>
            <a:r>
              <a:rPr lang="en"/>
              <a:t> if there </a:t>
            </a:r>
            <a:r>
              <a:rPr b="1" lang="en"/>
              <a:t>does not exist</a:t>
            </a:r>
            <a:r>
              <a:rPr lang="en"/>
              <a:t> a path connecting every pair of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connected subgraph is called a </a:t>
            </a:r>
            <a:r>
              <a:rPr b="1" lang="en"/>
              <a:t>component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connected subgraph containing the largest number of vertices in a graph is called the </a:t>
            </a:r>
            <a:r>
              <a:rPr b="1" lang="en"/>
              <a:t>giant component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2912" name="Shape 2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3" name="Google Shape;2913;p106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Disconnecting graphs via node or edge removal</a:t>
            </a: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7" name="Shape 2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" name="Google Shape;2918;p10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connectivity: K-Connectivity</a:t>
            </a:r>
            <a:endParaRPr/>
          </a:p>
        </p:txBody>
      </p:sp>
      <p:sp>
        <p:nvSpPr>
          <p:cNvPr id="2919" name="Google Shape;2919;p107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disconnect a graph by removing </a:t>
            </a:r>
            <a:r>
              <a:rPr b="1" lang="en"/>
              <a:t>edges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20" name="Google Shape;2920;p107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2921" name="Google Shape;2921;p107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2" name="Google Shape;2922;p107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3" name="Google Shape;2923;p107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4" name="Google Shape;2924;p107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925" name="Google Shape;2925;p107"/>
            <p:cNvCxnSpPr>
              <a:stCxn id="2921" idx="3"/>
              <a:endCxn id="2922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26" name="Google Shape;2926;p107"/>
            <p:cNvCxnSpPr>
              <a:stCxn id="2924" idx="1"/>
              <a:endCxn id="2922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27" name="Google Shape;2927;p107"/>
            <p:cNvCxnSpPr>
              <a:stCxn id="2921" idx="4"/>
              <a:endCxn id="2924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28" name="Google Shape;2928;p107"/>
            <p:cNvCxnSpPr>
              <a:stCxn id="2921" idx="5"/>
              <a:endCxn id="2923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29" name="Google Shape;2929;p107"/>
            <p:cNvCxnSpPr>
              <a:stCxn id="2923" idx="2"/>
              <a:endCxn id="2922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30" name="Google Shape;2930;p107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1" name="Google Shape;2931;p107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2" name="Google Shape;2932;p107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3" name="Google Shape;2933;p107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934" name="Google Shape;2934;p107"/>
            <p:cNvCxnSpPr>
              <a:stCxn id="2930" idx="3"/>
              <a:endCxn id="2931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35" name="Google Shape;2935;p107"/>
            <p:cNvCxnSpPr>
              <a:stCxn id="2933" idx="0"/>
              <a:endCxn id="2931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36" name="Google Shape;2936;p107"/>
            <p:cNvCxnSpPr>
              <a:stCxn id="2930" idx="5"/>
              <a:endCxn id="2932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37" name="Google Shape;2937;p107"/>
            <p:cNvCxnSpPr>
              <a:stCxn id="2932" idx="2"/>
              <a:endCxn id="2931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38" name="Google Shape;2938;p107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939" name="Google Shape;2939;p107"/>
            <p:cNvCxnSpPr>
              <a:stCxn id="2938" idx="0"/>
              <a:endCxn id="2931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40" name="Google Shape;2940;p107"/>
            <p:cNvCxnSpPr>
              <a:stCxn id="2932" idx="3"/>
              <a:endCxn id="2933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41" name="Google Shape;2941;p107"/>
            <p:cNvCxnSpPr>
              <a:stCxn id="2932" idx="3"/>
              <a:endCxn id="2938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42" name="Google Shape;2942;p107"/>
            <p:cNvCxnSpPr>
              <a:stCxn id="2930" idx="4"/>
              <a:endCxn id="2938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43" name="Google Shape;2943;p107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4" name="Google Shape;2944;p107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5" name="Google Shape;2945;p107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6" name="Google Shape;2946;p107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947" name="Google Shape;2947;p107"/>
            <p:cNvCxnSpPr>
              <a:stCxn id="2943" idx="3"/>
              <a:endCxn id="2944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48" name="Google Shape;2948;p107"/>
            <p:cNvCxnSpPr>
              <a:stCxn id="2946" idx="0"/>
              <a:endCxn id="2944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49" name="Google Shape;2949;p107"/>
            <p:cNvCxnSpPr>
              <a:stCxn id="2943" idx="5"/>
              <a:endCxn id="2945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50" name="Google Shape;2950;p107"/>
            <p:cNvCxnSpPr>
              <a:stCxn id="2945" idx="2"/>
              <a:endCxn id="2944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51" name="Google Shape;2951;p107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952" name="Google Shape;2952;p107"/>
            <p:cNvCxnSpPr>
              <a:stCxn id="2945" idx="3"/>
              <a:endCxn id="2946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53" name="Google Shape;2953;p107"/>
            <p:cNvCxnSpPr>
              <a:stCxn id="2951" idx="2"/>
              <a:endCxn id="2944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54" name="Google Shape;2954;p107"/>
            <p:cNvCxnSpPr>
              <a:stCxn id="2951" idx="0"/>
              <a:endCxn id="2943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55" name="Google Shape;2955;p107"/>
            <p:cNvCxnSpPr>
              <a:stCxn id="2946" idx="6"/>
              <a:endCxn id="2951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56" name="Google Shape;2956;p107"/>
            <p:cNvCxnSpPr>
              <a:stCxn id="2923" idx="5"/>
              <a:endCxn id="2944" idx="1"/>
            </p:cNvCxnSpPr>
            <p:nvPr/>
          </p:nvCxnSpPr>
          <p:spPr>
            <a:xfrm>
              <a:off x="6516801" y="2675826"/>
              <a:ext cx="800400" cy="1149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57" name="Google Shape;2957;p107"/>
            <p:cNvCxnSpPr>
              <a:stCxn id="2923" idx="7"/>
              <a:endCxn id="2933" idx="3"/>
            </p:cNvCxnSpPr>
            <p:nvPr/>
          </p:nvCxnSpPr>
          <p:spPr>
            <a:xfrm flipH="1" rot="10800000">
              <a:off x="6516801" y="1640899"/>
              <a:ext cx="754200" cy="91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58" name="Google Shape;2958;p107"/>
            <p:cNvCxnSpPr>
              <a:stCxn id="2938" idx="3"/>
              <a:endCxn id="2943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59" name="Google Shape;2959;p107"/>
            <p:cNvCxnSpPr>
              <a:stCxn id="2932" idx="4"/>
              <a:endCxn id="2945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3" name="Shape 2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4" name="Google Shape;2964;p10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connectivity: K-Connectivity</a:t>
            </a:r>
            <a:endParaRPr/>
          </a:p>
        </p:txBody>
      </p:sp>
      <p:sp>
        <p:nvSpPr>
          <p:cNvPr id="2965" name="Google Shape;2965;p108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disconnect a graph by removing </a:t>
            </a:r>
            <a:r>
              <a:rPr b="1" lang="en"/>
              <a:t>edges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66" name="Google Shape;2966;p108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2967" name="Google Shape;2967;p108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8" name="Google Shape;2968;p108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9" name="Google Shape;2969;p108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0" name="Google Shape;2970;p108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971" name="Google Shape;2971;p108"/>
            <p:cNvCxnSpPr>
              <a:stCxn id="2967" idx="3"/>
              <a:endCxn id="2968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72" name="Google Shape;2972;p108"/>
            <p:cNvCxnSpPr>
              <a:stCxn id="2970" idx="1"/>
              <a:endCxn id="2968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73" name="Google Shape;2973;p108"/>
            <p:cNvCxnSpPr>
              <a:stCxn id="2967" idx="4"/>
              <a:endCxn id="2970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74" name="Google Shape;2974;p108"/>
            <p:cNvCxnSpPr>
              <a:stCxn id="2967" idx="5"/>
              <a:endCxn id="2969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75" name="Google Shape;2975;p108"/>
            <p:cNvCxnSpPr>
              <a:stCxn id="2969" idx="2"/>
              <a:endCxn id="2968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76" name="Google Shape;2976;p108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7" name="Google Shape;2977;p108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8" name="Google Shape;2978;p108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9" name="Google Shape;2979;p108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980" name="Google Shape;2980;p108"/>
            <p:cNvCxnSpPr>
              <a:stCxn id="2976" idx="3"/>
              <a:endCxn id="2977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81" name="Google Shape;2981;p108"/>
            <p:cNvCxnSpPr>
              <a:stCxn id="2979" idx="0"/>
              <a:endCxn id="2977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82" name="Google Shape;2982;p108"/>
            <p:cNvCxnSpPr>
              <a:stCxn id="2976" idx="5"/>
              <a:endCxn id="2978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83" name="Google Shape;2983;p108"/>
            <p:cNvCxnSpPr>
              <a:stCxn id="2978" idx="2"/>
              <a:endCxn id="2977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84" name="Google Shape;2984;p108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985" name="Google Shape;2985;p108"/>
            <p:cNvCxnSpPr>
              <a:stCxn id="2984" idx="0"/>
              <a:endCxn id="2977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86" name="Google Shape;2986;p108"/>
            <p:cNvCxnSpPr>
              <a:stCxn id="2978" idx="3"/>
              <a:endCxn id="2979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87" name="Google Shape;2987;p108"/>
            <p:cNvCxnSpPr>
              <a:stCxn id="2978" idx="3"/>
              <a:endCxn id="2984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88" name="Google Shape;2988;p108"/>
            <p:cNvCxnSpPr>
              <a:stCxn id="2976" idx="4"/>
              <a:endCxn id="2984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89" name="Google Shape;2989;p108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0" name="Google Shape;2990;p108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1" name="Google Shape;2991;p108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2" name="Google Shape;2992;p108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993" name="Google Shape;2993;p108"/>
            <p:cNvCxnSpPr>
              <a:stCxn id="2989" idx="3"/>
              <a:endCxn id="2990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94" name="Google Shape;2994;p108"/>
            <p:cNvCxnSpPr>
              <a:stCxn id="2992" idx="0"/>
              <a:endCxn id="2990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95" name="Google Shape;2995;p108"/>
            <p:cNvCxnSpPr>
              <a:stCxn id="2989" idx="5"/>
              <a:endCxn id="2991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96" name="Google Shape;2996;p108"/>
            <p:cNvCxnSpPr>
              <a:stCxn id="2991" idx="2"/>
              <a:endCxn id="2990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97" name="Google Shape;2997;p108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998" name="Google Shape;2998;p108"/>
            <p:cNvCxnSpPr>
              <a:stCxn id="2991" idx="3"/>
              <a:endCxn id="2992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99" name="Google Shape;2999;p108"/>
            <p:cNvCxnSpPr>
              <a:stCxn id="2997" idx="2"/>
              <a:endCxn id="2990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00" name="Google Shape;3000;p108"/>
            <p:cNvCxnSpPr>
              <a:stCxn id="2997" idx="0"/>
              <a:endCxn id="2989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01" name="Google Shape;3001;p108"/>
            <p:cNvCxnSpPr>
              <a:stCxn id="2992" idx="6"/>
              <a:endCxn id="2997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02" name="Google Shape;3002;p108"/>
            <p:cNvCxnSpPr>
              <a:stCxn id="2984" idx="3"/>
              <a:endCxn id="2989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03" name="Google Shape;3003;p108"/>
            <p:cNvCxnSpPr>
              <a:stCxn id="2978" idx="4"/>
              <a:endCxn id="2991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004" name="Google Shape;3004;p108"/>
          <p:cNvSpPr txBox="1"/>
          <p:nvPr/>
        </p:nvSpPr>
        <p:spPr>
          <a:xfrm>
            <a:off x="4916650" y="896075"/>
            <a:ext cx="19005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Oops! Disconnected!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8" name="Shape 3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9" name="Google Shape;3009;p10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connectivity: K-Connectivity</a:t>
            </a:r>
            <a:endParaRPr/>
          </a:p>
        </p:txBody>
      </p:sp>
      <p:sp>
        <p:nvSpPr>
          <p:cNvPr id="3010" name="Google Shape;3010;p109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disconnect a graph by removing </a:t>
            </a:r>
            <a:r>
              <a:rPr b="1" lang="en"/>
              <a:t>edges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also disconnect a graph by removing </a:t>
            </a:r>
            <a:r>
              <a:rPr b="1" lang="en"/>
              <a:t>nodes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11" name="Google Shape;3011;p109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3012" name="Google Shape;3012;p109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3" name="Google Shape;3013;p109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4" name="Google Shape;3014;p109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5" name="Google Shape;3015;p109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016" name="Google Shape;3016;p109"/>
            <p:cNvCxnSpPr>
              <a:stCxn id="3012" idx="3"/>
              <a:endCxn id="3013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17" name="Google Shape;3017;p109"/>
            <p:cNvCxnSpPr>
              <a:stCxn id="3015" idx="1"/>
              <a:endCxn id="3013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18" name="Google Shape;3018;p109"/>
            <p:cNvCxnSpPr>
              <a:stCxn id="3012" idx="4"/>
              <a:endCxn id="3015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19" name="Google Shape;3019;p109"/>
            <p:cNvCxnSpPr>
              <a:stCxn id="3012" idx="5"/>
              <a:endCxn id="3014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20" name="Google Shape;3020;p109"/>
            <p:cNvCxnSpPr>
              <a:stCxn id="3014" idx="2"/>
              <a:endCxn id="3013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021" name="Google Shape;3021;p109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2" name="Google Shape;3022;p109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3" name="Google Shape;3023;p109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4" name="Google Shape;3024;p109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025" name="Google Shape;3025;p109"/>
            <p:cNvCxnSpPr>
              <a:stCxn id="3021" idx="3"/>
              <a:endCxn id="3022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26" name="Google Shape;3026;p109"/>
            <p:cNvCxnSpPr>
              <a:stCxn id="3024" idx="0"/>
              <a:endCxn id="3022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27" name="Google Shape;3027;p109"/>
            <p:cNvCxnSpPr>
              <a:stCxn id="3021" idx="5"/>
              <a:endCxn id="3023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28" name="Google Shape;3028;p109"/>
            <p:cNvCxnSpPr>
              <a:stCxn id="3023" idx="2"/>
              <a:endCxn id="3022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029" name="Google Shape;3029;p109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030" name="Google Shape;3030;p109"/>
            <p:cNvCxnSpPr>
              <a:stCxn id="3029" idx="0"/>
              <a:endCxn id="3022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31" name="Google Shape;3031;p109"/>
            <p:cNvCxnSpPr>
              <a:stCxn id="3023" idx="3"/>
              <a:endCxn id="3024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32" name="Google Shape;3032;p109"/>
            <p:cNvCxnSpPr>
              <a:stCxn id="3023" idx="3"/>
              <a:endCxn id="3029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33" name="Google Shape;3033;p109"/>
            <p:cNvCxnSpPr>
              <a:stCxn id="3021" idx="4"/>
              <a:endCxn id="3029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034" name="Google Shape;3034;p109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5" name="Google Shape;3035;p109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6" name="Google Shape;3036;p109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7" name="Google Shape;3037;p109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038" name="Google Shape;3038;p109"/>
            <p:cNvCxnSpPr>
              <a:stCxn id="3034" idx="3"/>
              <a:endCxn id="3035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39" name="Google Shape;3039;p109"/>
            <p:cNvCxnSpPr>
              <a:stCxn id="3037" idx="0"/>
              <a:endCxn id="3035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40" name="Google Shape;3040;p109"/>
            <p:cNvCxnSpPr>
              <a:stCxn id="3034" idx="5"/>
              <a:endCxn id="3036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41" name="Google Shape;3041;p109"/>
            <p:cNvCxnSpPr>
              <a:stCxn id="3036" idx="2"/>
              <a:endCxn id="3035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042" name="Google Shape;3042;p109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043" name="Google Shape;3043;p109"/>
            <p:cNvCxnSpPr>
              <a:stCxn id="3036" idx="3"/>
              <a:endCxn id="3037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44" name="Google Shape;3044;p109"/>
            <p:cNvCxnSpPr>
              <a:stCxn id="3042" idx="2"/>
              <a:endCxn id="3035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45" name="Google Shape;3045;p109"/>
            <p:cNvCxnSpPr>
              <a:stCxn id="3042" idx="0"/>
              <a:endCxn id="3034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46" name="Google Shape;3046;p109"/>
            <p:cNvCxnSpPr>
              <a:stCxn id="3037" idx="6"/>
              <a:endCxn id="3042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47" name="Google Shape;3047;p109"/>
            <p:cNvCxnSpPr>
              <a:stCxn id="3014" idx="5"/>
              <a:endCxn id="3035" idx="1"/>
            </p:cNvCxnSpPr>
            <p:nvPr/>
          </p:nvCxnSpPr>
          <p:spPr>
            <a:xfrm>
              <a:off x="6516801" y="2675826"/>
              <a:ext cx="800400" cy="1149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48" name="Google Shape;3048;p109"/>
            <p:cNvCxnSpPr>
              <a:stCxn id="3014" idx="7"/>
              <a:endCxn id="3024" idx="3"/>
            </p:cNvCxnSpPr>
            <p:nvPr/>
          </p:nvCxnSpPr>
          <p:spPr>
            <a:xfrm flipH="1" rot="10800000">
              <a:off x="6516801" y="1640899"/>
              <a:ext cx="754200" cy="91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49" name="Google Shape;3049;p109"/>
            <p:cNvCxnSpPr>
              <a:stCxn id="3029" idx="3"/>
              <a:endCxn id="3034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50" name="Google Shape;3050;p109"/>
            <p:cNvCxnSpPr>
              <a:stCxn id="3023" idx="4"/>
              <a:endCxn id="3036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4" name="Shape 3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5" name="Google Shape;3055;p11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connectivity: K-Connectivity</a:t>
            </a:r>
            <a:endParaRPr/>
          </a:p>
        </p:txBody>
      </p:sp>
      <p:sp>
        <p:nvSpPr>
          <p:cNvPr id="3056" name="Google Shape;3056;p110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disconnect a graph by removing </a:t>
            </a:r>
            <a:r>
              <a:rPr b="1" lang="en"/>
              <a:t>edges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also disconnect a graph by removing </a:t>
            </a:r>
            <a:r>
              <a:rPr b="1" lang="en"/>
              <a:t>nodes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7" name="Google Shape;3057;p110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8" name="Google Shape;3058;p110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9" name="Google Shape;3059;p110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60" name="Google Shape;3060;p110"/>
          <p:cNvCxnSpPr>
            <a:stCxn id="3057" idx="3"/>
            <a:endCxn id="3058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1" name="Google Shape;3061;p110"/>
          <p:cNvCxnSpPr>
            <a:stCxn id="3059" idx="1"/>
            <a:endCxn id="3058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2" name="Google Shape;3062;p110"/>
          <p:cNvCxnSpPr>
            <a:stCxn id="3057" idx="4"/>
            <a:endCxn id="3059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63" name="Google Shape;3063;p110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4" name="Google Shape;3064;p110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5" name="Google Shape;3065;p110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6" name="Google Shape;3066;p110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67" name="Google Shape;3067;p110"/>
          <p:cNvCxnSpPr>
            <a:stCxn id="3063" idx="3"/>
            <a:endCxn id="3064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8" name="Google Shape;3068;p110"/>
          <p:cNvCxnSpPr>
            <a:stCxn id="3066" idx="0"/>
            <a:endCxn id="3064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9" name="Google Shape;3069;p110"/>
          <p:cNvCxnSpPr>
            <a:stCxn id="3063" idx="5"/>
            <a:endCxn id="3065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0" name="Google Shape;3070;p110"/>
          <p:cNvCxnSpPr>
            <a:stCxn id="3065" idx="2"/>
            <a:endCxn id="3064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71" name="Google Shape;3071;p110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72" name="Google Shape;3072;p110"/>
          <p:cNvCxnSpPr>
            <a:stCxn id="3071" idx="0"/>
            <a:endCxn id="3064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3" name="Google Shape;3073;p110"/>
          <p:cNvCxnSpPr>
            <a:stCxn id="3065" idx="3"/>
            <a:endCxn id="3066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4" name="Google Shape;3074;p110"/>
          <p:cNvCxnSpPr>
            <a:stCxn id="3065" idx="3"/>
            <a:endCxn id="3071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5" name="Google Shape;3075;p110"/>
          <p:cNvCxnSpPr>
            <a:stCxn id="3063" idx="4"/>
            <a:endCxn id="3071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76" name="Google Shape;3076;p110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7" name="Google Shape;3077;p110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8" name="Google Shape;3078;p110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9" name="Google Shape;3079;p110"/>
          <p:cNvSpPr/>
          <p:nvPr/>
        </p:nvSpPr>
        <p:spPr>
          <a:xfrm rot="-1281263">
            <a:off x="7726031" y="44733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80" name="Google Shape;3080;p110"/>
          <p:cNvCxnSpPr>
            <a:stCxn id="3076" idx="3"/>
            <a:endCxn id="3077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1" name="Google Shape;3081;p110"/>
          <p:cNvCxnSpPr>
            <a:stCxn id="3079" idx="0"/>
            <a:endCxn id="3077" idx="4"/>
          </p:cNvCxnSpPr>
          <p:nvPr/>
        </p:nvCxnSpPr>
        <p:spPr>
          <a:xfrm rot="10800000">
            <a:off x="7426813" y="3939880"/>
            <a:ext cx="353700" cy="53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2" name="Google Shape;3082;p110"/>
          <p:cNvCxnSpPr>
            <a:stCxn id="3076" idx="5"/>
            <a:endCxn id="3078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3" name="Google Shape;3083;p110"/>
          <p:cNvCxnSpPr>
            <a:stCxn id="3078" idx="2"/>
            <a:endCxn id="3077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84" name="Google Shape;3084;p110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85" name="Google Shape;3085;p110"/>
          <p:cNvCxnSpPr>
            <a:stCxn id="3078" idx="3"/>
            <a:endCxn id="3079" idx="6"/>
          </p:cNvCxnSpPr>
          <p:nvPr/>
        </p:nvCxnSpPr>
        <p:spPr>
          <a:xfrm flipH="1">
            <a:off x="7891545" y="3603908"/>
            <a:ext cx="717600" cy="9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6" name="Google Shape;3086;p110"/>
          <p:cNvCxnSpPr>
            <a:stCxn id="3084" idx="2"/>
            <a:endCxn id="3077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7" name="Google Shape;3087;p110"/>
          <p:cNvCxnSpPr>
            <a:stCxn id="3084" idx="0"/>
            <a:endCxn id="3076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8" name="Google Shape;3088;p110"/>
          <p:cNvCxnSpPr>
            <a:stCxn id="3079" idx="6"/>
            <a:endCxn id="3084" idx="2"/>
          </p:cNvCxnSpPr>
          <p:nvPr/>
        </p:nvCxnSpPr>
        <p:spPr>
          <a:xfrm flipH="1" rot="10800000">
            <a:off x="7891513" y="4036780"/>
            <a:ext cx="115500" cy="49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9" name="Google Shape;3089;p110"/>
          <p:cNvCxnSpPr>
            <a:stCxn id="3071" idx="3"/>
            <a:endCxn id="3076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0" name="Google Shape;3090;p110"/>
          <p:cNvCxnSpPr>
            <a:stCxn id="3065" idx="4"/>
            <a:endCxn id="3078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91" name="Google Shape;3091;p110"/>
          <p:cNvSpPr txBox="1"/>
          <p:nvPr/>
        </p:nvSpPr>
        <p:spPr>
          <a:xfrm>
            <a:off x="4916650" y="896075"/>
            <a:ext cx="19005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Oops! Disconnected!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5" name="Shape 3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6" name="Google Shape;3096;p11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connectivity: K-Connectivity</a:t>
            </a:r>
            <a:endParaRPr/>
          </a:p>
        </p:txBody>
      </p:sp>
      <p:sp>
        <p:nvSpPr>
          <p:cNvPr id="3097" name="Google Shape;3097;p111"/>
          <p:cNvSpPr txBox="1"/>
          <p:nvPr>
            <p:ph idx="1" type="body"/>
          </p:nvPr>
        </p:nvSpPr>
        <p:spPr>
          <a:xfrm>
            <a:off x="311700" y="1225225"/>
            <a:ext cx="4314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disconnect a graph by removing </a:t>
            </a:r>
            <a:r>
              <a:rPr b="1" lang="en"/>
              <a:t>edges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also disconnect a graph by removing </a:t>
            </a:r>
            <a:r>
              <a:rPr b="1" lang="en"/>
              <a:t>nodes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can be easier to disconnect a graph by removing nodes because nodes take their links with them!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8" name="Google Shape;3098;p111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9" name="Google Shape;3099;p111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0" name="Google Shape;3100;p111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01" name="Google Shape;3101;p111"/>
          <p:cNvCxnSpPr>
            <a:stCxn id="3098" idx="3"/>
            <a:endCxn id="3099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02" name="Google Shape;3102;p111"/>
          <p:cNvCxnSpPr>
            <a:stCxn id="3100" idx="1"/>
            <a:endCxn id="3099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03" name="Google Shape;3103;p111"/>
          <p:cNvCxnSpPr>
            <a:stCxn id="3098" idx="4"/>
            <a:endCxn id="3100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04" name="Google Shape;3104;p111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5" name="Google Shape;3105;p111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6" name="Google Shape;3106;p111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7" name="Google Shape;3107;p111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08" name="Google Shape;3108;p111"/>
          <p:cNvCxnSpPr>
            <a:stCxn id="3104" idx="3"/>
            <a:endCxn id="3105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09" name="Google Shape;3109;p111"/>
          <p:cNvCxnSpPr>
            <a:stCxn id="3107" idx="0"/>
            <a:endCxn id="3105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0" name="Google Shape;3110;p111"/>
          <p:cNvCxnSpPr>
            <a:stCxn id="3104" idx="5"/>
            <a:endCxn id="3106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1" name="Google Shape;3111;p111"/>
          <p:cNvCxnSpPr>
            <a:stCxn id="3106" idx="2"/>
            <a:endCxn id="3105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12" name="Google Shape;3112;p111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13" name="Google Shape;3113;p111"/>
          <p:cNvCxnSpPr>
            <a:stCxn id="3112" idx="0"/>
            <a:endCxn id="3105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4" name="Google Shape;3114;p111"/>
          <p:cNvCxnSpPr>
            <a:stCxn id="3106" idx="3"/>
            <a:endCxn id="3107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5" name="Google Shape;3115;p111"/>
          <p:cNvCxnSpPr>
            <a:stCxn id="3106" idx="3"/>
            <a:endCxn id="3112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6" name="Google Shape;3116;p111"/>
          <p:cNvCxnSpPr>
            <a:stCxn id="3104" idx="4"/>
            <a:endCxn id="3112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17" name="Google Shape;3117;p111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8" name="Google Shape;3118;p111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9" name="Google Shape;3119;p111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0" name="Google Shape;3120;p111"/>
          <p:cNvSpPr/>
          <p:nvPr/>
        </p:nvSpPr>
        <p:spPr>
          <a:xfrm rot="-1281263">
            <a:off x="7726031" y="44733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21" name="Google Shape;3121;p111"/>
          <p:cNvCxnSpPr>
            <a:stCxn id="3117" idx="3"/>
            <a:endCxn id="3118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22" name="Google Shape;3122;p111"/>
          <p:cNvCxnSpPr>
            <a:stCxn id="3120" idx="0"/>
            <a:endCxn id="3118" idx="4"/>
          </p:cNvCxnSpPr>
          <p:nvPr/>
        </p:nvCxnSpPr>
        <p:spPr>
          <a:xfrm rot="10800000">
            <a:off x="7426813" y="3939880"/>
            <a:ext cx="353700" cy="53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23" name="Google Shape;3123;p111"/>
          <p:cNvCxnSpPr>
            <a:stCxn id="3117" idx="5"/>
            <a:endCxn id="3119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24" name="Google Shape;3124;p111"/>
          <p:cNvCxnSpPr>
            <a:stCxn id="3119" idx="2"/>
            <a:endCxn id="3118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25" name="Google Shape;3125;p111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26" name="Google Shape;3126;p111"/>
          <p:cNvCxnSpPr>
            <a:stCxn id="3119" idx="3"/>
            <a:endCxn id="3120" idx="6"/>
          </p:cNvCxnSpPr>
          <p:nvPr/>
        </p:nvCxnSpPr>
        <p:spPr>
          <a:xfrm flipH="1">
            <a:off x="7891545" y="3603908"/>
            <a:ext cx="717600" cy="9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27" name="Google Shape;3127;p111"/>
          <p:cNvCxnSpPr>
            <a:stCxn id="3125" idx="2"/>
            <a:endCxn id="3118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28" name="Google Shape;3128;p111"/>
          <p:cNvCxnSpPr>
            <a:stCxn id="3125" idx="0"/>
            <a:endCxn id="3117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29" name="Google Shape;3129;p111"/>
          <p:cNvCxnSpPr>
            <a:stCxn id="3120" idx="6"/>
            <a:endCxn id="3125" idx="2"/>
          </p:cNvCxnSpPr>
          <p:nvPr/>
        </p:nvCxnSpPr>
        <p:spPr>
          <a:xfrm flipH="1" rot="10800000">
            <a:off x="7891513" y="4036780"/>
            <a:ext cx="115500" cy="49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30" name="Google Shape;3130;p111"/>
          <p:cNvCxnSpPr>
            <a:stCxn id="3112" idx="3"/>
            <a:endCxn id="3117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31" name="Google Shape;3131;p111"/>
          <p:cNvCxnSpPr>
            <a:stCxn id="3106" idx="4"/>
            <a:endCxn id="3119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32" name="Google Shape;3132;p111"/>
          <p:cNvSpPr txBox="1"/>
          <p:nvPr/>
        </p:nvSpPr>
        <p:spPr>
          <a:xfrm>
            <a:off x="4916650" y="896075"/>
            <a:ext cx="1900500" cy="8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Oops! Disconnected!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3136" name="Shape 3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7" name="Google Shape;3137;p112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K-Connectivity</a:t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1" name="Shape 3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2" name="Google Shape;3142;p1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connectivity: K-Connectivity</a:t>
            </a:r>
            <a:endParaRPr/>
          </a:p>
        </p:txBody>
      </p:sp>
      <p:sp>
        <p:nvSpPr>
          <p:cNvPr id="3143" name="Google Shape;3143;p113"/>
          <p:cNvSpPr txBox="1"/>
          <p:nvPr>
            <p:ph idx="1" type="body"/>
          </p:nvPr>
        </p:nvSpPr>
        <p:spPr>
          <a:xfrm>
            <a:off x="311700" y="1225225"/>
            <a:ext cx="4572000" cy="35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k-connectivity </a:t>
            </a:r>
            <a:r>
              <a:rPr lang="en"/>
              <a:t>of a graph is the </a:t>
            </a:r>
            <a:r>
              <a:rPr b="1" lang="en"/>
              <a:t>minimum number of nodes</a:t>
            </a:r>
            <a:r>
              <a:rPr lang="en"/>
              <a:t> we need to remove to disconnect it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44" name="Google Shape;3144;p113"/>
          <p:cNvGrpSpPr/>
          <p:nvPr/>
        </p:nvGrpSpPr>
        <p:grpSpPr>
          <a:xfrm>
            <a:off x="7426813" y="3603880"/>
            <a:ext cx="1182300" cy="1066200"/>
            <a:chOff x="7426813" y="3603880"/>
            <a:chExt cx="1182300" cy="1066200"/>
          </a:xfrm>
        </p:grpSpPr>
        <p:sp>
          <p:nvSpPr>
            <p:cNvPr id="3145" name="Google Shape;3145;p113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146" name="Google Shape;3146;p113"/>
            <p:cNvCxnSpPr>
              <a:stCxn id="3145" idx="0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47" name="Google Shape;3147;p113"/>
            <p:cNvCxnSpPr>
              <a:endCxn id="3145" idx="6"/>
            </p:cNvCxnSpPr>
            <p:nvPr/>
          </p:nvCxnSpPr>
          <p:spPr>
            <a:xfrm flipH="1">
              <a:off x="7891513" y="3603880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48" name="Google Shape;3148;p113"/>
            <p:cNvCxnSpPr>
              <a:stCxn id="3145" idx="6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149" name="Google Shape;3149;p113"/>
          <p:cNvGrpSpPr/>
          <p:nvPr/>
        </p:nvGrpSpPr>
        <p:grpSpPr>
          <a:xfrm>
            <a:off x="5370463" y="653813"/>
            <a:ext cx="3384048" cy="3462804"/>
            <a:chOff x="5370463" y="653813"/>
            <a:chExt cx="3384048" cy="3462804"/>
          </a:xfrm>
        </p:grpSpPr>
        <p:sp>
          <p:nvSpPr>
            <p:cNvPr id="3150" name="Google Shape;3150;p113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1" name="Google Shape;3151;p113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2" name="Google Shape;3152;p113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3" name="Google Shape;3153;p113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154" name="Google Shape;3154;p113"/>
            <p:cNvCxnSpPr>
              <a:stCxn id="3150" idx="3"/>
              <a:endCxn id="3151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55" name="Google Shape;3155;p113"/>
            <p:cNvCxnSpPr>
              <a:stCxn id="3153" idx="1"/>
              <a:endCxn id="3151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56" name="Google Shape;3156;p113"/>
            <p:cNvCxnSpPr>
              <a:stCxn id="3150" idx="4"/>
              <a:endCxn id="3153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57" name="Google Shape;3157;p113"/>
            <p:cNvCxnSpPr>
              <a:stCxn id="3150" idx="5"/>
              <a:endCxn id="3152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58" name="Google Shape;3158;p113"/>
            <p:cNvCxnSpPr>
              <a:stCxn id="3152" idx="2"/>
              <a:endCxn id="3151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159" name="Google Shape;3159;p113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0" name="Google Shape;3160;p113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1" name="Google Shape;3161;p113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2" name="Google Shape;3162;p113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163" name="Google Shape;3163;p113"/>
            <p:cNvCxnSpPr>
              <a:stCxn id="3159" idx="3"/>
              <a:endCxn id="3160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64" name="Google Shape;3164;p113"/>
            <p:cNvCxnSpPr>
              <a:stCxn id="3162" idx="0"/>
              <a:endCxn id="3160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65" name="Google Shape;3165;p113"/>
            <p:cNvCxnSpPr>
              <a:stCxn id="3159" idx="5"/>
              <a:endCxn id="3161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66" name="Google Shape;3166;p113"/>
            <p:cNvCxnSpPr>
              <a:stCxn id="3161" idx="2"/>
              <a:endCxn id="3160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167" name="Google Shape;3167;p113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168" name="Google Shape;3168;p113"/>
            <p:cNvCxnSpPr>
              <a:stCxn id="3167" idx="0"/>
              <a:endCxn id="3160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69" name="Google Shape;3169;p113"/>
            <p:cNvCxnSpPr>
              <a:stCxn id="3161" idx="3"/>
              <a:endCxn id="3162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70" name="Google Shape;3170;p113"/>
            <p:cNvCxnSpPr>
              <a:stCxn id="3161" idx="3"/>
              <a:endCxn id="3167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71" name="Google Shape;3171;p113"/>
            <p:cNvCxnSpPr>
              <a:stCxn id="3159" idx="4"/>
              <a:endCxn id="3167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172" name="Google Shape;3172;p113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3" name="Google Shape;3173;p113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4" name="Google Shape;3174;p113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175" name="Google Shape;3175;p113"/>
            <p:cNvCxnSpPr>
              <a:stCxn id="3172" idx="3"/>
              <a:endCxn id="3173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76" name="Google Shape;3176;p113"/>
            <p:cNvCxnSpPr>
              <a:stCxn id="3172" idx="5"/>
              <a:endCxn id="3174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77" name="Google Shape;3177;p113"/>
            <p:cNvCxnSpPr>
              <a:stCxn id="3174" idx="2"/>
              <a:endCxn id="3173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178" name="Google Shape;3178;p113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179" name="Google Shape;3179;p113"/>
            <p:cNvCxnSpPr>
              <a:stCxn id="3178" idx="2"/>
              <a:endCxn id="3173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80" name="Google Shape;3180;p113"/>
            <p:cNvCxnSpPr>
              <a:stCxn id="3178" idx="0"/>
              <a:endCxn id="3172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81" name="Google Shape;3181;p113"/>
            <p:cNvCxnSpPr>
              <a:stCxn id="3152" idx="5"/>
              <a:endCxn id="3173" idx="1"/>
            </p:cNvCxnSpPr>
            <p:nvPr/>
          </p:nvCxnSpPr>
          <p:spPr>
            <a:xfrm>
              <a:off x="6516801" y="2675826"/>
              <a:ext cx="800400" cy="1149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82" name="Google Shape;3182;p113"/>
            <p:cNvCxnSpPr>
              <a:stCxn id="3152" idx="7"/>
              <a:endCxn id="3162" idx="3"/>
            </p:cNvCxnSpPr>
            <p:nvPr/>
          </p:nvCxnSpPr>
          <p:spPr>
            <a:xfrm flipH="1" rot="10800000">
              <a:off x="6516801" y="1640899"/>
              <a:ext cx="754200" cy="91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83" name="Google Shape;3183;p113"/>
            <p:cNvCxnSpPr>
              <a:stCxn id="3167" idx="3"/>
              <a:endCxn id="3172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84" name="Google Shape;3184;p113"/>
            <p:cNvCxnSpPr>
              <a:stCxn id="3161" idx="4"/>
              <a:endCxn id="3174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8" name="Shape 3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9" name="Google Shape;3189;p1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connectivity: K-Connectivity</a:t>
            </a:r>
            <a:endParaRPr/>
          </a:p>
        </p:txBody>
      </p:sp>
      <p:sp>
        <p:nvSpPr>
          <p:cNvPr id="3190" name="Google Shape;3190;p114"/>
          <p:cNvSpPr txBox="1"/>
          <p:nvPr>
            <p:ph idx="1" type="body"/>
          </p:nvPr>
        </p:nvSpPr>
        <p:spPr>
          <a:xfrm>
            <a:off x="311700" y="1225225"/>
            <a:ext cx="4572000" cy="35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k-connectivity </a:t>
            </a:r>
            <a:r>
              <a:rPr lang="en"/>
              <a:t>of a graph is the </a:t>
            </a:r>
            <a:r>
              <a:rPr b="1" lang="en"/>
              <a:t>minimum number of nodes</a:t>
            </a:r>
            <a:r>
              <a:rPr lang="en"/>
              <a:t> we need to remove to disconnect it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91" name="Google Shape;3191;p114"/>
          <p:cNvCxnSpPr>
            <a:stCxn id="3192" idx="0"/>
            <a:endCxn id="3193" idx="3"/>
          </p:cNvCxnSpPr>
          <p:nvPr/>
        </p:nvCxnSpPr>
        <p:spPr>
          <a:xfrm flipH="1" rot="10800000">
            <a:off x="5617675" y="2675725"/>
            <a:ext cx="777900" cy="1721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92" name="Google Shape;3192;p114"/>
          <p:cNvSpPr txBox="1"/>
          <p:nvPr/>
        </p:nvSpPr>
        <p:spPr>
          <a:xfrm>
            <a:off x="4393675" y="4397125"/>
            <a:ext cx="24480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k-connectivity = 1</a:t>
            </a:r>
            <a:endParaRPr b="1">
              <a:solidFill>
                <a:srgbClr val="FF0000"/>
              </a:solidFill>
            </a:endParaRPr>
          </a:p>
        </p:txBody>
      </p:sp>
      <p:grpSp>
        <p:nvGrpSpPr>
          <p:cNvPr id="3194" name="Google Shape;3194;p114"/>
          <p:cNvGrpSpPr/>
          <p:nvPr/>
        </p:nvGrpSpPr>
        <p:grpSpPr>
          <a:xfrm>
            <a:off x="7426813" y="3603880"/>
            <a:ext cx="1182300" cy="1066200"/>
            <a:chOff x="7426813" y="3603880"/>
            <a:chExt cx="1182300" cy="1066200"/>
          </a:xfrm>
        </p:grpSpPr>
        <p:sp>
          <p:nvSpPr>
            <p:cNvPr id="3195" name="Google Shape;3195;p114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196" name="Google Shape;3196;p114"/>
            <p:cNvCxnSpPr>
              <a:stCxn id="3195" idx="0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97" name="Google Shape;3197;p114"/>
            <p:cNvCxnSpPr>
              <a:endCxn id="3195" idx="6"/>
            </p:cNvCxnSpPr>
            <p:nvPr/>
          </p:nvCxnSpPr>
          <p:spPr>
            <a:xfrm flipH="1">
              <a:off x="7891513" y="3603880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98" name="Google Shape;3198;p114"/>
            <p:cNvCxnSpPr>
              <a:stCxn id="3195" idx="6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199" name="Google Shape;3199;p114"/>
          <p:cNvGrpSpPr/>
          <p:nvPr/>
        </p:nvGrpSpPr>
        <p:grpSpPr>
          <a:xfrm>
            <a:off x="5370463" y="653813"/>
            <a:ext cx="3384048" cy="3462804"/>
            <a:chOff x="5370463" y="653813"/>
            <a:chExt cx="3384048" cy="3462804"/>
          </a:xfrm>
        </p:grpSpPr>
        <p:sp>
          <p:nvSpPr>
            <p:cNvPr id="3200" name="Google Shape;3200;p114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1" name="Google Shape;3201;p114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3" name="Google Shape;3193;p114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2" name="Google Shape;3202;p114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203" name="Google Shape;3203;p114"/>
            <p:cNvCxnSpPr>
              <a:stCxn id="3200" idx="3"/>
              <a:endCxn id="3201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04" name="Google Shape;3204;p114"/>
            <p:cNvCxnSpPr>
              <a:stCxn id="3202" idx="1"/>
              <a:endCxn id="3201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05" name="Google Shape;3205;p114"/>
            <p:cNvCxnSpPr>
              <a:stCxn id="3200" idx="4"/>
              <a:endCxn id="3202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06" name="Google Shape;3206;p114"/>
            <p:cNvCxnSpPr>
              <a:stCxn id="3200" idx="5"/>
              <a:endCxn id="3193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07" name="Google Shape;3207;p114"/>
            <p:cNvCxnSpPr>
              <a:stCxn id="3193" idx="2"/>
              <a:endCxn id="3201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208" name="Google Shape;3208;p114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9" name="Google Shape;3209;p114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0" name="Google Shape;3210;p114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1" name="Google Shape;3211;p114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212" name="Google Shape;3212;p114"/>
            <p:cNvCxnSpPr>
              <a:stCxn id="3208" idx="3"/>
              <a:endCxn id="3209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13" name="Google Shape;3213;p114"/>
            <p:cNvCxnSpPr>
              <a:stCxn id="3211" idx="0"/>
              <a:endCxn id="3209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14" name="Google Shape;3214;p114"/>
            <p:cNvCxnSpPr>
              <a:stCxn id="3208" idx="5"/>
              <a:endCxn id="3210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15" name="Google Shape;3215;p114"/>
            <p:cNvCxnSpPr>
              <a:stCxn id="3210" idx="2"/>
              <a:endCxn id="3209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216" name="Google Shape;3216;p114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217" name="Google Shape;3217;p114"/>
            <p:cNvCxnSpPr>
              <a:stCxn id="3216" idx="0"/>
              <a:endCxn id="3209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18" name="Google Shape;3218;p114"/>
            <p:cNvCxnSpPr>
              <a:stCxn id="3210" idx="3"/>
              <a:endCxn id="3211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19" name="Google Shape;3219;p114"/>
            <p:cNvCxnSpPr>
              <a:stCxn id="3210" idx="3"/>
              <a:endCxn id="3216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20" name="Google Shape;3220;p114"/>
            <p:cNvCxnSpPr>
              <a:stCxn id="3208" idx="4"/>
              <a:endCxn id="3216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221" name="Google Shape;3221;p114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2" name="Google Shape;3222;p114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3" name="Google Shape;3223;p114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224" name="Google Shape;3224;p114"/>
            <p:cNvCxnSpPr>
              <a:stCxn id="3221" idx="3"/>
              <a:endCxn id="3222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25" name="Google Shape;3225;p114"/>
            <p:cNvCxnSpPr>
              <a:stCxn id="3221" idx="5"/>
              <a:endCxn id="3223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26" name="Google Shape;3226;p114"/>
            <p:cNvCxnSpPr>
              <a:stCxn id="3223" idx="2"/>
              <a:endCxn id="3222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227" name="Google Shape;3227;p114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228" name="Google Shape;3228;p114"/>
            <p:cNvCxnSpPr>
              <a:stCxn id="3227" idx="2"/>
              <a:endCxn id="3222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29" name="Google Shape;3229;p114"/>
            <p:cNvCxnSpPr>
              <a:stCxn id="3227" idx="0"/>
              <a:endCxn id="3221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30" name="Google Shape;3230;p114"/>
            <p:cNvCxnSpPr>
              <a:stCxn id="3193" idx="5"/>
              <a:endCxn id="3222" idx="1"/>
            </p:cNvCxnSpPr>
            <p:nvPr/>
          </p:nvCxnSpPr>
          <p:spPr>
            <a:xfrm>
              <a:off x="6516801" y="2675826"/>
              <a:ext cx="800400" cy="1149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31" name="Google Shape;3231;p114"/>
            <p:cNvCxnSpPr>
              <a:stCxn id="3193" idx="7"/>
              <a:endCxn id="3211" idx="3"/>
            </p:cNvCxnSpPr>
            <p:nvPr/>
          </p:nvCxnSpPr>
          <p:spPr>
            <a:xfrm flipH="1" rot="10800000">
              <a:off x="6516801" y="1640899"/>
              <a:ext cx="754200" cy="91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32" name="Google Shape;3232;p114"/>
            <p:cNvCxnSpPr>
              <a:stCxn id="3216" idx="3"/>
              <a:endCxn id="3221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33" name="Google Shape;3233;p114"/>
            <p:cNvCxnSpPr>
              <a:stCxn id="3210" idx="4"/>
              <a:endCxn id="3223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7" name="Shape 3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8" name="Google Shape;3238;p1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connectivity: K-Connectivity</a:t>
            </a:r>
            <a:endParaRPr/>
          </a:p>
        </p:txBody>
      </p:sp>
      <p:sp>
        <p:nvSpPr>
          <p:cNvPr id="3239" name="Google Shape;3239;p115"/>
          <p:cNvSpPr txBox="1"/>
          <p:nvPr>
            <p:ph idx="1" type="body"/>
          </p:nvPr>
        </p:nvSpPr>
        <p:spPr>
          <a:xfrm>
            <a:off x="311700" y="1225225"/>
            <a:ext cx="4572000" cy="35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k-connectivity </a:t>
            </a:r>
            <a:r>
              <a:rPr lang="en"/>
              <a:t>of a graph is the </a:t>
            </a:r>
            <a:r>
              <a:rPr b="1" lang="en"/>
              <a:t>minimum number of nodes</a:t>
            </a:r>
            <a:r>
              <a:rPr lang="en"/>
              <a:t> we need to remove to disconnect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nodes are more “important” because they serve as the connectors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you guess what kind of </a:t>
            </a:r>
            <a:r>
              <a:rPr b="1" lang="en"/>
              <a:t>centrality </a:t>
            </a:r>
            <a:r>
              <a:rPr lang="en"/>
              <a:t>“connector” nodes are more likely to have?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40" name="Google Shape;3240;p115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3241" name="Google Shape;3241;p115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2" name="Google Shape;3242;p115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3" name="Google Shape;3243;p115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4" name="Google Shape;3244;p115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245" name="Google Shape;3245;p115"/>
            <p:cNvCxnSpPr>
              <a:stCxn id="3241" idx="3"/>
              <a:endCxn id="3242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46" name="Google Shape;3246;p115"/>
            <p:cNvCxnSpPr>
              <a:stCxn id="3244" idx="1"/>
              <a:endCxn id="3242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47" name="Google Shape;3247;p115"/>
            <p:cNvCxnSpPr>
              <a:stCxn id="3241" idx="4"/>
              <a:endCxn id="3244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48" name="Google Shape;3248;p115"/>
            <p:cNvCxnSpPr>
              <a:stCxn id="3241" idx="5"/>
              <a:endCxn id="3243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49" name="Google Shape;3249;p115"/>
            <p:cNvCxnSpPr>
              <a:stCxn id="3243" idx="2"/>
              <a:endCxn id="3242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250" name="Google Shape;3250;p115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1" name="Google Shape;3251;p115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2" name="Google Shape;3252;p115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3" name="Google Shape;3253;p115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254" name="Google Shape;3254;p115"/>
            <p:cNvCxnSpPr>
              <a:stCxn id="3250" idx="3"/>
              <a:endCxn id="3251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55" name="Google Shape;3255;p115"/>
            <p:cNvCxnSpPr>
              <a:stCxn id="3253" idx="0"/>
              <a:endCxn id="3251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56" name="Google Shape;3256;p115"/>
            <p:cNvCxnSpPr>
              <a:stCxn id="3250" idx="5"/>
              <a:endCxn id="3252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57" name="Google Shape;3257;p115"/>
            <p:cNvCxnSpPr>
              <a:stCxn id="3252" idx="2"/>
              <a:endCxn id="3251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258" name="Google Shape;3258;p115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259" name="Google Shape;3259;p115"/>
            <p:cNvCxnSpPr>
              <a:stCxn id="3258" idx="0"/>
              <a:endCxn id="3251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60" name="Google Shape;3260;p115"/>
            <p:cNvCxnSpPr>
              <a:stCxn id="3252" idx="3"/>
              <a:endCxn id="3253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61" name="Google Shape;3261;p115"/>
            <p:cNvCxnSpPr>
              <a:stCxn id="3252" idx="3"/>
              <a:endCxn id="3258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62" name="Google Shape;3262;p115"/>
            <p:cNvCxnSpPr>
              <a:stCxn id="3250" idx="4"/>
              <a:endCxn id="3258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263" name="Google Shape;3263;p115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4" name="Google Shape;3264;p115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5" name="Google Shape;3265;p115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6" name="Google Shape;3266;p115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rgbClr val="0000FF"/>
            </a:solidFill>
            <a:ln cap="flat" cmpd="sng" w="19050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267" name="Google Shape;3267;p115"/>
            <p:cNvCxnSpPr>
              <a:stCxn id="3263" idx="3"/>
              <a:endCxn id="3264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68" name="Google Shape;3268;p115"/>
            <p:cNvCxnSpPr>
              <a:stCxn id="3266" idx="0"/>
              <a:endCxn id="3264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69" name="Google Shape;3269;p115"/>
            <p:cNvCxnSpPr>
              <a:stCxn id="3263" idx="5"/>
              <a:endCxn id="3265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70" name="Google Shape;3270;p115"/>
            <p:cNvCxnSpPr>
              <a:stCxn id="3265" idx="2"/>
              <a:endCxn id="3264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271" name="Google Shape;3271;p115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272" name="Google Shape;3272;p115"/>
            <p:cNvCxnSpPr>
              <a:stCxn id="3265" idx="3"/>
              <a:endCxn id="3266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73" name="Google Shape;3273;p115"/>
            <p:cNvCxnSpPr>
              <a:stCxn id="3271" idx="2"/>
              <a:endCxn id="3264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74" name="Google Shape;3274;p115"/>
            <p:cNvCxnSpPr>
              <a:stCxn id="3271" idx="0"/>
              <a:endCxn id="3263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75" name="Google Shape;3275;p115"/>
            <p:cNvCxnSpPr>
              <a:stCxn id="3266" idx="6"/>
              <a:endCxn id="3271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76" name="Google Shape;3276;p115"/>
            <p:cNvCxnSpPr>
              <a:stCxn id="3243" idx="5"/>
              <a:endCxn id="3264" idx="1"/>
            </p:cNvCxnSpPr>
            <p:nvPr/>
          </p:nvCxnSpPr>
          <p:spPr>
            <a:xfrm>
              <a:off x="6516801" y="2675826"/>
              <a:ext cx="800400" cy="1149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77" name="Google Shape;3277;p115"/>
            <p:cNvCxnSpPr>
              <a:stCxn id="3243" idx="7"/>
              <a:endCxn id="3253" idx="3"/>
            </p:cNvCxnSpPr>
            <p:nvPr/>
          </p:nvCxnSpPr>
          <p:spPr>
            <a:xfrm flipH="1" rot="10800000">
              <a:off x="6516801" y="1640899"/>
              <a:ext cx="754200" cy="91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78" name="Google Shape;3278;p115"/>
            <p:cNvCxnSpPr>
              <a:stCxn id="3258" idx="3"/>
              <a:endCxn id="3263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79" name="Google Shape;3279;p115"/>
            <p:cNvCxnSpPr>
              <a:stCxn id="3252" idx="4"/>
              <a:endCxn id="3265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80" name="Google Shape;3280;p115"/>
          <p:cNvSpPr txBox="1"/>
          <p:nvPr/>
        </p:nvSpPr>
        <p:spPr>
          <a:xfrm>
            <a:off x="5594175" y="3711150"/>
            <a:ext cx="11934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VIP Node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3281" name="Google Shape;3281;p115"/>
          <p:cNvCxnSpPr>
            <a:stCxn id="3280" idx="0"/>
            <a:endCxn id="3243" idx="4"/>
          </p:cNvCxnSpPr>
          <p:nvPr/>
        </p:nvCxnSpPr>
        <p:spPr>
          <a:xfrm flipH="1" rot="10800000">
            <a:off x="6190875" y="2701050"/>
            <a:ext cx="265500" cy="1010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82" name="Google Shape;3282;p115"/>
          <p:cNvSpPr txBox="1"/>
          <p:nvPr/>
        </p:nvSpPr>
        <p:spPr>
          <a:xfrm>
            <a:off x="5412025" y="4397125"/>
            <a:ext cx="8601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Not VIP</a:t>
            </a:r>
            <a:endParaRPr b="1">
              <a:solidFill>
                <a:srgbClr val="0000FF"/>
              </a:solidFill>
            </a:endParaRPr>
          </a:p>
        </p:txBody>
      </p:sp>
      <p:cxnSp>
        <p:nvCxnSpPr>
          <p:cNvPr id="3283" name="Google Shape;3283;p115"/>
          <p:cNvCxnSpPr>
            <a:stCxn id="3282" idx="3"/>
            <a:endCxn id="3266" idx="2"/>
          </p:cNvCxnSpPr>
          <p:nvPr/>
        </p:nvCxnSpPr>
        <p:spPr>
          <a:xfrm>
            <a:off x="6272125" y="4584775"/>
            <a:ext cx="1459800" cy="54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7" name="Shape 3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8" name="Google Shape;3288;p1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connectivity: K-Connectivity</a:t>
            </a:r>
            <a:endParaRPr/>
          </a:p>
        </p:txBody>
      </p:sp>
      <p:sp>
        <p:nvSpPr>
          <p:cNvPr id="3289" name="Google Shape;3289;p116"/>
          <p:cNvSpPr txBox="1"/>
          <p:nvPr>
            <p:ph idx="1" type="body"/>
          </p:nvPr>
        </p:nvSpPr>
        <p:spPr>
          <a:xfrm>
            <a:off x="311700" y="1225225"/>
            <a:ext cx="4572000" cy="35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k-connectivity </a:t>
            </a:r>
            <a:r>
              <a:rPr lang="en"/>
              <a:t>of a graph is the </a:t>
            </a:r>
            <a:r>
              <a:rPr b="1" lang="en"/>
              <a:t>minimum number of nodes</a:t>
            </a:r>
            <a:r>
              <a:rPr lang="en"/>
              <a:t> we need to remove to disconnect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nodes are more “important” because they serve as the connectors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better connected the structure the more nodes we need to remove to disconnect it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0" name="Google Shape;3290;p116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1" name="Google Shape;3291;p116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2" name="Google Shape;3292;p116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3" name="Google Shape;3293;p116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94" name="Google Shape;3294;p116"/>
          <p:cNvCxnSpPr>
            <a:stCxn id="3290" idx="3"/>
            <a:endCxn id="3291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5" name="Google Shape;3295;p116"/>
          <p:cNvCxnSpPr>
            <a:stCxn id="3293" idx="1"/>
            <a:endCxn id="3291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6" name="Google Shape;3296;p116"/>
          <p:cNvCxnSpPr>
            <a:stCxn id="3290" idx="4"/>
            <a:endCxn id="3293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7" name="Google Shape;3297;p116"/>
          <p:cNvCxnSpPr>
            <a:stCxn id="3290" idx="5"/>
            <a:endCxn id="3292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8" name="Google Shape;3298;p116"/>
          <p:cNvCxnSpPr>
            <a:stCxn id="3292" idx="2"/>
            <a:endCxn id="3291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99" name="Google Shape;3299;p116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0" name="Google Shape;3300;p116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1" name="Google Shape;3301;p116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2" name="Google Shape;3302;p116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03" name="Google Shape;3303;p116"/>
          <p:cNvCxnSpPr>
            <a:stCxn id="3299" idx="3"/>
            <a:endCxn id="3300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04" name="Google Shape;3304;p116"/>
          <p:cNvCxnSpPr>
            <a:stCxn id="3302" idx="0"/>
            <a:endCxn id="3300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05" name="Google Shape;3305;p116"/>
          <p:cNvCxnSpPr>
            <a:stCxn id="3299" idx="5"/>
            <a:endCxn id="3301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06" name="Google Shape;3306;p116"/>
          <p:cNvCxnSpPr>
            <a:stCxn id="3301" idx="2"/>
            <a:endCxn id="3300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07" name="Google Shape;3307;p116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08" name="Google Shape;3308;p116"/>
          <p:cNvCxnSpPr>
            <a:stCxn id="3307" idx="0"/>
            <a:endCxn id="3300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09" name="Google Shape;3309;p116"/>
          <p:cNvCxnSpPr>
            <a:stCxn id="3301" idx="3"/>
            <a:endCxn id="3302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0" name="Google Shape;3310;p116"/>
          <p:cNvCxnSpPr>
            <a:stCxn id="3301" idx="3"/>
            <a:endCxn id="3307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1" name="Google Shape;3311;p116"/>
          <p:cNvCxnSpPr>
            <a:stCxn id="3299" idx="4"/>
            <a:endCxn id="3307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12" name="Google Shape;3312;p116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3" name="Google Shape;3313;p116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4" name="Google Shape;3314;p116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15" name="Google Shape;3315;p116"/>
          <p:cNvCxnSpPr>
            <a:stCxn id="3312" idx="3"/>
            <a:endCxn id="3313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6" name="Google Shape;3316;p116"/>
          <p:cNvCxnSpPr>
            <a:stCxn id="3312" idx="5"/>
            <a:endCxn id="3314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7" name="Google Shape;3317;p116"/>
          <p:cNvCxnSpPr>
            <a:stCxn id="3314" idx="2"/>
            <a:endCxn id="3313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18" name="Google Shape;3318;p116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19" name="Google Shape;3319;p116"/>
          <p:cNvCxnSpPr>
            <a:stCxn id="3318" idx="2"/>
            <a:endCxn id="3313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20" name="Google Shape;3320;p116"/>
          <p:cNvCxnSpPr>
            <a:stCxn id="3318" idx="0"/>
            <a:endCxn id="3312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21" name="Google Shape;3321;p116"/>
          <p:cNvCxnSpPr>
            <a:stCxn id="3292" idx="5"/>
            <a:endCxn id="3313" idx="1"/>
          </p:cNvCxnSpPr>
          <p:nvPr/>
        </p:nvCxnSpPr>
        <p:spPr>
          <a:xfrm>
            <a:off x="6516801" y="2675826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22" name="Google Shape;3322;p116"/>
          <p:cNvCxnSpPr>
            <a:stCxn id="3292" idx="7"/>
            <a:endCxn id="3302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23" name="Google Shape;3323;p116"/>
          <p:cNvCxnSpPr>
            <a:stCxn id="3307" idx="3"/>
            <a:endCxn id="3312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24" name="Google Shape;3324;p116"/>
          <p:cNvCxnSpPr>
            <a:stCxn id="3301" idx="4"/>
            <a:endCxn id="3314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25" name="Google Shape;3325;p116"/>
          <p:cNvCxnSpPr>
            <a:stCxn id="3326" idx="0"/>
            <a:endCxn id="3292" idx="4"/>
          </p:cNvCxnSpPr>
          <p:nvPr/>
        </p:nvCxnSpPr>
        <p:spPr>
          <a:xfrm flipH="1" rot="10800000">
            <a:off x="5617675" y="2700925"/>
            <a:ext cx="838500" cy="1696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26" name="Google Shape;3326;p116"/>
          <p:cNvSpPr txBox="1"/>
          <p:nvPr/>
        </p:nvSpPr>
        <p:spPr>
          <a:xfrm>
            <a:off x="4393675" y="4397125"/>
            <a:ext cx="24480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k-connectivity = 2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3327" name="Google Shape;3327;p116"/>
          <p:cNvCxnSpPr>
            <a:stCxn id="3290" idx="6"/>
            <a:endCxn id="3307" idx="2"/>
          </p:cNvCxnSpPr>
          <p:nvPr/>
        </p:nvCxnSpPr>
        <p:spPr>
          <a:xfrm flipH="1" rot="10800000">
            <a:off x="6016288" y="1891838"/>
            <a:ext cx="1804800" cy="28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328" name="Google Shape;3328;p116"/>
          <p:cNvGrpSpPr/>
          <p:nvPr/>
        </p:nvGrpSpPr>
        <p:grpSpPr>
          <a:xfrm>
            <a:off x="7426813" y="3603880"/>
            <a:ext cx="1182300" cy="1066200"/>
            <a:chOff x="7426813" y="3603880"/>
            <a:chExt cx="1182300" cy="1066200"/>
          </a:xfrm>
        </p:grpSpPr>
        <p:sp>
          <p:nvSpPr>
            <p:cNvPr id="3329" name="Google Shape;3329;p116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330" name="Google Shape;3330;p116"/>
            <p:cNvCxnSpPr>
              <a:stCxn id="3329" idx="0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31" name="Google Shape;3331;p116"/>
            <p:cNvCxnSpPr>
              <a:endCxn id="3329" idx="6"/>
            </p:cNvCxnSpPr>
            <p:nvPr/>
          </p:nvCxnSpPr>
          <p:spPr>
            <a:xfrm flipH="1">
              <a:off x="7891513" y="3603880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32" name="Google Shape;3332;p116"/>
            <p:cNvCxnSpPr>
              <a:stCxn id="3329" idx="6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3333" name="Google Shape;3333;p116"/>
          <p:cNvCxnSpPr>
            <a:stCxn id="3326" idx="0"/>
            <a:endCxn id="3307" idx="3"/>
          </p:cNvCxnSpPr>
          <p:nvPr/>
        </p:nvCxnSpPr>
        <p:spPr>
          <a:xfrm flipH="1" rot="10800000">
            <a:off x="5617675" y="1952425"/>
            <a:ext cx="2228400" cy="2444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7" name="Shape 3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" name="Google Shape;3338;p1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connectivity: K-Connectivity</a:t>
            </a:r>
            <a:endParaRPr/>
          </a:p>
        </p:txBody>
      </p:sp>
      <p:sp>
        <p:nvSpPr>
          <p:cNvPr id="3339" name="Google Shape;3339;p117"/>
          <p:cNvSpPr txBox="1"/>
          <p:nvPr>
            <p:ph idx="1" type="body"/>
          </p:nvPr>
        </p:nvSpPr>
        <p:spPr>
          <a:xfrm>
            <a:off x="311700" y="1225225"/>
            <a:ext cx="4572000" cy="35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k-connectivity </a:t>
            </a:r>
            <a:r>
              <a:rPr lang="en"/>
              <a:t>of a graph is the </a:t>
            </a:r>
            <a:r>
              <a:rPr b="1" lang="en"/>
              <a:t>minimum number of nodes</a:t>
            </a:r>
            <a:r>
              <a:rPr lang="en"/>
              <a:t> we need to remove to disconnect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nodes are more “important” because they serve as the connectors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better connected the structure the more nodes we need to remove to disconnect it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0" name="Google Shape;3340;p117"/>
          <p:cNvSpPr txBox="1"/>
          <p:nvPr/>
        </p:nvSpPr>
        <p:spPr>
          <a:xfrm>
            <a:off x="4393675" y="4397125"/>
            <a:ext cx="24480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Disconnected!</a:t>
            </a:r>
            <a:endParaRPr b="1">
              <a:solidFill>
                <a:srgbClr val="FF0000"/>
              </a:solidFill>
            </a:endParaRPr>
          </a:p>
        </p:txBody>
      </p:sp>
      <p:grpSp>
        <p:nvGrpSpPr>
          <p:cNvPr id="3341" name="Google Shape;3341;p117"/>
          <p:cNvGrpSpPr/>
          <p:nvPr/>
        </p:nvGrpSpPr>
        <p:grpSpPr>
          <a:xfrm>
            <a:off x="7426813" y="3603880"/>
            <a:ext cx="1182300" cy="1066200"/>
            <a:chOff x="7426813" y="3603880"/>
            <a:chExt cx="1182300" cy="1066200"/>
          </a:xfrm>
        </p:grpSpPr>
        <p:sp>
          <p:nvSpPr>
            <p:cNvPr id="3342" name="Google Shape;3342;p117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343" name="Google Shape;3343;p117"/>
            <p:cNvCxnSpPr>
              <a:stCxn id="3342" idx="0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44" name="Google Shape;3344;p117"/>
            <p:cNvCxnSpPr>
              <a:endCxn id="3342" idx="6"/>
            </p:cNvCxnSpPr>
            <p:nvPr/>
          </p:nvCxnSpPr>
          <p:spPr>
            <a:xfrm flipH="1">
              <a:off x="7891513" y="3603880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45" name="Google Shape;3345;p117"/>
            <p:cNvCxnSpPr>
              <a:stCxn id="3342" idx="6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346" name="Google Shape;3346;p117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7" name="Google Shape;3347;p117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8" name="Google Shape;3348;p117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49" name="Google Shape;3349;p117"/>
          <p:cNvCxnSpPr>
            <a:stCxn id="3346" idx="3"/>
            <a:endCxn id="3347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0" name="Google Shape;3350;p117"/>
          <p:cNvCxnSpPr>
            <a:stCxn id="3348" idx="1"/>
            <a:endCxn id="3347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1" name="Google Shape;3351;p117"/>
          <p:cNvCxnSpPr>
            <a:stCxn id="3346" idx="4"/>
            <a:endCxn id="3348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52" name="Google Shape;3352;p117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3" name="Google Shape;3353;p117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4" name="Google Shape;3354;p117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5" name="Google Shape;3355;p117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56" name="Google Shape;3356;p117"/>
          <p:cNvCxnSpPr>
            <a:stCxn id="3352" idx="3"/>
            <a:endCxn id="3353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7" name="Google Shape;3357;p117"/>
          <p:cNvCxnSpPr>
            <a:stCxn id="3355" idx="0"/>
            <a:endCxn id="3353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8" name="Google Shape;3358;p117"/>
          <p:cNvCxnSpPr>
            <a:stCxn id="3352" idx="5"/>
            <a:endCxn id="3354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9" name="Google Shape;3359;p117"/>
          <p:cNvCxnSpPr>
            <a:stCxn id="3354" idx="2"/>
            <a:endCxn id="3353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0" name="Google Shape;3360;p117"/>
          <p:cNvCxnSpPr>
            <a:stCxn id="3354" idx="3"/>
            <a:endCxn id="3355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61" name="Google Shape;3361;p117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2" name="Google Shape;3362;p117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3" name="Google Shape;3363;p117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64" name="Google Shape;3364;p117"/>
          <p:cNvCxnSpPr>
            <a:stCxn id="3361" idx="3"/>
            <a:endCxn id="3362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5" name="Google Shape;3365;p117"/>
          <p:cNvCxnSpPr>
            <a:stCxn id="3361" idx="5"/>
            <a:endCxn id="3363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6" name="Google Shape;3366;p117"/>
          <p:cNvCxnSpPr>
            <a:stCxn id="3363" idx="2"/>
            <a:endCxn id="3362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67" name="Google Shape;3367;p117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68" name="Google Shape;3368;p117"/>
          <p:cNvCxnSpPr>
            <a:stCxn id="3367" idx="2"/>
            <a:endCxn id="3362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9" name="Google Shape;3369;p117"/>
          <p:cNvCxnSpPr>
            <a:stCxn id="3367" idx="0"/>
            <a:endCxn id="3361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70" name="Google Shape;3370;p117"/>
          <p:cNvCxnSpPr>
            <a:stCxn id="3354" idx="4"/>
            <a:endCxn id="3363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4" name="Shape 3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75" name="Google Shape;3375;p118"/>
          <p:cNvCxnSpPr>
            <a:stCxn id="3376" idx="6"/>
            <a:endCxn id="3377" idx="1"/>
          </p:cNvCxnSpPr>
          <p:nvPr/>
        </p:nvCxnSpPr>
        <p:spPr>
          <a:xfrm>
            <a:off x="6046588" y="3167788"/>
            <a:ext cx="1686600" cy="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78" name="Google Shape;3378;p118"/>
          <p:cNvCxnSpPr>
            <a:stCxn id="3379" idx="5"/>
            <a:endCxn id="3380" idx="1"/>
          </p:cNvCxnSpPr>
          <p:nvPr/>
        </p:nvCxnSpPr>
        <p:spPr>
          <a:xfrm>
            <a:off x="6516801" y="2675826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1" name="Google Shape;3381;p118"/>
          <p:cNvCxnSpPr>
            <a:stCxn id="3379" idx="7"/>
            <a:endCxn id="3382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3" name="Google Shape;3383;p118"/>
          <p:cNvCxnSpPr>
            <a:stCxn id="3379" idx="2"/>
            <a:endCxn id="3384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5" name="Google Shape;3385;p118"/>
          <p:cNvCxnSpPr>
            <a:stCxn id="3377" idx="5"/>
            <a:endCxn id="3386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7" name="Google Shape;3387;p118"/>
          <p:cNvCxnSpPr>
            <a:stCxn id="3388" idx="3"/>
            <a:endCxn id="3377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89" name="Google Shape;3389;p1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connectivity: K-Connectivity</a:t>
            </a:r>
            <a:endParaRPr/>
          </a:p>
        </p:txBody>
      </p:sp>
      <p:sp>
        <p:nvSpPr>
          <p:cNvPr id="3390" name="Google Shape;3390;p118"/>
          <p:cNvSpPr txBox="1"/>
          <p:nvPr>
            <p:ph idx="1" type="body"/>
          </p:nvPr>
        </p:nvSpPr>
        <p:spPr>
          <a:xfrm>
            <a:off x="311700" y="1225225"/>
            <a:ext cx="4572000" cy="35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k-connectivity </a:t>
            </a:r>
            <a:r>
              <a:rPr lang="en"/>
              <a:t>of a graph is the </a:t>
            </a:r>
            <a:r>
              <a:rPr b="1" lang="en"/>
              <a:t>minimum number of nodes</a:t>
            </a:r>
            <a:r>
              <a:rPr lang="en"/>
              <a:t> we need to remove to disconnect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nodes are more “important” because they serve as the connectors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better connected the structure the more nodes we need to remove to disconnect it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1" name="Google Shape;3391;p118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4" name="Google Shape;3384;p118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9" name="Google Shape;3379;p118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6" name="Google Shape;3376;p118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92" name="Google Shape;3392;p118"/>
          <p:cNvCxnSpPr>
            <a:stCxn id="3391" idx="3"/>
            <a:endCxn id="3384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93" name="Google Shape;3393;p118"/>
          <p:cNvCxnSpPr>
            <a:stCxn id="3376" idx="1"/>
            <a:endCxn id="3384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94" name="Google Shape;3394;p118"/>
          <p:cNvCxnSpPr>
            <a:stCxn id="3391" idx="4"/>
            <a:endCxn id="3376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95" name="Google Shape;3395;p118"/>
          <p:cNvCxnSpPr>
            <a:stCxn id="3391" idx="5"/>
            <a:endCxn id="3379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96" name="Google Shape;3396;p118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7" name="Google Shape;3397;p118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8" name="Google Shape;3398;p118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2" name="Google Shape;3382;p118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99" name="Google Shape;3399;p118"/>
          <p:cNvCxnSpPr>
            <a:stCxn id="3396" idx="3"/>
            <a:endCxn id="3397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0" name="Google Shape;3400;p118"/>
          <p:cNvCxnSpPr>
            <a:stCxn id="3382" idx="0"/>
            <a:endCxn id="3397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1" name="Google Shape;3401;p118"/>
          <p:cNvCxnSpPr>
            <a:stCxn id="3396" idx="5"/>
            <a:endCxn id="3398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2" name="Google Shape;3402;p118"/>
          <p:cNvCxnSpPr>
            <a:stCxn id="3398" idx="2"/>
            <a:endCxn id="3397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88" name="Google Shape;3388;p118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03" name="Google Shape;3403;p118"/>
          <p:cNvCxnSpPr>
            <a:stCxn id="3388" idx="0"/>
            <a:endCxn id="3397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4" name="Google Shape;3404;p118"/>
          <p:cNvCxnSpPr>
            <a:stCxn id="3398" idx="3"/>
            <a:endCxn id="3382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5" name="Google Shape;3405;p118"/>
          <p:cNvCxnSpPr>
            <a:stCxn id="3398" idx="3"/>
            <a:endCxn id="3388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6" name="Google Shape;3406;p118"/>
          <p:cNvCxnSpPr>
            <a:stCxn id="3396" idx="4"/>
            <a:endCxn id="3388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77" name="Google Shape;3377;p118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0" name="Google Shape;3380;p118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6" name="Google Shape;3386;p118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07" name="Google Shape;3407;p118"/>
          <p:cNvCxnSpPr>
            <a:stCxn id="3377" idx="3"/>
            <a:endCxn id="3380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8" name="Google Shape;3408;p118"/>
          <p:cNvCxnSpPr>
            <a:stCxn id="3386" idx="2"/>
            <a:endCxn id="3380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09" name="Google Shape;3409;p118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10" name="Google Shape;3410;p118"/>
          <p:cNvCxnSpPr>
            <a:stCxn id="3409" idx="2"/>
            <a:endCxn id="3380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1" name="Google Shape;3411;p118"/>
          <p:cNvCxnSpPr>
            <a:stCxn id="3409" idx="0"/>
            <a:endCxn id="3377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2" name="Google Shape;3412;p118"/>
          <p:cNvCxnSpPr>
            <a:stCxn id="3413" idx="0"/>
            <a:endCxn id="3379" idx="4"/>
          </p:cNvCxnSpPr>
          <p:nvPr/>
        </p:nvCxnSpPr>
        <p:spPr>
          <a:xfrm flipH="1" rot="10800000">
            <a:off x="5617675" y="2700925"/>
            <a:ext cx="838500" cy="1696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13" name="Google Shape;3413;p118"/>
          <p:cNvSpPr txBox="1"/>
          <p:nvPr/>
        </p:nvSpPr>
        <p:spPr>
          <a:xfrm>
            <a:off x="4393675" y="4397125"/>
            <a:ext cx="24480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FF0000"/>
                </a:solidFill>
              </a:rPr>
              <a:t>k-connectivity = 3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3414" name="Google Shape;3414;p118"/>
          <p:cNvCxnSpPr>
            <a:stCxn id="3391" idx="6"/>
            <a:endCxn id="3388" idx="2"/>
          </p:cNvCxnSpPr>
          <p:nvPr/>
        </p:nvCxnSpPr>
        <p:spPr>
          <a:xfrm flipH="1" rot="10800000">
            <a:off x="6016288" y="1891838"/>
            <a:ext cx="1804800" cy="28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415" name="Google Shape;3415;p118"/>
          <p:cNvGrpSpPr/>
          <p:nvPr/>
        </p:nvGrpSpPr>
        <p:grpSpPr>
          <a:xfrm>
            <a:off x="7426813" y="3603880"/>
            <a:ext cx="1182300" cy="1066200"/>
            <a:chOff x="7426813" y="3603880"/>
            <a:chExt cx="1182300" cy="1066200"/>
          </a:xfrm>
        </p:grpSpPr>
        <p:sp>
          <p:nvSpPr>
            <p:cNvPr id="3416" name="Google Shape;3416;p118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417" name="Google Shape;3417;p118"/>
            <p:cNvCxnSpPr>
              <a:stCxn id="3416" idx="0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18" name="Google Shape;3418;p118"/>
            <p:cNvCxnSpPr>
              <a:endCxn id="3416" idx="6"/>
            </p:cNvCxnSpPr>
            <p:nvPr/>
          </p:nvCxnSpPr>
          <p:spPr>
            <a:xfrm flipH="1">
              <a:off x="7891513" y="3603880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19" name="Google Shape;3419;p118"/>
            <p:cNvCxnSpPr>
              <a:stCxn id="3416" idx="6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3420" name="Google Shape;3420;p118"/>
          <p:cNvCxnSpPr>
            <a:stCxn id="3413" idx="0"/>
            <a:endCxn id="3377" idx="2"/>
          </p:cNvCxnSpPr>
          <p:nvPr/>
        </p:nvCxnSpPr>
        <p:spPr>
          <a:xfrm flipH="1" rot="10800000">
            <a:off x="5617675" y="3243925"/>
            <a:ext cx="2114400" cy="1153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21" name="Google Shape;3421;p118"/>
          <p:cNvCxnSpPr>
            <a:stCxn id="3413" idx="0"/>
            <a:endCxn id="3388" idx="3"/>
          </p:cNvCxnSpPr>
          <p:nvPr/>
        </p:nvCxnSpPr>
        <p:spPr>
          <a:xfrm flipH="1" rot="10800000">
            <a:off x="5617675" y="1952425"/>
            <a:ext cx="2228400" cy="2444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22" name="Google Shape;3422;p118"/>
          <p:cNvCxnSpPr>
            <a:stCxn id="3388" idx="5"/>
            <a:endCxn id="3386" idx="0"/>
          </p:cNvCxnSpPr>
          <p:nvPr/>
        </p:nvCxnSpPr>
        <p:spPr>
          <a:xfrm>
            <a:off x="7967164" y="1952351"/>
            <a:ext cx="645000" cy="149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6" name="Shape 3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7" name="Google Shape;3427;p1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connectivity: K-Connectivity</a:t>
            </a:r>
            <a:endParaRPr/>
          </a:p>
        </p:txBody>
      </p:sp>
      <p:sp>
        <p:nvSpPr>
          <p:cNvPr id="3428" name="Google Shape;3428;p119"/>
          <p:cNvSpPr txBox="1"/>
          <p:nvPr>
            <p:ph idx="1" type="body"/>
          </p:nvPr>
        </p:nvSpPr>
        <p:spPr>
          <a:xfrm>
            <a:off x="311700" y="1225225"/>
            <a:ext cx="4572000" cy="35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k-connectivity </a:t>
            </a:r>
            <a:r>
              <a:rPr lang="en"/>
              <a:t>of a graph is the </a:t>
            </a:r>
            <a:r>
              <a:rPr b="1" lang="en"/>
              <a:t>minimum number of nodes</a:t>
            </a:r>
            <a:r>
              <a:rPr lang="en"/>
              <a:t> we need to remove to disconnect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nodes are more “important” because they serve as the connectors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better connected the structure the more nodes we need to remove to disconnect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Removed two nodes but still connected!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9" name="Google Shape;3429;p119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0" name="Google Shape;3430;p119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1" name="Google Shape;3431;p119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32" name="Google Shape;3432;p119"/>
          <p:cNvCxnSpPr>
            <a:stCxn id="3429" idx="3"/>
            <a:endCxn id="3430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33" name="Google Shape;3433;p119"/>
          <p:cNvCxnSpPr>
            <a:stCxn id="3431" idx="1"/>
            <a:endCxn id="3430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34" name="Google Shape;3434;p119"/>
          <p:cNvCxnSpPr>
            <a:stCxn id="3429" idx="4"/>
            <a:endCxn id="3431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35" name="Google Shape;3435;p119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6" name="Google Shape;3436;p119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7" name="Google Shape;3437;p119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8" name="Google Shape;3438;p119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39" name="Google Shape;3439;p119"/>
          <p:cNvCxnSpPr>
            <a:stCxn id="3435" idx="3"/>
            <a:endCxn id="3436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40" name="Google Shape;3440;p119"/>
          <p:cNvCxnSpPr>
            <a:stCxn id="3438" idx="0"/>
            <a:endCxn id="3436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41" name="Google Shape;3441;p119"/>
          <p:cNvCxnSpPr>
            <a:stCxn id="3435" idx="5"/>
            <a:endCxn id="3437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42" name="Google Shape;3442;p119"/>
          <p:cNvCxnSpPr>
            <a:stCxn id="3437" idx="2"/>
            <a:endCxn id="3436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43" name="Google Shape;3443;p119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44" name="Google Shape;3444;p119"/>
          <p:cNvCxnSpPr>
            <a:stCxn id="3443" idx="0"/>
            <a:endCxn id="3436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45" name="Google Shape;3445;p119"/>
          <p:cNvCxnSpPr>
            <a:stCxn id="3437" idx="3"/>
            <a:endCxn id="3438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46" name="Google Shape;3446;p119"/>
          <p:cNvCxnSpPr>
            <a:stCxn id="3437" idx="3"/>
            <a:endCxn id="3443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47" name="Google Shape;3447;p119"/>
          <p:cNvCxnSpPr>
            <a:stCxn id="3435" idx="4"/>
            <a:endCxn id="3443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48" name="Google Shape;3448;p119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9" name="Google Shape;3449;p119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50" name="Google Shape;3450;p119"/>
          <p:cNvCxnSpPr>
            <a:stCxn id="3449" idx="2"/>
            <a:endCxn id="3448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51" name="Google Shape;3451;p119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52" name="Google Shape;3452;p119"/>
          <p:cNvCxnSpPr>
            <a:stCxn id="3451" idx="2"/>
            <a:endCxn id="3448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53" name="Google Shape;3453;p119"/>
          <p:cNvSpPr txBox="1"/>
          <p:nvPr/>
        </p:nvSpPr>
        <p:spPr>
          <a:xfrm>
            <a:off x="4393675" y="4397125"/>
            <a:ext cx="24480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FF0000"/>
                </a:solidFill>
              </a:rPr>
              <a:t>k-connectivity = 3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3454" name="Google Shape;3454;p119"/>
          <p:cNvCxnSpPr>
            <a:stCxn id="3429" idx="6"/>
            <a:endCxn id="3443" idx="2"/>
          </p:cNvCxnSpPr>
          <p:nvPr/>
        </p:nvCxnSpPr>
        <p:spPr>
          <a:xfrm flipH="1" rot="10800000">
            <a:off x="6016288" y="1891838"/>
            <a:ext cx="1804800" cy="28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455" name="Google Shape;3455;p119"/>
          <p:cNvGrpSpPr/>
          <p:nvPr/>
        </p:nvGrpSpPr>
        <p:grpSpPr>
          <a:xfrm>
            <a:off x="7426813" y="3603880"/>
            <a:ext cx="1182300" cy="1066200"/>
            <a:chOff x="7426813" y="3603880"/>
            <a:chExt cx="1182300" cy="1066200"/>
          </a:xfrm>
        </p:grpSpPr>
        <p:sp>
          <p:nvSpPr>
            <p:cNvPr id="3456" name="Google Shape;3456;p119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457" name="Google Shape;3457;p119"/>
            <p:cNvCxnSpPr>
              <a:stCxn id="3456" idx="0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58" name="Google Shape;3458;p119"/>
            <p:cNvCxnSpPr>
              <a:endCxn id="3456" idx="6"/>
            </p:cNvCxnSpPr>
            <p:nvPr/>
          </p:nvCxnSpPr>
          <p:spPr>
            <a:xfrm flipH="1">
              <a:off x="7891513" y="3603880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59" name="Google Shape;3459;p119"/>
            <p:cNvCxnSpPr>
              <a:stCxn id="3456" idx="6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3460" name="Google Shape;3460;p119"/>
          <p:cNvCxnSpPr/>
          <p:nvPr/>
        </p:nvCxnSpPr>
        <p:spPr>
          <a:xfrm>
            <a:off x="7967164" y="1952351"/>
            <a:ext cx="645000" cy="149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4" name="Shape 3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5" name="Google Shape;3465;p1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connectivity: K-Connectivity</a:t>
            </a:r>
            <a:endParaRPr/>
          </a:p>
        </p:txBody>
      </p:sp>
      <p:sp>
        <p:nvSpPr>
          <p:cNvPr id="3466" name="Google Shape;3466;p120"/>
          <p:cNvSpPr txBox="1"/>
          <p:nvPr>
            <p:ph idx="1" type="body"/>
          </p:nvPr>
        </p:nvSpPr>
        <p:spPr>
          <a:xfrm>
            <a:off x="311700" y="1225225"/>
            <a:ext cx="4572000" cy="35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k-connectivity </a:t>
            </a:r>
            <a:r>
              <a:rPr lang="en"/>
              <a:t>of a graph is the </a:t>
            </a:r>
            <a:r>
              <a:rPr b="1" lang="en"/>
              <a:t>minimum number of nodes</a:t>
            </a:r>
            <a:r>
              <a:rPr lang="en"/>
              <a:t> we need to remove to disconnect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nodes are more “important” because they serve as the connectors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better connected the structure the more nodes we need to remove to disconnect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Now it is!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7" name="Google Shape;3467;p120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8" name="Google Shape;3468;p120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9" name="Google Shape;3469;p120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70" name="Google Shape;3470;p120"/>
          <p:cNvCxnSpPr>
            <a:stCxn id="3467" idx="3"/>
            <a:endCxn id="3468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1" name="Google Shape;3471;p120"/>
          <p:cNvCxnSpPr>
            <a:stCxn id="3469" idx="1"/>
            <a:endCxn id="3468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2" name="Google Shape;3472;p120"/>
          <p:cNvCxnSpPr>
            <a:stCxn id="3467" idx="4"/>
            <a:endCxn id="3469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73" name="Google Shape;3473;p120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4" name="Google Shape;3474;p120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5" name="Google Shape;3475;p120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6" name="Google Shape;3476;p120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77" name="Google Shape;3477;p120"/>
          <p:cNvCxnSpPr>
            <a:stCxn id="3473" idx="3"/>
            <a:endCxn id="3474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8" name="Google Shape;3478;p120"/>
          <p:cNvCxnSpPr>
            <a:stCxn id="3476" idx="0"/>
            <a:endCxn id="3474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9" name="Google Shape;3479;p120"/>
          <p:cNvCxnSpPr>
            <a:stCxn id="3473" idx="5"/>
            <a:endCxn id="3475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0" name="Google Shape;3480;p120"/>
          <p:cNvCxnSpPr>
            <a:stCxn id="3475" idx="2"/>
            <a:endCxn id="3474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1" name="Google Shape;3481;p120"/>
          <p:cNvCxnSpPr>
            <a:stCxn id="3475" idx="3"/>
            <a:endCxn id="3476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82" name="Google Shape;3482;p120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3" name="Google Shape;3483;p120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84" name="Google Shape;3484;p120"/>
          <p:cNvCxnSpPr>
            <a:stCxn id="3483" idx="2"/>
            <a:endCxn id="3482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85" name="Google Shape;3485;p120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86" name="Google Shape;3486;p120"/>
          <p:cNvCxnSpPr>
            <a:stCxn id="3485" idx="2"/>
            <a:endCxn id="3482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87" name="Google Shape;3487;p120"/>
          <p:cNvSpPr txBox="1"/>
          <p:nvPr/>
        </p:nvSpPr>
        <p:spPr>
          <a:xfrm>
            <a:off x="4393675" y="4397125"/>
            <a:ext cx="24480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Disconnected!</a:t>
            </a:r>
            <a:endParaRPr b="1">
              <a:solidFill>
                <a:srgbClr val="FF0000"/>
              </a:solidFill>
            </a:endParaRPr>
          </a:p>
        </p:txBody>
      </p:sp>
      <p:grpSp>
        <p:nvGrpSpPr>
          <p:cNvPr id="3488" name="Google Shape;3488;p120"/>
          <p:cNvGrpSpPr/>
          <p:nvPr/>
        </p:nvGrpSpPr>
        <p:grpSpPr>
          <a:xfrm>
            <a:off x="7426813" y="3603880"/>
            <a:ext cx="1182300" cy="1066200"/>
            <a:chOff x="7426813" y="3603880"/>
            <a:chExt cx="1182300" cy="1066200"/>
          </a:xfrm>
        </p:grpSpPr>
        <p:sp>
          <p:nvSpPr>
            <p:cNvPr id="3489" name="Google Shape;3489;p120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490" name="Google Shape;3490;p120"/>
            <p:cNvCxnSpPr>
              <a:stCxn id="3489" idx="0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91" name="Google Shape;3491;p120"/>
            <p:cNvCxnSpPr>
              <a:endCxn id="3489" idx="6"/>
            </p:cNvCxnSpPr>
            <p:nvPr/>
          </p:nvCxnSpPr>
          <p:spPr>
            <a:xfrm flipH="1">
              <a:off x="7891513" y="3603880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92" name="Google Shape;3492;p120"/>
            <p:cNvCxnSpPr>
              <a:stCxn id="3489" idx="6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3496" name="Shape 3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7" name="Google Shape;3497;p121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Edge</a:t>
            </a:r>
            <a:r>
              <a:rPr lang="en"/>
              <a:t>-Connectivity</a:t>
            </a:r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1" name="Shape 3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" name="Google Shape;3502;p1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Edge Connectivity</a:t>
            </a:r>
            <a:endParaRPr/>
          </a:p>
        </p:txBody>
      </p:sp>
      <p:sp>
        <p:nvSpPr>
          <p:cNvPr id="3503" name="Google Shape;3503;p122"/>
          <p:cNvSpPr txBox="1"/>
          <p:nvPr>
            <p:ph idx="1" type="body"/>
          </p:nvPr>
        </p:nvSpPr>
        <p:spPr>
          <a:xfrm>
            <a:off x="311700" y="1225225"/>
            <a:ext cx="4520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Some graphs are </a:t>
            </a:r>
            <a:r>
              <a:rPr b="1" lang="en"/>
              <a:t>easy</a:t>
            </a:r>
            <a:r>
              <a:rPr lang="en"/>
              <a:t> to disconnect by removing edges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Only require the removal of a </a:t>
            </a:r>
            <a:r>
              <a:rPr b="1" lang="en"/>
              <a:t>few</a:t>
            </a:r>
            <a:r>
              <a:rPr lang="en"/>
              <a:t> links 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Others are </a:t>
            </a:r>
            <a:r>
              <a:rPr b="1" lang="en"/>
              <a:t>hard</a:t>
            </a:r>
            <a:r>
              <a:rPr lang="en"/>
              <a:t> to disconnect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Requires the removal of a </a:t>
            </a:r>
            <a:r>
              <a:rPr b="1" lang="en"/>
              <a:t>lot</a:t>
            </a:r>
            <a:r>
              <a:rPr lang="en"/>
              <a:t> of links or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edge-connectivity</a:t>
            </a:r>
            <a:r>
              <a:rPr lang="en"/>
              <a:t> of a graph is the </a:t>
            </a:r>
            <a:r>
              <a:rPr b="1" lang="en"/>
              <a:t>minimum number of edges</a:t>
            </a:r>
            <a:r>
              <a:rPr lang="en"/>
              <a:t> that need to be removed to disconnect the graph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04" name="Google Shape;3504;p122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3505" name="Google Shape;3505;p122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6" name="Google Shape;3506;p122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7" name="Google Shape;3507;p122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8" name="Google Shape;3508;p122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509" name="Google Shape;3509;p122"/>
            <p:cNvCxnSpPr>
              <a:stCxn id="3505" idx="3"/>
              <a:endCxn id="3506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10" name="Google Shape;3510;p122"/>
            <p:cNvCxnSpPr>
              <a:stCxn id="3508" idx="1"/>
              <a:endCxn id="3506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11" name="Google Shape;3511;p122"/>
            <p:cNvCxnSpPr>
              <a:stCxn id="3505" idx="4"/>
              <a:endCxn id="3508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12" name="Google Shape;3512;p122"/>
            <p:cNvCxnSpPr>
              <a:stCxn id="3505" idx="5"/>
              <a:endCxn id="3507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13" name="Google Shape;3513;p122"/>
            <p:cNvCxnSpPr>
              <a:stCxn id="3507" idx="2"/>
              <a:endCxn id="3506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514" name="Google Shape;3514;p122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5" name="Google Shape;3515;p122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6" name="Google Shape;3516;p122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7" name="Google Shape;3517;p122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518" name="Google Shape;3518;p122"/>
            <p:cNvCxnSpPr>
              <a:stCxn id="3514" idx="3"/>
              <a:endCxn id="3515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19" name="Google Shape;3519;p122"/>
            <p:cNvCxnSpPr>
              <a:stCxn id="3517" idx="0"/>
              <a:endCxn id="3515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0" name="Google Shape;3520;p122"/>
            <p:cNvCxnSpPr>
              <a:stCxn id="3514" idx="5"/>
              <a:endCxn id="3516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1" name="Google Shape;3521;p122"/>
            <p:cNvCxnSpPr>
              <a:stCxn id="3516" idx="2"/>
              <a:endCxn id="3515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522" name="Google Shape;3522;p122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523" name="Google Shape;3523;p122"/>
            <p:cNvCxnSpPr>
              <a:stCxn id="3522" idx="0"/>
              <a:endCxn id="3515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4" name="Google Shape;3524;p122"/>
            <p:cNvCxnSpPr>
              <a:stCxn id="3516" idx="3"/>
              <a:endCxn id="3517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5" name="Google Shape;3525;p122"/>
            <p:cNvCxnSpPr>
              <a:stCxn id="3516" idx="3"/>
              <a:endCxn id="3522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6" name="Google Shape;3526;p122"/>
            <p:cNvCxnSpPr>
              <a:stCxn id="3514" idx="4"/>
              <a:endCxn id="3522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527" name="Google Shape;3527;p122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8" name="Google Shape;3528;p122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9" name="Google Shape;3529;p122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0" name="Google Shape;3530;p122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531" name="Google Shape;3531;p122"/>
            <p:cNvCxnSpPr>
              <a:stCxn id="3527" idx="3"/>
              <a:endCxn id="3528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32" name="Google Shape;3532;p122"/>
            <p:cNvCxnSpPr>
              <a:stCxn id="3530" idx="0"/>
              <a:endCxn id="3528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33" name="Google Shape;3533;p122"/>
            <p:cNvCxnSpPr>
              <a:stCxn id="3527" idx="5"/>
              <a:endCxn id="3529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34" name="Google Shape;3534;p122"/>
            <p:cNvCxnSpPr>
              <a:stCxn id="3529" idx="2"/>
              <a:endCxn id="3528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535" name="Google Shape;3535;p122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536" name="Google Shape;3536;p122"/>
            <p:cNvCxnSpPr>
              <a:stCxn id="3529" idx="3"/>
              <a:endCxn id="3530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37" name="Google Shape;3537;p122"/>
            <p:cNvCxnSpPr>
              <a:stCxn id="3535" idx="2"/>
              <a:endCxn id="3528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38" name="Google Shape;3538;p122"/>
            <p:cNvCxnSpPr>
              <a:stCxn id="3535" idx="0"/>
              <a:endCxn id="3527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39" name="Google Shape;3539;p122"/>
            <p:cNvCxnSpPr>
              <a:stCxn id="3530" idx="6"/>
              <a:endCxn id="3535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40" name="Google Shape;3540;p122"/>
            <p:cNvCxnSpPr>
              <a:stCxn id="3507" idx="5"/>
              <a:endCxn id="3528" idx="1"/>
            </p:cNvCxnSpPr>
            <p:nvPr/>
          </p:nvCxnSpPr>
          <p:spPr>
            <a:xfrm>
              <a:off x="6516801" y="2675826"/>
              <a:ext cx="800400" cy="1149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41" name="Google Shape;3541;p122"/>
            <p:cNvCxnSpPr>
              <a:stCxn id="3507" idx="7"/>
              <a:endCxn id="3517" idx="3"/>
            </p:cNvCxnSpPr>
            <p:nvPr/>
          </p:nvCxnSpPr>
          <p:spPr>
            <a:xfrm flipH="1" rot="10800000">
              <a:off x="6516801" y="1640899"/>
              <a:ext cx="754200" cy="91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42" name="Google Shape;3542;p122"/>
            <p:cNvCxnSpPr>
              <a:stCxn id="3522" idx="3"/>
              <a:endCxn id="3527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43" name="Google Shape;3543;p122"/>
            <p:cNvCxnSpPr>
              <a:stCxn id="3516" idx="4"/>
              <a:endCxn id="3529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7" name="Shape 3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8" name="Google Shape;3548;p1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Edge Connectivity</a:t>
            </a:r>
            <a:endParaRPr/>
          </a:p>
        </p:txBody>
      </p:sp>
      <p:sp>
        <p:nvSpPr>
          <p:cNvPr id="3549" name="Google Shape;3549;p123"/>
          <p:cNvSpPr txBox="1"/>
          <p:nvPr>
            <p:ph idx="1" type="body"/>
          </p:nvPr>
        </p:nvSpPr>
        <p:spPr>
          <a:xfrm>
            <a:off x="311700" y="1225225"/>
            <a:ext cx="4520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Some graphs are </a:t>
            </a:r>
            <a:r>
              <a:rPr b="1" lang="en"/>
              <a:t>easy</a:t>
            </a:r>
            <a:r>
              <a:rPr lang="en"/>
              <a:t> to disconnect by removing edges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Only require the removal of a </a:t>
            </a:r>
            <a:r>
              <a:rPr b="1" lang="en"/>
              <a:t>few</a:t>
            </a:r>
            <a:r>
              <a:rPr lang="en"/>
              <a:t> links 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Others are </a:t>
            </a:r>
            <a:r>
              <a:rPr b="1" lang="en"/>
              <a:t>hard</a:t>
            </a:r>
            <a:r>
              <a:rPr lang="en"/>
              <a:t> to disconnect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Requires the removal of a </a:t>
            </a:r>
            <a:r>
              <a:rPr b="1" lang="en"/>
              <a:t>lot</a:t>
            </a:r>
            <a:r>
              <a:rPr lang="en"/>
              <a:t> of links or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edge-connectivity</a:t>
            </a:r>
            <a:r>
              <a:rPr lang="en"/>
              <a:t> of a graph is the </a:t>
            </a:r>
            <a:r>
              <a:rPr b="1" lang="en"/>
              <a:t>minimum number of edges</a:t>
            </a:r>
            <a:r>
              <a:rPr lang="en"/>
              <a:t> that need to be removed to disconnect the graph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50" name="Google Shape;3550;p123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3551" name="Google Shape;3551;p123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2" name="Google Shape;3552;p123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3" name="Google Shape;3553;p123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4" name="Google Shape;3554;p123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555" name="Google Shape;3555;p123"/>
            <p:cNvCxnSpPr>
              <a:stCxn id="3551" idx="3"/>
              <a:endCxn id="3552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56" name="Google Shape;3556;p123"/>
            <p:cNvCxnSpPr>
              <a:stCxn id="3554" idx="1"/>
              <a:endCxn id="3552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57" name="Google Shape;3557;p123"/>
            <p:cNvCxnSpPr>
              <a:stCxn id="3551" idx="4"/>
              <a:endCxn id="3554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58" name="Google Shape;3558;p123"/>
            <p:cNvCxnSpPr>
              <a:stCxn id="3551" idx="5"/>
              <a:endCxn id="3553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59" name="Google Shape;3559;p123"/>
            <p:cNvCxnSpPr>
              <a:stCxn id="3553" idx="2"/>
              <a:endCxn id="3552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560" name="Google Shape;3560;p123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1" name="Google Shape;3561;p123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2" name="Google Shape;3562;p123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3" name="Google Shape;3563;p123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564" name="Google Shape;3564;p123"/>
            <p:cNvCxnSpPr>
              <a:stCxn id="3560" idx="3"/>
              <a:endCxn id="3561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65" name="Google Shape;3565;p123"/>
            <p:cNvCxnSpPr>
              <a:stCxn id="3563" idx="0"/>
              <a:endCxn id="3561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66" name="Google Shape;3566;p123"/>
            <p:cNvCxnSpPr>
              <a:stCxn id="3560" idx="5"/>
              <a:endCxn id="3562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67" name="Google Shape;3567;p123"/>
            <p:cNvCxnSpPr>
              <a:stCxn id="3562" idx="2"/>
              <a:endCxn id="3561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568" name="Google Shape;3568;p123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569" name="Google Shape;3569;p123"/>
            <p:cNvCxnSpPr>
              <a:stCxn id="3568" idx="0"/>
              <a:endCxn id="3561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70" name="Google Shape;3570;p123"/>
            <p:cNvCxnSpPr>
              <a:stCxn id="3562" idx="3"/>
              <a:endCxn id="3563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71" name="Google Shape;3571;p123"/>
            <p:cNvCxnSpPr>
              <a:stCxn id="3562" idx="3"/>
              <a:endCxn id="3568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72" name="Google Shape;3572;p123"/>
            <p:cNvCxnSpPr>
              <a:stCxn id="3560" idx="4"/>
              <a:endCxn id="3568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573" name="Google Shape;3573;p123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4" name="Google Shape;3574;p123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5" name="Google Shape;3575;p123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6" name="Google Shape;3576;p123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577" name="Google Shape;3577;p123"/>
            <p:cNvCxnSpPr>
              <a:stCxn id="3573" idx="3"/>
              <a:endCxn id="3574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78" name="Google Shape;3578;p123"/>
            <p:cNvCxnSpPr>
              <a:stCxn id="3576" idx="0"/>
              <a:endCxn id="3574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79" name="Google Shape;3579;p123"/>
            <p:cNvCxnSpPr>
              <a:stCxn id="3573" idx="5"/>
              <a:endCxn id="3575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80" name="Google Shape;3580;p123"/>
            <p:cNvCxnSpPr>
              <a:stCxn id="3575" idx="2"/>
              <a:endCxn id="3574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581" name="Google Shape;3581;p123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582" name="Google Shape;3582;p123"/>
            <p:cNvCxnSpPr>
              <a:stCxn id="3575" idx="3"/>
              <a:endCxn id="3576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83" name="Google Shape;3583;p123"/>
            <p:cNvCxnSpPr>
              <a:stCxn id="3581" idx="2"/>
              <a:endCxn id="3574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84" name="Google Shape;3584;p123"/>
            <p:cNvCxnSpPr>
              <a:stCxn id="3581" idx="0"/>
              <a:endCxn id="3573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85" name="Google Shape;3585;p123"/>
            <p:cNvCxnSpPr>
              <a:stCxn id="3576" idx="6"/>
              <a:endCxn id="3581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86" name="Google Shape;3586;p123"/>
            <p:cNvCxnSpPr>
              <a:stCxn id="3553" idx="5"/>
              <a:endCxn id="3574" idx="1"/>
            </p:cNvCxnSpPr>
            <p:nvPr/>
          </p:nvCxnSpPr>
          <p:spPr>
            <a:xfrm>
              <a:off x="6516801" y="2675826"/>
              <a:ext cx="800400" cy="1149900"/>
            </a:xfrm>
            <a:prstGeom prst="straightConnector1">
              <a:avLst/>
            </a:prstGeom>
            <a:noFill/>
            <a:ln cap="flat" cmpd="sng" w="38100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87" name="Google Shape;3587;p123"/>
            <p:cNvCxnSpPr>
              <a:stCxn id="3553" idx="7"/>
              <a:endCxn id="3563" idx="3"/>
            </p:cNvCxnSpPr>
            <p:nvPr/>
          </p:nvCxnSpPr>
          <p:spPr>
            <a:xfrm flipH="1" rot="10800000">
              <a:off x="6516801" y="1640899"/>
              <a:ext cx="754200" cy="913800"/>
            </a:xfrm>
            <a:prstGeom prst="straightConnector1">
              <a:avLst/>
            </a:prstGeom>
            <a:noFill/>
            <a:ln cap="flat" cmpd="sng" w="38100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88" name="Google Shape;3588;p123"/>
            <p:cNvCxnSpPr>
              <a:stCxn id="3568" idx="3"/>
              <a:endCxn id="3573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89" name="Google Shape;3589;p123"/>
            <p:cNvCxnSpPr>
              <a:stCxn id="3562" idx="4"/>
              <a:endCxn id="3575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590" name="Google Shape;3590;p123"/>
          <p:cNvSpPr txBox="1"/>
          <p:nvPr/>
        </p:nvSpPr>
        <p:spPr>
          <a:xfrm>
            <a:off x="3893625" y="4108775"/>
            <a:ext cx="26907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Edge Connectivity = 2</a:t>
            </a:r>
            <a:endParaRPr b="1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4" name="Shape 3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5" name="Google Shape;3595;p1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Edge Connectivity</a:t>
            </a:r>
            <a:endParaRPr/>
          </a:p>
        </p:txBody>
      </p:sp>
      <p:sp>
        <p:nvSpPr>
          <p:cNvPr id="3596" name="Google Shape;3596;p124"/>
          <p:cNvSpPr txBox="1"/>
          <p:nvPr>
            <p:ph idx="1" type="body"/>
          </p:nvPr>
        </p:nvSpPr>
        <p:spPr>
          <a:xfrm>
            <a:off x="311700" y="1225225"/>
            <a:ext cx="4520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Some graphs are </a:t>
            </a:r>
            <a:r>
              <a:rPr b="1" lang="en"/>
              <a:t>easy</a:t>
            </a:r>
            <a:r>
              <a:rPr lang="en"/>
              <a:t> to disconnect by removing edges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Only require the removal of a </a:t>
            </a:r>
            <a:r>
              <a:rPr b="1" lang="en"/>
              <a:t>few</a:t>
            </a:r>
            <a:r>
              <a:rPr lang="en"/>
              <a:t> links 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Others are </a:t>
            </a:r>
            <a:r>
              <a:rPr b="1" lang="en"/>
              <a:t>hard</a:t>
            </a:r>
            <a:r>
              <a:rPr lang="en"/>
              <a:t> to disconnect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Requires the removal of a </a:t>
            </a:r>
            <a:r>
              <a:rPr b="1" lang="en"/>
              <a:t>lot</a:t>
            </a:r>
            <a:r>
              <a:rPr lang="en"/>
              <a:t> of links or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edge-connectivity</a:t>
            </a:r>
            <a:r>
              <a:rPr lang="en"/>
              <a:t> of a graph is the </a:t>
            </a:r>
            <a:r>
              <a:rPr b="1" lang="en"/>
              <a:t>minimum number of edges</a:t>
            </a:r>
            <a:r>
              <a:rPr lang="en"/>
              <a:t> that need to be removed to disconnect the graph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97" name="Google Shape;3597;p124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3598" name="Google Shape;3598;p124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9" name="Google Shape;3599;p124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0" name="Google Shape;3600;p124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1" name="Google Shape;3601;p124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602" name="Google Shape;3602;p124"/>
            <p:cNvCxnSpPr>
              <a:stCxn id="3598" idx="3"/>
              <a:endCxn id="3599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03" name="Google Shape;3603;p124"/>
            <p:cNvCxnSpPr>
              <a:stCxn id="3601" idx="1"/>
              <a:endCxn id="3599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04" name="Google Shape;3604;p124"/>
            <p:cNvCxnSpPr>
              <a:stCxn id="3598" idx="4"/>
              <a:endCxn id="3601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05" name="Google Shape;3605;p124"/>
            <p:cNvCxnSpPr>
              <a:stCxn id="3598" idx="5"/>
              <a:endCxn id="3600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06" name="Google Shape;3606;p124"/>
            <p:cNvCxnSpPr>
              <a:stCxn id="3600" idx="2"/>
              <a:endCxn id="3599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607" name="Google Shape;3607;p124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8" name="Google Shape;3608;p124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9" name="Google Shape;3609;p124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0" name="Google Shape;3610;p124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611" name="Google Shape;3611;p124"/>
            <p:cNvCxnSpPr>
              <a:stCxn id="3607" idx="3"/>
              <a:endCxn id="3608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12" name="Google Shape;3612;p124"/>
            <p:cNvCxnSpPr>
              <a:stCxn id="3610" idx="0"/>
              <a:endCxn id="3608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13" name="Google Shape;3613;p124"/>
            <p:cNvCxnSpPr>
              <a:stCxn id="3607" idx="5"/>
              <a:endCxn id="3609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14" name="Google Shape;3614;p124"/>
            <p:cNvCxnSpPr>
              <a:stCxn id="3609" idx="2"/>
              <a:endCxn id="3608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615" name="Google Shape;3615;p124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616" name="Google Shape;3616;p124"/>
            <p:cNvCxnSpPr>
              <a:stCxn id="3615" idx="0"/>
              <a:endCxn id="3608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17" name="Google Shape;3617;p124"/>
            <p:cNvCxnSpPr>
              <a:stCxn id="3609" idx="3"/>
              <a:endCxn id="3610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18" name="Google Shape;3618;p124"/>
            <p:cNvCxnSpPr>
              <a:stCxn id="3609" idx="3"/>
              <a:endCxn id="3615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19" name="Google Shape;3619;p124"/>
            <p:cNvCxnSpPr>
              <a:stCxn id="3607" idx="4"/>
              <a:endCxn id="3615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620" name="Google Shape;3620;p124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1" name="Google Shape;3621;p124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2" name="Google Shape;3622;p124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3" name="Google Shape;3623;p124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624" name="Google Shape;3624;p124"/>
            <p:cNvCxnSpPr>
              <a:stCxn id="3620" idx="3"/>
              <a:endCxn id="3621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25" name="Google Shape;3625;p124"/>
            <p:cNvCxnSpPr>
              <a:stCxn id="3623" idx="0"/>
              <a:endCxn id="3621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26" name="Google Shape;3626;p124"/>
            <p:cNvCxnSpPr>
              <a:stCxn id="3620" idx="5"/>
              <a:endCxn id="3622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27" name="Google Shape;3627;p124"/>
            <p:cNvCxnSpPr>
              <a:stCxn id="3622" idx="2"/>
              <a:endCxn id="3621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628" name="Google Shape;3628;p124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629" name="Google Shape;3629;p124"/>
            <p:cNvCxnSpPr>
              <a:stCxn id="3622" idx="3"/>
              <a:endCxn id="3623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30" name="Google Shape;3630;p124"/>
            <p:cNvCxnSpPr>
              <a:stCxn id="3628" idx="2"/>
              <a:endCxn id="3621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31" name="Google Shape;3631;p124"/>
            <p:cNvCxnSpPr>
              <a:stCxn id="3628" idx="0"/>
              <a:endCxn id="3620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32" name="Google Shape;3632;p124"/>
            <p:cNvCxnSpPr>
              <a:stCxn id="3623" idx="6"/>
              <a:endCxn id="3628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33" name="Google Shape;3633;p124"/>
            <p:cNvCxnSpPr>
              <a:stCxn id="3615" idx="3"/>
              <a:endCxn id="3620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34" name="Google Shape;3634;p124"/>
            <p:cNvCxnSpPr>
              <a:stCxn id="3609" idx="4"/>
              <a:endCxn id="3622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635" name="Google Shape;3635;p124"/>
          <p:cNvSpPr txBox="1"/>
          <p:nvPr/>
        </p:nvSpPr>
        <p:spPr>
          <a:xfrm>
            <a:off x="3893625" y="4108775"/>
            <a:ext cx="26907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Edge Connectivity = 2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3636" name="Google Shape;3636;p124"/>
          <p:cNvSpPr txBox="1"/>
          <p:nvPr/>
        </p:nvSpPr>
        <p:spPr>
          <a:xfrm>
            <a:off x="5529575" y="1350950"/>
            <a:ext cx="17049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Disconnected!</a:t>
            </a:r>
            <a:endParaRPr b="1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0" name="Shape 3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1" name="Google Shape;3641;p1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Edge Connectivity</a:t>
            </a:r>
            <a:endParaRPr/>
          </a:p>
        </p:txBody>
      </p:sp>
      <p:sp>
        <p:nvSpPr>
          <p:cNvPr id="3642" name="Google Shape;3642;p125"/>
          <p:cNvSpPr txBox="1"/>
          <p:nvPr>
            <p:ph idx="1" type="body"/>
          </p:nvPr>
        </p:nvSpPr>
        <p:spPr>
          <a:xfrm>
            <a:off x="311700" y="1225225"/>
            <a:ext cx="4520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edge-connectivity</a:t>
            </a:r>
            <a:r>
              <a:rPr lang="en"/>
              <a:t> of a graph is the </a:t>
            </a:r>
            <a:r>
              <a:rPr b="1" lang="en"/>
              <a:t>minimum number of edges</a:t>
            </a:r>
            <a:r>
              <a:rPr lang="en"/>
              <a:t> that need to be removed to disconnect the graph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Graphs that have Edge Connectivity equal to one have a special edge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edge is called a </a:t>
            </a:r>
            <a:r>
              <a:rPr b="1" lang="en"/>
              <a:t>bridge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43" name="Google Shape;3643;p125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3644" name="Google Shape;3644;p125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5" name="Google Shape;3645;p125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6" name="Google Shape;3646;p125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7" name="Google Shape;3647;p125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648" name="Google Shape;3648;p125"/>
            <p:cNvCxnSpPr>
              <a:stCxn id="3644" idx="3"/>
              <a:endCxn id="3645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49" name="Google Shape;3649;p125"/>
            <p:cNvCxnSpPr>
              <a:stCxn id="3647" idx="1"/>
              <a:endCxn id="3645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50" name="Google Shape;3650;p125"/>
            <p:cNvCxnSpPr>
              <a:stCxn id="3644" idx="4"/>
              <a:endCxn id="3647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51" name="Google Shape;3651;p125"/>
            <p:cNvCxnSpPr>
              <a:stCxn id="3644" idx="5"/>
              <a:endCxn id="3646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52" name="Google Shape;3652;p125"/>
            <p:cNvCxnSpPr>
              <a:stCxn id="3646" idx="2"/>
              <a:endCxn id="3645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653" name="Google Shape;3653;p125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4" name="Google Shape;3654;p125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5" name="Google Shape;3655;p125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6" name="Google Shape;3656;p125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657" name="Google Shape;3657;p125"/>
            <p:cNvCxnSpPr>
              <a:stCxn id="3653" idx="3"/>
              <a:endCxn id="3654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58" name="Google Shape;3658;p125"/>
            <p:cNvCxnSpPr>
              <a:stCxn id="3656" idx="0"/>
              <a:endCxn id="3654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59" name="Google Shape;3659;p125"/>
            <p:cNvCxnSpPr>
              <a:stCxn id="3653" idx="5"/>
              <a:endCxn id="3655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60" name="Google Shape;3660;p125"/>
            <p:cNvCxnSpPr>
              <a:stCxn id="3655" idx="2"/>
              <a:endCxn id="3654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661" name="Google Shape;3661;p125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662" name="Google Shape;3662;p125"/>
            <p:cNvCxnSpPr>
              <a:stCxn id="3661" idx="0"/>
              <a:endCxn id="3654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63" name="Google Shape;3663;p125"/>
            <p:cNvCxnSpPr>
              <a:stCxn id="3655" idx="3"/>
              <a:endCxn id="3656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64" name="Google Shape;3664;p125"/>
            <p:cNvCxnSpPr>
              <a:stCxn id="3655" idx="3"/>
              <a:endCxn id="3661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65" name="Google Shape;3665;p125"/>
            <p:cNvCxnSpPr>
              <a:stCxn id="3653" idx="4"/>
              <a:endCxn id="3661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666" name="Google Shape;3666;p125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7" name="Google Shape;3667;p125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8" name="Google Shape;3668;p125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9" name="Google Shape;3669;p125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670" name="Google Shape;3670;p125"/>
            <p:cNvCxnSpPr>
              <a:stCxn id="3666" idx="3"/>
              <a:endCxn id="3667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71" name="Google Shape;3671;p125"/>
            <p:cNvCxnSpPr>
              <a:stCxn id="3669" idx="0"/>
              <a:endCxn id="3667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72" name="Google Shape;3672;p125"/>
            <p:cNvCxnSpPr>
              <a:stCxn id="3666" idx="5"/>
              <a:endCxn id="3668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73" name="Google Shape;3673;p125"/>
            <p:cNvCxnSpPr>
              <a:stCxn id="3668" idx="2"/>
              <a:endCxn id="3667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674" name="Google Shape;3674;p125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675" name="Google Shape;3675;p125"/>
            <p:cNvCxnSpPr>
              <a:stCxn id="3668" idx="3"/>
              <a:endCxn id="3669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76" name="Google Shape;3676;p125"/>
            <p:cNvCxnSpPr>
              <a:stCxn id="3674" idx="2"/>
              <a:endCxn id="3667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77" name="Google Shape;3677;p125"/>
            <p:cNvCxnSpPr>
              <a:stCxn id="3674" idx="0"/>
              <a:endCxn id="3666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78" name="Google Shape;3678;p125"/>
            <p:cNvCxnSpPr>
              <a:stCxn id="3669" idx="6"/>
              <a:endCxn id="3674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79" name="Google Shape;3679;p125"/>
            <p:cNvCxnSpPr>
              <a:stCxn id="3661" idx="3"/>
              <a:endCxn id="3666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80" name="Google Shape;3680;p125"/>
            <p:cNvCxnSpPr>
              <a:stCxn id="3655" idx="4"/>
              <a:endCxn id="3668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681" name="Google Shape;3681;p125"/>
          <p:cNvSpPr txBox="1"/>
          <p:nvPr/>
        </p:nvSpPr>
        <p:spPr>
          <a:xfrm>
            <a:off x="3893625" y="4108775"/>
            <a:ext cx="26907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Edge Connectivity = 1</a:t>
            </a:r>
            <a:endParaRPr b="1">
              <a:solidFill>
                <a:srgbClr val="0000FF"/>
              </a:solidFill>
            </a:endParaRPr>
          </a:p>
        </p:txBody>
      </p:sp>
      <p:cxnSp>
        <p:nvCxnSpPr>
          <p:cNvPr id="3682" name="Google Shape;3682;p125"/>
          <p:cNvCxnSpPr>
            <a:stCxn id="3646" idx="6"/>
            <a:endCxn id="3666" idx="1"/>
          </p:cNvCxnSpPr>
          <p:nvPr/>
        </p:nvCxnSpPr>
        <p:spPr>
          <a:xfrm>
            <a:off x="6541888" y="2615263"/>
            <a:ext cx="1191300" cy="56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6" name="Shape 3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7" name="Google Shape;3687;p1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Bridges</a:t>
            </a:r>
            <a:endParaRPr/>
          </a:p>
        </p:txBody>
      </p:sp>
      <p:sp>
        <p:nvSpPr>
          <p:cNvPr id="3688" name="Google Shape;3688;p126"/>
          <p:cNvSpPr txBox="1"/>
          <p:nvPr>
            <p:ph idx="1" type="body"/>
          </p:nvPr>
        </p:nvSpPr>
        <p:spPr>
          <a:xfrm>
            <a:off x="311700" y="1225225"/>
            <a:ext cx="4520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edge-connectivity</a:t>
            </a:r>
            <a:r>
              <a:rPr lang="en"/>
              <a:t> of a graph is the </a:t>
            </a:r>
            <a:r>
              <a:rPr b="1" lang="en"/>
              <a:t>minimum number of edges</a:t>
            </a:r>
            <a:r>
              <a:rPr lang="en"/>
              <a:t> that need to be removed to disconnect the graph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Graphs that have Edge Connectivity equal to one have a special edge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edge is called a </a:t>
            </a:r>
            <a:r>
              <a:rPr b="1" lang="en"/>
              <a:t>bridge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89" name="Google Shape;3689;p126"/>
          <p:cNvGrpSpPr/>
          <p:nvPr/>
        </p:nvGrpSpPr>
        <p:grpSpPr>
          <a:xfrm>
            <a:off x="5370463" y="653813"/>
            <a:ext cx="3384048" cy="4016267"/>
            <a:chOff x="5370463" y="653813"/>
            <a:chExt cx="3384048" cy="4016267"/>
          </a:xfrm>
        </p:grpSpPr>
        <p:sp>
          <p:nvSpPr>
            <p:cNvPr id="3690" name="Google Shape;3690;p126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1" name="Google Shape;3691;p126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2" name="Google Shape;3692;p126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3" name="Google Shape;3693;p126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694" name="Google Shape;3694;p126"/>
            <p:cNvCxnSpPr>
              <a:stCxn id="3690" idx="3"/>
              <a:endCxn id="3691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95" name="Google Shape;3695;p126"/>
            <p:cNvCxnSpPr>
              <a:stCxn id="3693" idx="1"/>
              <a:endCxn id="3691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96" name="Google Shape;3696;p126"/>
            <p:cNvCxnSpPr>
              <a:stCxn id="3690" idx="4"/>
              <a:endCxn id="3693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97" name="Google Shape;3697;p126"/>
            <p:cNvCxnSpPr>
              <a:stCxn id="3690" idx="5"/>
              <a:endCxn id="3692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98" name="Google Shape;3698;p126"/>
            <p:cNvCxnSpPr>
              <a:stCxn id="3692" idx="2"/>
              <a:endCxn id="3691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699" name="Google Shape;3699;p126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0" name="Google Shape;3700;p126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1" name="Google Shape;3701;p126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2" name="Google Shape;3702;p126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703" name="Google Shape;3703;p126"/>
            <p:cNvCxnSpPr>
              <a:stCxn id="3699" idx="3"/>
              <a:endCxn id="3700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04" name="Google Shape;3704;p126"/>
            <p:cNvCxnSpPr>
              <a:stCxn id="3702" idx="0"/>
              <a:endCxn id="3700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05" name="Google Shape;3705;p126"/>
            <p:cNvCxnSpPr>
              <a:stCxn id="3699" idx="5"/>
              <a:endCxn id="3701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06" name="Google Shape;3706;p126"/>
            <p:cNvCxnSpPr>
              <a:stCxn id="3701" idx="2"/>
              <a:endCxn id="3700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707" name="Google Shape;3707;p126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708" name="Google Shape;3708;p126"/>
            <p:cNvCxnSpPr>
              <a:stCxn id="3707" idx="0"/>
              <a:endCxn id="3700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09" name="Google Shape;3709;p126"/>
            <p:cNvCxnSpPr>
              <a:stCxn id="3701" idx="3"/>
              <a:endCxn id="3702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10" name="Google Shape;3710;p126"/>
            <p:cNvCxnSpPr>
              <a:stCxn id="3701" idx="3"/>
              <a:endCxn id="3707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11" name="Google Shape;3711;p126"/>
            <p:cNvCxnSpPr>
              <a:stCxn id="3699" idx="4"/>
              <a:endCxn id="3707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712" name="Google Shape;3712;p126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3" name="Google Shape;3713;p126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4" name="Google Shape;3714;p126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5" name="Google Shape;3715;p126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716" name="Google Shape;3716;p126"/>
            <p:cNvCxnSpPr>
              <a:stCxn id="3712" idx="3"/>
              <a:endCxn id="3713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17" name="Google Shape;3717;p126"/>
            <p:cNvCxnSpPr>
              <a:stCxn id="3715" idx="0"/>
              <a:endCxn id="3713" idx="4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18" name="Google Shape;3718;p126"/>
            <p:cNvCxnSpPr>
              <a:stCxn id="3712" idx="5"/>
              <a:endCxn id="3714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19" name="Google Shape;3719;p126"/>
            <p:cNvCxnSpPr>
              <a:stCxn id="3714" idx="2"/>
              <a:endCxn id="3713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720" name="Google Shape;3720;p126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721" name="Google Shape;3721;p126"/>
            <p:cNvCxnSpPr>
              <a:stCxn id="3714" idx="3"/>
              <a:endCxn id="3715" idx="6"/>
            </p:cNvCxnSpPr>
            <p:nvPr/>
          </p:nvCxnSpPr>
          <p:spPr>
            <a:xfrm flipH="1">
              <a:off x="7891545" y="3603908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22" name="Google Shape;3722;p126"/>
            <p:cNvCxnSpPr>
              <a:stCxn id="3720" idx="2"/>
              <a:endCxn id="3713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23" name="Google Shape;3723;p126"/>
            <p:cNvCxnSpPr>
              <a:stCxn id="3720" idx="0"/>
              <a:endCxn id="3712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24" name="Google Shape;3724;p126"/>
            <p:cNvCxnSpPr>
              <a:stCxn id="3715" idx="6"/>
              <a:endCxn id="3720" idx="2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25" name="Google Shape;3725;p126"/>
            <p:cNvCxnSpPr>
              <a:stCxn id="3707" idx="3"/>
              <a:endCxn id="3712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26" name="Google Shape;3726;p126"/>
            <p:cNvCxnSpPr>
              <a:stCxn id="3701" idx="4"/>
              <a:endCxn id="3714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727" name="Google Shape;3727;p126"/>
          <p:cNvSpPr txBox="1"/>
          <p:nvPr/>
        </p:nvSpPr>
        <p:spPr>
          <a:xfrm>
            <a:off x="3893625" y="4108775"/>
            <a:ext cx="26907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Edge Connectivity = 1</a:t>
            </a:r>
            <a:endParaRPr b="1">
              <a:solidFill>
                <a:srgbClr val="0000FF"/>
              </a:solidFill>
            </a:endParaRPr>
          </a:p>
        </p:txBody>
      </p:sp>
      <p:cxnSp>
        <p:nvCxnSpPr>
          <p:cNvPr id="3728" name="Google Shape;3728;p126"/>
          <p:cNvCxnSpPr>
            <a:stCxn id="3692" idx="6"/>
            <a:endCxn id="3712" idx="1"/>
          </p:cNvCxnSpPr>
          <p:nvPr/>
        </p:nvCxnSpPr>
        <p:spPr>
          <a:xfrm>
            <a:off x="6541888" y="2615263"/>
            <a:ext cx="1191300" cy="563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29" name="Google Shape;3729;p126"/>
          <p:cNvSpPr txBox="1"/>
          <p:nvPr/>
        </p:nvSpPr>
        <p:spPr>
          <a:xfrm>
            <a:off x="6363400" y="2002650"/>
            <a:ext cx="17049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This edge is a bridge</a:t>
            </a:r>
            <a:endParaRPr b="1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3" name="Shape 3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4" name="Google Shape;3734;p1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Articulation Nodes</a:t>
            </a:r>
            <a:endParaRPr/>
          </a:p>
        </p:txBody>
      </p:sp>
      <p:sp>
        <p:nvSpPr>
          <p:cNvPr id="3735" name="Google Shape;3735;p127"/>
          <p:cNvSpPr txBox="1"/>
          <p:nvPr>
            <p:ph idx="1" type="body"/>
          </p:nvPr>
        </p:nvSpPr>
        <p:spPr>
          <a:xfrm>
            <a:off x="311700" y="1225225"/>
            <a:ext cx="4520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k</a:t>
            </a:r>
            <a:r>
              <a:rPr b="1" lang="en"/>
              <a:t>-connectivity</a:t>
            </a:r>
            <a:r>
              <a:rPr lang="en"/>
              <a:t> of a graph is the </a:t>
            </a:r>
            <a:r>
              <a:rPr b="1" lang="en"/>
              <a:t>minimum number of nodes </a:t>
            </a:r>
            <a:r>
              <a:rPr lang="en"/>
              <a:t>that need to be removed to disconnect the graph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Graphs that have k-connectivity equal to one have a special node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edge is called an </a:t>
            </a:r>
            <a:r>
              <a:rPr b="1" lang="en"/>
              <a:t>articulation node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36" name="Google Shape;3736;p127"/>
          <p:cNvGrpSpPr/>
          <p:nvPr/>
        </p:nvGrpSpPr>
        <p:grpSpPr>
          <a:xfrm>
            <a:off x="7426813" y="3603880"/>
            <a:ext cx="1182300" cy="1066200"/>
            <a:chOff x="7426813" y="3603880"/>
            <a:chExt cx="1182300" cy="1066200"/>
          </a:xfrm>
        </p:grpSpPr>
        <p:sp>
          <p:nvSpPr>
            <p:cNvPr id="3737" name="Google Shape;3737;p127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738" name="Google Shape;3738;p127"/>
            <p:cNvCxnSpPr>
              <a:stCxn id="3737" idx="0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39" name="Google Shape;3739;p127"/>
            <p:cNvCxnSpPr>
              <a:endCxn id="3737" idx="6"/>
            </p:cNvCxnSpPr>
            <p:nvPr/>
          </p:nvCxnSpPr>
          <p:spPr>
            <a:xfrm flipH="1">
              <a:off x="7891513" y="3603880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40" name="Google Shape;3740;p127"/>
            <p:cNvCxnSpPr>
              <a:stCxn id="3737" idx="6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741" name="Google Shape;3741;p127"/>
          <p:cNvGrpSpPr/>
          <p:nvPr/>
        </p:nvGrpSpPr>
        <p:grpSpPr>
          <a:xfrm>
            <a:off x="5370463" y="653813"/>
            <a:ext cx="3384048" cy="3462804"/>
            <a:chOff x="5370463" y="653813"/>
            <a:chExt cx="3384048" cy="3462804"/>
          </a:xfrm>
        </p:grpSpPr>
        <p:sp>
          <p:nvSpPr>
            <p:cNvPr id="3742" name="Google Shape;3742;p127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3" name="Google Shape;3743;p127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4" name="Google Shape;3744;p127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5" name="Google Shape;3745;p127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746" name="Google Shape;3746;p127"/>
            <p:cNvCxnSpPr>
              <a:stCxn id="3742" idx="3"/>
              <a:endCxn id="3743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47" name="Google Shape;3747;p127"/>
            <p:cNvCxnSpPr>
              <a:stCxn id="3745" idx="1"/>
              <a:endCxn id="3743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48" name="Google Shape;3748;p127"/>
            <p:cNvCxnSpPr>
              <a:stCxn id="3742" idx="4"/>
              <a:endCxn id="3745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49" name="Google Shape;3749;p127"/>
            <p:cNvCxnSpPr>
              <a:stCxn id="3742" idx="5"/>
              <a:endCxn id="3744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50" name="Google Shape;3750;p127"/>
            <p:cNvCxnSpPr>
              <a:stCxn id="3744" idx="2"/>
              <a:endCxn id="3743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751" name="Google Shape;3751;p127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2" name="Google Shape;3752;p127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3" name="Google Shape;3753;p127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4" name="Google Shape;3754;p127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755" name="Google Shape;3755;p127"/>
            <p:cNvCxnSpPr>
              <a:stCxn id="3751" idx="3"/>
              <a:endCxn id="3752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56" name="Google Shape;3756;p127"/>
            <p:cNvCxnSpPr>
              <a:stCxn id="3754" idx="0"/>
              <a:endCxn id="3752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57" name="Google Shape;3757;p127"/>
            <p:cNvCxnSpPr>
              <a:stCxn id="3751" idx="5"/>
              <a:endCxn id="3753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58" name="Google Shape;3758;p127"/>
            <p:cNvCxnSpPr>
              <a:stCxn id="3753" idx="2"/>
              <a:endCxn id="3752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759" name="Google Shape;3759;p127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760" name="Google Shape;3760;p127"/>
            <p:cNvCxnSpPr>
              <a:stCxn id="3759" idx="0"/>
              <a:endCxn id="3752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61" name="Google Shape;3761;p127"/>
            <p:cNvCxnSpPr>
              <a:stCxn id="3753" idx="3"/>
              <a:endCxn id="3754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62" name="Google Shape;3762;p127"/>
            <p:cNvCxnSpPr>
              <a:stCxn id="3753" idx="3"/>
              <a:endCxn id="3759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63" name="Google Shape;3763;p127"/>
            <p:cNvCxnSpPr>
              <a:stCxn id="3751" idx="4"/>
              <a:endCxn id="3759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764" name="Google Shape;3764;p127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5" name="Google Shape;3765;p127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6" name="Google Shape;3766;p127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767" name="Google Shape;3767;p127"/>
            <p:cNvCxnSpPr>
              <a:stCxn id="3764" idx="3"/>
              <a:endCxn id="3765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68" name="Google Shape;3768;p127"/>
            <p:cNvCxnSpPr>
              <a:stCxn id="3764" idx="5"/>
              <a:endCxn id="3766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69" name="Google Shape;3769;p127"/>
            <p:cNvCxnSpPr>
              <a:stCxn id="3766" idx="2"/>
              <a:endCxn id="3765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770" name="Google Shape;3770;p127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771" name="Google Shape;3771;p127"/>
            <p:cNvCxnSpPr>
              <a:stCxn id="3770" idx="2"/>
              <a:endCxn id="3765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72" name="Google Shape;3772;p127"/>
            <p:cNvCxnSpPr>
              <a:stCxn id="3770" idx="0"/>
              <a:endCxn id="3764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73" name="Google Shape;3773;p127"/>
            <p:cNvCxnSpPr>
              <a:stCxn id="3744" idx="5"/>
              <a:endCxn id="3765" idx="1"/>
            </p:cNvCxnSpPr>
            <p:nvPr/>
          </p:nvCxnSpPr>
          <p:spPr>
            <a:xfrm>
              <a:off x="6516801" y="2675826"/>
              <a:ext cx="800400" cy="1149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74" name="Google Shape;3774;p127"/>
            <p:cNvCxnSpPr>
              <a:stCxn id="3744" idx="7"/>
              <a:endCxn id="3754" idx="3"/>
            </p:cNvCxnSpPr>
            <p:nvPr/>
          </p:nvCxnSpPr>
          <p:spPr>
            <a:xfrm flipH="1" rot="10800000">
              <a:off x="6516801" y="1640899"/>
              <a:ext cx="754200" cy="91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75" name="Google Shape;3775;p127"/>
            <p:cNvCxnSpPr>
              <a:stCxn id="3759" idx="3"/>
              <a:endCxn id="3764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76" name="Google Shape;3776;p127"/>
            <p:cNvCxnSpPr>
              <a:stCxn id="3753" idx="4"/>
              <a:endCxn id="3766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0" name="Shape 3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1" name="Google Shape;3781;p1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Articulation Nodes</a:t>
            </a:r>
            <a:endParaRPr/>
          </a:p>
        </p:txBody>
      </p:sp>
      <p:sp>
        <p:nvSpPr>
          <p:cNvPr id="3782" name="Google Shape;3782;p128"/>
          <p:cNvSpPr txBox="1"/>
          <p:nvPr>
            <p:ph idx="1" type="body"/>
          </p:nvPr>
        </p:nvSpPr>
        <p:spPr>
          <a:xfrm>
            <a:off x="311700" y="1225225"/>
            <a:ext cx="4520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k-connectivity</a:t>
            </a:r>
            <a:r>
              <a:rPr lang="en"/>
              <a:t> of a graph is the </a:t>
            </a:r>
            <a:r>
              <a:rPr b="1" lang="en"/>
              <a:t>minimum number of nodes </a:t>
            </a:r>
            <a:r>
              <a:rPr lang="en"/>
              <a:t>that need to be removed to disconnect the graph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Graphs that have k-connectivity equal to one have a special node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edge is called an </a:t>
            </a:r>
            <a:r>
              <a:rPr b="1" lang="en"/>
              <a:t>articulation node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83" name="Google Shape;3783;p128"/>
          <p:cNvGrpSpPr/>
          <p:nvPr/>
        </p:nvGrpSpPr>
        <p:grpSpPr>
          <a:xfrm>
            <a:off x="7426813" y="3603880"/>
            <a:ext cx="1182300" cy="1066200"/>
            <a:chOff x="7426813" y="3603880"/>
            <a:chExt cx="1182300" cy="1066200"/>
          </a:xfrm>
        </p:grpSpPr>
        <p:sp>
          <p:nvSpPr>
            <p:cNvPr id="3784" name="Google Shape;3784;p128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785" name="Google Shape;3785;p128"/>
            <p:cNvCxnSpPr>
              <a:stCxn id="3784" idx="0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86" name="Google Shape;3786;p128"/>
            <p:cNvCxnSpPr>
              <a:endCxn id="3784" idx="6"/>
            </p:cNvCxnSpPr>
            <p:nvPr/>
          </p:nvCxnSpPr>
          <p:spPr>
            <a:xfrm flipH="1">
              <a:off x="7891513" y="3603880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87" name="Google Shape;3787;p128"/>
            <p:cNvCxnSpPr>
              <a:stCxn id="3784" idx="6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788" name="Google Shape;3788;p128"/>
          <p:cNvGrpSpPr/>
          <p:nvPr/>
        </p:nvGrpSpPr>
        <p:grpSpPr>
          <a:xfrm>
            <a:off x="5370463" y="653813"/>
            <a:ext cx="3384048" cy="3462804"/>
            <a:chOff x="5370463" y="653813"/>
            <a:chExt cx="3384048" cy="3462804"/>
          </a:xfrm>
        </p:grpSpPr>
        <p:sp>
          <p:nvSpPr>
            <p:cNvPr id="3789" name="Google Shape;3789;p128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0" name="Google Shape;3790;p128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1" name="Google Shape;3791;p128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2" name="Google Shape;3792;p128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793" name="Google Shape;3793;p128"/>
            <p:cNvCxnSpPr>
              <a:stCxn id="3789" idx="3"/>
              <a:endCxn id="3790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94" name="Google Shape;3794;p128"/>
            <p:cNvCxnSpPr>
              <a:stCxn id="3792" idx="1"/>
              <a:endCxn id="3790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95" name="Google Shape;3795;p128"/>
            <p:cNvCxnSpPr>
              <a:stCxn id="3789" idx="4"/>
              <a:endCxn id="3792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96" name="Google Shape;3796;p128"/>
            <p:cNvCxnSpPr>
              <a:stCxn id="3789" idx="5"/>
              <a:endCxn id="3791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97" name="Google Shape;3797;p128"/>
            <p:cNvCxnSpPr>
              <a:stCxn id="3791" idx="2"/>
              <a:endCxn id="3790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798" name="Google Shape;3798;p128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9" name="Google Shape;3799;p128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0" name="Google Shape;3800;p128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1" name="Google Shape;3801;p128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802" name="Google Shape;3802;p128"/>
            <p:cNvCxnSpPr>
              <a:stCxn id="3798" idx="3"/>
              <a:endCxn id="3799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03" name="Google Shape;3803;p128"/>
            <p:cNvCxnSpPr>
              <a:stCxn id="3801" idx="0"/>
              <a:endCxn id="3799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04" name="Google Shape;3804;p128"/>
            <p:cNvCxnSpPr>
              <a:stCxn id="3798" idx="5"/>
              <a:endCxn id="3800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05" name="Google Shape;3805;p128"/>
            <p:cNvCxnSpPr>
              <a:stCxn id="3800" idx="2"/>
              <a:endCxn id="3799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806" name="Google Shape;3806;p128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807" name="Google Shape;3807;p128"/>
            <p:cNvCxnSpPr>
              <a:stCxn id="3806" idx="0"/>
              <a:endCxn id="3799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08" name="Google Shape;3808;p128"/>
            <p:cNvCxnSpPr>
              <a:stCxn id="3800" idx="3"/>
              <a:endCxn id="3801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09" name="Google Shape;3809;p128"/>
            <p:cNvCxnSpPr>
              <a:stCxn id="3800" idx="3"/>
              <a:endCxn id="3806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10" name="Google Shape;3810;p128"/>
            <p:cNvCxnSpPr>
              <a:stCxn id="3798" idx="4"/>
              <a:endCxn id="3806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811" name="Google Shape;3811;p128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2" name="Google Shape;3812;p128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3" name="Google Shape;3813;p128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814" name="Google Shape;3814;p128"/>
            <p:cNvCxnSpPr>
              <a:stCxn id="3811" idx="3"/>
              <a:endCxn id="3812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15" name="Google Shape;3815;p128"/>
            <p:cNvCxnSpPr>
              <a:stCxn id="3811" idx="5"/>
              <a:endCxn id="3813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16" name="Google Shape;3816;p128"/>
            <p:cNvCxnSpPr>
              <a:stCxn id="3813" idx="2"/>
              <a:endCxn id="3812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817" name="Google Shape;3817;p128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818" name="Google Shape;3818;p128"/>
            <p:cNvCxnSpPr>
              <a:stCxn id="3817" idx="2"/>
              <a:endCxn id="3812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19" name="Google Shape;3819;p128"/>
            <p:cNvCxnSpPr>
              <a:stCxn id="3817" idx="0"/>
              <a:endCxn id="3811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20" name="Google Shape;3820;p128"/>
            <p:cNvCxnSpPr>
              <a:stCxn id="3791" idx="5"/>
              <a:endCxn id="3812" idx="1"/>
            </p:cNvCxnSpPr>
            <p:nvPr/>
          </p:nvCxnSpPr>
          <p:spPr>
            <a:xfrm>
              <a:off x="6516801" y="2675826"/>
              <a:ext cx="800400" cy="1149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21" name="Google Shape;3821;p128"/>
            <p:cNvCxnSpPr>
              <a:stCxn id="3791" idx="7"/>
              <a:endCxn id="3801" idx="3"/>
            </p:cNvCxnSpPr>
            <p:nvPr/>
          </p:nvCxnSpPr>
          <p:spPr>
            <a:xfrm flipH="1" rot="10800000">
              <a:off x="6516801" y="1640899"/>
              <a:ext cx="754200" cy="91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22" name="Google Shape;3822;p128"/>
            <p:cNvCxnSpPr>
              <a:stCxn id="3806" idx="3"/>
              <a:endCxn id="3811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23" name="Google Shape;3823;p128"/>
            <p:cNvCxnSpPr>
              <a:stCxn id="3800" idx="4"/>
              <a:endCxn id="3813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824" name="Google Shape;3824;p128"/>
          <p:cNvSpPr txBox="1"/>
          <p:nvPr/>
        </p:nvSpPr>
        <p:spPr>
          <a:xfrm>
            <a:off x="4393675" y="4397125"/>
            <a:ext cx="24480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k-connectivity = 1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825" name="Google Shape;3825;p128"/>
          <p:cNvSpPr txBox="1"/>
          <p:nvPr/>
        </p:nvSpPr>
        <p:spPr>
          <a:xfrm>
            <a:off x="5370475" y="1366550"/>
            <a:ext cx="18591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an articulation node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9" name="Shape 3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0" name="Google Shape;3830;p1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Node and Edge </a:t>
            </a:r>
            <a:endParaRPr/>
          </a:p>
        </p:txBody>
      </p:sp>
      <p:sp>
        <p:nvSpPr>
          <p:cNvPr id="3831" name="Google Shape;3831;p129"/>
          <p:cNvSpPr txBox="1"/>
          <p:nvPr>
            <p:ph idx="1" type="body"/>
          </p:nvPr>
        </p:nvSpPr>
        <p:spPr>
          <a:xfrm>
            <a:off x="311700" y="1225225"/>
            <a:ext cx="4520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k-connectivity and edge connectivity of a graph do not have to be the same number!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32" name="Google Shape;3832;p129"/>
          <p:cNvGrpSpPr/>
          <p:nvPr/>
        </p:nvGrpSpPr>
        <p:grpSpPr>
          <a:xfrm>
            <a:off x="7426813" y="3603880"/>
            <a:ext cx="1182300" cy="1066200"/>
            <a:chOff x="7426813" y="3603880"/>
            <a:chExt cx="1182300" cy="1066200"/>
          </a:xfrm>
        </p:grpSpPr>
        <p:sp>
          <p:nvSpPr>
            <p:cNvPr id="3833" name="Google Shape;3833;p129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834" name="Google Shape;3834;p129"/>
            <p:cNvCxnSpPr>
              <a:stCxn id="3833" idx="0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35" name="Google Shape;3835;p129"/>
            <p:cNvCxnSpPr>
              <a:endCxn id="3833" idx="6"/>
            </p:cNvCxnSpPr>
            <p:nvPr/>
          </p:nvCxnSpPr>
          <p:spPr>
            <a:xfrm flipH="1">
              <a:off x="7891513" y="3603880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36" name="Google Shape;3836;p129"/>
            <p:cNvCxnSpPr>
              <a:stCxn id="3833" idx="6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837" name="Google Shape;3837;p129"/>
          <p:cNvGrpSpPr/>
          <p:nvPr/>
        </p:nvGrpSpPr>
        <p:grpSpPr>
          <a:xfrm>
            <a:off x="5370463" y="653813"/>
            <a:ext cx="3384048" cy="3462804"/>
            <a:chOff x="5370463" y="653813"/>
            <a:chExt cx="3384048" cy="3462804"/>
          </a:xfrm>
        </p:grpSpPr>
        <p:sp>
          <p:nvSpPr>
            <p:cNvPr id="3838" name="Google Shape;3838;p129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9" name="Google Shape;3839;p129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0" name="Google Shape;3840;p129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1" name="Google Shape;3841;p129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842" name="Google Shape;3842;p129"/>
            <p:cNvCxnSpPr>
              <a:stCxn id="3838" idx="3"/>
              <a:endCxn id="3839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43" name="Google Shape;3843;p129"/>
            <p:cNvCxnSpPr>
              <a:stCxn id="3841" idx="1"/>
              <a:endCxn id="3839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44" name="Google Shape;3844;p129"/>
            <p:cNvCxnSpPr>
              <a:stCxn id="3838" idx="4"/>
              <a:endCxn id="3841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45" name="Google Shape;3845;p129"/>
            <p:cNvCxnSpPr>
              <a:stCxn id="3838" idx="5"/>
              <a:endCxn id="3840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46" name="Google Shape;3846;p129"/>
            <p:cNvCxnSpPr>
              <a:stCxn id="3840" idx="2"/>
              <a:endCxn id="3839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847" name="Google Shape;3847;p129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8" name="Google Shape;3848;p129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9" name="Google Shape;3849;p129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0" name="Google Shape;3850;p129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851" name="Google Shape;3851;p129"/>
            <p:cNvCxnSpPr>
              <a:stCxn id="3847" idx="3"/>
              <a:endCxn id="3848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52" name="Google Shape;3852;p129"/>
            <p:cNvCxnSpPr>
              <a:stCxn id="3850" idx="0"/>
              <a:endCxn id="3848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53" name="Google Shape;3853;p129"/>
            <p:cNvCxnSpPr>
              <a:stCxn id="3847" idx="5"/>
              <a:endCxn id="3849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54" name="Google Shape;3854;p129"/>
            <p:cNvCxnSpPr>
              <a:stCxn id="3849" idx="2"/>
              <a:endCxn id="3848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855" name="Google Shape;3855;p129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856" name="Google Shape;3856;p129"/>
            <p:cNvCxnSpPr>
              <a:stCxn id="3855" idx="0"/>
              <a:endCxn id="3848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57" name="Google Shape;3857;p129"/>
            <p:cNvCxnSpPr>
              <a:stCxn id="3849" idx="3"/>
              <a:endCxn id="3850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58" name="Google Shape;3858;p129"/>
            <p:cNvCxnSpPr>
              <a:stCxn id="3849" idx="3"/>
              <a:endCxn id="3855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59" name="Google Shape;3859;p129"/>
            <p:cNvCxnSpPr>
              <a:stCxn id="3847" idx="4"/>
              <a:endCxn id="3855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860" name="Google Shape;3860;p129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1" name="Google Shape;3861;p129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2" name="Google Shape;3862;p129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863" name="Google Shape;3863;p129"/>
            <p:cNvCxnSpPr>
              <a:stCxn id="3860" idx="3"/>
              <a:endCxn id="3861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64" name="Google Shape;3864;p129"/>
            <p:cNvCxnSpPr>
              <a:stCxn id="3860" idx="5"/>
              <a:endCxn id="3862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65" name="Google Shape;3865;p129"/>
            <p:cNvCxnSpPr>
              <a:stCxn id="3862" idx="2"/>
              <a:endCxn id="3861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866" name="Google Shape;3866;p129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867" name="Google Shape;3867;p129"/>
            <p:cNvCxnSpPr>
              <a:stCxn id="3866" idx="2"/>
              <a:endCxn id="3861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68" name="Google Shape;3868;p129"/>
            <p:cNvCxnSpPr>
              <a:stCxn id="3866" idx="0"/>
              <a:endCxn id="3860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69" name="Google Shape;3869;p129"/>
            <p:cNvCxnSpPr>
              <a:stCxn id="3840" idx="5"/>
              <a:endCxn id="3861" idx="1"/>
            </p:cNvCxnSpPr>
            <p:nvPr/>
          </p:nvCxnSpPr>
          <p:spPr>
            <a:xfrm>
              <a:off x="6516801" y="2675826"/>
              <a:ext cx="800400" cy="1149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70" name="Google Shape;3870;p129"/>
            <p:cNvCxnSpPr>
              <a:stCxn id="3840" idx="7"/>
              <a:endCxn id="3850" idx="3"/>
            </p:cNvCxnSpPr>
            <p:nvPr/>
          </p:nvCxnSpPr>
          <p:spPr>
            <a:xfrm flipH="1" rot="10800000">
              <a:off x="6516801" y="1640899"/>
              <a:ext cx="754200" cy="91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71" name="Google Shape;3871;p129"/>
            <p:cNvCxnSpPr>
              <a:stCxn id="3855" idx="3"/>
              <a:endCxn id="3860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72" name="Google Shape;3872;p129"/>
            <p:cNvCxnSpPr>
              <a:stCxn id="3849" idx="4"/>
              <a:endCxn id="3862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873" name="Google Shape;3873;p129"/>
          <p:cNvSpPr txBox="1"/>
          <p:nvPr/>
        </p:nvSpPr>
        <p:spPr>
          <a:xfrm>
            <a:off x="4393675" y="4397125"/>
            <a:ext cx="24480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k-connectivity = 1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7" name="Shape 3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8" name="Google Shape;3878;p1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Node and Edge </a:t>
            </a:r>
            <a:endParaRPr/>
          </a:p>
        </p:txBody>
      </p:sp>
      <p:sp>
        <p:nvSpPr>
          <p:cNvPr id="3879" name="Google Shape;3879;p130"/>
          <p:cNvSpPr txBox="1"/>
          <p:nvPr>
            <p:ph idx="1" type="body"/>
          </p:nvPr>
        </p:nvSpPr>
        <p:spPr>
          <a:xfrm>
            <a:off x="311700" y="1225225"/>
            <a:ext cx="4520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k-connectivity and edge connectivity of a graph do not have to be the same number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k-connectivity of this graph is 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has an articulation node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80" name="Google Shape;3880;p130"/>
          <p:cNvGrpSpPr/>
          <p:nvPr/>
        </p:nvGrpSpPr>
        <p:grpSpPr>
          <a:xfrm>
            <a:off x="7426813" y="3603880"/>
            <a:ext cx="1182300" cy="1066200"/>
            <a:chOff x="7426813" y="3603880"/>
            <a:chExt cx="1182300" cy="1066200"/>
          </a:xfrm>
        </p:grpSpPr>
        <p:sp>
          <p:nvSpPr>
            <p:cNvPr id="3881" name="Google Shape;3881;p130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882" name="Google Shape;3882;p130"/>
            <p:cNvCxnSpPr>
              <a:stCxn id="3881" idx="0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83" name="Google Shape;3883;p130"/>
            <p:cNvCxnSpPr>
              <a:endCxn id="3881" idx="6"/>
            </p:cNvCxnSpPr>
            <p:nvPr/>
          </p:nvCxnSpPr>
          <p:spPr>
            <a:xfrm flipH="1">
              <a:off x="7891513" y="3603880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84" name="Google Shape;3884;p130"/>
            <p:cNvCxnSpPr>
              <a:stCxn id="3881" idx="6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885" name="Google Shape;3885;p130"/>
          <p:cNvGrpSpPr/>
          <p:nvPr/>
        </p:nvGrpSpPr>
        <p:grpSpPr>
          <a:xfrm>
            <a:off x="5370463" y="653813"/>
            <a:ext cx="3384048" cy="3462804"/>
            <a:chOff x="5370463" y="653813"/>
            <a:chExt cx="3384048" cy="3462804"/>
          </a:xfrm>
        </p:grpSpPr>
        <p:sp>
          <p:nvSpPr>
            <p:cNvPr id="3886" name="Google Shape;3886;p130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7" name="Google Shape;3887;p130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8" name="Google Shape;3888;p130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9" name="Google Shape;3889;p130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890" name="Google Shape;3890;p130"/>
            <p:cNvCxnSpPr>
              <a:stCxn id="3886" idx="3"/>
              <a:endCxn id="3887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91" name="Google Shape;3891;p130"/>
            <p:cNvCxnSpPr>
              <a:stCxn id="3889" idx="1"/>
              <a:endCxn id="3887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92" name="Google Shape;3892;p130"/>
            <p:cNvCxnSpPr>
              <a:stCxn id="3886" idx="4"/>
              <a:endCxn id="3889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93" name="Google Shape;3893;p130"/>
            <p:cNvCxnSpPr>
              <a:stCxn id="3886" idx="5"/>
              <a:endCxn id="3888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94" name="Google Shape;3894;p130"/>
            <p:cNvCxnSpPr>
              <a:stCxn id="3888" idx="2"/>
              <a:endCxn id="3887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895" name="Google Shape;3895;p130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6" name="Google Shape;3896;p130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7" name="Google Shape;3897;p130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8" name="Google Shape;3898;p130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899" name="Google Shape;3899;p130"/>
            <p:cNvCxnSpPr>
              <a:stCxn id="3895" idx="3"/>
              <a:endCxn id="3896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00" name="Google Shape;3900;p130"/>
            <p:cNvCxnSpPr>
              <a:stCxn id="3898" idx="0"/>
              <a:endCxn id="3896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01" name="Google Shape;3901;p130"/>
            <p:cNvCxnSpPr>
              <a:stCxn id="3895" idx="5"/>
              <a:endCxn id="3897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02" name="Google Shape;3902;p130"/>
            <p:cNvCxnSpPr>
              <a:stCxn id="3897" idx="2"/>
              <a:endCxn id="3896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903" name="Google Shape;3903;p130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904" name="Google Shape;3904;p130"/>
            <p:cNvCxnSpPr>
              <a:stCxn id="3903" idx="0"/>
              <a:endCxn id="3896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05" name="Google Shape;3905;p130"/>
            <p:cNvCxnSpPr>
              <a:stCxn id="3897" idx="3"/>
              <a:endCxn id="3898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06" name="Google Shape;3906;p130"/>
            <p:cNvCxnSpPr>
              <a:stCxn id="3897" idx="3"/>
              <a:endCxn id="3903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07" name="Google Shape;3907;p130"/>
            <p:cNvCxnSpPr>
              <a:stCxn id="3895" idx="4"/>
              <a:endCxn id="3903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908" name="Google Shape;3908;p130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9" name="Google Shape;3909;p130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0" name="Google Shape;3910;p130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911" name="Google Shape;3911;p130"/>
            <p:cNvCxnSpPr>
              <a:stCxn id="3908" idx="3"/>
              <a:endCxn id="3909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12" name="Google Shape;3912;p130"/>
            <p:cNvCxnSpPr>
              <a:stCxn id="3908" idx="5"/>
              <a:endCxn id="3910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13" name="Google Shape;3913;p130"/>
            <p:cNvCxnSpPr>
              <a:stCxn id="3910" idx="2"/>
              <a:endCxn id="3909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914" name="Google Shape;3914;p130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915" name="Google Shape;3915;p130"/>
            <p:cNvCxnSpPr>
              <a:stCxn id="3914" idx="2"/>
              <a:endCxn id="3909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16" name="Google Shape;3916;p130"/>
            <p:cNvCxnSpPr>
              <a:stCxn id="3914" idx="0"/>
              <a:endCxn id="3908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17" name="Google Shape;3917;p130"/>
            <p:cNvCxnSpPr>
              <a:stCxn id="3888" idx="5"/>
              <a:endCxn id="3909" idx="1"/>
            </p:cNvCxnSpPr>
            <p:nvPr/>
          </p:nvCxnSpPr>
          <p:spPr>
            <a:xfrm>
              <a:off x="6516801" y="2675826"/>
              <a:ext cx="800400" cy="1149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18" name="Google Shape;3918;p130"/>
            <p:cNvCxnSpPr>
              <a:stCxn id="3888" idx="7"/>
              <a:endCxn id="3898" idx="3"/>
            </p:cNvCxnSpPr>
            <p:nvPr/>
          </p:nvCxnSpPr>
          <p:spPr>
            <a:xfrm flipH="1" rot="10800000">
              <a:off x="6516801" y="1640899"/>
              <a:ext cx="754200" cy="91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19" name="Google Shape;3919;p130"/>
            <p:cNvCxnSpPr>
              <a:stCxn id="3903" idx="3"/>
              <a:endCxn id="3908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20" name="Google Shape;3920;p130"/>
            <p:cNvCxnSpPr>
              <a:stCxn id="3897" idx="4"/>
              <a:endCxn id="3910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921" name="Google Shape;3921;p130"/>
          <p:cNvSpPr txBox="1"/>
          <p:nvPr/>
        </p:nvSpPr>
        <p:spPr>
          <a:xfrm>
            <a:off x="4393675" y="4397125"/>
            <a:ext cx="24480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k-connectivity = 1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5" name="Shape 3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6" name="Google Shape;3926;p1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Node and Edge </a:t>
            </a:r>
            <a:endParaRPr/>
          </a:p>
        </p:txBody>
      </p:sp>
      <p:sp>
        <p:nvSpPr>
          <p:cNvPr id="3927" name="Google Shape;3927;p131"/>
          <p:cNvSpPr txBox="1"/>
          <p:nvPr>
            <p:ph idx="1" type="body"/>
          </p:nvPr>
        </p:nvSpPr>
        <p:spPr>
          <a:xfrm>
            <a:off x="311700" y="1225225"/>
            <a:ext cx="4520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k-connectivity and edge connectivity of a graph do not have to be the same number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k-connectivity of this graph is 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has an articulation node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the edge connectivity is 2!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need to remove a </a:t>
            </a:r>
            <a:r>
              <a:rPr lang="en"/>
              <a:t>minimum</a:t>
            </a:r>
            <a:r>
              <a:rPr lang="en"/>
              <a:t> of two edges to disconnect this graph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28" name="Google Shape;3928;p131"/>
          <p:cNvGrpSpPr/>
          <p:nvPr/>
        </p:nvGrpSpPr>
        <p:grpSpPr>
          <a:xfrm>
            <a:off x="7426813" y="3603880"/>
            <a:ext cx="1182300" cy="1066200"/>
            <a:chOff x="7426813" y="3603880"/>
            <a:chExt cx="1182300" cy="1066200"/>
          </a:xfrm>
        </p:grpSpPr>
        <p:sp>
          <p:nvSpPr>
            <p:cNvPr id="3929" name="Google Shape;3929;p131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930" name="Google Shape;3930;p131"/>
            <p:cNvCxnSpPr>
              <a:stCxn id="3929" idx="0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31" name="Google Shape;3931;p131"/>
            <p:cNvCxnSpPr>
              <a:endCxn id="3929" idx="6"/>
            </p:cNvCxnSpPr>
            <p:nvPr/>
          </p:nvCxnSpPr>
          <p:spPr>
            <a:xfrm flipH="1">
              <a:off x="7891513" y="3603880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32" name="Google Shape;3932;p131"/>
            <p:cNvCxnSpPr>
              <a:stCxn id="3929" idx="6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933" name="Google Shape;3933;p131"/>
          <p:cNvGrpSpPr/>
          <p:nvPr/>
        </p:nvGrpSpPr>
        <p:grpSpPr>
          <a:xfrm>
            <a:off x="5370463" y="653813"/>
            <a:ext cx="3384048" cy="3462804"/>
            <a:chOff x="5370463" y="653813"/>
            <a:chExt cx="3384048" cy="3462804"/>
          </a:xfrm>
        </p:grpSpPr>
        <p:sp>
          <p:nvSpPr>
            <p:cNvPr id="3934" name="Google Shape;3934;p131"/>
            <p:cNvSpPr/>
            <p:nvPr/>
          </p:nvSpPr>
          <p:spPr>
            <a:xfrm>
              <a:off x="5844988" y="20950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5" name="Google Shape;3935;p131"/>
            <p:cNvSpPr/>
            <p:nvPr/>
          </p:nvSpPr>
          <p:spPr>
            <a:xfrm>
              <a:off x="5370463" y="2640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6" name="Google Shape;3936;p131"/>
            <p:cNvSpPr/>
            <p:nvPr/>
          </p:nvSpPr>
          <p:spPr>
            <a:xfrm>
              <a:off x="6370588" y="2529613"/>
              <a:ext cx="171300" cy="171300"/>
            </a:xfrm>
            <a:prstGeom prst="ellipse">
              <a:avLst/>
            </a:prstGeom>
            <a:solidFill>
              <a:srgbClr val="FF0000"/>
            </a:solidFill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7" name="Google Shape;3937;p131"/>
            <p:cNvSpPr/>
            <p:nvPr/>
          </p:nvSpPr>
          <p:spPr>
            <a:xfrm>
              <a:off x="5875288" y="3082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938" name="Google Shape;3938;p131"/>
            <p:cNvCxnSpPr>
              <a:stCxn id="3934" idx="3"/>
              <a:endCxn id="3935" idx="7"/>
            </p:cNvCxnSpPr>
            <p:nvPr/>
          </p:nvCxnSpPr>
          <p:spPr>
            <a:xfrm flipH="1">
              <a:off x="5516674" y="2241301"/>
              <a:ext cx="353400" cy="424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39" name="Google Shape;3939;p131"/>
            <p:cNvCxnSpPr>
              <a:stCxn id="3937" idx="1"/>
              <a:endCxn id="3935" idx="5"/>
            </p:cNvCxnSpPr>
            <p:nvPr/>
          </p:nvCxnSpPr>
          <p:spPr>
            <a:xfrm rot="10800000">
              <a:off x="5516674" y="2787124"/>
              <a:ext cx="383700" cy="320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40" name="Google Shape;3940;p131"/>
            <p:cNvCxnSpPr>
              <a:stCxn id="3934" idx="4"/>
              <a:endCxn id="3937" idx="1"/>
            </p:cNvCxnSpPr>
            <p:nvPr/>
          </p:nvCxnSpPr>
          <p:spPr>
            <a:xfrm flipH="1">
              <a:off x="5900338" y="2266388"/>
              <a:ext cx="30300" cy="840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41" name="Google Shape;3941;p131"/>
            <p:cNvCxnSpPr>
              <a:stCxn id="3934" idx="5"/>
              <a:endCxn id="3936" idx="1"/>
            </p:cNvCxnSpPr>
            <p:nvPr/>
          </p:nvCxnSpPr>
          <p:spPr>
            <a:xfrm>
              <a:off x="5991201" y="2241301"/>
              <a:ext cx="404400" cy="313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42" name="Google Shape;3942;p131"/>
            <p:cNvCxnSpPr>
              <a:stCxn id="3936" idx="2"/>
              <a:endCxn id="3935" idx="6"/>
            </p:cNvCxnSpPr>
            <p:nvPr/>
          </p:nvCxnSpPr>
          <p:spPr>
            <a:xfrm flipH="1">
              <a:off x="5541688" y="2615263"/>
              <a:ext cx="828900" cy="111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943" name="Google Shape;3943;p131"/>
            <p:cNvSpPr/>
            <p:nvPr/>
          </p:nvSpPr>
          <p:spPr>
            <a:xfrm>
              <a:off x="7820950" y="6538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4" name="Google Shape;3944;p131"/>
            <p:cNvSpPr/>
            <p:nvPr/>
          </p:nvSpPr>
          <p:spPr>
            <a:xfrm>
              <a:off x="7200175" y="9267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5" name="Google Shape;3945;p131"/>
            <p:cNvSpPr/>
            <p:nvPr/>
          </p:nvSpPr>
          <p:spPr>
            <a:xfrm>
              <a:off x="8181075" y="123798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6" name="Google Shape;3946;p131"/>
            <p:cNvSpPr/>
            <p:nvPr/>
          </p:nvSpPr>
          <p:spPr>
            <a:xfrm>
              <a:off x="7246000" y="1494713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947" name="Google Shape;3947;p131"/>
            <p:cNvCxnSpPr>
              <a:stCxn id="3943" idx="3"/>
              <a:endCxn id="3944" idx="7"/>
            </p:cNvCxnSpPr>
            <p:nvPr/>
          </p:nvCxnSpPr>
          <p:spPr>
            <a:xfrm flipH="1">
              <a:off x="7346536" y="800026"/>
              <a:ext cx="499500" cy="151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48" name="Google Shape;3948;p131"/>
            <p:cNvCxnSpPr>
              <a:stCxn id="3946" idx="0"/>
              <a:endCxn id="3944" idx="4"/>
            </p:cNvCxnSpPr>
            <p:nvPr/>
          </p:nvCxnSpPr>
          <p:spPr>
            <a:xfrm rot="10800000">
              <a:off x="7285750" y="1098113"/>
              <a:ext cx="45900" cy="396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49" name="Google Shape;3949;p131"/>
            <p:cNvCxnSpPr>
              <a:stCxn id="3943" idx="5"/>
              <a:endCxn id="3945" idx="1"/>
            </p:cNvCxnSpPr>
            <p:nvPr/>
          </p:nvCxnSpPr>
          <p:spPr>
            <a:xfrm>
              <a:off x="7967164" y="800026"/>
              <a:ext cx="239100" cy="462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0" name="Google Shape;3950;p131"/>
            <p:cNvCxnSpPr>
              <a:stCxn id="3945" idx="2"/>
              <a:endCxn id="3944" idx="6"/>
            </p:cNvCxnSpPr>
            <p:nvPr/>
          </p:nvCxnSpPr>
          <p:spPr>
            <a:xfrm rot="10800000">
              <a:off x="7371375" y="1012538"/>
              <a:ext cx="809700" cy="31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951" name="Google Shape;3951;p131"/>
            <p:cNvSpPr/>
            <p:nvPr/>
          </p:nvSpPr>
          <p:spPr>
            <a:xfrm>
              <a:off x="7820950" y="1806138"/>
              <a:ext cx="171300" cy="1713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952" name="Google Shape;3952;p131"/>
            <p:cNvCxnSpPr>
              <a:stCxn id="3951" idx="0"/>
              <a:endCxn id="3944" idx="6"/>
            </p:cNvCxnSpPr>
            <p:nvPr/>
          </p:nvCxnSpPr>
          <p:spPr>
            <a:xfrm rot="10800000">
              <a:off x="7371400" y="1012338"/>
              <a:ext cx="535200" cy="79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3" name="Google Shape;3953;p131"/>
            <p:cNvCxnSpPr>
              <a:stCxn id="3945" idx="3"/>
              <a:endCxn id="3946" idx="6"/>
            </p:cNvCxnSpPr>
            <p:nvPr/>
          </p:nvCxnSpPr>
          <p:spPr>
            <a:xfrm flipH="1">
              <a:off x="7417161" y="1384201"/>
              <a:ext cx="789000" cy="196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4" name="Google Shape;3954;p131"/>
            <p:cNvCxnSpPr>
              <a:stCxn id="3945" idx="3"/>
              <a:endCxn id="3951" idx="1"/>
            </p:cNvCxnSpPr>
            <p:nvPr/>
          </p:nvCxnSpPr>
          <p:spPr>
            <a:xfrm flipH="1">
              <a:off x="7846161" y="1384201"/>
              <a:ext cx="360000" cy="44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5" name="Google Shape;3955;p131"/>
            <p:cNvCxnSpPr>
              <a:stCxn id="3943" idx="4"/>
              <a:endCxn id="3951" idx="0"/>
            </p:cNvCxnSpPr>
            <p:nvPr/>
          </p:nvCxnSpPr>
          <p:spPr>
            <a:xfrm>
              <a:off x="7906600" y="825113"/>
              <a:ext cx="0" cy="981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956" name="Google Shape;3956;p131"/>
            <p:cNvSpPr/>
            <p:nvPr/>
          </p:nvSpPr>
          <p:spPr>
            <a:xfrm rot="-1281263">
              <a:off x="7726111" y="31270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7" name="Google Shape;3957;p131"/>
            <p:cNvSpPr/>
            <p:nvPr/>
          </p:nvSpPr>
          <p:spPr>
            <a:xfrm rot="-1281263">
              <a:off x="7310069" y="3774485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8" name="Google Shape;3958;p131"/>
            <p:cNvSpPr/>
            <p:nvPr/>
          </p:nvSpPr>
          <p:spPr>
            <a:xfrm rot="-1281263">
              <a:off x="8557828" y="343973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959" name="Google Shape;3959;p131"/>
            <p:cNvCxnSpPr>
              <a:stCxn id="3956" idx="3"/>
              <a:endCxn id="3957" idx="7"/>
            </p:cNvCxnSpPr>
            <p:nvPr/>
          </p:nvCxnSpPr>
          <p:spPr>
            <a:xfrm flipH="1">
              <a:off x="7430028" y="3291269"/>
              <a:ext cx="347400" cy="49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60" name="Google Shape;3960;p131"/>
            <p:cNvCxnSpPr>
              <a:stCxn id="3956" idx="5"/>
              <a:endCxn id="3958" idx="1"/>
            </p:cNvCxnSpPr>
            <p:nvPr/>
          </p:nvCxnSpPr>
          <p:spPr>
            <a:xfrm>
              <a:off x="7890283" y="3247145"/>
              <a:ext cx="674700" cy="24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61" name="Google Shape;3961;p131"/>
            <p:cNvCxnSpPr>
              <a:stCxn id="3958" idx="2"/>
              <a:endCxn id="3957" idx="6"/>
            </p:cNvCxnSpPr>
            <p:nvPr/>
          </p:nvCxnSpPr>
          <p:spPr>
            <a:xfrm flipH="1">
              <a:off x="7475611" y="3556619"/>
              <a:ext cx="1088100" cy="272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962" name="Google Shape;3962;p131"/>
            <p:cNvSpPr/>
            <p:nvPr/>
          </p:nvSpPr>
          <p:spPr>
            <a:xfrm rot="-1281263">
              <a:off x="8001037" y="3919934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963" name="Google Shape;3963;p131"/>
            <p:cNvCxnSpPr>
              <a:stCxn id="3962" idx="2"/>
              <a:endCxn id="3957" idx="5"/>
            </p:cNvCxnSpPr>
            <p:nvPr/>
          </p:nvCxnSpPr>
          <p:spPr>
            <a:xfrm rot="10800000">
              <a:off x="7474120" y="3894616"/>
              <a:ext cx="532800" cy="142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64" name="Google Shape;3964;p131"/>
            <p:cNvCxnSpPr>
              <a:stCxn id="3962" idx="0"/>
              <a:endCxn id="3956" idx="3"/>
            </p:cNvCxnSpPr>
            <p:nvPr/>
          </p:nvCxnSpPr>
          <p:spPr>
            <a:xfrm rot="10800000">
              <a:off x="7777420" y="3291316"/>
              <a:ext cx="278100" cy="63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65" name="Google Shape;3965;p131"/>
            <p:cNvCxnSpPr>
              <a:stCxn id="3936" idx="5"/>
              <a:endCxn id="3957" idx="1"/>
            </p:cNvCxnSpPr>
            <p:nvPr/>
          </p:nvCxnSpPr>
          <p:spPr>
            <a:xfrm>
              <a:off x="6516801" y="2675826"/>
              <a:ext cx="800400" cy="1149900"/>
            </a:xfrm>
            <a:prstGeom prst="straightConnector1">
              <a:avLst/>
            </a:prstGeom>
            <a:noFill/>
            <a:ln cap="flat" cmpd="sng" w="28575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66" name="Google Shape;3966;p131"/>
            <p:cNvCxnSpPr>
              <a:stCxn id="3936" idx="7"/>
              <a:endCxn id="3946" idx="3"/>
            </p:cNvCxnSpPr>
            <p:nvPr/>
          </p:nvCxnSpPr>
          <p:spPr>
            <a:xfrm flipH="1" rot="10800000">
              <a:off x="6516801" y="1640899"/>
              <a:ext cx="754200" cy="913800"/>
            </a:xfrm>
            <a:prstGeom prst="straightConnector1">
              <a:avLst/>
            </a:prstGeom>
            <a:noFill/>
            <a:ln cap="flat" cmpd="sng" w="28575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67" name="Google Shape;3967;p131"/>
            <p:cNvCxnSpPr>
              <a:stCxn id="3951" idx="3"/>
              <a:endCxn id="3956" idx="7"/>
            </p:cNvCxnSpPr>
            <p:nvPr/>
          </p:nvCxnSpPr>
          <p:spPr>
            <a:xfrm>
              <a:off x="7846036" y="1952351"/>
              <a:ext cx="0" cy="11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68" name="Google Shape;3968;p131"/>
            <p:cNvCxnSpPr>
              <a:stCxn id="3945" idx="4"/>
              <a:endCxn id="3958" idx="0"/>
            </p:cNvCxnSpPr>
            <p:nvPr/>
          </p:nvCxnSpPr>
          <p:spPr>
            <a:xfrm>
              <a:off x="8266725" y="1409288"/>
              <a:ext cx="345600" cy="2036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969" name="Google Shape;3969;p131"/>
          <p:cNvSpPr txBox="1"/>
          <p:nvPr/>
        </p:nvSpPr>
        <p:spPr>
          <a:xfrm>
            <a:off x="4393675" y="4397125"/>
            <a:ext cx="24480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k-connectivity = 1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970" name="Google Shape;3970;p131"/>
          <p:cNvSpPr txBox="1"/>
          <p:nvPr/>
        </p:nvSpPr>
        <p:spPr>
          <a:xfrm>
            <a:off x="4393675" y="4397125"/>
            <a:ext cx="24480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k-connectivity = 1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971" name="Google Shape;3971;p131"/>
          <p:cNvSpPr txBox="1"/>
          <p:nvPr/>
        </p:nvSpPr>
        <p:spPr>
          <a:xfrm>
            <a:off x="3730475" y="4010125"/>
            <a:ext cx="26907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Edge Connectivity = 2</a:t>
            </a:r>
            <a:endParaRPr b="1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3975" name="Shape 3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6" name="Google Shape;3976;p132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Cutsets</a:t>
            </a:r>
            <a:endParaRPr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0" name="Shape 3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1" name="Google Shape;3981;p1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Cutsets</a:t>
            </a:r>
            <a:endParaRPr/>
          </a:p>
        </p:txBody>
      </p:sp>
      <p:sp>
        <p:nvSpPr>
          <p:cNvPr id="3982" name="Google Shape;3982;p133"/>
          <p:cNvSpPr txBox="1"/>
          <p:nvPr>
            <p:ph idx="1" type="body"/>
          </p:nvPr>
        </p:nvSpPr>
        <p:spPr>
          <a:xfrm>
            <a:off x="311700" y="1225225"/>
            <a:ext cx="4882800" cy="3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 </a:t>
            </a:r>
            <a:r>
              <a:rPr b="1" lang="en"/>
              <a:t>any </a:t>
            </a:r>
            <a:r>
              <a:rPr lang="en"/>
              <a:t>set of nodes that when removed disconnect the graph is called a </a:t>
            </a:r>
            <a:r>
              <a:rPr b="1" lang="en"/>
              <a:t>node cutset</a:t>
            </a:r>
            <a:endParaRPr b="1"/>
          </a:p>
        </p:txBody>
      </p:sp>
      <p:sp>
        <p:nvSpPr>
          <p:cNvPr id="3983" name="Google Shape;3983;p133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984" name="Google Shape;3984;p133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985" name="Google Shape;3985;p133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986" name="Google Shape;3986;p133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987" name="Google Shape;3987;p133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3988" name="Google Shape;3988;p133"/>
          <p:cNvCxnSpPr>
            <a:stCxn id="3984" idx="3"/>
            <a:endCxn id="3985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89" name="Google Shape;3989;p133"/>
          <p:cNvCxnSpPr>
            <a:stCxn id="3987" idx="1"/>
            <a:endCxn id="3985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0" name="Google Shape;3990;p133"/>
          <p:cNvCxnSpPr>
            <a:stCxn id="3984" idx="4"/>
            <a:endCxn id="3987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1" name="Google Shape;3991;p133"/>
          <p:cNvCxnSpPr>
            <a:stCxn id="3984" idx="5"/>
            <a:endCxn id="3986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2" name="Google Shape;3992;p133"/>
          <p:cNvCxnSpPr>
            <a:stCxn id="3986" idx="2"/>
            <a:endCxn id="3985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93" name="Google Shape;3993;p133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994" name="Google Shape;3994;p133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995" name="Google Shape;3995;p133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3996" name="Google Shape;3996;p133"/>
          <p:cNvCxnSpPr>
            <a:stCxn id="3993" idx="3"/>
            <a:endCxn id="3994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7" name="Google Shape;3997;p133"/>
          <p:cNvCxnSpPr>
            <a:stCxn id="3983" idx="0"/>
            <a:endCxn id="3994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8" name="Google Shape;3998;p133"/>
          <p:cNvCxnSpPr>
            <a:stCxn id="3993" idx="5"/>
            <a:endCxn id="3995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9" name="Google Shape;3999;p133"/>
          <p:cNvCxnSpPr>
            <a:stCxn id="3995" idx="2"/>
            <a:endCxn id="3994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00" name="Google Shape;4000;p133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001" name="Google Shape;4001;p133"/>
          <p:cNvCxnSpPr>
            <a:stCxn id="4000" idx="0"/>
            <a:endCxn id="3994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2" name="Google Shape;4002;p133"/>
          <p:cNvCxnSpPr>
            <a:stCxn id="3995" idx="3"/>
            <a:endCxn id="3983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3" name="Google Shape;4003;p133"/>
          <p:cNvCxnSpPr>
            <a:stCxn id="3995" idx="3"/>
            <a:endCxn id="4000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4" name="Google Shape;4004;p133"/>
          <p:cNvCxnSpPr>
            <a:stCxn id="3993" idx="4"/>
            <a:endCxn id="4000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5" name="Google Shape;4005;p133"/>
          <p:cNvCxnSpPr>
            <a:stCxn id="3984" idx="6"/>
            <a:endCxn id="3983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6" name="Google Shape;4006;p133"/>
          <p:cNvCxnSpPr>
            <a:stCxn id="3987" idx="7"/>
            <a:endCxn id="3986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7" name="Google Shape;4007;p133"/>
          <p:cNvCxnSpPr>
            <a:stCxn id="3983" idx="6"/>
            <a:endCxn id="4000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8" name="Google Shape;4008;p133"/>
          <p:cNvCxnSpPr>
            <a:stCxn id="3993" idx="4"/>
            <a:endCxn id="3983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09" name="Google Shape;4009;p133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010" name="Google Shape;4010;p133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011" name="Google Shape;4011;p133"/>
          <p:cNvCxnSpPr>
            <a:stCxn id="4009" idx="3"/>
            <a:endCxn id="4010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12" name="Google Shape;4012;p133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013" name="Google Shape;4013;p133"/>
          <p:cNvCxnSpPr>
            <a:stCxn id="4012" idx="2"/>
            <a:endCxn id="4010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14" name="Google Shape;4014;p133"/>
          <p:cNvCxnSpPr>
            <a:stCxn id="4012" idx="0"/>
            <a:endCxn id="4009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15" name="Google Shape;4015;p133"/>
          <p:cNvCxnSpPr>
            <a:stCxn id="3986" idx="5"/>
            <a:endCxn id="4009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16" name="Google Shape;4016;p133"/>
          <p:cNvCxnSpPr>
            <a:stCxn id="4000" idx="4"/>
            <a:endCxn id="4009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17" name="Google Shape;4017;p133"/>
          <p:cNvCxnSpPr>
            <a:stCxn id="3986" idx="7"/>
            <a:endCxn id="4000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1" name="Shape 4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2" name="Google Shape;4022;p1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Cutsets</a:t>
            </a:r>
            <a:endParaRPr/>
          </a:p>
        </p:txBody>
      </p:sp>
      <p:sp>
        <p:nvSpPr>
          <p:cNvPr id="4023" name="Google Shape;4023;p134"/>
          <p:cNvSpPr txBox="1"/>
          <p:nvPr>
            <p:ph idx="1" type="body"/>
          </p:nvPr>
        </p:nvSpPr>
        <p:spPr>
          <a:xfrm>
            <a:off x="311700" y="1225225"/>
            <a:ext cx="4882800" cy="36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 </a:t>
            </a:r>
            <a:r>
              <a:rPr b="1" lang="en"/>
              <a:t>a</a:t>
            </a:r>
            <a:r>
              <a:rPr b="1" lang="en"/>
              <a:t>ny </a:t>
            </a:r>
            <a:r>
              <a:rPr lang="en"/>
              <a:t>set of nodes that when removed disconnect the graph is called a </a:t>
            </a:r>
            <a:r>
              <a:rPr b="1" lang="en"/>
              <a:t>node cutset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{E, F} is a node cutset for this graph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4" name="Google Shape;4024;p134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025" name="Google Shape;4025;p134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026" name="Google Shape;4026;p134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027" name="Google Shape;4027;p134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028" name="Google Shape;4028;p134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029" name="Google Shape;4029;p134"/>
          <p:cNvCxnSpPr>
            <a:stCxn id="4025" idx="3"/>
            <a:endCxn id="4026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30" name="Google Shape;4030;p134"/>
          <p:cNvCxnSpPr>
            <a:stCxn id="4028" idx="1"/>
            <a:endCxn id="4026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31" name="Google Shape;4031;p134"/>
          <p:cNvCxnSpPr>
            <a:stCxn id="4025" idx="4"/>
            <a:endCxn id="4028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32" name="Google Shape;4032;p134"/>
          <p:cNvCxnSpPr>
            <a:stCxn id="4025" idx="5"/>
            <a:endCxn id="4027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33" name="Google Shape;4033;p134"/>
          <p:cNvCxnSpPr>
            <a:stCxn id="4027" idx="2"/>
            <a:endCxn id="4026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34" name="Google Shape;4034;p134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035" name="Google Shape;4035;p134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036" name="Google Shape;4036;p134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037" name="Google Shape;4037;p134"/>
          <p:cNvCxnSpPr>
            <a:stCxn id="4034" idx="3"/>
            <a:endCxn id="4035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38" name="Google Shape;4038;p134"/>
          <p:cNvCxnSpPr>
            <a:stCxn id="4024" idx="0"/>
            <a:endCxn id="4035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39" name="Google Shape;4039;p134"/>
          <p:cNvCxnSpPr>
            <a:stCxn id="4034" idx="5"/>
            <a:endCxn id="4036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40" name="Google Shape;4040;p134"/>
          <p:cNvCxnSpPr>
            <a:stCxn id="4036" idx="2"/>
            <a:endCxn id="4035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41" name="Google Shape;4041;p134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042" name="Google Shape;4042;p134"/>
          <p:cNvCxnSpPr>
            <a:stCxn id="4041" idx="0"/>
            <a:endCxn id="4035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43" name="Google Shape;4043;p134"/>
          <p:cNvCxnSpPr>
            <a:stCxn id="4036" idx="3"/>
            <a:endCxn id="4024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44" name="Google Shape;4044;p134"/>
          <p:cNvCxnSpPr>
            <a:stCxn id="4036" idx="3"/>
            <a:endCxn id="4041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45" name="Google Shape;4045;p134"/>
          <p:cNvCxnSpPr>
            <a:stCxn id="4034" idx="4"/>
            <a:endCxn id="4041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46" name="Google Shape;4046;p134"/>
          <p:cNvCxnSpPr>
            <a:stCxn id="4025" idx="6"/>
            <a:endCxn id="4024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47" name="Google Shape;4047;p134"/>
          <p:cNvCxnSpPr>
            <a:stCxn id="4028" idx="7"/>
            <a:endCxn id="4027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48" name="Google Shape;4048;p134"/>
          <p:cNvCxnSpPr>
            <a:stCxn id="4024" idx="6"/>
            <a:endCxn id="4041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49" name="Google Shape;4049;p134"/>
          <p:cNvCxnSpPr>
            <a:stCxn id="4034" idx="4"/>
            <a:endCxn id="4024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50" name="Google Shape;4050;p134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051" name="Google Shape;4051;p134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052" name="Google Shape;4052;p134"/>
          <p:cNvCxnSpPr>
            <a:stCxn id="4050" idx="3"/>
            <a:endCxn id="4051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53" name="Google Shape;4053;p134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054" name="Google Shape;4054;p134"/>
          <p:cNvCxnSpPr>
            <a:stCxn id="4053" idx="2"/>
            <a:endCxn id="4051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5" name="Google Shape;4055;p134"/>
          <p:cNvCxnSpPr>
            <a:stCxn id="4053" idx="0"/>
            <a:endCxn id="4050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6" name="Google Shape;4056;p134"/>
          <p:cNvCxnSpPr>
            <a:stCxn id="4027" idx="5"/>
            <a:endCxn id="4050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7" name="Google Shape;4057;p134"/>
          <p:cNvCxnSpPr>
            <a:stCxn id="4041" idx="4"/>
            <a:endCxn id="4050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8" name="Google Shape;4058;p134"/>
          <p:cNvCxnSpPr>
            <a:stCxn id="4027" idx="7"/>
            <a:endCxn id="4041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2" name="Shape 4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3" name="Google Shape;4063;p1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Cutsets</a:t>
            </a:r>
            <a:endParaRPr/>
          </a:p>
        </p:txBody>
      </p:sp>
      <p:sp>
        <p:nvSpPr>
          <p:cNvPr id="4064" name="Google Shape;4064;p135"/>
          <p:cNvSpPr txBox="1"/>
          <p:nvPr>
            <p:ph idx="1" type="body"/>
          </p:nvPr>
        </p:nvSpPr>
        <p:spPr>
          <a:xfrm>
            <a:off x="311700" y="1225225"/>
            <a:ext cx="4882800" cy="36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 </a:t>
            </a:r>
            <a:r>
              <a:rPr b="1" lang="en"/>
              <a:t>any </a:t>
            </a:r>
            <a:r>
              <a:rPr lang="en"/>
              <a:t>set of nodes that when removed disconnect the graph is called a </a:t>
            </a:r>
            <a:r>
              <a:rPr b="1" lang="en"/>
              <a:t>node cutset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{E, F} is a node cutset for this graph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5" name="Google Shape;4065;p135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066" name="Google Shape;4066;p135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067" name="Google Shape;4067;p135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068" name="Google Shape;4068;p135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069" name="Google Shape;4069;p135"/>
          <p:cNvCxnSpPr>
            <a:stCxn id="4065" idx="3"/>
            <a:endCxn id="4066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0" name="Google Shape;4070;p135"/>
          <p:cNvCxnSpPr>
            <a:stCxn id="4068" idx="1"/>
            <a:endCxn id="4066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1" name="Google Shape;4071;p135"/>
          <p:cNvCxnSpPr>
            <a:stCxn id="4065" idx="4"/>
            <a:endCxn id="4068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2" name="Google Shape;4072;p135"/>
          <p:cNvCxnSpPr>
            <a:stCxn id="4065" idx="5"/>
            <a:endCxn id="4067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3" name="Google Shape;4073;p135"/>
          <p:cNvCxnSpPr>
            <a:stCxn id="4067" idx="2"/>
            <a:endCxn id="4066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74" name="Google Shape;4074;p135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075" name="Google Shape;4075;p135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076" name="Google Shape;4076;p135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077" name="Google Shape;4077;p135"/>
          <p:cNvCxnSpPr>
            <a:stCxn id="4074" idx="3"/>
            <a:endCxn id="4075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8" name="Google Shape;4078;p135"/>
          <p:cNvCxnSpPr>
            <a:stCxn id="4074" idx="5"/>
            <a:endCxn id="4076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9" name="Google Shape;4079;p135"/>
          <p:cNvCxnSpPr>
            <a:stCxn id="4076" idx="2"/>
            <a:endCxn id="4075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80" name="Google Shape;4080;p135"/>
          <p:cNvCxnSpPr>
            <a:stCxn id="4068" idx="7"/>
            <a:endCxn id="4067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81" name="Google Shape;4081;p135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082" name="Google Shape;4082;p135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083" name="Google Shape;4083;p135"/>
          <p:cNvCxnSpPr>
            <a:stCxn id="4081" idx="3"/>
            <a:endCxn id="4082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84" name="Google Shape;4084;p135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085" name="Google Shape;4085;p135"/>
          <p:cNvCxnSpPr>
            <a:stCxn id="4084" idx="2"/>
            <a:endCxn id="4082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86" name="Google Shape;4086;p135"/>
          <p:cNvCxnSpPr>
            <a:stCxn id="4084" idx="0"/>
            <a:endCxn id="4081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87" name="Google Shape;4087;p135"/>
          <p:cNvCxnSpPr>
            <a:stCxn id="4067" idx="5"/>
            <a:endCxn id="4081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1" name="Shape 4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2" name="Google Shape;4092;p1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Cutsets</a:t>
            </a:r>
            <a:endParaRPr/>
          </a:p>
        </p:txBody>
      </p:sp>
      <p:sp>
        <p:nvSpPr>
          <p:cNvPr id="4093" name="Google Shape;4093;p136"/>
          <p:cNvSpPr txBox="1"/>
          <p:nvPr>
            <p:ph idx="1" type="body"/>
          </p:nvPr>
        </p:nvSpPr>
        <p:spPr>
          <a:xfrm>
            <a:off x="311700" y="1225225"/>
            <a:ext cx="4882800" cy="3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 </a:t>
            </a:r>
            <a:r>
              <a:rPr b="1" lang="en"/>
              <a:t>any </a:t>
            </a:r>
            <a:r>
              <a:rPr lang="en"/>
              <a:t>set of nodes that when removed disconnect the graph is called a </a:t>
            </a:r>
            <a:r>
              <a:rPr b="1" lang="en"/>
              <a:t>node cutset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{E, F} is a node cutset for this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{B, D} is another node cutset for this graph</a:t>
            </a:r>
            <a:endParaRPr/>
          </a:p>
        </p:txBody>
      </p:sp>
      <p:sp>
        <p:nvSpPr>
          <p:cNvPr id="4094" name="Google Shape;4094;p136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095" name="Google Shape;4095;p136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096" name="Google Shape;4096;p136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097" name="Google Shape;4097;p136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098" name="Google Shape;4098;p136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099" name="Google Shape;4099;p136"/>
          <p:cNvCxnSpPr>
            <a:stCxn id="4095" idx="3"/>
            <a:endCxn id="4096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0" name="Google Shape;4100;p136"/>
          <p:cNvCxnSpPr>
            <a:stCxn id="4098" idx="1"/>
            <a:endCxn id="4096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1" name="Google Shape;4101;p136"/>
          <p:cNvCxnSpPr>
            <a:stCxn id="4095" idx="4"/>
            <a:endCxn id="4098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2" name="Google Shape;4102;p136"/>
          <p:cNvCxnSpPr>
            <a:stCxn id="4095" idx="5"/>
            <a:endCxn id="4097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3" name="Google Shape;4103;p136"/>
          <p:cNvCxnSpPr>
            <a:stCxn id="4097" idx="2"/>
            <a:endCxn id="4096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04" name="Google Shape;4104;p136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105" name="Google Shape;4105;p136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106" name="Google Shape;4106;p136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107" name="Google Shape;4107;p136"/>
          <p:cNvCxnSpPr>
            <a:stCxn id="4104" idx="3"/>
            <a:endCxn id="4105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8" name="Google Shape;4108;p136"/>
          <p:cNvCxnSpPr>
            <a:stCxn id="4094" idx="0"/>
            <a:endCxn id="4105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9" name="Google Shape;4109;p136"/>
          <p:cNvCxnSpPr>
            <a:stCxn id="4104" idx="5"/>
            <a:endCxn id="4106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0" name="Google Shape;4110;p136"/>
          <p:cNvCxnSpPr>
            <a:stCxn id="4106" idx="2"/>
            <a:endCxn id="4105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11" name="Google Shape;4111;p136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112" name="Google Shape;4112;p136"/>
          <p:cNvCxnSpPr>
            <a:stCxn id="4111" idx="0"/>
            <a:endCxn id="4105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3" name="Google Shape;4113;p136"/>
          <p:cNvCxnSpPr>
            <a:stCxn id="4106" idx="3"/>
            <a:endCxn id="4094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4" name="Google Shape;4114;p136"/>
          <p:cNvCxnSpPr>
            <a:stCxn id="4106" idx="3"/>
            <a:endCxn id="4111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5" name="Google Shape;4115;p136"/>
          <p:cNvCxnSpPr>
            <a:stCxn id="4104" idx="4"/>
            <a:endCxn id="4111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6" name="Google Shape;4116;p136"/>
          <p:cNvCxnSpPr>
            <a:stCxn id="4095" idx="6"/>
            <a:endCxn id="4094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7" name="Google Shape;4117;p136"/>
          <p:cNvCxnSpPr>
            <a:stCxn id="4098" idx="7"/>
            <a:endCxn id="4097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8" name="Google Shape;4118;p136"/>
          <p:cNvCxnSpPr>
            <a:stCxn id="4094" idx="6"/>
            <a:endCxn id="4111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9" name="Google Shape;4119;p136"/>
          <p:cNvCxnSpPr>
            <a:stCxn id="4104" idx="4"/>
            <a:endCxn id="4094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20" name="Google Shape;4120;p136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121" name="Google Shape;4121;p136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122" name="Google Shape;4122;p136"/>
          <p:cNvCxnSpPr>
            <a:stCxn id="4120" idx="3"/>
            <a:endCxn id="4121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23" name="Google Shape;4123;p136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124" name="Google Shape;4124;p136"/>
          <p:cNvCxnSpPr>
            <a:stCxn id="4123" idx="2"/>
            <a:endCxn id="4121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25" name="Google Shape;4125;p136"/>
          <p:cNvCxnSpPr>
            <a:stCxn id="4123" idx="0"/>
            <a:endCxn id="4120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26" name="Google Shape;4126;p136"/>
          <p:cNvCxnSpPr>
            <a:stCxn id="4097" idx="5"/>
            <a:endCxn id="4120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27" name="Google Shape;4127;p136"/>
          <p:cNvCxnSpPr>
            <a:stCxn id="4111" idx="4"/>
            <a:endCxn id="4120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28" name="Google Shape;4128;p136"/>
          <p:cNvCxnSpPr>
            <a:stCxn id="4097" idx="7"/>
            <a:endCxn id="4111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2" name="Shape 4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3" name="Google Shape;4133;p1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Cutsets</a:t>
            </a:r>
            <a:endParaRPr/>
          </a:p>
        </p:txBody>
      </p:sp>
      <p:sp>
        <p:nvSpPr>
          <p:cNvPr id="4134" name="Google Shape;4134;p137"/>
          <p:cNvSpPr txBox="1"/>
          <p:nvPr>
            <p:ph idx="1" type="body"/>
          </p:nvPr>
        </p:nvSpPr>
        <p:spPr>
          <a:xfrm>
            <a:off x="311700" y="1225225"/>
            <a:ext cx="4882800" cy="3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 </a:t>
            </a:r>
            <a:r>
              <a:rPr b="1" lang="en"/>
              <a:t>any </a:t>
            </a:r>
            <a:r>
              <a:rPr lang="en"/>
              <a:t>set of nodes that when removed disconnect the graph is called a </a:t>
            </a:r>
            <a:r>
              <a:rPr b="1" lang="en"/>
              <a:t>node cutset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{E, F} is a node cutset for this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{B, D} is another node cutset for this graph</a:t>
            </a:r>
            <a:endParaRPr/>
          </a:p>
        </p:txBody>
      </p:sp>
      <p:sp>
        <p:nvSpPr>
          <p:cNvPr id="4135" name="Google Shape;4135;p137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136" name="Google Shape;4136;p137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137" name="Google Shape;4137;p137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138" name="Google Shape;4138;p137"/>
          <p:cNvCxnSpPr>
            <a:stCxn id="4137" idx="1"/>
            <a:endCxn id="4136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39" name="Google Shape;4139;p137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140" name="Google Shape;4140;p137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141" name="Google Shape;4141;p137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142" name="Google Shape;4142;p137"/>
          <p:cNvCxnSpPr>
            <a:stCxn id="4139" idx="3"/>
            <a:endCxn id="4140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3" name="Google Shape;4143;p137"/>
          <p:cNvCxnSpPr>
            <a:stCxn id="4135" idx="0"/>
            <a:endCxn id="4140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4" name="Google Shape;4144;p137"/>
          <p:cNvCxnSpPr>
            <a:stCxn id="4139" idx="5"/>
            <a:endCxn id="4141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5" name="Google Shape;4145;p137"/>
          <p:cNvCxnSpPr>
            <a:stCxn id="4141" idx="2"/>
            <a:endCxn id="4140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46" name="Google Shape;4146;p137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147" name="Google Shape;4147;p137"/>
          <p:cNvCxnSpPr>
            <a:stCxn id="4146" idx="0"/>
            <a:endCxn id="4140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8" name="Google Shape;4148;p137"/>
          <p:cNvCxnSpPr>
            <a:stCxn id="4141" idx="3"/>
            <a:endCxn id="4135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9" name="Google Shape;4149;p137"/>
          <p:cNvCxnSpPr>
            <a:stCxn id="4141" idx="3"/>
            <a:endCxn id="4146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0" name="Google Shape;4150;p137"/>
          <p:cNvCxnSpPr>
            <a:stCxn id="4139" idx="4"/>
            <a:endCxn id="4146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1" name="Google Shape;4151;p137"/>
          <p:cNvCxnSpPr>
            <a:stCxn id="4135" idx="6"/>
            <a:endCxn id="4146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2" name="Google Shape;4152;p137"/>
          <p:cNvCxnSpPr>
            <a:stCxn id="4139" idx="4"/>
            <a:endCxn id="4135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53" name="Google Shape;4153;p137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154" name="Google Shape;4154;p137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155" name="Google Shape;4155;p137"/>
          <p:cNvCxnSpPr>
            <a:stCxn id="4153" idx="3"/>
            <a:endCxn id="4154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56" name="Google Shape;4156;p137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157" name="Google Shape;4157;p137"/>
          <p:cNvCxnSpPr>
            <a:stCxn id="4156" idx="2"/>
            <a:endCxn id="4154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8" name="Google Shape;4158;p137"/>
          <p:cNvCxnSpPr>
            <a:stCxn id="4156" idx="0"/>
            <a:endCxn id="4153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9" name="Google Shape;4159;p137"/>
          <p:cNvCxnSpPr>
            <a:stCxn id="4146" idx="4"/>
            <a:endCxn id="4153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3" name="Shape 4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4" name="Google Shape;4164;p1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Cutsets</a:t>
            </a:r>
            <a:endParaRPr/>
          </a:p>
        </p:txBody>
      </p:sp>
      <p:sp>
        <p:nvSpPr>
          <p:cNvPr id="4165" name="Google Shape;4165;p138"/>
          <p:cNvSpPr txBox="1"/>
          <p:nvPr>
            <p:ph idx="1" type="body"/>
          </p:nvPr>
        </p:nvSpPr>
        <p:spPr>
          <a:xfrm>
            <a:off x="311700" y="1225225"/>
            <a:ext cx="4882800" cy="3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 </a:t>
            </a:r>
            <a:r>
              <a:rPr b="1" lang="en"/>
              <a:t>any </a:t>
            </a:r>
            <a:r>
              <a:rPr lang="en"/>
              <a:t>set of nodes that when removed disconnect the graph is called a </a:t>
            </a:r>
            <a:r>
              <a:rPr b="1" lang="en"/>
              <a:t>node cutset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{E, F} is a node cutset for this graph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{B, D} is another node cutset for this graph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you spot another node cutset?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4166" name="Google Shape;4166;p138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167" name="Google Shape;4167;p138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168" name="Google Shape;4168;p138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169" name="Google Shape;4169;p138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170" name="Google Shape;4170;p138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171" name="Google Shape;4171;p138"/>
          <p:cNvCxnSpPr>
            <a:stCxn id="4167" idx="3"/>
            <a:endCxn id="4168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2" name="Google Shape;4172;p138"/>
          <p:cNvCxnSpPr>
            <a:stCxn id="4170" idx="1"/>
            <a:endCxn id="4168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3" name="Google Shape;4173;p138"/>
          <p:cNvCxnSpPr>
            <a:stCxn id="4167" idx="4"/>
            <a:endCxn id="4170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4" name="Google Shape;4174;p138"/>
          <p:cNvCxnSpPr>
            <a:stCxn id="4167" idx="5"/>
            <a:endCxn id="4169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5" name="Google Shape;4175;p138"/>
          <p:cNvCxnSpPr>
            <a:stCxn id="4169" idx="2"/>
            <a:endCxn id="4168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76" name="Google Shape;4176;p138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177" name="Google Shape;4177;p138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178" name="Google Shape;4178;p138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179" name="Google Shape;4179;p138"/>
          <p:cNvCxnSpPr>
            <a:stCxn id="4176" idx="3"/>
            <a:endCxn id="4177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0" name="Google Shape;4180;p138"/>
          <p:cNvCxnSpPr>
            <a:stCxn id="4166" idx="0"/>
            <a:endCxn id="4177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1" name="Google Shape;4181;p138"/>
          <p:cNvCxnSpPr>
            <a:stCxn id="4176" idx="5"/>
            <a:endCxn id="4178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2" name="Google Shape;4182;p138"/>
          <p:cNvCxnSpPr>
            <a:stCxn id="4178" idx="2"/>
            <a:endCxn id="4177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83" name="Google Shape;4183;p138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184" name="Google Shape;4184;p138"/>
          <p:cNvCxnSpPr>
            <a:stCxn id="4183" idx="0"/>
            <a:endCxn id="4177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5" name="Google Shape;4185;p138"/>
          <p:cNvCxnSpPr>
            <a:stCxn id="4178" idx="3"/>
            <a:endCxn id="4166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6" name="Google Shape;4186;p138"/>
          <p:cNvCxnSpPr>
            <a:stCxn id="4178" idx="3"/>
            <a:endCxn id="4183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7" name="Google Shape;4187;p138"/>
          <p:cNvCxnSpPr>
            <a:stCxn id="4176" idx="4"/>
            <a:endCxn id="4183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8" name="Google Shape;4188;p138"/>
          <p:cNvCxnSpPr>
            <a:stCxn id="4167" idx="6"/>
            <a:endCxn id="4166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9" name="Google Shape;4189;p138"/>
          <p:cNvCxnSpPr>
            <a:stCxn id="4170" idx="7"/>
            <a:endCxn id="4169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0" name="Google Shape;4190;p138"/>
          <p:cNvCxnSpPr>
            <a:stCxn id="4166" idx="6"/>
            <a:endCxn id="4183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1" name="Google Shape;4191;p138"/>
          <p:cNvCxnSpPr>
            <a:stCxn id="4176" idx="4"/>
            <a:endCxn id="4166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92" name="Google Shape;4192;p138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193" name="Google Shape;4193;p138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194" name="Google Shape;4194;p138"/>
          <p:cNvCxnSpPr>
            <a:stCxn id="4192" idx="3"/>
            <a:endCxn id="4193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95" name="Google Shape;4195;p138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196" name="Google Shape;4196;p138"/>
          <p:cNvCxnSpPr>
            <a:stCxn id="4195" idx="2"/>
            <a:endCxn id="4193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7" name="Google Shape;4197;p138"/>
          <p:cNvCxnSpPr>
            <a:stCxn id="4195" idx="0"/>
            <a:endCxn id="4192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8" name="Google Shape;4198;p138"/>
          <p:cNvCxnSpPr>
            <a:stCxn id="4169" idx="5"/>
            <a:endCxn id="4192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9" name="Google Shape;4199;p138"/>
          <p:cNvCxnSpPr>
            <a:stCxn id="4183" idx="4"/>
            <a:endCxn id="4192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0" name="Google Shape;4200;p138"/>
          <p:cNvCxnSpPr>
            <a:stCxn id="4169" idx="7"/>
            <a:endCxn id="4183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4" name="Shape 4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5" name="Google Shape;4205;p1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Cutsets</a:t>
            </a:r>
            <a:endParaRPr/>
          </a:p>
        </p:txBody>
      </p:sp>
      <p:sp>
        <p:nvSpPr>
          <p:cNvPr id="4206" name="Google Shape;4206;p139"/>
          <p:cNvSpPr txBox="1"/>
          <p:nvPr>
            <p:ph idx="1" type="body"/>
          </p:nvPr>
        </p:nvSpPr>
        <p:spPr>
          <a:xfrm>
            <a:off x="311700" y="1225225"/>
            <a:ext cx="4882800" cy="3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 </a:t>
            </a:r>
            <a:r>
              <a:rPr b="1" lang="en"/>
              <a:t>any </a:t>
            </a:r>
            <a:r>
              <a:rPr lang="en"/>
              <a:t>set of nodes that when removed disconnect the graph is called a </a:t>
            </a:r>
            <a:r>
              <a:rPr b="1" lang="en"/>
              <a:t>node cutset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cardinality of the smallest (minimum) node cutset is the same as the graph’s </a:t>
            </a:r>
            <a:r>
              <a:rPr b="1" lang="en"/>
              <a:t>k-connectivity</a:t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4207" name="Google Shape;4207;p139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208" name="Google Shape;4208;p139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209" name="Google Shape;4209;p139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210" name="Google Shape;4210;p139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211" name="Google Shape;4211;p139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212" name="Google Shape;4212;p139"/>
          <p:cNvCxnSpPr>
            <a:stCxn id="4208" idx="3"/>
            <a:endCxn id="4209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3" name="Google Shape;4213;p139"/>
          <p:cNvCxnSpPr>
            <a:stCxn id="4211" idx="1"/>
            <a:endCxn id="4209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4" name="Google Shape;4214;p139"/>
          <p:cNvCxnSpPr>
            <a:stCxn id="4208" idx="4"/>
            <a:endCxn id="4211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5" name="Google Shape;4215;p139"/>
          <p:cNvCxnSpPr>
            <a:stCxn id="4208" idx="5"/>
            <a:endCxn id="4210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6" name="Google Shape;4216;p139"/>
          <p:cNvCxnSpPr>
            <a:stCxn id="4210" idx="2"/>
            <a:endCxn id="4209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17" name="Google Shape;4217;p139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218" name="Google Shape;4218;p139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219" name="Google Shape;4219;p139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220" name="Google Shape;4220;p139"/>
          <p:cNvCxnSpPr>
            <a:stCxn id="4217" idx="3"/>
            <a:endCxn id="4218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1" name="Google Shape;4221;p139"/>
          <p:cNvCxnSpPr>
            <a:stCxn id="4207" idx="0"/>
            <a:endCxn id="4218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2" name="Google Shape;4222;p139"/>
          <p:cNvCxnSpPr>
            <a:stCxn id="4217" idx="5"/>
            <a:endCxn id="4219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3" name="Google Shape;4223;p139"/>
          <p:cNvCxnSpPr>
            <a:stCxn id="4219" idx="2"/>
            <a:endCxn id="4218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24" name="Google Shape;4224;p139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225" name="Google Shape;4225;p139"/>
          <p:cNvCxnSpPr>
            <a:stCxn id="4224" idx="0"/>
            <a:endCxn id="4218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6" name="Google Shape;4226;p139"/>
          <p:cNvCxnSpPr>
            <a:stCxn id="4219" idx="3"/>
            <a:endCxn id="4207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7" name="Google Shape;4227;p139"/>
          <p:cNvCxnSpPr>
            <a:stCxn id="4219" idx="3"/>
            <a:endCxn id="4224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8" name="Google Shape;4228;p139"/>
          <p:cNvCxnSpPr>
            <a:stCxn id="4217" idx="4"/>
            <a:endCxn id="4224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9" name="Google Shape;4229;p139"/>
          <p:cNvCxnSpPr>
            <a:stCxn id="4208" idx="6"/>
            <a:endCxn id="4207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0" name="Google Shape;4230;p139"/>
          <p:cNvCxnSpPr>
            <a:stCxn id="4211" idx="7"/>
            <a:endCxn id="4210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1" name="Google Shape;4231;p139"/>
          <p:cNvCxnSpPr>
            <a:stCxn id="4207" idx="6"/>
            <a:endCxn id="4224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2" name="Google Shape;4232;p139"/>
          <p:cNvCxnSpPr>
            <a:stCxn id="4217" idx="4"/>
            <a:endCxn id="4207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33" name="Google Shape;4233;p139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234" name="Google Shape;4234;p139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235" name="Google Shape;4235;p139"/>
          <p:cNvCxnSpPr>
            <a:stCxn id="4233" idx="3"/>
            <a:endCxn id="4234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36" name="Google Shape;4236;p139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237" name="Google Shape;4237;p139"/>
          <p:cNvCxnSpPr>
            <a:stCxn id="4236" idx="2"/>
            <a:endCxn id="4234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8" name="Google Shape;4238;p139"/>
          <p:cNvCxnSpPr>
            <a:stCxn id="4236" idx="0"/>
            <a:endCxn id="4233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9" name="Google Shape;4239;p139"/>
          <p:cNvCxnSpPr>
            <a:stCxn id="4210" idx="5"/>
            <a:endCxn id="4233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40" name="Google Shape;4240;p139"/>
          <p:cNvCxnSpPr>
            <a:stCxn id="4224" idx="4"/>
            <a:endCxn id="4233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41" name="Google Shape;4241;p139"/>
          <p:cNvCxnSpPr>
            <a:stCxn id="4210" idx="7"/>
            <a:endCxn id="4224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5" name="Shape 4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6" name="Google Shape;4246;p1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Cutsets</a:t>
            </a:r>
            <a:endParaRPr/>
          </a:p>
        </p:txBody>
      </p:sp>
      <p:sp>
        <p:nvSpPr>
          <p:cNvPr id="4247" name="Google Shape;4247;p140"/>
          <p:cNvSpPr txBox="1"/>
          <p:nvPr>
            <p:ph idx="1" type="body"/>
          </p:nvPr>
        </p:nvSpPr>
        <p:spPr>
          <a:xfrm>
            <a:off x="311700" y="1225225"/>
            <a:ext cx="4882800" cy="3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 </a:t>
            </a:r>
            <a:r>
              <a:rPr b="1" lang="en"/>
              <a:t>any </a:t>
            </a:r>
            <a:r>
              <a:rPr lang="en"/>
              <a:t>set of nodes that when removed disconnect the graph is called a </a:t>
            </a:r>
            <a:r>
              <a:rPr b="1" lang="en"/>
              <a:t>node cutset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cardinality of the smallest (minimum) node cutset is the same as the graph’s </a:t>
            </a:r>
            <a:r>
              <a:rPr b="1" lang="en"/>
              <a:t>k-connectivity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is the k-connectivity of this graph?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4248" name="Google Shape;4248;p140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249" name="Google Shape;4249;p140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250" name="Google Shape;4250;p140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251" name="Google Shape;4251;p140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252" name="Google Shape;4252;p140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253" name="Google Shape;4253;p140"/>
          <p:cNvCxnSpPr>
            <a:stCxn id="4249" idx="3"/>
            <a:endCxn id="4250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4" name="Google Shape;4254;p140"/>
          <p:cNvCxnSpPr>
            <a:stCxn id="4252" idx="1"/>
            <a:endCxn id="4250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5" name="Google Shape;4255;p140"/>
          <p:cNvCxnSpPr>
            <a:stCxn id="4249" idx="4"/>
            <a:endCxn id="4252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6" name="Google Shape;4256;p140"/>
          <p:cNvCxnSpPr>
            <a:stCxn id="4249" idx="5"/>
            <a:endCxn id="4251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7" name="Google Shape;4257;p140"/>
          <p:cNvCxnSpPr>
            <a:stCxn id="4251" idx="2"/>
            <a:endCxn id="4250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58" name="Google Shape;4258;p140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259" name="Google Shape;4259;p140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260" name="Google Shape;4260;p140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261" name="Google Shape;4261;p140"/>
          <p:cNvCxnSpPr>
            <a:stCxn id="4258" idx="3"/>
            <a:endCxn id="4259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62" name="Google Shape;4262;p140"/>
          <p:cNvCxnSpPr>
            <a:stCxn id="4248" idx="0"/>
            <a:endCxn id="4259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63" name="Google Shape;4263;p140"/>
          <p:cNvCxnSpPr>
            <a:stCxn id="4258" idx="5"/>
            <a:endCxn id="4260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64" name="Google Shape;4264;p140"/>
          <p:cNvCxnSpPr>
            <a:stCxn id="4260" idx="2"/>
            <a:endCxn id="4259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65" name="Google Shape;4265;p140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266" name="Google Shape;4266;p140"/>
          <p:cNvCxnSpPr>
            <a:stCxn id="4265" idx="0"/>
            <a:endCxn id="4259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67" name="Google Shape;4267;p140"/>
          <p:cNvCxnSpPr>
            <a:stCxn id="4260" idx="3"/>
            <a:endCxn id="4248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68" name="Google Shape;4268;p140"/>
          <p:cNvCxnSpPr>
            <a:stCxn id="4260" idx="3"/>
            <a:endCxn id="4265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69" name="Google Shape;4269;p140"/>
          <p:cNvCxnSpPr>
            <a:stCxn id="4258" idx="4"/>
            <a:endCxn id="4265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70" name="Google Shape;4270;p140"/>
          <p:cNvCxnSpPr>
            <a:stCxn id="4249" idx="6"/>
            <a:endCxn id="4248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71" name="Google Shape;4271;p140"/>
          <p:cNvCxnSpPr>
            <a:stCxn id="4252" idx="7"/>
            <a:endCxn id="4251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72" name="Google Shape;4272;p140"/>
          <p:cNvCxnSpPr>
            <a:stCxn id="4248" idx="6"/>
            <a:endCxn id="4265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73" name="Google Shape;4273;p140"/>
          <p:cNvCxnSpPr>
            <a:stCxn id="4258" idx="4"/>
            <a:endCxn id="4248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74" name="Google Shape;4274;p140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275" name="Google Shape;4275;p140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276" name="Google Shape;4276;p140"/>
          <p:cNvCxnSpPr>
            <a:stCxn id="4274" idx="3"/>
            <a:endCxn id="4275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77" name="Google Shape;4277;p140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278" name="Google Shape;4278;p140"/>
          <p:cNvCxnSpPr>
            <a:stCxn id="4277" idx="2"/>
            <a:endCxn id="4275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79" name="Google Shape;4279;p140"/>
          <p:cNvCxnSpPr>
            <a:stCxn id="4277" idx="0"/>
            <a:endCxn id="4274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80" name="Google Shape;4280;p140"/>
          <p:cNvCxnSpPr>
            <a:stCxn id="4251" idx="5"/>
            <a:endCxn id="4274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81" name="Google Shape;4281;p140"/>
          <p:cNvCxnSpPr>
            <a:stCxn id="4265" idx="4"/>
            <a:endCxn id="4274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82" name="Google Shape;4282;p140"/>
          <p:cNvCxnSpPr>
            <a:stCxn id="4251" idx="7"/>
            <a:endCxn id="4265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6" name="Shape 4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7" name="Google Shape;4287;p1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Cutsets</a:t>
            </a:r>
            <a:endParaRPr/>
          </a:p>
        </p:txBody>
      </p:sp>
      <p:sp>
        <p:nvSpPr>
          <p:cNvPr id="4288" name="Google Shape;4288;p141"/>
          <p:cNvSpPr txBox="1"/>
          <p:nvPr>
            <p:ph idx="1" type="body"/>
          </p:nvPr>
        </p:nvSpPr>
        <p:spPr>
          <a:xfrm>
            <a:off x="311700" y="1225225"/>
            <a:ext cx="4882800" cy="3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 </a:t>
            </a:r>
            <a:r>
              <a:rPr b="1" lang="en"/>
              <a:t>any </a:t>
            </a:r>
            <a:r>
              <a:rPr lang="en"/>
              <a:t>set of nodes that when removed disconnect the graph is called a </a:t>
            </a:r>
            <a:r>
              <a:rPr b="1" lang="en"/>
              <a:t>node cutset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cardinality of the smallest (minimum) node cutset is the same as the graph’s </a:t>
            </a:r>
            <a:r>
              <a:rPr b="1" lang="en"/>
              <a:t>k-connectivity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is the k-connectivity of this graph?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That’s right! k-connectivity = 1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|{K}| = 1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4289" name="Google Shape;4289;p141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290" name="Google Shape;4290;p141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291" name="Google Shape;4291;p141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292" name="Google Shape;4292;p141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293" name="Google Shape;4293;p141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294" name="Google Shape;4294;p141"/>
          <p:cNvCxnSpPr>
            <a:stCxn id="4290" idx="3"/>
            <a:endCxn id="4291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95" name="Google Shape;4295;p141"/>
          <p:cNvCxnSpPr>
            <a:stCxn id="4293" idx="1"/>
            <a:endCxn id="4291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96" name="Google Shape;4296;p141"/>
          <p:cNvCxnSpPr>
            <a:stCxn id="4290" idx="4"/>
            <a:endCxn id="4293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97" name="Google Shape;4297;p141"/>
          <p:cNvCxnSpPr>
            <a:stCxn id="4290" idx="5"/>
            <a:endCxn id="4292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98" name="Google Shape;4298;p141"/>
          <p:cNvCxnSpPr>
            <a:stCxn id="4292" idx="2"/>
            <a:endCxn id="4291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99" name="Google Shape;4299;p141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300" name="Google Shape;4300;p141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301" name="Google Shape;4301;p141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302" name="Google Shape;4302;p141"/>
          <p:cNvCxnSpPr>
            <a:stCxn id="4299" idx="3"/>
            <a:endCxn id="4300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03" name="Google Shape;4303;p141"/>
          <p:cNvCxnSpPr>
            <a:stCxn id="4289" idx="0"/>
            <a:endCxn id="4300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04" name="Google Shape;4304;p141"/>
          <p:cNvCxnSpPr>
            <a:stCxn id="4299" idx="5"/>
            <a:endCxn id="4301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05" name="Google Shape;4305;p141"/>
          <p:cNvCxnSpPr>
            <a:stCxn id="4301" idx="2"/>
            <a:endCxn id="4300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06" name="Google Shape;4306;p141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307" name="Google Shape;4307;p141"/>
          <p:cNvCxnSpPr>
            <a:stCxn id="4306" idx="0"/>
            <a:endCxn id="4300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08" name="Google Shape;4308;p141"/>
          <p:cNvCxnSpPr>
            <a:stCxn id="4301" idx="3"/>
            <a:endCxn id="4289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09" name="Google Shape;4309;p141"/>
          <p:cNvCxnSpPr>
            <a:stCxn id="4301" idx="3"/>
            <a:endCxn id="4306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10" name="Google Shape;4310;p141"/>
          <p:cNvCxnSpPr>
            <a:stCxn id="4299" idx="4"/>
            <a:endCxn id="4306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11" name="Google Shape;4311;p141"/>
          <p:cNvCxnSpPr>
            <a:stCxn id="4290" idx="6"/>
            <a:endCxn id="4289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12" name="Google Shape;4312;p141"/>
          <p:cNvCxnSpPr>
            <a:stCxn id="4293" idx="7"/>
            <a:endCxn id="4292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13" name="Google Shape;4313;p141"/>
          <p:cNvCxnSpPr>
            <a:stCxn id="4289" idx="6"/>
            <a:endCxn id="4306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14" name="Google Shape;4314;p141"/>
          <p:cNvCxnSpPr>
            <a:stCxn id="4299" idx="4"/>
            <a:endCxn id="4289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15" name="Google Shape;4315;p141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316" name="Google Shape;4316;p141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317" name="Google Shape;4317;p141"/>
          <p:cNvCxnSpPr>
            <a:stCxn id="4315" idx="3"/>
            <a:endCxn id="4316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18" name="Google Shape;4318;p141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319" name="Google Shape;4319;p141"/>
          <p:cNvCxnSpPr>
            <a:stCxn id="4318" idx="2"/>
            <a:endCxn id="4316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20" name="Google Shape;4320;p141"/>
          <p:cNvCxnSpPr>
            <a:stCxn id="4318" idx="0"/>
            <a:endCxn id="4315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21" name="Google Shape;4321;p141"/>
          <p:cNvCxnSpPr>
            <a:stCxn id="4292" idx="5"/>
            <a:endCxn id="4315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22" name="Google Shape;4322;p141"/>
          <p:cNvCxnSpPr>
            <a:stCxn id="4306" idx="4"/>
            <a:endCxn id="4315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23" name="Google Shape;4323;p141"/>
          <p:cNvCxnSpPr>
            <a:stCxn id="4292" idx="7"/>
            <a:endCxn id="4306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7" name="Shape 4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8" name="Google Shape;4328;p1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Cutsets</a:t>
            </a:r>
            <a:endParaRPr/>
          </a:p>
        </p:txBody>
      </p:sp>
      <p:sp>
        <p:nvSpPr>
          <p:cNvPr id="4329" name="Google Shape;4329;p142"/>
          <p:cNvSpPr txBox="1"/>
          <p:nvPr>
            <p:ph idx="1" type="body"/>
          </p:nvPr>
        </p:nvSpPr>
        <p:spPr>
          <a:xfrm>
            <a:off x="311700" y="1225225"/>
            <a:ext cx="4882800" cy="3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 </a:t>
            </a:r>
            <a:r>
              <a:rPr b="1" lang="en"/>
              <a:t>any </a:t>
            </a:r>
            <a:r>
              <a:rPr lang="en"/>
              <a:t>set of nodes that when removed disconnect the graph is called a </a:t>
            </a:r>
            <a:r>
              <a:rPr b="1" lang="en"/>
              <a:t>node cutset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cardinality of the smallest (minimum) node cutset is the same as the graph’s </a:t>
            </a:r>
            <a:r>
              <a:rPr b="1" lang="en"/>
              <a:t>k-connectivity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Adding even one edge to a graph can increase its k-connectivity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k-connectivity = 2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4330" name="Google Shape;4330;p142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331" name="Google Shape;4331;p142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332" name="Google Shape;4332;p142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333" name="Google Shape;4333;p142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334" name="Google Shape;4334;p142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335" name="Google Shape;4335;p142"/>
          <p:cNvCxnSpPr>
            <a:stCxn id="4331" idx="3"/>
            <a:endCxn id="4332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36" name="Google Shape;4336;p142"/>
          <p:cNvCxnSpPr>
            <a:stCxn id="4334" idx="1"/>
            <a:endCxn id="4332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37" name="Google Shape;4337;p142"/>
          <p:cNvCxnSpPr>
            <a:stCxn id="4331" idx="4"/>
            <a:endCxn id="4334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38" name="Google Shape;4338;p142"/>
          <p:cNvCxnSpPr>
            <a:stCxn id="4331" idx="5"/>
            <a:endCxn id="4333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39" name="Google Shape;4339;p142"/>
          <p:cNvCxnSpPr>
            <a:stCxn id="4333" idx="2"/>
            <a:endCxn id="4332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40" name="Google Shape;4340;p142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341" name="Google Shape;4341;p142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342" name="Google Shape;4342;p142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343" name="Google Shape;4343;p142"/>
          <p:cNvCxnSpPr>
            <a:stCxn id="4340" idx="3"/>
            <a:endCxn id="4341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44" name="Google Shape;4344;p142"/>
          <p:cNvCxnSpPr>
            <a:stCxn id="4330" idx="0"/>
            <a:endCxn id="4341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45" name="Google Shape;4345;p142"/>
          <p:cNvCxnSpPr>
            <a:stCxn id="4340" idx="5"/>
            <a:endCxn id="4342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46" name="Google Shape;4346;p142"/>
          <p:cNvCxnSpPr>
            <a:stCxn id="4342" idx="2"/>
            <a:endCxn id="4341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47" name="Google Shape;4347;p142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348" name="Google Shape;4348;p142"/>
          <p:cNvCxnSpPr>
            <a:stCxn id="4347" idx="0"/>
            <a:endCxn id="4341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49" name="Google Shape;4349;p142"/>
          <p:cNvCxnSpPr>
            <a:stCxn id="4342" idx="3"/>
            <a:endCxn id="4330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50" name="Google Shape;4350;p142"/>
          <p:cNvCxnSpPr>
            <a:stCxn id="4342" idx="3"/>
            <a:endCxn id="4347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51" name="Google Shape;4351;p142"/>
          <p:cNvCxnSpPr>
            <a:stCxn id="4340" idx="4"/>
            <a:endCxn id="4347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52" name="Google Shape;4352;p142"/>
          <p:cNvCxnSpPr>
            <a:stCxn id="4331" idx="6"/>
            <a:endCxn id="4330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53" name="Google Shape;4353;p142"/>
          <p:cNvCxnSpPr>
            <a:stCxn id="4334" idx="7"/>
            <a:endCxn id="4333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54" name="Google Shape;4354;p142"/>
          <p:cNvCxnSpPr>
            <a:stCxn id="4330" idx="6"/>
            <a:endCxn id="4347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55" name="Google Shape;4355;p142"/>
          <p:cNvCxnSpPr>
            <a:stCxn id="4340" idx="4"/>
            <a:endCxn id="4330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56" name="Google Shape;4356;p142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357" name="Google Shape;4357;p142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358" name="Google Shape;4358;p142"/>
          <p:cNvCxnSpPr>
            <a:stCxn id="4356" idx="3"/>
            <a:endCxn id="4357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59" name="Google Shape;4359;p142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360" name="Google Shape;4360;p142"/>
          <p:cNvCxnSpPr>
            <a:stCxn id="4359" idx="2"/>
            <a:endCxn id="4357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61" name="Google Shape;4361;p142"/>
          <p:cNvCxnSpPr>
            <a:stCxn id="4359" idx="0"/>
            <a:endCxn id="4356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62" name="Google Shape;4362;p142"/>
          <p:cNvCxnSpPr>
            <a:stCxn id="4333" idx="5"/>
            <a:endCxn id="4356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63" name="Google Shape;4363;p142"/>
          <p:cNvCxnSpPr>
            <a:stCxn id="4347" idx="4"/>
            <a:endCxn id="4356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64" name="Google Shape;4364;p142"/>
          <p:cNvCxnSpPr>
            <a:stCxn id="4333" idx="7"/>
            <a:endCxn id="4347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65" name="Google Shape;4365;p142"/>
          <p:cNvCxnSpPr>
            <a:stCxn id="4334" idx="5"/>
            <a:endCxn id="4357" idx="1"/>
          </p:cNvCxnSpPr>
          <p:nvPr/>
        </p:nvCxnSpPr>
        <p:spPr>
          <a:xfrm>
            <a:off x="6446564" y="3930986"/>
            <a:ext cx="1100100" cy="70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4369" name="Shape 4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0" name="Google Shape;4370;p14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Edge Cutsets</a:t>
            </a:r>
            <a:endParaRPr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4" name="Shape 4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5" name="Google Shape;4375;p1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Cutsets</a:t>
            </a:r>
            <a:endParaRPr/>
          </a:p>
        </p:txBody>
      </p:sp>
      <p:sp>
        <p:nvSpPr>
          <p:cNvPr id="4376" name="Google Shape;4376;p144"/>
          <p:cNvSpPr txBox="1"/>
          <p:nvPr>
            <p:ph idx="1" type="body"/>
          </p:nvPr>
        </p:nvSpPr>
        <p:spPr>
          <a:xfrm>
            <a:off x="311700" y="1225225"/>
            <a:ext cx="4882800" cy="36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 </a:t>
            </a:r>
            <a:r>
              <a:rPr b="1" lang="en"/>
              <a:t>any </a:t>
            </a:r>
            <a:r>
              <a:rPr lang="en"/>
              <a:t>set of edges that when removed disconnect the graph is called an </a:t>
            </a:r>
            <a:r>
              <a:rPr b="1" lang="en"/>
              <a:t>edge cutset</a:t>
            </a:r>
            <a:endParaRPr b="1"/>
          </a:p>
        </p:txBody>
      </p:sp>
      <p:sp>
        <p:nvSpPr>
          <p:cNvPr id="4377" name="Google Shape;4377;p144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378" name="Google Shape;4378;p144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379" name="Google Shape;4379;p144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380" name="Google Shape;4380;p144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381" name="Google Shape;4381;p144"/>
          <p:cNvCxnSpPr>
            <a:stCxn id="4378" idx="3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82" name="Google Shape;4382;p144"/>
          <p:cNvCxnSpPr>
            <a:stCxn id="4380" idx="1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83" name="Google Shape;4383;p144"/>
          <p:cNvCxnSpPr>
            <a:stCxn id="4378" idx="4"/>
            <a:endCxn id="4380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84" name="Google Shape;4384;p144"/>
          <p:cNvCxnSpPr>
            <a:stCxn id="4378" idx="5"/>
            <a:endCxn id="4379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85" name="Google Shape;4385;p144"/>
          <p:cNvCxnSpPr>
            <a:stCxn id="4379" idx="2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86" name="Google Shape;4386;p144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387" name="Google Shape;4387;p144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388" name="Google Shape;4388;p144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389" name="Google Shape;4389;p144"/>
          <p:cNvCxnSpPr>
            <a:stCxn id="4386" idx="3"/>
            <a:endCxn id="4387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90" name="Google Shape;4390;p144"/>
          <p:cNvCxnSpPr>
            <a:stCxn id="4377" idx="0"/>
            <a:endCxn id="4387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91" name="Google Shape;4391;p144"/>
          <p:cNvCxnSpPr>
            <a:stCxn id="4386" idx="5"/>
            <a:endCxn id="4388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92" name="Google Shape;4392;p144"/>
          <p:cNvCxnSpPr>
            <a:stCxn id="4388" idx="2"/>
            <a:endCxn id="4387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93" name="Google Shape;4393;p144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394" name="Google Shape;4394;p144"/>
          <p:cNvCxnSpPr>
            <a:stCxn id="4393" idx="0"/>
            <a:endCxn id="4387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95" name="Google Shape;4395;p144"/>
          <p:cNvCxnSpPr>
            <a:stCxn id="4388" idx="3"/>
            <a:endCxn id="4377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96" name="Google Shape;4396;p144"/>
          <p:cNvCxnSpPr>
            <a:stCxn id="4388" idx="3"/>
            <a:endCxn id="4393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97" name="Google Shape;4397;p144"/>
          <p:cNvCxnSpPr>
            <a:stCxn id="4386" idx="4"/>
            <a:endCxn id="4393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98" name="Google Shape;4398;p144"/>
          <p:cNvCxnSpPr>
            <a:stCxn id="4378" idx="6"/>
            <a:endCxn id="4377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99" name="Google Shape;4399;p144"/>
          <p:cNvCxnSpPr>
            <a:stCxn id="4380" idx="7"/>
            <a:endCxn id="4379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0" name="Google Shape;4400;p144"/>
          <p:cNvCxnSpPr>
            <a:stCxn id="4377" idx="6"/>
            <a:endCxn id="4393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1" name="Google Shape;4401;p144"/>
          <p:cNvCxnSpPr>
            <a:stCxn id="4386" idx="4"/>
            <a:endCxn id="4377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02" name="Google Shape;4402;p144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403" name="Google Shape;4403;p144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404" name="Google Shape;4404;p144"/>
          <p:cNvCxnSpPr>
            <a:stCxn id="4402" idx="3"/>
            <a:endCxn id="4403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05" name="Google Shape;4405;p144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406" name="Google Shape;4406;p144"/>
          <p:cNvCxnSpPr>
            <a:stCxn id="4405" idx="2"/>
            <a:endCxn id="4403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7" name="Google Shape;4407;p144"/>
          <p:cNvCxnSpPr>
            <a:stCxn id="4405" idx="0"/>
            <a:endCxn id="4402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8" name="Google Shape;4408;p144"/>
          <p:cNvCxnSpPr>
            <a:stCxn id="4379" idx="5"/>
            <a:endCxn id="4402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9" name="Google Shape;4409;p144"/>
          <p:cNvCxnSpPr>
            <a:stCxn id="4393" idx="4"/>
            <a:endCxn id="4402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10" name="Google Shape;4410;p144"/>
          <p:cNvCxnSpPr>
            <a:stCxn id="4379" idx="7"/>
            <a:endCxn id="4393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11" name="Google Shape;4411;p144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5" name="Shape 4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6" name="Google Shape;4416;p1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Cutsets</a:t>
            </a:r>
            <a:endParaRPr/>
          </a:p>
        </p:txBody>
      </p:sp>
      <p:sp>
        <p:nvSpPr>
          <p:cNvPr id="4417" name="Google Shape;4417;p145"/>
          <p:cNvSpPr txBox="1"/>
          <p:nvPr>
            <p:ph idx="1" type="body"/>
          </p:nvPr>
        </p:nvSpPr>
        <p:spPr>
          <a:xfrm>
            <a:off x="311700" y="1225225"/>
            <a:ext cx="4882800" cy="36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 </a:t>
            </a:r>
            <a:r>
              <a:rPr b="1" lang="en"/>
              <a:t>any </a:t>
            </a:r>
            <a:r>
              <a:rPr lang="en"/>
              <a:t>set of edges that when removed disconnect the graph is called an </a:t>
            </a:r>
            <a:r>
              <a:rPr b="1" lang="en"/>
              <a:t>edge cutset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this graph {BE, DF, FK} is an edge cutset</a:t>
            </a:r>
            <a:endParaRPr/>
          </a:p>
        </p:txBody>
      </p:sp>
      <p:sp>
        <p:nvSpPr>
          <p:cNvPr id="4418" name="Google Shape;4418;p145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419" name="Google Shape;4419;p145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420" name="Google Shape;4420;p145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421" name="Google Shape;4421;p145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422" name="Google Shape;4422;p145"/>
          <p:cNvCxnSpPr>
            <a:stCxn id="4419" idx="3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3" name="Google Shape;4423;p145"/>
          <p:cNvCxnSpPr>
            <a:stCxn id="4421" idx="1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4" name="Google Shape;4424;p145"/>
          <p:cNvCxnSpPr>
            <a:stCxn id="4419" idx="4"/>
            <a:endCxn id="4421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5" name="Google Shape;4425;p145"/>
          <p:cNvCxnSpPr>
            <a:stCxn id="4419" idx="5"/>
            <a:endCxn id="4420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6" name="Google Shape;4426;p145"/>
          <p:cNvCxnSpPr>
            <a:stCxn id="4420" idx="2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27" name="Google Shape;4427;p145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428" name="Google Shape;4428;p145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429" name="Google Shape;4429;p145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430" name="Google Shape;4430;p145"/>
          <p:cNvCxnSpPr>
            <a:stCxn id="4427" idx="3"/>
            <a:endCxn id="4428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1" name="Google Shape;4431;p145"/>
          <p:cNvCxnSpPr>
            <a:stCxn id="4418" idx="0"/>
            <a:endCxn id="4428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2" name="Google Shape;4432;p145"/>
          <p:cNvCxnSpPr>
            <a:stCxn id="4427" idx="5"/>
            <a:endCxn id="4429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3" name="Google Shape;4433;p145"/>
          <p:cNvCxnSpPr>
            <a:stCxn id="4429" idx="2"/>
            <a:endCxn id="4428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34" name="Google Shape;4434;p145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435" name="Google Shape;4435;p145"/>
          <p:cNvCxnSpPr>
            <a:stCxn id="4434" idx="0"/>
            <a:endCxn id="4428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6" name="Google Shape;4436;p145"/>
          <p:cNvCxnSpPr>
            <a:stCxn id="4429" idx="3"/>
            <a:endCxn id="4418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7" name="Google Shape;4437;p145"/>
          <p:cNvCxnSpPr>
            <a:stCxn id="4429" idx="3"/>
            <a:endCxn id="4434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8" name="Google Shape;4438;p145"/>
          <p:cNvCxnSpPr>
            <a:stCxn id="4427" idx="4"/>
            <a:endCxn id="4434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9" name="Google Shape;4439;p145"/>
          <p:cNvCxnSpPr>
            <a:stCxn id="4419" idx="6"/>
            <a:endCxn id="4418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40" name="Google Shape;4440;p145"/>
          <p:cNvCxnSpPr>
            <a:stCxn id="4421" idx="7"/>
            <a:endCxn id="4420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41" name="Google Shape;4441;p145"/>
          <p:cNvCxnSpPr>
            <a:stCxn id="4418" idx="6"/>
            <a:endCxn id="4434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42" name="Google Shape;4442;p145"/>
          <p:cNvCxnSpPr>
            <a:stCxn id="4427" idx="4"/>
            <a:endCxn id="4418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43" name="Google Shape;4443;p145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444" name="Google Shape;4444;p145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445" name="Google Shape;4445;p145"/>
          <p:cNvCxnSpPr>
            <a:stCxn id="4443" idx="3"/>
            <a:endCxn id="4444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46" name="Google Shape;4446;p145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447" name="Google Shape;4447;p145"/>
          <p:cNvCxnSpPr>
            <a:stCxn id="4446" idx="2"/>
            <a:endCxn id="4444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48" name="Google Shape;4448;p145"/>
          <p:cNvCxnSpPr>
            <a:stCxn id="4446" idx="0"/>
            <a:endCxn id="4443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49" name="Google Shape;4449;p145"/>
          <p:cNvCxnSpPr>
            <a:stCxn id="4420" idx="5"/>
            <a:endCxn id="4443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50" name="Google Shape;4450;p145"/>
          <p:cNvCxnSpPr>
            <a:stCxn id="4434" idx="4"/>
            <a:endCxn id="4443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51" name="Google Shape;4451;p145"/>
          <p:cNvCxnSpPr>
            <a:stCxn id="4420" idx="7"/>
            <a:endCxn id="4434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52" name="Google Shape;4452;p145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6" name="Shape 4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7" name="Google Shape;4457;p1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Cutsets</a:t>
            </a:r>
            <a:endParaRPr/>
          </a:p>
        </p:txBody>
      </p:sp>
      <p:sp>
        <p:nvSpPr>
          <p:cNvPr id="4458" name="Google Shape;4458;p146"/>
          <p:cNvSpPr txBox="1"/>
          <p:nvPr>
            <p:ph idx="1" type="body"/>
          </p:nvPr>
        </p:nvSpPr>
        <p:spPr>
          <a:xfrm>
            <a:off x="311700" y="1225225"/>
            <a:ext cx="4882800" cy="36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 </a:t>
            </a:r>
            <a:r>
              <a:rPr b="1" lang="en"/>
              <a:t>any </a:t>
            </a:r>
            <a:r>
              <a:rPr lang="en"/>
              <a:t>set of edges that when removed disconnect the graph is called an </a:t>
            </a:r>
            <a:r>
              <a:rPr b="1" lang="en"/>
              <a:t>edge cutset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this graph {BE, DF, FK} is an edge cutset</a:t>
            </a:r>
            <a:endParaRPr/>
          </a:p>
        </p:txBody>
      </p:sp>
      <p:sp>
        <p:nvSpPr>
          <p:cNvPr id="4459" name="Google Shape;4459;p146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460" name="Google Shape;4460;p146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461" name="Google Shape;4461;p146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462" name="Google Shape;4462;p146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463" name="Google Shape;4463;p146"/>
          <p:cNvCxnSpPr>
            <a:stCxn id="4460" idx="3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64" name="Google Shape;4464;p146"/>
          <p:cNvCxnSpPr>
            <a:stCxn id="4462" idx="1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65" name="Google Shape;4465;p146"/>
          <p:cNvCxnSpPr>
            <a:stCxn id="4460" idx="4"/>
            <a:endCxn id="4462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66" name="Google Shape;4466;p146"/>
          <p:cNvCxnSpPr>
            <a:stCxn id="4460" idx="5"/>
            <a:endCxn id="4461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67" name="Google Shape;4467;p146"/>
          <p:cNvCxnSpPr>
            <a:stCxn id="4461" idx="2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68" name="Google Shape;4468;p146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469" name="Google Shape;4469;p146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470" name="Google Shape;4470;p146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471" name="Google Shape;4471;p146"/>
          <p:cNvCxnSpPr>
            <a:stCxn id="4468" idx="3"/>
            <a:endCxn id="4469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72" name="Google Shape;4472;p146"/>
          <p:cNvCxnSpPr>
            <a:stCxn id="4459" idx="0"/>
            <a:endCxn id="4469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73" name="Google Shape;4473;p146"/>
          <p:cNvCxnSpPr>
            <a:stCxn id="4468" idx="5"/>
            <a:endCxn id="4470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74" name="Google Shape;4474;p146"/>
          <p:cNvCxnSpPr>
            <a:stCxn id="4470" idx="2"/>
            <a:endCxn id="4469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75" name="Google Shape;4475;p146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476" name="Google Shape;4476;p146"/>
          <p:cNvCxnSpPr>
            <a:stCxn id="4475" idx="0"/>
            <a:endCxn id="4469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77" name="Google Shape;4477;p146"/>
          <p:cNvCxnSpPr>
            <a:stCxn id="4470" idx="3"/>
            <a:endCxn id="4459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78" name="Google Shape;4478;p146"/>
          <p:cNvCxnSpPr>
            <a:stCxn id="4470" idx="3"/>
            <a:endCxn id="4475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79" name="Google Shape;4479;p146"/>
          <p:cNvCxnSpPr>
            <a:stCxn id="4468" idx="4"/>
            <a:endCxn id="4475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80" name="Google Shape;4480;p146"/>
          <p:cNvCxnSpPr>
            <a:stCxn id="4462" idx="7"/>
            <a:endCxn id="4461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81" name="Google Shape;4481;p146"/>
          <p:cNvCxnSpPr>
            <a:stCxn id="4459" idx="6"/>
            <a:endCxn id="4475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82" name="Google Shape;4482;p146"/>
          <p:cNvCxnSpPr>
            <a:stCxn id="4468" idx="4"/>
            <a:endCxn id="4459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83" name="Google Shape;4483;p146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484" name="Google Shape;4484;p146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485" name="Google Shape;4485;p146"/>
          <p:cNvCxnSpPr>
            <a:stCxn id="4483" idx="3"/>
            <a:endCxn id="4484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86" name="Google Shape;4486;p146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487" name="Google Shape;4487;p146"/>
          <p:cNvCxnSpPr>
            <a:stCxn id="4486" idx="2"/>
            <a:endCxn id="4484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88" name="Google Shape;4488;p146"/>
          <p:cNvCxnSpPr>
            <a:stCxn id="4486" idx="0"/>
            <a:endCxn id="4483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89" name="Google Shape;4489;p146"/>
          <p:cNvCxnSpPr>
            <a:stCxn id="4461" idx="5"/>
            <a:endCxn id="4483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90" name="Google Shape;4490;p146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4" name="Shape 4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" name="Google Shape;4495;p1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Cutsets</a:t>
            </a:r>
            <a:endParaRPr/>
          </a:p>
        </p:txBody>
      </p:sp>
      <p:sp>
        <p:nvSpPr>
          <p:cNvPr id="4496" name="Google Shape;4496;p147"/>
          <p:cNvSpPr txBox="1"/>
          <p:nvPr>
            <p:ph idx="1" type="body"/>
          </p:nvPr>
        </p:nvSpPr>
        <p:spPr>
          <a:xfrm>
            <a:off x="311700" y="1225225"/>
            <a:ext cx="4882800" cy="36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 </a:t>
            </a:r>
            <a:r>
              <a:rPr b="1" lang="en"/>
              <a:t>any </a:t>
            </a:r>
            <a:r>
              <a:rPr lang="en"/>
              <a:t>set of edges that when removed disconnect the graph is called an </a:t>
            </a:r>
            <a:r>
              <a:rPr b="1" lang="en"/>
              <a:t>edge cutset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this graph {BE, DF, FK} is an edge cutset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{DK, FK} is also and edge cutset</a:t>
            </a:r>
            <a:endParaRPr/>
          </a:p>
        </p:txBody>
      </p:sp>
      <p:sp>
        <p:nvSpPr>
          <p:cNvPr id="4497" name="Google Shape;4497;p147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498" name="Google Shape;4498;p147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499" name="Google Shape;4499;p147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500" name="Google Shape;4500;p147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501" name="Google Shape;4501;p147"/>
          <p:cNvCxnSpPr>
            <a:stCxn id="4498" idx="3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02" name="Google Shape;4502;p147"/>
          <p:cNvCxnSpPr>
            <a:stCxn id="4500" idx="1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03" name="Google Shape;4503;p147"/>
          <p:cNvCxnSpPr>
            <a:stCxn id="4498" idx="4"/>
            <a:endCxn id="4500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04" name="Google Shape;4504;p147"/>
          <p:cNvCxnSpPr>
            <a:stCxn id="4498" idx="5"/>
            <a:endCxn id="4499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05" name="Google Shape;4505;p147"/>
          <p:cNvCxnSpPr>
            <a:stCxn id="4499" idx="2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06" name="Google Shape;4506;p147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507" name="Google Shape;4507;p147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508" name="Google Shape;4508;p147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509" name="Google Shape;4509;p147"/>
          <p:cNvCxnSpPr>
            <a:stCxn id="4506" idx="3"/>
            <a:endCxn id="4507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10" name="Google Shape;4510;p147"/>
          <p:cNvCxnSpPr>
            <a:stCxn id="4497" idx="0"/>
            <a:endCxn id="4507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11" name="Google Shape;4511;p147"/>
          <p:cNvCxnSpPr>
            <a:stCxn id="4506" idx="5"/>
            <a:endCxn id="4508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12" name="Google Shape;4512;p147"/>
          <p:cNvCxnSpPr>
            <a:stCxn id="4508" idx="2"/>
            <a:endCxn id="4507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13" name="Google Shape;4513;p147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514" name="Google Shape;4514;p147"/>
          <p:cNvCxnSpPr>
            <a:stCxn id="4513" idx="0"/>
            <a:endCxn id="4507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15" name="Google Shape;4515;p147"/>
          <p:cNvCxnSpPr>
            <a:stCxn id="4508" idx="3"/>
            <a:endCxn id="4497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16" name="Google Shape;4516;p147"/>
          <p:cNvCxnSpPr>
            <a:stCxn id="4508" idx="3"/>
            <a:endCxn id="4513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17" name="Google Shape;4517;p147"/>
          <p:cNvCxnSpPr>
            <a:stCxn id="4506" idx="4"/>
            <a:endCxn id="4513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18" name="Google Shape;4518;p147"/>
          <p:cNvCxnSpPr>
            <a:stCxn id="4498" idx="6"/>
            <a:endCxn id="4497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19" name="Google Shape;4519;p147"/>
          <p:cNvCxnSpPr>
            <a:stCxn id="4500" idx="7"/>
            <a:endCxn id="4499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20" name="Google Shape;4520;p147"/>
          <p:cNvCxnSpPr>
            <a:stCxn id="4497" idx="6"/>
            <a:endCxn id="4513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21" name="Google Shape;4521;p147"/>
          <p:cNvCxnSpPr>
            <a:stCxn id="4506" idx="4"/>
            <a:endCxn id="4497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22" name="Google Shape;4522;p147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523" name="Google Shape;4523;p147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524" name="Google Shape;4524;p147"/>
          <p:cNvCxnSpPr>
            <a:stCxn id="4522" idx="3"/>
            <a:endCxn id="4523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25" name="Google Shape;4525;p147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526" name="Google Shape;4526;p147"/>
          <p:cNvCxnSpPr>
            <a:stCxn id="4525" idx="2"/>
            <a:endCxn id="4523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27" name="Google Shape;4527;p147"/>
          <p:cNvCxnSpPr>
            <a:stCxn id="4525" idx="0"/>
            <a:endCxn id="4522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28" name="Google Shape;4528;p147"/>
          <p:cNvCxnSpPr>
            <a:stCxn id="4499" idx="5"/>
            <a:endCxn id="4522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29" name="Google Shape;4529;p147"/>
          <p:cNvCxnSpPr>
            <a:stCxn id="4513" idx="4"/>
            <a:endCxn id="4522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30" name="Google Shape;4530;p147"/>
          <p:cNvCxnSpPr>
            <a:stCxn id="4499" idx="7"/>
            <a:endCxn id="4513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31" name="Google Shape;4531;p147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5" name="Shape 4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" name="Google Shape;4536;p1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Cutsets</a:t>
            </a:r>
            <a:endParaRPr/>
          </a:p>
        </p:txBody>
      </p:sp>
      <p:sp>
        <p:nvSpPr>
          <p:cNvPr id="4537" name="Google Shape;4537;p148"/>
          <p:cNvSpPr txBox="1"/>
          <p:nvPr>
            <p:ph idx="1" type="body"/>
          </p:nvPr>
        </p:nvSpPr>
        <p:spPr>
          <a:xfrm>
            <a:off x="311700" y="1225225"/>
            <a:ext cx="4882800" cy="36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 </a:t>
            </a:r>
            <a:r>
              <a:rPr b="1" lang="en"/>
              <a:t>any </a:t>
            </a:r>
            <a:r>
              <a:rPr lang="en"/>
              <a:t>set of edges that when removed disconnect the graph is called an </a:t>
            </a:r>
            <a:r>
              <a:rPr b="1" lang="en"/>
              <a:t>edge cutset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this graph {BE, DF, FK} is an edge cutset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{DK, FK} is also and edge cutset</a:t>
            </a:r>
            <a:endParaRPr/>
          </a:p>
        </p:txBody>
      </p:sp>
      <p:sp>
        <p:nvSpPr>
          <p:cNvPr id="4538" name="Google Shape;4538;p148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539" name="Google Shape;4539;p148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540" name="Google Shape;4540;p148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541" name="Google Shape;4541;p148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542" name="Google Shape;4542;p148"/>
          <p:cNvCxnSpPr>
            <a:stCxn id="4539" idx="3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43" name="Google Shape;4543;p148"/>
          <p:cNvCxnSpPr>
            <a:stCxn id="4541" idx="1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44" name="Google Shape;4544;p148"/>
          <p:cNvCxnSpPr>
            <a:stCxn id="4539" idx="4"/>
            <a:endCxn id="4541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45" name="Google Shape;4545;p148"/>
          <p:cNvCxnSpPr>
            <a:stCxn id="4539" idx="5"/>
            <a:endCxn id="4540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46" name="Google Shape;4546;p148"/>
          <p:cNvCxnSpPr>
            <a:stCxn id="4540" idx="2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47" name="Google Shape;4547;p148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548" name="Google Shape;4548;p148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549" name="Google Shape;4549;p148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550" name="Google Shape;4550;p148"/>
          <p:cNvCxnSpPr>
            <a:stCxn id="4547" idx="3"/>
            <a:endCxn id="4548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51" name="Google Shape;4551;p148"/>
          <p:cNvCxnSpPr>
            <a:stCxn id="4538" idx="0"/>
            <a:endCxn id="4548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52" name="Google Shape;4552;p148"/>
          <p:cNvCxnSpPr>
            <a:stCxn id="4547" idx="5"/>
            <a:endCxn id="4549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53" name="Google Shape;4553;p148"/>
          <p:cNvCxnSpPr>
            <a:stCxn id="4549" idx="2"/>
            <a:endCxn id="4548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54" name="Google Shape;4554;p148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555" name="Google Shape;4555;p148"/>
          <p:cNvCxnSpPr>
            <a:stCxn id="4554" idx="0"/>
            <a:endCxn id="4548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56" name="Google Shape;4556;p148"/>
          <p:cNvCxnSpPr>
            <a:stCxn id="4549" idx="3"/>
            <a:endCxn id="4538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57" name="Google Shape;4557;p148"/>
          <p:cNvCxnSpPr>
            <a:stCxn id="4549" idx="3"/>
            <a:endCxn id="4554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58" name="Google Shape;4558;p148"/>
          <p:cNvCxnSpPr>
            <a:stCxn id="4547" idx="4"/>
            <a:endCxn id="4554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59" name="Google Shape;4559;p148"/>
          <p:cNvCxnSpPr>
            <a:stCxn id="4539" idx="6"/>
            <a:endCxn id="4538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60" name="Google Shape;4560;p148"/>
          <p:cNvCxnSpPr>
            <a:stCxn id="4541" idx="7"/>
            <a:endCxn id="4540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61" name="Google Shape;4561;p148"/>
          <p:cNvCxnSpPr>
            <a:stCxn id="4538" idx="6"/>
            <a:endCxn id="4554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62" name="Google Shape;4562;p148"/>
          <p:cNvCxnSpPr>
            <a:stCxn id="4547" idx="4"/>
            <a:endCxn id="4538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63" name="Google Shape;4563;p148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564" name="Google Shape;4564;p148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565" name="Google Shape;4565;p148"/>
          <p:cNvCxnSpPr>
            <a:stCxn id="4563" idx="3"/>
            <a:endCxn id="4564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66" name="Google Shape;4566;p148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567" name="Google Shape;4567;p148"/>
          <p:cNvCxnSpPr>
            <a:stCxn id="4566" idx="2"/>
            <a:endCxn id="4564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68" name="Google Shape;4568;p148"/>
          <p:cNvCxnSpPr>
            <a:stCxn id="4566" idx="0"/>
            <a:endCxn id="4563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69" name="Google Shape;4569;p148"/>
          <p:cNvCxnSpPr>
            <a:stCxn id="4540" idx="7"/>
            <a:endCxn id="4554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70" name="Google Shape;4570;p148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4" name="Shape 4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5" name="Google Shape;4575;p1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Cutsets</a:t>
            </a:r>
            <a:endParaRPr/>
          </a:p>
        </p:txBody>
      </p:sp>
      <p:sp>
        <p:nvSpPr>
          <p:cNvPr id="4576" name="Google Shape;4576;p149"/>
          <p:cNvSpPr txBox="1"/>
          <p:nvPr>
            <p:ph idx="1" type="body"/>
          </p:nvPr>
        </p:nvSpPr>
        <p:spPr>
          <a:xfrm>
            <a:off x="311700" y="1225225"/>
            <a:ext cx="4882800" cy="36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 </a:t>
            </a:r>
            <a:r>
              <a:rPr b="1" lang="en"/>
              <a:t>any </a:t>
            </a:r>
            <a:r>
              <a:rPr lang="en"/>
              <a:t>set of edges that when removed disconnect the graph is called an </a:t>
            </a:r>
            <a:r>
              <a:rPr b="1" lang="en"/>
              <a:t>edge cutset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this graph {BE, DF, FK} is an edge cutset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{DK, FK} is also and edge cutset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you spot another edge cutset?</a:t>
            </a:r>
            <a:endParaRPr/>
          </a:p>
        </p:txBody>
      </p:sp>
      <p:sp>
        <p:nvSpPr>
          <p:cNvPr id="4577" name="Google Shape;4577;p149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578" name="Google Shape;4578;p149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579" name="Google Shape;4579;p149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580" name="Google Shape;4580;p149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581" name="Google Shape;4581;p149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582" name="Google Shape;4582;p149"/>
          <p:cNvCxnSpPr>
            <a:stCxn id="4578" idx="3"/>
            <a:endCxn id="4579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83" name="Google Shape;4583;p149"/>
          <p:cNvCxnSpPr>
            <a:stCxn id="4581" idx="1"/>
            <a:endCxn id="4579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84" name="Google Shape;4584;p149"/>
          <p:cNvCxnSpPr>
            <a:stCxn id="4578" idx="4"/>
            <a:endCxn id="4581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85" name="Google Shape;4585;p149"/>
          <p:cNvCxnSpPr>
            <a:stCxn id="4578" idx="5"/>
            <a:endCxn id="4580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86" name="Google Shape;4586;p149"/>
          <p:cNvCxnSpPr>
            <a:stCxn id="4580" idx="2"/>
            <a:endCxn id="4579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87" name="Google Shape;4587;p149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588" name="Google Shape;4588;p149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589" name="Google Shape;4589;p149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590" name="Google Shape;4590;p149"/>
          <p:cNvCxnSpPr>
            <a:stCxn id="4587" idx="3"/>
            <a:endCxn id="4588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91" name="Google Shape;4591;p149"/>
          <p:cNvCxnSpPr>
            <a:stCxn id="4577" idx="0"/>
            <a:endCxn id="4588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92" name="Google Shape;4592;p149"/>
          <p:cNvCxnSpPr>
            <a:stCxn id="4587" idx="5"/>
            <a:endCxn id="4589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93" name="Google Shape;4593;p149"/>
          <p:cNvCxnSpPr>
            <a:stCxn id="4589" idx="2"/>
            <a:endCxn id="4588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94" name="Google Shape;4594;p149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595" name="Google Shape;4595;p149"/>
          <p:cNvCxnSpPr>
            <a:stCxn id="4594" idx="0"/>
            <a:endCxn id="4588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96" name="Google Shape;4596;p149"/>
          <p:cNvCxnSpPr>
            <a:stCxn id="4589" idx="3"/>
            <a:endCxn id="4577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97" name="Google Shape;4597;p149"/>
          <p:cNvCxnSpPr>
            <a:stCxn id="4589" idx="3"/>
            <a:endCxn id="4594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98" name="Google Shape;4598;p149"/>
          <p:cNvCxnSpPr>
            <a:stCxn id="4587" idx="4"/>
            <a:endCxn id="4594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99" name="Google Shape;4599;p149"/>
          <p:cNvCxnSpPr>
            <a:stCxn id="4578" idx="6"/>
            <a:endCxn id="4577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00" name="Google Shape;4600;p149"/>
          <p:cNvCxnSpPr>
            <a:stCxn id="4581" idx="7"/>
            <a:endCxn id="4580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01" name="Google Shape;4601;p149"/>
          <p:cNvCxnSpPr>
            <a:stCxn id="4577" idx="6"/>
            <a:endCxn id="4594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02" name="Google Shape;4602;p149"/>
          <p:cNvCxnSpPr>
            <a:stCxn id="4587" idx="4"/>
            <a:endCxn id="4577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03" name="Google Shape;4603;p149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604" name="Google Shape;4604;p149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605" name="Google Shape;4605;p149"/>
          <p:cNvCxnSpPr>
            <a:stCxn id="4603" idx="3"/>
            <a:endCxn id="4604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06" name="Google Shape;4606;p149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607" name="Google Shape;4607;p149"/>
          <p:cNvCxnSpPr>
            <a:stCxn id="4606" idx="2"/>
            <a:endCxn id="4604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08" name="Google Shape;4608;p149"/>
          <p:cNvCxnSpPr>
            <a:stCxn id="4606" idx="0"/>
            <a:endCxn id="4603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09" name="Google Shape;4609;p149"/>
          <p:cNvCxnSpPr>
            <a:stCxn id="4580" idx="5"/>
            <a:endCxn id="4603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10" name="Google Shape;4610;p149"/>
          <p:cNvCxnSpPr>
            <a:stCxn id="4594" idx="4"/>
            <a:endCxn id="4603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11" name="Google Shape;4611;p149"/>
          <p:cNvCxnSpPr>
            <a:stCxn id="4580" idx="7"/>
            <a:endCxn id="4594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5" name="Shape 4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6" name="Google Shape;4616;p1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Cutsets</a:t>
            </a:r>
            <a:endParaRPr/>
          </a:p>
        </p:txBody>
      </p:sp>
      <p:sp>
        <p:nvSpPr>
          <p:cNvPr id="4617" name="Google Shape;4617;p150"/>
          <p:cNvSpPr txBox="1"/>
          <p:nvPr>
            <p:ph idx="1" type="body"/>
          </p:nvPr>
        </p:nvSpPr>
        <p:spPr>
          <a:xfrm>
            <a:off x="311700" y="1225225"/>
            <a:ext cx="4882800" cy="36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 </a:t>
            </a:r>
            <a:r>
              <a:rPr b="1" lang="en"/>
              <a:t>any </a:t>
            </a:r>
            <a:r>
              <a:rPr lang="en"/>
              <a:t>set of edges that when removed disconnect the graph is called </a:t>
            </a:r>
            <a:r>
              <a:rPr lang="en"/>
              <a:t>an </a:t>
            </a:r>
            <a:r>
              <a:rPr b="1" lang="en"/>
              <a:t>edge cutset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cardinality of the smallest (minimum) edge cutset is the same as the graph’s </a:t>
            </a:r>
            <a:r>
              <a:rPr b="1" lang="en"/>
              <a:t>edge connectivity</a:t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8" name="Google Shape;4618;p150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619" name="Google Shape;4619;p150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620" name="Google Shape;4620;p150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621" name="Google Shape;4621;p150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622" name="Google Shape;4622;p150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623" name="Google Shape;4623;p150"/>
          <p:cNvCxnSpPr>
            <a:stCxn id="4619" idx="3"/>
            <a:endCxn id="4620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24" name="Google Shape;4624;p150"/>
          <p:cNvCxnSpPr>
            <a:stCxn id="4622" idx="1"/>
            <a:endCxn id="4620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25" name="Google Shape;4625;p150"/>
          <p:cNvCxnSpPr>
            <a:stCxn id="4619" idx="4"/>
            <a:endCxn id="4622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26" name="Google Shape;4626;p150"/>
          <p:cNvCxnSpPr>
            <a:stCxn id="4619" idx="5"/>
            <a:endCxn id="4621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27" name="Google Shape;4627;p150"/>
          <p:cNvCxnSpPr>
            <a:stCxn id="4621" idx="2"/>
            <a:endCxn id="4620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28" name="Google Shape;4628;p150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629" name="Google Shape;4629;p150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630" name="Google Shape;4630;p150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631" name="Google Shape;4631;p150"/>
          <p:cNvCxnSpPr>
            <a:stCxn id="4628" idx="3"/>
            <a:endCxn id="4629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32" name="Google Shape;4632;p150"/>
          <p:cNvCxnSpPr>
            <a:stCxn id="4618" idx="0"/>
            <a:endCxn id="4629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33" name="Google Shape;4633;p150"/>
          <p:cNvCxnSpPr>
            <a:stCxn id="4628" idx="5"/>
            <a:endCxn id="4630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34" name="Google Shape;4634;p150"/>
          <p:cNvCxnSpPr>
            <a:stCxn id="4630" idx="2"/>
            <a:endCxn id="4629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35" name="Google Shape;4635;p150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636" name="Google Shape;4636;p150"/>
          <p:cNvCxnSpPr>
            <a:stCxn id="4635" idx="0"/>
            <a:endCxn id="4629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37" name="Google Shape;4637;p150"/>
          <p:cNvCxnSpPr>
            <a:stCxn id="4630" idx="3"/>
            <a:endCxn id="4618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38" name="Google Shape;4638;p150"/>
          <p:cNvCxnSpPr>
            <a:stCxn id="4630" idx="3"/>
            <a:endCxn id="4635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39" name="Google Shape;4639;p150"/>
          <p:cNvCxnSpPr>
            <a:stCxn id="4628" idx="4"/>
            <a:endCxn id="4635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40" name="Google Shape;4640;p150"/>
          <p:cNvCxnSpPr>
            <a:stCxn id="4619" idx="6"/>
            <a:endCxn id="4618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41" name="Google Shape;4641;p150"/>
          <p:cNvCxnSpPr>
            <a:stCxn id="4622" idx="7"/>
            <a:endCxn id="4621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42" name="Google Shape;4642;p150"/>
          <p:cNvCxnSpPr>
            <a:stCxn id="4618" idx="6"/>
            <a:endCxn id="4635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43" name="Google Shape;4643;p150"/>
          <p:cNvCxnSpPr>
            <a:stCxn id="4628" idx="4"/>
            <a:endCxn id="4618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44" name="Google Shape;4644;p150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645" name="Google Shape;4645;p150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646" name="Google Shape;4646;p150"/>
          <p:cNvCxnSpPr>
            <a:stCxn id="4644" idx="3"/>
            <a:endCxn id="4645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47" name="Google Shape;4647;p150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648" name="Google Shape;4648;p150"/>
          <p:cNvCxnSpPr>
            <a:stCxn id="4647" idx="2"/>
            <a:endCxn id="4645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49" name="Google Shape;4649;p150"/>
          <p:cNvCxnSpPr>
            <a:stCxn id="4647" idx="0"/>
            <a:endCxn id="4644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50" name="Google Shape;4650;p150"/>
          <p:cNvCxnSpPr>
            <a:stCxn id="4621" idx="5"/>
            <a:endCxn id="4644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51" name="Google Shape;4651;p150"/>
          <p:cNvCxnSpPr>
            <a:stCxn id="4635" idx="4"/>
            <a:endCxn id="4644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52" name="Google Shape;4652;p150"/>
          <p:cNvCxnSpPr>
            <a:stCxn id="4621" idx="7"/>
            <a:endCxn id="4635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6" name="Shape 4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7" name="Google Shape;4657;p15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Cutsets</a:t>
            </a:r>
            <a:endParaRPr/>
          </a:p>
        </p:txBody>
      </p:sp>
      <p:sp>
        <p:nvSpPr>
          <p:cNvPr id="4658" name="Google Shape;4658;p151"/>
          <p:cNvSpPr txBox="1"/>
          <p:nvPr>
            <p:ph idx="1" type="body"/>
          </p:nvPr>
        </p:nvSpPr>
        <p:spPr>
          <a:xfrm>
            <a:off x="311700" y="1225225"/>
            <a:ext cx="4882800" cy="36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 </a:t>
            </a:r>
            <a:r>
              <a:rPr b="1" lang="en"/>
              <a:t>any </a:t>
            </a:r>
            <a:r>
              <a:rPr lang="en"/>
              <a:t>set of edges that when removed disconnect the graph is called an </a:t>
            </a:r>
            <a:r>
              <a:rPr b="1" lang="en"/>
              <a:t>edge cutset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cardinality of the smallest (minimum) edge cutset is the same as the graph’s </a:t>
            </a:r>
            <a:r>
              <a:rPr b="1" lang="en"/>
              <a:t>edge connectivity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is the edge connectivity of the graph on the right?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9" name="Google Shape;4659;p151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660" name="Google Shape;4660;p151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661" name="Google Shape;4661;p151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662" name="Google Shape;4662;p151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663" name="Google Shape;4663;p151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664" name="Google Shape;4664;p151"/>
          <p:cNvCxnSpPr>
            <a:stCxn id="4660" idx="3"/>
            <a:endCxn id="4661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65" name="Google Shape;4665;p151"/>
          <p:cNvCxnSpPr>
            <a:stCxn id="4663" idx="1"/>
            <a:endCxn id="4661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66" name="Google Shape;4666;p151"/>
          <p:cNvCxnSpPr>
            <a:stCxn id="4660" idx="4"/>
            <a:endCxn id="4663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67" name="Google Shape;4667;p151"/>
          <p:cNvCxnSpPr>
            <a:stCxn id="4660" idx="5"/>
            <a:endCxn id="4662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68" name="Google Shape;4668;p151"/>
          <p:cNvCxnSpPr>
            <a:stCxn id="4662" idx="2"/>
            <a:endCxn id="4661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69" name="Google Shape;4669;p151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670" name="Google Shape;4670;p151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671" name="Google Shape;4671;p151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672" name="Google Shape;4672;p151"/>
          <p:cNvCxnSpPr>
            <a:stCxn id="4669" idx="3"/>
            <a:endCxn id="4670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73" name="Google Shape;4673;p151"/>
          <p:cNvCxnSpPr>
            <a:stCxn id="4659" idx="0"/>
            <a:endCxn id="4670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74" name="Google Shape;4674;p151"/>
          <p:cNvCxnSpPr>
            <a:stCxn id="4669" idx="5"/>
            <a:endCxn id="4671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75" name="Google Shape;4675;p151"/>
          <p:cNvCxnSpPr>
            <a:stCxn id="4671" idx="2"/>
            <a:endCxn id="4670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76" name="Google Shape;4676;p151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677" name="Google Shape;4677;p151"/>
          <p:cNvCxnSpPr>
            <a:stCxn id="4676" idx="0"/>
            <a:endCxn id="4670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78" name="Google Shape;4678;p151"/>
          <p:cNvCxnSpPr>
            <a:stCxn id="4671" idx="3"/>
            <a:endCxn id="4659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79" name="Google Shape;4679;p151"/>
          <p:cNvCxnSpPr>
            <a:stCxn id="4671" idx="3"/>
            <a:endCxn id="4676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80" name="Google Shape;4680;p151"/>
          <p:cNvCxnSpPr>
            <a:stCxn id="4669" idx="4"/>
            <a:endCxn id="4676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81" name="Google Shape;4681;p151"/>
          <p:cNvCxnSpPr>
            <a:stCxn id="4660" idx="6"/>
            <a:endCxn id="4659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82" name="Google Shape;4682;p151"/>
          <p:cNvCxnSpPr>
            <a:stCxn id="4663" idx="7"/>
            <a:endCxn id="4662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83" name="Google Shape;4683;p151"/>
          <p:cNvCxnSpPr>
            <a:stCxn id="4659" idx="6"/>
            <a:endCxn id="4676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84" name="Google Shape;4684;p151"/>
          <p:cNvCxnSpPr>
            <a:stCxn id="4669" idx="4"/>
            <a:endCxn id="4659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85" name="Google Shape;4685;p151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686" name="Google Shape;4686;p151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687" name="Google Shape;4687;p151"/>
          <p:cNvCxnSpPr>
            <a:stCxn id="4685" idx="3"/>
            <a:endCxn id="4686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88" name="Google Shape;4688;p151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689" name="Google Shape;4689;p151"/>
          <p:cNvCxnSpPr>
            <a:stCxn id="4688" idx="2"/>
            <a:endCxn id="4686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90" name="Google Shape;4690;p151"/>
          <p:cNvCxnSpPr>
            <a:stCxn id="4688" idx="0"/>
            <a:endCxn id="4685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91" name="Google Shape;4691;p151"/>
          <p:cNvCxnSpPr>
            <a:stCxn id="4662" idx="5"/>
            <a:endCxn id="4685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92" name="Google Shape;4692;p151"/>
          <p:cNvCxnSpPr>
            <a:stCxn id="4676" idx="4"/>
            <a:endCxn id="4685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93" name="Google Shape;4693;p151"/>
          <p:cNvCxnSpPr>
            <a:stCxn id="4662" idx="7"/>
            <a:endCxn id="4676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7" name="Shape 4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8" name="Google Shape;4698;p15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Cutsets</a:t>
            </a:r>
            <a:endParaRPr/>
          </a:p>
        </p:txBody>
      </p:sp>
      <p:sp>
        <p:nvSpPr>
          <p:cNvPr id="4699" name="Google Shape;4699;p152"/>
          <p:cNvSpPr txBox="1"/>
          <p:nvPr>
            <p:ph idx="1" type="body"/>
          </p:nvPr>
        </p:nvSpPr>
        <p:spPr>
          <a:xfrm>
            <a:off x="311700" y="1225225"/>
            <a:ext cx="4882800" cy="36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 </a:t>
            </a:r>
            <a:r>
              <a:rPr b="1" lang="en"/>
              <a:t>any </a:t>
            </a:r>
            <a:r>
              <a:rPr lang="en"/>
              <a:t>set of edges that when removed disconnect the graph is called an </a:t>
            </a:r>
            <a:r>
              <a:rPr b="1" lang="en"/>
              <a:t>edge cutset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cardinality of the smallest (minimum) edge cutset is the same as the graph’s </a:t>
            </a:r>
            <a:r>
              <a:rPr b="1" lang="en"/>
              <a:t>edge connectivity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is the edge connectivity of the graph on the right?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Edge Connectivity = 2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|{DK, FK}| = 2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|{KJ, KL}| = 2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|{JL, KL}| = 2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0" name="Google Shape;4700;p152"/>
          <p:cNvSpPr/>
          <p:nvPr/>
        </p:nvSpPr>
        <p:spPr>
          <a:xfrm>
            <a:off x="7232125" y="1648836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E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701" name="Google Shape;4701;p152"/>
          <p:cNvSpPr/>
          <p:nvPr/>
        </p:nvSpPr>
        <p:spPr>
          <a:xfrm>
            <a:off x="6158133" y="2074742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B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702" name="Google Shape;4702;p152"/>
          <p:cNvSpPr/>
          <p:nvPr/>
        </p:nvSpPr>
        <p:spPr>
          <a:xfrm>
            <a:off x="5382588" y="2968945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703" name="Google Shape;4703;p152"/>
          <p:cNvSpPr/>
          <p:nvPr/>
        </p:nvSpPr>
        <p:spPr>
          <a:xfrm>
            <a:off x="7017154" y="2786509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704" name="Google Shape;4704;p152"/>
          <p:cNvSpPr/>
          <p:nvPr/>
        </p:nvSpPr>
        <p:spPr>
          <a:xfrm>
            <a:off x="6207654" y="3691564"/>
            <a:ext cx="279900" cy="280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C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705" name="Google Shape;4705;p152"/>
          <p:cNvCxnSpPr>
            <a:stCxn id="4701" idx="3"/>
            <a:endCxn id="4702" idx="7"/>
          </p:cNvCxnSpPr>
          <p:nvPr/>
        </p:nvCxnSpPr>
        <p:spPr>
          <a:xfrm flipH="1">
            <a:off x="5621623" y="2314164"/>
            <a:ext cx="577500" cy="69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06" name="Google Shape;4706;p152"/>
          <p:cNvCxnSpPr>
            <a:stCxn id="4704" idx="1"/>
            <a:endCxn id="4702" idx="5"/>
          </p:cNvCxnSpPr>
          <p:nvPr/>
        </p:nvCxnSpPr>
        <p:spPr>
          <a:xfrm rot="10800000">
            <a:off x="5621645" y="3208243"/>
            <a:ext cx="627000" cy="52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07" name="Google Shape;4707;p152"/>
          <p:cNvCxnSpPr>
            <a:stCxn id="4701" idx="4"/>
            <a:endCxn id="4704" idx="1"/>
          </p:cNvCxnSpPr>
          <p:nvPr/>
        </p:nvCxnSpPr>
        <p:spPr>
          <a:xfrm flipH="1">
            <a:off x="6248583" y="2355242"/>
            <a:ext cx="49500" cy="137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08" name="Google Shape;4708;p152"/>
          <p:cNvCxnSpPr>
            <a:stCxn id="4701" idx="5"/>
            <a:endCxn id="4703" idx="1"/>
          </p:cNvCxnSpPr>
          <p:nvPr/>
        </p:nvCxnSpPr>
        <p:spPr>
          <a:xfrm>
            <a:off x="6397043" y="2314164"/>
            <a:ext cx="661200" cy="51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09" name="Google Shape;4709;p152"/>
          <p:cNvCxnSpPr>
            <a:stCxn id="4703" idx="2"/>
            <a:endCxn id="4702" idx="6"/>
          </p:cNvCxnSpPr>
          <p:nvPr/>
        </p:nvCxnSpPr>
        <p:spPr>
          <a:xfrm flipH="1">
            <a:off x="5662354" y="2926759"/>
            <a:ext cx="1354800" cy="18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10" name="Google Shape;4710;p152"/>
          <p:cNvSpPr/>
          <p:nvPr/>
        </p:nvSpPr>
        <p:spPr>
          <a:xfrm>
            <a:off x="8171801" y="271413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711" name="Google Shape;4711;p152"/>
          <p:cNvSpPr/>
          <p:nvPr/>
        </p:nvSpPr>
        <p:spPr>
          <a:xfrm>
            <a:off x="7157230" y="718555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I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712" name="Google Shape;4712;p152"/>
          <p:cNvSpPr/>
          <p:nvPr/>
        </p:nvSpPr>
        <p:spPr>
          <a:xfrm>
            <a:off x="8760376" y="1228312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G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713" name="Google Shape;4713;p152"/>
          <p:cNvCxnSpPr>
            <a:stCxn id="4710" idx="3"/>
            <a:endCxn id="4711" idx="7"/>
          </p:cNvCxnSpPr>
          <p:nvPr/>
        </p:nvCxnSpPr>
        <p:spPr>
          <a:xfrm flipH="1">
            <a:off x="7396192" y="5108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14" name="Google Shape;4714;p152"/>
          <p:cNvCxnSpPr>
            <a:stCxn id="4700" idx="0"/>
            <a:endCxn id="4711" idx="4"/>
          </p:cNvCxnSpPr>
          <p:nvPr/>
        </p:nvCxnSpPr>
        <p:spPr>
          <a:xfrm rot="10800000">
            <a:off x="7297075" y="9990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15" name="Google Shape;4715;p152"/>
          <p:cNvCxnSpPr>
            <a:stCxn id="4710" idx="5"/>
            <a:endCxn id="4712" idx="1"/>
          </p:cNvCxnSpPr>
          <p:nvPr/>
        </p:nvCxnSpPr>
        <p:spPr>
          <a:xfrm>
            <a:off x="8410711" y="510834"/>
            <a:ext cx="390600" cy="75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16" name="Google Shape;4716;p152"/>
          <p:cNvCxnSpPr>
            <a:stCxn id="4712" idx="2"/>
            <a:endCxn id="4711" idx="6"/>
          </p:cNvCxnSpPr>
          <p:nvPr/>
        </p:nvCxnSpPr>
        <p:spPr>
          <a:xfrm rot="10800000">
            <a:off x="7437076" y="858862"/>
            <a:ext cx="1323300" cy="50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17" name="Google Shape;4717;p152"/>
          <p:cNvSpPr/>
          <p:nvPr/>
        </p:nvSpPr>
        <p:spPr>
          <a:xfrm>
            <a:off x="8171801" y="2158961"/>
            <a:ext cx="279900" cy="2805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F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718" name="Google Shape;4718;p152"/>
          <p:cNvCxnSpPr>
            <a:stCxn id="4717" idx="0"/>
            <a:endCxn id="4711" idx="6"/>
          </p:cNvCxnSpPr>
          <p:nvPr/>
        </p:nvCxnSpPr>
        <p:spPr>
          <a:xfrm rot="10800000">
            <a:off x="7437251" y="8587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19" name="Google Shape;4719;p152"/>
          <p:cNvCxnSpPr>
            <a:stCxn id="4712" idx="3"/>
            <a:endCxn id="4700" idx="6"/>
          </p:cNvCxnSpPr>
          <p:nvPr/>
        </p:nvCxnSpPr>
        <p:spPr>
          <a:xfrm flipH="1">
            <a:off x="7511966" y="1467733"/>
            <a:ext cx="1289400" cy="32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20" name="Google Shape;4720;p152"/>
          <p:cNvCxnSpPr>
            <a:stCxn id="4712" idx="3"/>
            <a:endCxn id="4717" idx="7"/>
          </p:cNvCxnSpPr>
          <p:nvPr/>
        </p:nvCxnSpPr>
        <p:spPr>
          <a:xfrm flipH="1">
            <a:off x="8410766" y="1467733"/>
            <a:ext cx="390600" cy="7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21" name="Google Shape;4721;p152"/>
          <p:cNvCxnSpPr>
            <a:stCxn id="4710" idx="4"/>
            <a:endCxn id="4717" idx="0"/>
          </p:cNvCxnSpPr>
          <p:nvPr/>
        </p:nvCxnSpPr>
        <p:spPr>
          <a:xfrm>
            <a:off x="8311751" y="5519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22" name="Google Shape;4722;p152"/>
          <p:cNvCxnSpPr>
            <a:stCxn id="4701" idx="6"/>
            <a:endCxn id="4700" idx="2"/>
          </p:cNvCxnSpPr>
          <p:nvPr/>
        </p:nvCxnSpPr>
        <p:spPr>
          <a:xfrm flipH="1" rot="10800000">
            <a:off x="6438033" y="1788992"/>
            <a:ext cx="794100" cy="42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23" name="Google Shape;4723;p152"/>
          <p:cNvCxnSpPr>
            <a:stCxn id="4704" idx="7"/>
            <a:endCxn id="4703" idx="3"/>
          </p:cNvCxnSpPr>
          <p:nvPr/>
        </p:nvCxnSpPr>
        <p:spPr>
          <a:xfrm flipH="1" rot="10800000">
            <a:off x="6446564" y="3025843"/>
            <a:ext cx="611700" cy="706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24" name="Google Shape;4724;p152"/>
          <p:cNvCxnSpPr>
            <a:stCxn id="4700" idx="6"/>
            <a:endCxn id="4717" idx="1"/>
          </p:cNvCxnSpPr>
          <p:nvPr/>
        </p:nvCxnSpPr>
        <p:spPr>
          <a:xfrm>
            <a:off x="7512025" y="17890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25" name="Google Shape;4725;p152"/>
          <p:cNvCxnSpPr>
            <a:stCxn id="4710" idx="4"/>
            <a:endCxn id="4700" idx="7"/>
          </p:cNvCxnSpPr>
          <p:nvPr/>
        </p:nvCxnSpPr>
        <p:spPr>
          <a:xfrm flipH="1">
            <a:off x="7471151" y="5519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26" name="Google Shape;4726;p152"/>
          <p:cNvSpPr/>
          <p:nvPr/>
        </p:nvSpPr>
        <p:spPr>
          <a:xfrm rot="-3681">
            <a:off x="8108736" y="346093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K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727" name="Google Shape;4727;p152"/>
          <p:cNvSpPr/>
          <p:nvPr/>
        </p:nvSpPr>
        <p:spPr>
          <a:xfrm rot="-3685">
            <a:off x="7505682" y="4599044"/>
            <a:ext cx="279900" cy="280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J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728" name="Google Shape;4728;p152"/>
          <p:cNvCxnSpPr>
            <a:stCxn id="4726" idx="3"/>
            <a:endCxn id="4727" idx="7"/>
          </p:cNvCxnSpPr>
          <p:nvPr/>
        </p:nvCxnSpPr>
        <p:spPr>
          <a:xfrm flipH="1">
            <a:off x="7744470" y="3700715"/>
            <a:ext cx="405300" cy="939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29" name="Google Shape;4729;p152"/>
          <p:cNvSpPr/>
          <p:nvPr/>
        </p:nvSpPr>
        <p:spPr>
          <a:xfrm rot="-3681">
            <a:off x="8654399" y="4640705"/>
            <a:ext cx="280200" cy="2808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L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4730" name="Google Shape;4730;p152"/>
          <p:cNvCxnSpPr>
            <a:stCxn id="4729" idx="2"/>
            <a:endCxn id="4727" idx="6"/>
          </p:cNvCxnSpPr>
          <p:nvPr/>
        </p:nvCxnSpPr>
        <p:spPr>
          <a:xfrm rot="10800000">
            <a:off x="7785599" y="4739255"/>
            <a:ext cx="868800" cy="42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31" name="Google Shape;4731;p152"/>
          <p:cNvCxnSpPr>
            <a:stCxn id="4729" idx="0"/>
            <a:endCxn id="4726" idx="5"/>
          </p:cNvCxnSpPr>
          <p:nvPr/>
        </p:nvCxnSpPr>
        <p:spPr>
          <a:xfrm rot="10800000">
            <a:off x="8347799" y="3700505"/>
            <a:ext cx="446700" cy="940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32" name="Google Shape;4732;p152"/>
          <p:cNvCxnSpPr>
            <a:stCxn id="4703" idx="5"/>
            <a:endCxn id="4726" idx="1"/>
          </p:cNvCxnSpPr>
          <p:nvPr/>
        </p:nvCxnSpPr>
        <p:spPr>
          <a:xfrm>
            <a:off x="7256063" y="3025931"/>
            <a:ext cx="893700" cy="476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33" name="Google Shape;4733;p152"/>
          <p:cNvCxnSpPr>
            <a:stCxn id="4717" idx="4"/>
            <a:endCxn id="4726" idx="0"/>
          </p:cNvCxnSpPr>
          <p:nvPr/>
        </p:nvCxnSpPr>
        <p:spPr>
          <a:xfrm flipH="1">
            <a:off x="8248751" y="2439461"/>
            <a:ext cx="63000" cy="1021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34" name="Google Shape;4734;p152"/>
          <p:cNvCxnSpPr>
            <a:stCxn id="4703" idx="7"/>
            <a:endCxn id="4717" idx="3"/>
          </p:cNvCxnSpPr>
          <p:nvPr/>
        </p:nvCxnSpPr>
        <p:spPr>
          <a:xfrm flipH="1" rot="10800000">
            <a:off x="7256063" y="2398287"/>
            <a:ext cx="956700" cy="42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4738" name="Shape 4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9" name="Google Shape;4739;p15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Menger’s Theorem</a:t>
            </a:r>
            <a:endParaRPr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3" name="Shape 4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4" name="Google Shape;4744;p15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Menger’s Theorem</a:t>
            </a:r>
            <a:endParaRPr/>
          </a:p>
        </p:txBody>
      </p:sp>
      <p:sp>
        <p:nvSpPr>
          <p:cNvPr id="4745" name="Google Shape;4745;p154"/>
          <p:cNvSpPr txBox="1"/>
          <p:nvPr>
            <p:ph idx="1" type="body"/>
          </p:nvPr>
        </p:nvSpPr>
        <p:spPr>
          <a:xfrm>
            <a:off x="311700" y="1225225"/>
            <a:ext cx="4290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Menger’s theorem states that: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6" name="Google Shape;4746;p154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7" name="Google Shape;4747;p154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8" name="Google Shape;4748;p154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9" name="Google Shape;4749;p154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50" name="Google Shape;4750;p154"/>
          <p:cNvCxnSpPr>
            <a:stCxn id="4746" idx="3"/>
            <a:endCxn id="4747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51" name="Google Shape;4751;p154"/>
          <p:cNvCxnSpPr>
            <a:stCxn id="4749" idx="1"/>
            <a:endCxn id="4747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52" name="Google Shape;4752;p154"/>
          <p:cNvCxnSpPr>
            <a:stCxn id="4746" idx="4"/>
            <a:endCxn id="4749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53" name="Google Shape;4753;p154"/>
          <p:cNvCxnSpPr>
            <a:stCxn id="4746" idx="5"/>
            <a:endCxn id="4748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54" name="Google Shape;4754;p154"/>
          <p:cNvCxnSpPr>
            <a:stCxn id="4748" idx="2"/>
            <a:endCxn id="4747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55" name="Google Shape;4755;p154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6" name="Google Shape;4756;p154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7" name="Google Shape;4757;p154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8" name="Google Shape;4758;p154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59" name="Google Shape;4759;p154"/>
          <p:cNvCxnSpPr>
            <a:stCxn id="4755" idx="3"/>
            <a:endCxn id="4756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60" name="Google Shape;4760;p154"/>
          <p:cNvCxnSpPr>
            <a:stCxn id="4758" idx="0"/>
            <a:endCxn id="4756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61" name="Google Shape;4761;p154"/>
          <p:cNvCxnSpPr>
            <a:stCxn id="4755" idx="5"/>
            <a:endCxn id="4757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62" name="Google Shape;4762;p154"/>
          <p:cNvCxnSpPr>
            <a:stCxn id="4757" idx="2"/>
            <a:endCxn id="4756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63" name="Google Shape;4763;p154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64" name="Google Shape;4764;p154"/>
          <p:cNvCxnSpPr>
            <a:stCxn id="4763" idx="0"/>
            <a:endCxn id="4756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65" name="Google Shape;4765;p154"/>
          <p:cNvCxnSpPr>
            <a:stCxn id="4757" idx="3"/>
            <a:endCxn id="4758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66" name="Google Shape;4766;p154"/>
          <p:cNvCxnSpPr>
            <a:stCxn id="4757" idx="3"/>
            <a:endCxn id="4763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67" name="Google Shape;4767;p154"/>
          <p:cNvCxnSpPr>
            <a:stCxn id="4755" idx="4"/>
            <a:endCxn id="4763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68" name="Google Shape;4768;p154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9" name="Google Shape;4769;p154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0" name="Google Shape;4770;p154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71" name="Google Shape;4771;p154"/>
          <p:cNvCxnSpPr>
            <a:stCxn id="4768" idx="3"/>
            <a:endCxn id="4769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72" name="Google Shape;4772;p154"/>
          <p:cNvCxnSpPr>
            <a:stCxn id="4768" idx="5"/>
            <a:endCxn id="4770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73" name="Google Shape;4773;p154"/>
          <p:cNvCxnSpPr>
            <a:stCxn id="4770" idx="2"/>
            <a:endCxn id="4769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74" name="Google Shape;4774;p154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75" name="Google Shape;4775;p154"/>
          <p:cNvCxnSpPr>
            <a:stCxn id="4774" idx="2"/>
            <a:endCxn id="4769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76" name="Google Shape;4776;p154"/>
          <p:cNvCxnSpPr>
            <a:stCxn id="4774" idx="0"/>
            <a:endCxn id="4768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77" name="Google Shape;4777;p154"/>
          <p:cNvCxnSpPr>
            <a:stCxn id="4748" idx="5"/>
            <a:endCxn id="4769" idx="1"/>
          </p:cNvCxnSpPr>
          <p:nvPr/>
        </p:nvCxnSpPr>
        <p:spPr>
          <a:xfrm>
            <a:off x="6516801" y="2675826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78" name="Google Shape;4778;p154"/>
          <p:cNvCxnSpPr>
            <a:stCxn id="4748" idx="7"/>
            <a:endCxn id="4758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79" name="Google Shape;4779;p154"/>
          <p:cNvCxnSpPr>
            <a:stCxn id="4763" idx="3"/>
            <a:endCxn id="4768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80" name="Google Shape;4780;p154"/>
          <p:cNvCxnSpPr>
            <a:stCxn id="4757" idx="4"/>
            <a:endCxn id="4770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81" name="Google Shape;4781;p154"/>
          <p:cNvCxnSpPr>
            <a:stCxn id="4746" idx="6"/>
            <a:endCxn id="4763" idx="2"/>
          </p:cNvCxnSpPr>
          <p:nvPr/>
        </p:nvCxnSpPr>
        <p:spPr>
          <a:xfrm flipH="1" rot="10800000">
            <a:off x="6016288" y="1891838"/>
            <a:ext cx="1804800" cy="28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82" name="Google Shape;4782;p154"/>
          <p:cNvCxnSpPr>
            <a:stCxn id="4749" idx="6"/>
            <a:endCxn id="4768" idx="1"/>
          </p:cNvCxnSpPr>
          <p:nvPr/>
        </p:nvCxnSpPr>
        <p:spPr>
          <a:xfrm>
            <a:off x="6046588" y="3167788"/>
            <a:ext cx="1686600" cy="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783" name="Google Shape;4783;p154"/>
          <p:cNvGrpSpPr/>
          <p:nvPr/>
        </p:nvGrpSpPr>
        <p:grpSpPr>
          <a:xfrm>
            <a:off x="7426813" y="3603880"/>
            <a:ext cx="1182300" cy="1066200"/>
            <a:chOff x="7426813" y="3603880"/>
            <a:chExt cx="1182300" cy="1066200"/>
          </a:xfrm>
        </p:grpSpPr>
        <p:sp>
          <p:nvSpPr>
            <p:cNvPr id="4784" name="Google Shape;4784;p154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785" name="Google Shape;4785;p154"/>
            <p:cNvCxnSpPr>
              <a:stCxn id="4784" idx="0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86" name="Google Shape;4786;p154"/>
            <p:cNvCxnSpPr>
              <a:endCxn id="4784" idx="6"/>
            </p:cNvCxnSpPr>
            <p:nvPr/>
          </p:nvCxnSpPr>
          <p:spPr>
            <a:xfrm flipH="1">
              <a:off x="7891513" y="3603880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87" name="Google Shape;4787;p154"/>
            <p:cNvCxnSpPr>
              <a:stCxn id="4784" idx="6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788" name="Google Shape;4788;p154"/>
          <p:cNvSpPr txBox="1"/>
          <p:nvPr/>
        </p:nvSpPr>
        <p:spPr>
          <a:xfrm>
            <a:off x="729025" y="3636425"/>
            <a:ext cx="4119900" cy="10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 graph on the right has k-connectivity = 3!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(removing the three </a:t>
            </a:r>
            <a:r>
              <a:rPr b="1" lang="en">
                <a:solidFill>
                  <a:srgbClr val="FF0000"/>
                </a:solidFill>
              </a:rPr>
              <a:t>red </a:t>
            </a:r>
            <a:r>
              <a:rPr b="1" lang="en"/>
              <a:t>nodes disconnects the graph)</a:t>
            </a:r>
            <a:endParaRPr b="1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2" name="Shape 4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3" name="Google Shape;4793;p15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Menger’s Theorem</a:t>
            </a:r>
            <a:endParaRPr/>
          </a:p>
        </p:txBody>
      </p:sp>
      <p:sp>
        <p:nvSpPr>
          <p:cNvPr id="4794" name="Google Shape;4794;p155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rgbClr val="38761D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5" name="Google Shape;4795;p155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6" name="Google Shape;4796;p155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7" name="Google Shape;4797;p155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98" name="Google Shape;4798;p155"/>
          <p:cNvCxnSpPr>
            <a:stCxn id="4794" idx="3"/>
            <a:endCxn id="4795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99" name="Google Shape;4799;p155"/>
          <p:cNvCxnSpPr>
            <a:stCxn id="4797" idx="1"/>
            <a:endCxn id="4795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0" name="Google Shape;4800;p155"/>
          <p:cNvCxnSpPr>
            <a:stCxn id="4794" idx="4"/>
            <a:endCxn id="4797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1" name="Google Shape;4801;p155"/>
          <p:cNvCxnSpPr>
            <a:stCxn id="4794" idx="5"/>
            <a:endCxn id="4796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2" name="Google Shape;4802;p155"/>
          <p:cNvCxnSpPr>
            <a:stCxn id="4796" idx="2"/>
            <a:endCxn id="4795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03" name="Google Shape;4803;p155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4" name="Google Shape;4804;p155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5" name="Google Shape;4805;p155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6" name="Google Shape;4806;p155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rgbClr val="38761D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07" name="Google Shape;4807;p155"/>
          <p:cNvCxnSpPr>
            <a:stCxn id="4803" idx="3"/>
            <a:endCxn id="4804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8" name="Google Shape;4808;p155"/>
          <p:cNvCxnSpPr>
            <a:stCxn id="4806" idx="0"/>
            <a:endCxn id="4804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9" name="Google Shape;4809;p155"/>
          <p:cNvCxnSpPr>
            <a:stCxn id="4803" idx="5"/>
            <a:endCxn id="4805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0" name="Google Shape;4810;p155"/>
          <p:cNvCxnSpPr>
            <a:stCxn id="4805" idx="2"/>
            <a:endCxn id="4804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11" name="Google Shape;4811;p155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12" name="Google Shape;4812;p155"/>
          <p:cNvCxnSpPr>
            <a:stCxn id="4811" idx="0"/>
            <a:endCxn id="4804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3" name="Google Shape;4813;p155"/>
          <p:cNvCxnSpPr>
            <a:stCxn id="4805" idx="3"/>
            <a:endCxn id="4806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4" name="Google Shape;4814;p155"/>
          <p:cNvCxnSpPr>
            <a:stCxn id="4805" idx="3"/>
            <a:endCxn id="4811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5" name="Google Shape;4815;p155"/>
          <p:cNvCxnSpPr>
            <a:stCxn id="4803" idx="4"/>
            <a:endCxn id="4811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16" name="Google Shape;4816;p155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7" name="Google Shape;4817;p155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8" name="Google Shape;4818;p155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19" name="Google Shape;4819;p155"/>
          <p:cNvCxnSpPr>
            <a:stCxn id="4816" idx="3"/>
            <a:endCxn id="4817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20" name="Google Shape;4820;p155"/>
          <p:cNvCxnSpPr>
            <a:stCxn id="4816" idx="5"/>
            <a:endCxn id="4818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21" name="Google Shape;4821;p155"/>
          <p:cNvCxnSpPr>
            <a:stCxn id="4818" idx="2"/>
            <a:endCxn id="4817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2" name="Google Shape;4822;p155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23" name="Google Shape;4823;p155"/>
          <p:cNvCxnSpPr>
            <a:stCxn id="4822" idx="2"/>
            <a:endCxn id="4817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24" name="Google Shape;4824;p155"/>
          <p:cNvCxnSpPr>
            <a:stCxn id="4822" idx="0"/>
            <a:endCxn id="4816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25" name="Google Shape;4825;p155"/>
          <p:cNvCxnSpPr>
            <a:stCxn id="4796" idx="5"/>
            <a:endCxn id="4817" idx="1"/>
          </p:cNvCxnSpPr>
          <p:nvPr/>
        </p:nvCxnSpPr>
        <p:spPr>
          <a:xfrm>
            <a:off x="6516801" y="2675826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26" name="Google Shape;4826;p155"/>
          <p:cNvCxnSpPr>
            <a:stCxn id="4796" idx="7"/>
            <a:endCxn id="4806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27" name="Google Shape;4827;p155"/>
          <p:cNvCxnSpPr>
            <a:stCxn id="4811" idx="3"/>
            <a:endCxn id="4816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28" name="Google Shape;4828;p155"/>
          <p:cNvCxnSpPr>
            <a:stCxn id="4805" idx="4"/>
            <a:endCxn id="4818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29" name="Google Shape;4829;p155"/>
          <p:cNvCxnSpPr>
            <a:stCxn id="4794" idx="6"/>
            <a:endCxn id="4811" idx="2"/>
          </p:cNvCxnSpPr>
          <p:nvPr/>
        </p:nvCxnSpPr>
        <p:spPr>
          <a:xfrm flipH="1" rot="10800000">
            <a:off x="6016288" y="1891838"/>
            <a:ext cx="1804800" cy="28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30" name="Google Shape;4830;p155"/>
          <p:cNvCxnSpPr>
            <a:stCxn id="4797" idx="6"/>
            <a:endCxn id="4816" idx="1"/>
          </p:cNvCxnSpPr>
          <p:nvPr/>
        </p:nvCxnSpPr>
        <p:spPr>
          <a:xfrm>
            <a:off x="6046588" y="3167788"/>
            <a:ext cx="1686600" cy="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831" name="Google Shape;4831;p155"/>
          <p:cNvGrpSpPr/>
          <p:nvPr/>
        </p:nvGrpSpPr>
        <p:grpSpPr>
          <a:xfrm>
            <a:off x="7426813" y="3603880"/>
            <a:ext cx="1182300" cy="1066200"/>
            <a:chOff x="7426813" y="3603880"/>
            <a:chExt cx="1182300" cy="1066200"/>
          </a:xfrm>
        </p:grpSpPr>
        <p:sp>
          <p:nvSpPr>
            <p:cNvPr id="4832" name="Google Shape;4832;p155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833" name="Google Shape;4833;p155"/>
            <p:cNvCxnSpPr>
              <a:stCxn id="4832" idx="0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34" name="Google Shape;4834;p155"/>
            <p:cNvCxnSpPr>
              <a:endCxn id="4832" idx="6"/>
            </p:cNvCxnSpPr>
            <p:nvPr/>
          </p:nvCxnSpPr>
          <p:spPr>
            <a:xfrm flipH="1">
              <a:off x="7891513" y="3603880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35" name="Google Shape;4835;p155"/>
            <p:cNvCxnSpPr>
              <a:stCxn id="4832" idx="6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836" name="Google Shape;4836;p155"/>
          <p:cNvSpPr txBox="1"/>
          <p:nvPr>
            <p:ph idx="1" type="body"/>
          </p:nvPr>
        </p:nvSpPr>
        <p:spPr>
          <a:xfrm>
            <a:off x="311700" y="1225225"/>
            <a:ext cx="4290300" cy="23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Menger’s theorem states th</a:t>
            </a:r>
            <a:r>
              <a:rPr lang="en"/>
              <a:t>at if a graph has k-connectivity = n: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</a:t>
            </a:r>
            <a:r>
              <a:rPr b="1" lang="en"/>
              <a:t>here are at least n paths that don’t share nodes connecting every non-adjacent pair of nodes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The k-connector nodes stand on each of these paths</a:t>
            </a:r>
            <a:endParaRPr b="1"/>
          </a:p>
          <a:p>
            <a:pPr indent="0" lvl="0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7" name="Google Shape;4837;p155"/>
          <p:cNvSpPr txBox="1"/>
          <p:nvPr/>
        </p:nvSpPr>
        <p:spPr>
          <a:xfrm>
            <a:off x="729025" y="3636425"/>
            <a:ext cx="4119900" cy="10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The graph on the right has k-connectivity = 3!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(removing the three </a:t>
            </a:r>
            <a:r>
              <a:rPr b="1" lang="en">
                <a:solidFill>
                  <a:srgbClr val="FF0000"/>
                </a:solidFill>
              </a:rPr>
              <a:t>red </a:t>
            </a:r>
            <a:r>
              <a:rPr b="1" lang="en"/>
              <a:t>nodes disconnects the graph)</a:t>
            </a:r>
            <a:endParaRPr b="1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1" name="Shape 4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2" name="Google Shape;4842;p15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Menger’s Theorem</a:t>
            </a:r>
            <a:endParaRPr/>
          </a:p>
        </p:txBody>
      </p:sp>
      <p:sp>
        <p:nvSpPr>
          <p:cNvPr id="4843" name="Google Shape;4843;p156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rgbClr val="38761D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4" name="Google Shape;4844;p156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5" name="Google Shape;4845;p156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6" name="Google Shape;4846;p156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47" name="Google Shape;4847;p156"/>
          <p:cNvCxnSpPr>
            <a:stCxn id="4843" idx="3"/>
            <a:endCxn id="4844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48" name="Google Shape;4848;p156"/>
          <p:cNvCxnSpPr>
            <a:stCxn id="4846" idx="1"/>
            <a:endCxn id="4844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49" name="Google Shape;4849;p156"/>
          <p:cNvCxnSpPr>
            <a:stCxn id="4843" idx="4"/>
            <a:endCxn id="4846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50" name="Google Shape;4850;p156"/>
          <p:cNvCxnSpPr>
            <a:stCxn id="4843" idx="5"/>
            <a:endCxn id="4845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51" name="Google Shape;4851;p156"/>
          <p:cNvCxnSpPr>
            <a:stCxn id="4845" idx="2"/>
            <a:endCxn id="4844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52" name="Google Shape;4852;p156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3" name="Google Shape;4853;p156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4" name="Google Shape;4854;p156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5" name="Google Shape;4855;p156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rgbClr val="38761D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56" name="Google Shape;4856;p156"/>
          <p:cNvCxnSpPr>
            <a:stCxn id="4852" idx="3"/>
            <a:endCxn id="4853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57" name="Google Shape;4857;p156"/>
          <p:cNvCxnSpPr>
            <a:stCxn id="4855" idx="0"/>
            <a:endCxn id="4853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58" name="Google Shape;4858;p156"/>
          <p:cNvCxnSpPr>
            <a:stCxn id="4852" idx="5"/>
            <a:endCxn id="4854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59" name="Google Shape;4859;p156"/>
          <p:cNvCxnSpPr>
            <a:stCxn id="4854" idx="2"/>
            <a:endCxn id="4853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60" name="Google Shape;4860;p156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61" name="Google Shape;4861;p156"/>
          <p:cNvCxnSpPr>
            <a:stCxn id="4860" idx="0"/>
            <a:endCxn id="4853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62" name="Google Shape;4862;p156"/>
          <p:cNvCxnSpPr>
            <a:stCxn id="4854" idx="3"/>
            <a:endCxn id="4855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63" name="Google Shape;4863;p156"/>
          <p:cNvCxnSpPr>
            <a:stCxn id="4854" idx="3"/>
            <a:endCxn id="4860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64" name="Google Shape;4864;p156"/>
          <p:cNvCxnSpPr>
            <a:stCxn id="4852" idx="4"/>
            <a:endCxn id="4860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65" name="Google Shape;4865;p156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6" name="Google Shape;4866;p156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7" name="Google Shape;4867;p156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68" name="Google Shape;4868;p156"/>
          <p:cNvCxnSpPr>
            <a:stCxn id="4865" idx="3"/>
            <a:endCxn id="4866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69" name="Google Shape;4869;p156"/>
          <p:cNvCxnSpPr>
            <a:stCxn id="4865" idx="5"/>
            <a:endCxn id="4867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70" name="Google Shape;4870;p156"/>
          <p:cNvCxnSpPr>
            <a:stCxn id="4867" idx="2"/>
            <a:endCxn id="4866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71" name="Google Shape;4871;p156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72" name="Google Shape;4872;p156"/>
          <p:cNvCxnSpPr>
            <a:stCxn id="4871" idx="2"/>
            <a:endCxn id="4866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73" name="Google Shape;4873;p156"/>
          <p:cNvCxnSpPr>
            <a:stCxn id="4871" idx="0"/>
            <a:endCxn id="4865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74" name="Google Shape;4874;p156"/>
          <p:cNvCxnSpPr>
            <a:stCxn id="4845" idx="5"/>
            <a:endCxn id="4866" idx="1"/>
          </p:cNvCxnSpPr>
          <p:nvPr/>
        </p:nvCxnSpPr>
        <p:spPr>
          <a:xfrm>
            <a:off x="6516801" y="2675826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75" name="Google Shape;4875;p156"/>
          <p:cNvCxnSpPr>
            <a:stCxn id="4845" idx="7"/>
            <a:endCxn id="4855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76" name="Google Shape;4876;p156"/>
          <p:cNvCxnSpPr>
            <a:stCxn id="4860" idx="3"/>
            <a:endCxn id="4865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77" name="Google Shape;4877;p156"/>
          <p:cNvCxnSpPr>
            <a:stCxn id="4854" idx="4"/>
            <a:endCxn id="4867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78" name="Google Shape;4878;p156"/>
          <p:cNvCxnSpPr>
            <a:stCxn id="4843" idx="6"/>
            <a:endCxn id="4860" idx="2"/>
          </p:cNvCxnSpPr>
          <p:nvPr/>
        </p:nvCxnSpPr>
        <p:spPr>
          <a:xfrm flipH="1" rot="10800000">
            <a:off x="6016288" y="1891838"/>
            <a:ext cx="1804800" cy="28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79" name="Google Shape;4879;p156"/>
          <p:cNvCxnSpPr>
            <a:stCxn id="4846" idx="6"/>
            <a:endCxn id="4865" idx="1"/>
          </p:cNvCxnSpPr>
          <p:nvPr/>
        </p:nvCxnSpPr>
        <p:spPr>
          <a:xfrm>
            <a:off x="6046588" y="3167788"/>
            <a:ext cx="1686600" cy="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880" name="Google Shape;4880;p156"/>
          <p:cNvGrpSpPr/>
          <p:nvPr/>
        </p:nvGrpSpPr>
        <p:grpSpPr>
          <a:xfrm>
            <a:off x="7426813" y="3603880"/>
            <a:ext cx="1182300" cy="1066200"/>
            <a:chOff x="7426813" y="3603880"/>
            <a:chExt cx="1182300" cy="1066200"/>
          </a:xfrm>
        </p:grpSpPr>
        <p:sp>
          <p:nvSpPr>
            <p:cNvPr id="4881" name="Google Shape;4881;p156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882" name="Google Shape;4882;p156"/>
            <p:cNvCxnSpPr>
              <a:stCxn id="4881" idx="0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83" name="Google Shape;4883;p156"/>
            <p:cNvCxnSpPr>
              <a:endCxn id="4881" idx="6"/>
            </p:cNvCxnSpPr>
            <p:nvPr/>
          </p:nvCxnSpPr>
          <p:spPr>
            <a:xfrm flipH="1">
              <a:off x="7891513" y="3603880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84" name="Google Shape;4884;p156"/>
            <p:cNvCxnSpPr>
              <a:stCxn id="4881" idx="6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885" name="Google Shape;4885;p156"/>
          <p:cNvSpPr txBox="1"/>
          <p:nvPr>
            <p:ph idx="1" type="body"/>
          </p:nvPr>
        </p:nvSpPr>
        <p:spPr>
          <a:xfrm>
            <a:off x="311700" y="1225225"/>
            <a:ext cx="4290300" cy="23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Menger’s theorem states that if a graph has k-connectivity = 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There are at least n paths that don’t share nodes connecting every non-adjacent pair of nodes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The k-connector nodes stand on each of these paths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6" name="Google Shape;4886;p156"/>
          <p:cNvSpPr txBox="1"/>
          <p:nvPr/>
        </p:nvSpPr>
        <p:spPr>
          <a:xfrm>
            <a:off x="729025" y="3636425"/>
            <a:ext cx="4119900" cy="10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This means the two non-adjacent </a:t>
            </a:r>
            <a:r>
              <a:rPr b="1" lang="en">
                <a:solidFill>
                  <a:srgbClr val="38761D"/>
                </a:solidFill>
              </a:rPr>
              <a:t>green </a:t>
            </a:r>
            <a:r>
              <a:rPr b="1" lang="en"/>
              <a:t>nodes are indirectly connected in three separate (node-independent) ways!</a:t>
            </a:r>
            <a:endParaRPr b="1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0" name="Shape 4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1" name="Google Shape;4891;p15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Menger’s Theorem</a:t>
            </a:r>
            <a:endParaRPr/>
          </a:p>
        </p:txBody>
      </p:sp>
      <p:sp>
        <p:nvSpPr>
          <p:cNvPr id="4892" name="Google Shape;4892;p157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rgbClr val="38761D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3" name="Google Shape;4893;p157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4" name="Google Shape;4894;p157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5" name="Google Shape;4895;p157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96" name="Google Shape;4896;p157"/>
          <p:cNvCxnSpPr>
            <a:stCxn id="4892" idx="3"/>
            <a:endCxn id="4893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97" name="Google Shape;4897;p157"/>
          <p:cNvCxnSpPr>
            <a:stCxn id="4895" idx="1"/>
            <a:endCxn id="4893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98" name="Google Shape;4898;p157"/>
          <p:cNvCxnSpPr>
            <a:stCxn id="4892" idx="4"/>
            <a:endCxn id="4895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99" name="Google Shape;4899;p157"/>
          <p:cNvCxnSpPr>
            <a:stCxn id="4892" idx="5"/>
            <a:endCxn id="4894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900" name="Google Shape;4900;p157"/>
          <p:cNvCxnSpPr>
            <a:stCxn id="4894" idx="2"/>
            <a:endCxn id="4893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01" name="Google Shape;4901;p157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2" name="Google Shape;4902;p157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3" name="Google Shape;4903;p157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4" name="Google Shape;4904;p157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rgbClr val="38761D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05" name="Google Shape;4905;p157"/>
          <p:cNvCxnSpPr>
            <a:stCxn id="4901" idx="3"/>
            <a:endCxn id="4902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06" name="Google Shape;4906;p157"/>
          <p:cNvCxnSpPr>
            <a:stCxn id="4904" idx="0"/>
            <a:endCxn id="4902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07" name="Google Shape;4907;p157"/>
          <p:cNvCxnSpPr>
            <a:stCxn id="4901" idx="5"/>
            <a:endCxn id="4903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08" name="Google Shape;4908;p157"/>
          <p:cNvCxnSpPr>
            <a:stCxn id="4903" idx="2"/>
            <a:endCxn id="4902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09" name="Google Shape;4909;p157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10" name="Google Shape;4910;p157"/>
          <p:cNvCxnSpPr>
            <a:stCxn id="4909" idx="0"/>
            <a:endCxn id="4902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11" name="Google Shape;4911;p157"/>
          <p:cNvCxnSpPr>
            <a:stCxn id="4903" idx="3"/>
            <a:endCxn id="4904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12" name="Google Shape;4912;p157"/>
          <p:cNvCxnSpPr>
            <a:stCxn id="4903" idx="3"/>
            <a:endCxn id="4909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13" name="Google Shape;4913;p157"/>
          <p:cNvCxnSpPr>
            <a:stCxn id="4901" idx="4"/>
            <a:endCxn id="4909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14" name="Google Shape;4914;p157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5" name="Google Shape;4915;p157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6" name="Google Shape;4916;p157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17" name="Google Shape;4917;p157"/>
          <p:cNvCxnSpPr>
            <a:stCxn id="4914" idx="3"/>
            <a:endCxn id="4915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18" name="Google Shape;4918;p157"/>
          <p:cNvCxnSpPr>
            <a:stCxn id="4914" idx="5"/>
            <a:endCxn id="4916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19" name="Google Shape;4919;p157"/>
          <p:cNvCxnSpPr>
            <a:stCxn id="4916" idx="2"/>
            <a:endCxn id="4915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20" name="Google Shape;4920;p157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21" name="Google Shape;4921;p157"/>
          <p:cNvCxnSpPr>
            <a:stCxn id="4920" idx="2"/>
            <a:endCxn id="4915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22" name="Google Shape;4922;p157"/>
          <p:cNvCxnSpPr>
            <a:stCxn id="4920" idx="0"/>
            <a:endCxn id="4914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23" name="Google Shape;4923;p157"/>
          <p:cNvCxnSpPr>
            <a:stCxn id="4894" idx="5"/>
            <a:endCxn id="4915" idx="1"/>
          </p:cNvCxnSpPr>
          <p:nvPr/>
        </p:nvCxnSpPr>
        <p:spPr>
          <a:xfrm>
            <a:off x="6516801" y="2675826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24" name="Google Shape;4924;p157"/>
          <p:cNvCxnSpPr>
            <a:stCxn id="4894" idx="7"/>
            <a:endCxn id="4904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925" name="Google Shape;4925;p157"/>
          <p:cNvCxnSpPr>
            <a:stCxn id="4909" idx="3"/>
            <a:endCxn id="4914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26" name="Google Shape;4926;p157"/>
          <p:cNvCxnSpPr>
            <a:stCxn id="4903" idx="4"/>
            <a:endCxn id="4916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27" name="Google Shape;4927;p157"/>
          <p:cNvCxnSpPr>
            <a:stCxn id="4892" idx="6"/>
            <a:endCxn id="4909" idx="2"/>
          </p:cNvCxnSpPr>
          <p:nvPr/>
        </p:nvCxnSpPr>
        <p:spPr>
          <a:xfrm flipH="1" rot="10800000">
            <a:off x="6016288" y="1891838"/>
            <a:ext cx="1804800" cy="28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28" name="Google Shape;4928;p157"/>
          <p:cNvCxnSpPr>
            <a:stCxn id="4895" idx="6"/>
            <a:endCxn id="4914" idx="1"/>
          </p:cNvCxnSpPr>
          <p:nvPr/>
        </p:nvCxnSpPr>
        <p:spPr>
          <a:xfrm>
            <a:off x="6046588" y="3167788"/>
            <a:ext cx="1686600" cy="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929" name="Google Shape;4929;p157"/>
          <p:cNvGrpSpPr/>
          <p:nvPr/>
        </p:nvGrpSpPr>
        <p:grpSpPr>
          <a:xfrm>
            <a:off x="7426813" y="3603880"/>
            <a:ext cx="1182300" cy="1066200"/>
            <a:chOff x="7426813" y="3603880"/>
            <a:chExt cx="1182300" cy="1066200"/>
          </a:xfrm>
        </p:grpSpPr>
        <p:sp>
          <p:nvSpPr>
            <p:cNvPr id="4930" name="Google Shape;4930;p157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931" name="Google Shape;4931;p157"/>
            <p:cNvCxnSpPr>
              <a:stCxn id="4930" idx="0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32" name="Google Shape;4932;p157"/>
            <p:cNvCxnSpPr>
              <a:endCxn id="4930" idx="6"/>
            </p:cNvCxnSpPr>
            <p:nvPr/>
          </p:nvCxnSpPr>
          <p:spPr>
            <a:xfrm flipH="1">
              <a:off x="7891513" y="3603880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33" name="Google Shape;4933;p157"/>
            <p:cNvCxnSpPr>
              <a:stCxn id="4930" idx="6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934" name="Google Shape;4934;p157"/>
          <p:cNvSpPr txBox="1"/>
          <p:nvPr/>
        </p:nvSpPr>
        <p:spPr>
          <a:xfrm>
            <a:off x="6016300" y="1147225"/>
            <a:ext cx="4764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18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35" name="Google Shape;4935;p157"/>
          <p:cNvSpPr txBox="1"/>
          <p:nvPr>
            <p:ph idx="1" type="body"/>
          </p:nvPr>
        </p:nvSpPr>
        <p:spPr>
          <a:xfrm>
            <a:off x="311700" y="1225225"/>
            <a:ext cx="4290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Menger’s theorem states that if a graph has k-connectivity = 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There are at least n paths that don’t share nodes connecting every non-adjacent pair of nodes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The k-connector nodes stand on each of these paths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6" name="Google Shape;4936;p157"/>
          <p:cNvSpPr txBox="1"/>
          <p:nvPr/>
        </p:nvSpPr>
        <p:spPr>
          <a:xfrm>
            <a:off x="729025" y="3636425"/>
            <a:ext cx="4119900" cy="10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This means the two non-adjacent </a:t>
            </a:r>
            <a:r>
              <a:rPr b="1" lang="en">
                <a:solidFill>
                  <a:srgbClr val="38761D"/>
                </a:solidFill>
              </a:rPr>
              <a:t>green </a:t>
            </a:r>
            <a:r>
              <a:rPr b="1" lang="en"/>
              <a:t>nodes are indirectly connected in three separate (node-independent) ways!</a:t>
            </a:r>
            <a:endParaRPr b="1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0" name="Shape 4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1" name="Google Shape;4941;p15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Menger’s Theorem</a:t>
            </a:r>
            <a:endParaRPr/>
          </a:p>
        </p:txBody>
      </p:sp>
      <p:sp>
        <p:nvSpPr>
          <p:cNvPr id="4942" name="Google Shape;4942;p158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rgbClr val="38761D"/>
          </a:solidFill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3" name="Google Shape;4943;p158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4" name="Google Shape;4944;p158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5" name="Google Shape;4945;p158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46" name="Google Shape;4946;p158"/>
          <p:cNvCxnSpPr>
            <a:stCxn id="4942" idx="3"/>
            <a:endCxn id="4943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47" name="Google Shape;4947;p158"/>
          <p:cNvCxnSpPr>
            <a:stCxn id="4945" idx="1"/>
            <a:endCxn id="4943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48" name="Google Shape;4948;p158"/>
          <p:cNvCxnSpPr>
            <a:stCxn id="4942" idx="4"/>
            <a:endCxn id="4945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49" name="Google Shape;4949;p158"/>
          <p:cNvCxnSpPr>
            <a:stCxn id="4942" idx="5"/>
            <a:endCxn id="4944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50" name="Google Shape;4950;p158"/>
          <p:cNvCxnSpPr>
            <a:stCxn id="4944" idx="2"/>
            <a:endCxn id="4943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51" name="Google Shape;4951;p158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2" name="Google Shape;4952;p158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rgbClr val="0000FF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3" name="Google Shape;4953;p158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4" name="Google Shape;4954;p158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rgbClr val="38761D"/>
          </a:solidFill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55" name="Google Shape;4955;p158"/>
          <p:cNvCxnSpPr>
            <a:stCxn id="4951" idx="3"/>
            <a:endCxn id="4952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56" name="Google Shape;4956;p158"/>
          <p:cNvCxnSpPr>
            <a:stCxn id="4954" idx="0"/>
            <a:endCxn id="4952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957" name="Google Shape;4957;p158"/>
          <p:cNvCxnSpPr>
            <a:stCxn id="4951" idx="5"/>
            <a:endCxn id="4953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58" name="Google Shape;4958;p158"/>
          <p:cNvCxnSpPr>
            <a:stCxn id="4953" idx="2"/>
            <a:endCxn id="4952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59" name="Google Shape;4959;p158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60" name="Google Shape;4960;p158"/>
          <p:cNvCxnSpPr>
            <a:stCxn id="4959" idx="0"/>
            <a:endCxn id="4952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961" name="Google Shape;4961;p158"/>
          <p:cNvCxnSpPr>
            <a:stCxn id="4953" idx="3"/>
            <a:endCxn id="4954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62" name="Google Shape;4962;p158"/>
          <p:cNvCxnSpPr>
            <a:stCxn id="4953" idx="3"/>
            <a:endCxn id="4959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63" name="Google Shape;4963;p158"/>
          <p:cNvCxnSpPr>
            <a:stCxn id="4951" idx="4"/>
            <a:endCxn id="4959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64" name="Google Shape;4964;p158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5" name="Google Shape;4965;p158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6" name="Google Shape;4966;p158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67" name="Google Shape;4967;p158"/>
          <p:cNvCxnSpPr>
            <a:stCxn id="4964" idx="3"/>
            <a:endCxn id="4965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68" name="Google Shape;4968;p158"/>
          <p:cNvCxnSpPr>
            <a:stCxn id="4964" idx="5"/>
            <a:endCxn id="4966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69" name="Google Shape;4969;p158"/>
          <p:cNvCxnSpPr>
            <a:stCxn id="4966" idx="2"/>
            <a:endCxn id="4965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70" name="Google Shape;4970;p158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71" name="Google Shape;4971;p158"/>
          <p:cNvCxnSpPr>
            <a:stCxn id="4970" idx="2"/>
            <a:endCxn id="4965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72" name="Google Shape;4972;p158"/>
          <p:cNvCxnSpPr>
            <a:stCxn id="4970" idx="0"/>
            <a:endCxn id="4964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73" name="Google Shape;4973;p158"/>
          <p:cNvCxnSpPr>
            <a:stCxn id="4944" idx="5"/>
            <a:endCxn id="4965" idx="1"/>
          </p:cNvCxnSpPr>
          <p:nvPr/>
        </p:nvCxnSpPr>
        <p:spPr>
          <a:xfrm>
            <a:off x="6516801" y="2675826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74" name="Google Shape;4974;p158"/>
          <p:cNvCxnSpPr>
            <a:stCxn id="4944" idx="7"/>
            <a:endCxn id="4954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75" name="Google Shape;4975;p158"/>
          <p:cNvCxnSpPr>
            <a:stCxn id="4959" idx="3"/>
            <a:endCxn id="4964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76" name="Google Shape;4976;p158"/>
          <p:cNvCxnSpPr>
            <a:stCxn id="4953" idx="4"/>
            <a:endCxn id="4966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77" name="Google Shape;4977;p158"/>
          <p:cNvCxnSpPr>
            <a:stCxn id="4942" idx="6"/>
            <a:endCxn id="4959" idx="2"/>
          </p:cNvCxnSpPr>
          <p:nvPr/>
        </p:nvCxnSpPr>
        <p:spPr>
          <a:xfrm flipH="1" rot="10800000">
            <a:off x="6016288" y="1891838"/>
            <a:ext cx="1804800" cy="288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978" name="Google Shape;4978;p158"/>
          <p:cNvCxnSpPr>
            <a:stCxn id="4945" idx="6"/>
            <a:endCxn id="4964" idx="1"/>
          </p:cNvCxnSpPr>
          <p:nvPr/>
        </p:nvCxnSpPr>
        <p:spPr>
          <a:xfrm>
            <a:off x="6046588" y="3167788"/>
            <a:ext cx="1686600" cy="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979" name="Google Shape;4979;p158"/>
          <p:cNvGrpSpPr/>
          <p:nvPr/>
        </p:nvGrpSpPr>
        <p:grpSpPr>
          <a:xfrm>
            <a:off x="7426813" y="3603880"/>
            <a:ext cx="1182300" cy="1066200"/>
            <a:chOff x="7426813" y="3603880"/>
            <a:chExt cx="1182300" cy="1066200"/>
          </a:xfrm>
        </p:grpSpPr>
        <p:sp>
          <p:nvSpPr>
            <p:cNvPr id="4980" name="Google Shape;4980;p158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981" name="Google Shape;4981;p158"/>
            <p:cNvCxnSpPr>
              <a:stCxn id="4980" idx="0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82" name="Google Shape;4982;p158"/>
            <p:cNvCxnSpPr>
              <a:endCxn id="4980" idx="6"/>
            </p:cNvCxnSpPr>
            <p:nvPr/>
          </p:nvCxnSpPr>
          <p:spPr>
            <a:xfrm flipH="1">
              <a:off x="7891513" y="3603880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83" name="Google Shape;4983;p158"/>
            <p:cNvCxnSpPr>
              <a:stCxn id="4980" idx="6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984" name="Google Shape;4984;p158"/>
          <p:cNvSpPr txBox="1"/>
          <p:nvPr/>
        </p:nvSpPr>
        <p:spPr>
          <a:xfrm>
            <a:off x="6016300" y="1147225"/>
            <a:ext cx="4764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sz="18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85" name="Google Shape;4985;p158"/>
          <p:cNvSpPr txBox="1"/>
          <p:nvPr>
            <p:ph idx="1" type="body"/>
          </p:nvPr>
        </p:nvSpPr>
        <p:spPr>
          <a:xfrm>
            <a:off x="311700" y="1225225"/>
            <a:ext cx="4290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Menger’s theorem states that if a graph has k-connectivity = 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There are at least n paths that don’t share nodes connecting every non-adjacent pair of nodes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The k-connector nodes stand on each of these paths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6" name="Google Shape;4986;p158"/>
          <p:cNvSpPr txBox="1"/>
          <p:nvPr/>
        </p:nvSpPr>
        <p:spPr>
          <a:xfrm>
            <a:off x="729025" y="3636425"/>
            <a:ext cx="4119900" cy="10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This means the two non-adjacent </a:t>
            </a:r>
            <a:r>
              <a:rPr b="1" lang="en">
                <a:solidFill>
                  <a:srgbClr val="38761D"/>
                </a:solidFill>
              </a:rPr>
              <a:t>green </a:t>
            </a:r>
            <a:r>
              <a:rPr b="1" lang="en"/>
              <a:t>nodes are indirectly connected in three separate (node-independent) ways!</a:t>
            </a:r>
            <a:endParaRPr b="1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0" name="Shape 4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1" name="Google Shape;4991;p15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Menger’s Theorem</a:t>
            </a:r>
            <a:endParaRPr/>
          </a:p>
        </p:txBody>
      </p:sp>
      <p:sp>
        <p:nvSpPr>
          <p:cNvPr id="4992" name="Google Shape;4992;p159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rgbClr val="38761D"/>
          </a:solidFill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3" name="Google Shape;4993;p159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4" name="Google Shape;4994;p159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5" name="Google Shape;4995;p159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rgbClr val="0000FF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96" name="Google Shape;4996;p159"/>
          <p:cNvCxnSpPr>
            <a:stCxn id="4992" idx="3"/>
            <a:endCxn id="4993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97" name="Google Shape;4997;p159"/>
          <p:cNvCxnSpPr>
            <a:stCxn id="4995" idx="1"/>
            <a:endCxn id="4993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98" name="Google Shape;4998;p159"/>
          <p:cNvCxnSpPr>
            <a:stCxn id="4992" idx="4"/>
            <a:endCxn id="4995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999" name="Google Shape;4999;p159"/>
          <p:cNvCxnSpPr>
            <a:stCxn id="4992" idx="5"/>
            <a:endCxn id="4994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00" name="Google Shape;5000;p159"/>
          <p:cNvCxnSpPr>
            <a:stCxn id="4994" idx="2"/>
            <a:endCxn id="4993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01" name="Google Shape;5001;p159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2" name="Google Shape;5002;p159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3" name="Google Shape;5003;p159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rgbClr val="0000FF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4" name="Google Shape;5004;p159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rgbClr val="38761D"/>
          </a:solidFill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05" name="Google Shape;5005;p159"/>
          <p:cNvCxnSpPr>
            <a:stCxn id="5001" idx="3"/>
            <a:endCxn id="5002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06" name="Google Shape;5006;p159"/>
          <p:cNvCxnSpPr>
            <a:stCxn id="5004" idx="0"/>
            <a:endCxn id="5002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07" name="Google Shape;5007;p159"/>
          <p:cNvCxnSpPr>
            <a:stCxn id="5001" idx="5"/>
            <a:endCxn id="5003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08" name="Google Shape;5008;p159"/>
          <p:cNvCxnSpPr>
            <a:stCxn id="5003" idx="2"/>
            <a:endCxn id="5002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09" name="Google Shape;5009;p159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10" name="Google Shape;5010;p159"/>
          <p:cNvCxnSpPr>
            <a:stCxn id="5009" idx="0"/>
            <a:endCxn id="5002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11" name="Google Shape;5011;p159"/>
          <p:cNvCxnSpPr>
            <a:stCxn id="5003" idx="3"/>
            <a:endCxn id="5004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012" name="Google Shape;5012;p159"/>
          <p:cNvCxnSpPr>
            <a:stCxn id="5003" idx="3"/>
            <a:endCxn id="5009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13" name="Google Shape;5013;p159"/>
          <p:cNvCxnSpPr>
            <a:stCxn id="5001" idx="4"/>
            <a:endCxn id="5009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14" name="Google Shape;5014;p159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5" name="Google Shape;5015;p159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6" name="Google Shape;5016;p159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rgbClr val="0000FF"/>
          </a:solidFill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17" name="Google Shape;5017;p159"/>
          <p:cNvCxnSpPr>
            <a:stCxn id="5014" idx="3"/>
            <a:endCxn id="5015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18" name="Google Shape;5018;p159"/>
          <p:cNvCxnSpPr>
            <a:stCxn id="5014" idx="5"/>
            <a:endCxn id="5016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019" name="Google Shape;5019;p159"/>
          <p:cNvCxnSpPr>
            <a:stCxn id="5016" idx="2"/>
            <a:endCxn id="5015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20" name="Google Shape;5020;p159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21" name="Google Shape;5021;p159"/>
          <p:cNvCxnSpPr>
            <a:stCxn id="5020" idx="2"/>
            <a:endCxn id="5015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22" name="Google Shape;5022;p159"/>
          <p:cNvCxnSpPr>
            <a:stCxn id="5020" idx="0"/>
            <a:endCxn id="5014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23" name="Google Shape;5023;p159"/>
          <p:cNvCxnSpPr>
            <a:stCxn id="4994" idx="5"/>
            <a:endCxn id="5015" idx="1"/>
          </p:cNvCxnSpPr>
          <p:nvPr/>
        </p:nvCxnSpPr>
        <p:spPr>
          <a:xfrm>
            <a:off x="6516801" y="2675826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24" name="Google Shape;5024;p159"/>
          <p:cNvCxnSpPr>
            <a:stCxn id="4994" idx="7"/>
            <a:endCxn id="5004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25" name="Google Shape;5025;p159"/>
          <p:cNvCxnSpPr>
            <a:stCxn id="5009" idx="3"/>
            <a:endCxn id="5014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26" name="Google Shape;5026;p159"/>
          <p:cNvCxnSpPr>
            <a:stCxn id="5003" idx="4"/>
            <a:endCxn id="5016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5027" name="Google Shape;5027;p159"/>
          <p:cNvCxnSpPr>
            <a:stCxn id="4992" idx="6"/>
            <a:endCxn id="5009" idx="2"/>
          </p:cNvCxnSpPr>
          <p:nvPr/>
        </p:nvCxnSpPr>
        <p:spPr>
          <a:xfrm flipH="1" rot="10800000">
            <a:off x="6016288" y="1891838"/>
            <a:ext cx="1804800" cy="28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28" name="Google Shape;5028;p159"/>
          <p:cNvCxnSpPr>
            <a:stCxn id="4995" idx="6"/>
            <a:endCxn id="5014" idx="1"/>
          </p:cNvCxnSpPr>
          <p:nvPr/>
        </p:nvCxnSpPr>
        <p:spPr>
          <a:xfrm>
            <a:off x="6046588" y="3167788"/>
            <a:ext cx="1686600" cy="10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grpSp>
        <p:nvGrpSpPr>
          <p:cNvPr id="5029" name="Google Shape;5029;p159"/>
          <p:cNvGrpSpPr/>
          <p:nvPr/>
        </p:nvGrpSpPr>
        <p:grpSpPr>
          <a:xfrm>
            <a:off x="7426813" y="3603880"/>
            <a:ext cx="1182300" cy="1066200"/>
            <a:chOff x="7426813" y="3603880"/>
            <a:chExt cx="1182300" cy="1066200"/>
          </a:xfrm>
        </p:grpSpPr>
        <p:sp>
          <p:nvSpPr>
            <p:cNvPr id="5030" name="Google Shape;5030;p159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031" name="Google Shape;5031;p159"/>
            <p:cNvCxnSpPr>
              <a:stCxn id="5030" idx="0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32" name="Google Shape;5032;p159"/>
            <p:cNvCxnSpPr>
              <a:endCxn id="5030" idx="6"/>
            </p:cNvCxnSpPr>
            <p:nvPr/>
          </p:nvCxnSpPr>
          <p:spPr>
            <a:xfrm flipH="1">
              <a:off x="7891513" y="3603880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33" name="Google Shape;5033;p159"/>
            <p:cNvCxnSpPr>
              <a:stCxn id="5030" idx="6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034" name="Google Shape;5034;p159"/>
          <p:cNvSpPr txBox="1"/>
          <p:nvPr/>
        </p:nvSpPr>
        <p:spPr>
          <a:xfrm>
            <a:off x="6016300" y="1147225"/>
            <a:ext cx="4764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b="1" sz="18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35" name="Google Shape;5035;p159"/>
          <p:cNvSpPr txBox="1"/>
          <p:nvPr>
            <p:ph idx="1" type="body"/>
          </p:nvPr>
        </p:nvSpPr>
        <p:spPr>
          <a:xfrm>
            <a:off x="311700" y="1225225"/>
            <a:ext cx="4290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Menger’s theorem states that if a graph has k-connectivity = 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There are at least n paths that don’t share nodes connecting every non-adjacent pair of nodes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The k-connector nodes stand on each of these paths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6" name="Google Shape;5036;p159"/>
          <p:cNvSpPr txBox="1"/>
          <p:nvPr/>
        </p:nvSpPr>
        <p:spPr>
          <a:xfrm>
            <a:off x="729025" y="3636425"/>
            <a:ext cx="4119900" cy="10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This means the two non-adjacent </a:t>
            </a:r>
            <a:r>
              <a:rPr b="1" lang="en">
                <a:solidFill>
                  <a:srgbClr val="38761D"/>
                </a:solidFill>
              </a:rPr>
              <a:t>green </a:t>
            </a:r>
            <a:r>
              <a:rPr b="1" lang="en"/>
              <a:t>nodes are indirectly connected in three separate (node-independent) ways!</a:t>
            </a:r>
            <a:endParaRPr b="1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0" name="Shape 5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1" name="Google Shape;5041;p16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Menger’s Theorem</a:t>
            </a:r>
            <a:endParaRPr/>
          </a:p>
        </p:txBody>
      </p:sp>
      <p:sp>
        <p:nvSpPr>
          <p:cNvPr id="5042" name="Google Shape;5042;p160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rgbClr val="38761D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3" name="Google Shape;5043;p160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4" name="Google Shape;5044;p160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5" name="Google Shape;5045;p160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46" name="Google Shape;5046;p160"/>
          <p:cNvCxnSpPr>
            <a:stCxn id="5042" idx="3"/>
            <a:endCxn id="5043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47" name="Google Shape;5047;p160"/>
          <p:cNvCxnSpPr>
            <a:stCxn id="5045" idx="1"/>
            <a:endCxn id="5043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48" name="Google Shape;5048;p160"/>
          <p:cNvCxnSpPr>
            <a:stCxn id="5042" idx="4"/>
            <a:endCxn id="5045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49" name="Google Shape;5049;p160"/>
          <p:cNvCxnSpPr>
            <a:stCxn id="5042" idx="5"/>
            <a:endCxn id="5044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0" name="Google Shape;5050;p160"/>
          <p:cNvCxnSpPr>
            <a:stCxn id="5044" idx="2"/>
            <a:endCxn id="5043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51" name="Google Shape;5051;p160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2" name="Google Shape;5052;p160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3" name="Google Shape;5053;p160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4" name="Google Shape;5054;p160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rgbClr val="38761D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55" name="Google Shape;5055;p160"/>
          <p:cNvCxnSpPr>
            <a:stCxn id="5051" idx="3"/>
            <a:endCxn id="5052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6" name="Google Shape;5056;p160"/>
          <p:cNvCxnSpPr>
            <a:stCxn id="5054" idx="0"/>
            <a:endCxn id="5052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7" name="Google Shape;5057;p160"/>
          <p:cNvCxnSpPr>
            <a:stCxn id="5051" idx="5"/>
            <a:endCxn id="5053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8" name="Google Shape;5058;p160"/>
          <p:cNvCxnSpPr>
            <a:stCxn id="5053" idx="2"/>
            <a:endCxn id="5052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59" name="Google Shape;5059;p160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60" name="Google Shape;5060;p160"/>
          <p:cNvCxnSpPr>
            <a:stCxn id="5059" idx="0"/>
            <a:endCxn id="5052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61" name="Google Shape;5061;p160"/>
          <p:cNvCxnSpPr>
            <a:stCxn id="5053" idx="3"/>
            <a:endCxn id="5054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62" name="Google Shape;5062;p160"/>
          <p:cNvCxnSpPr>
            <a:stCxn id="5053" idx="3"/>
            <a:endCxn id="5059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63" name="Google Shape;5063;p160"/>
          <p:cNvCxnSpPr>
            <a:stCxn id="5051" idx="4"/>
            <a:endCxn id="5059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64" name="Google Shape;5064;p160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5" name="Google Shape;5065;p160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6" name="Google Shape;5066;p160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67" name="Google Shape;5067;p160"/>
          <p:cNvCxnSpPr>
            <a:stCxn id="5064" idx="3"/>
            <a:endCxn id="5065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68" name="Google Shape;5068;p160"/>
          <p:cNvCxnSpPr>
            <a:stCxn id="5064" idx="5"/>
            <a:endCxn id="5066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69" name="Google Shape;5069;p160"/>
          <p:cNvCxnSpPr>
            <a:stCxn id="5066" idx="2"/>
            <a:endCxn id="5065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70" name="Google Shape;5070;p160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71" name="Google Shape;5071;p160"/>
          <p:cNvCxnSpPr>
            <a:stCxn id="5070" idx="2"/>
            <a:endCxn id="5065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72" name="Google Shape;5072;p160"/>
          <p:cNvCxnSpPr>
            <a:stCxn id="5070" idx="0"/>
            <a:endCxn id="5064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73" name="Google Shape;5073;p160"/>
          <p:cNvCxnSpPr>
            <a:stCxn id="5044" idx="5"/>
            <a:endCxn id="5065" idx="1"/>
          </p:cNvCxnSpPr>
          <p:nvPr/>
        </p:nvCxnSpPr>
        <p:spPr>
          <a:xfrm>
            <a:off x="6516801" y="2675826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74" name="Google Shape;5074;p160"/>
          <p:cNvCxnSpPr>
            <a:stCxn id="5044" idx="7"/>
            <a:endCxn id="5054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75" name="Google Shape;5075;p160"/>
          <p:cNvCxnSpPr>
            <a:stCxn id="5059" idx="3"/>
            <a:endCxn id="5064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76" name="Google Shape;5076;p160"/>
          <p:cNvCxnSpPr>
            <a:stCxn id="5053" idx="4"/>
            <a:endCxn id="5066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77" name="Google Shape;5077;p160"/>
          <p:cNvCxnSpPr>
            <a:stCxn id="5042" idx="6"/>
            <a:endCxn id="5059" idx="2"/>
          </p:cNvCxnSpPr>
          <p:nvPr/>
        </p:nvCxnSpPr>
        <p:spPr>
          <a:xfrm flipH="1" rot="10800000">
            <a:off x="6016288" y="1891838"/>
            <a:ext cx="1804800" cy="28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78" name="Google Shape;5078;p160"/>
          <p:cNvCxnSpPr>
            <a:stCxn id="5045" idx="6"/>
            <a:endCxn id="5064" idx="1"/>
          </p:cNvCxnSpPr>
          <p:nvPr/>
        </p:nvCxnSpPr>
        <p:spPr>
          <a:xfrm>
            <a:off x="6046588" y="3167788"/>
            <a:ext cx="1686600" cy="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079" name="Google Shape;5079;p160"/>
          <p:cNvGrpSpPr/>
          <p:nvPr/>
        </p:nvGrpSpPr>
        <p:grpSpPr>
          <a:xfrm>
            <a:off x="7426813" y="3603880"/>
            <a:ext cx="1182300" cy="1066200"/>
            <a:chOff x="7426813" y="3603880"/>
            <a:chExt cx="1182300" cy="1066200"/>
          </a:xfrm>
        </p:grpSpPr>
        <p:sp>
          <p:nvSpPr>
            <p:cNvPr id="5080" name="Google Shape;5080;p160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081" name="Google Shape;5081;p160"/>
            <p:cNvCxnSpPr>
              <a:stCxn id="5080" idx="0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82" name="Google Shape;5082;p160"/>
            <p:cNvCxnSpPr>
              <a:endCxn id="5080" idx="6"/>
            </p:cNvCxnSpPr>
            <p:nvPr/>
          </p:nvCxnSpPr>
          <p:spPr>
            <a:xfrm flipH="1">
              <a:off x="7891513" y="3603880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83" name="Google Shape;5083;p160"/>
            <p:cNvCxnSpPr>
              <a:stCxn id="5080" idx="6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084" name="Google Shape;5084;p160"/>
          <p:cNvSpPr txBox="1"/>
          <p:nvPr>
            <p:ph idx="1" type="body"/>
          </p:nvPr>
        </p:nvSpPr>
        <p:spPr>
          <a:xfrm>
            <a:off x="311700" y="1225225"/>
            <a:ext cx="4290300" cy="23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Menger’s theorem states that if a graph has k-connectivity = 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There are at least n paths that don’t share nodes connecting every non-adjacent pair of nodes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The k-connector nodes stand on each of these paths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5" name="Google Shape;5085;p160"/>
          <p:cNvSpPr txBox="1"/>
          <p:nvPr/>
        </p:nvSpPr>
        <p:spPr>
          <a:xfrm>
            <a:off x="729025" y="3636425"/>
            <a:ext cx="4119900" cy="10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an important result in graph theory!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9" name="Shape 5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0" name="Google Shape;5090;p16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Menger’s Theorem</a:t>
            </a:r>
            <a:endParaRPr/>
          </a:p>
        </p:txBody>
      </p:sp>
      <p:sp>
        <p:nvSpPr>
          <p:cNvPr id="5091" name="Google Shape;5091;p161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rgbClr val="38761D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2" name="Google Shape;5092;p161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3" name="Google Shape;5093;p161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4" name="Google Shape;5094;p161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95" name="Google Shape;5095;p161"/>
          <p:cNvCxnSpPr>
            <a:stCxn id="5091" idx="3"/>
            <a:endCxn id="5092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96" name="Google Shape;5096;p161"/>
          <p:cNvCxnSpPr>
            <a:stCxn id="5094" idx="1"/>
            <a:endCxn id="5092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97" name="Google Shape;5097;p161"/>
          <p:cNvCxnSpPr>
            <a:stCxn id="5091" idx="4"/>
            <a:endCxn id="5094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98" name="Google Shape;5098;p161"/>
          <p:cNvCxnSpPr>
            <a:stCxn id="5091" idx="5"/>
            <a:endCxn id="5093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99" name="Google Shape;5099;p161"/>
          <p:cNvCxnSpPr>
            <a:stCxn id="5093" idx="2"/>
            <a:endCxn id="5092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00" name="Google Shape;5100;p161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1" name="Google Shape;5101;p161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2" name="Google Shape;5102;p161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3" name="Google Shape;5103;p161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rgbClr val="38761D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04" name="Google Shape;5104;p161"/>
          <p:cNvCxnSpPr>
            <a:stCxn id="5100" idx="3"/>
            <a:endCxn id="5101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05" name="Google Shape;5105;p161"/>
          <p:cNvCxnSpPr>
            <a:stCxn id="5103" idx="0"/>
            <a:endCxn id="5101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06" name="Google Shape;5106;p161"/>
          <p:cNvCxnSpPr>
            <a:stCxn id="5100" idx="5"/>
            <a:endCxn id="5102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07" name="Google Shape;5107;p161"/>
          <p:cNvCxnSpPr>
            <a:stCxn id="5102" idx="2"/>
            <a:endCxn id="5101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08" name="Google Shape;5108;p161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09" name="Google Shape;5109;p161"/>
          <p:cNvCxnSpPr>
            <a:stCxn id="5108" idx="0"/>
            <a:endCxn id="5101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10" name="Google Shape;5110;p161"/>
          <p:cNvCxnSpPr>
            <a:stCxn id="5102" idx="3"/>
            <a:endCxn id="5103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11" name="Google Shape;5111;p161"/>
          <p:cNvCxnSpPr>
            <a:stCxn id="5102" idx="3"/>
            <a:endCxn id="5108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12" name="Google Shape;5112;p161"/>
          <p:cNvCxnSpPr>
            <a:stCxn id="5100" idx="4"/>
            <a:endCxn id="5108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13" name="Google Shape;5113;p161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4" name="Google Shape;5114;p161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5" name="Google Shape;5115;p161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16" name="Google Shape;5116;p161"/>
          <p:cNvCxnSpPr>
            <a:stCxn id="5113" idx="3"/>
            <a:endCxn id="5114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17" name="Google Shape;5117;p161"/>
          <p:cNvCxnSpPr>
            <a:stCxn id="5113" idx="5"/>
            <a:endCxn id="5115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18" name="Google Shape;5118;p161"/>
          <p:cNvCxnSpPr>
            <a:stCxn id="5115" idx="2"/>
            <a:endCxn id="5114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19" name="Google Shape;5119;p161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20" name="Google Shape;5120;p161"/>
          <p:cNvCxnSpPr>
            <a:stCxn id="5119" idx="2"/>
            <a:endCxn id="5114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21" name="Google Shape;5121;p161"/>
          <p:cNvCxnSpPr>
            <a:stCxn id="5119" idx="0"/>
            <a:endCxn id="5113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22" name="Google Shape;5122;p161"/>
          <p:cNvCxnSpPr>
            <a:stCxn id="5093" idx="5"/>
            <a:endCxn id="5114" idx="1"/>
          </p:cNvCxnSpPr>
          <p:nvPr/>
        </p:nvCxnSpPr>
        <p:spPr>
          <a:xfrm>
            <a:off x="6516801" y="2675826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23" name="Google Shape;5123;p161"/>
          <p:cNvCxnSpPr>
            <a:stCxn id="5093" idx="7"/>
            <a:endCxn id="5103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24" name="Google Shape;5124;p161"/>
          <p:cNvCxnSpPr>
            <a:stCxn id="5108" idx="3"/>
            <a:endCxn id="5113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25" name="Google Shape;5125;p161"/>
          <p:cNvCxnSpPr>
            <a:stCxn id="5102" idx="4"/>
            <a:endCxn id="5115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26" name="Google Shape;5126;p161"/>
          <p:cNvCxnSpPr>
            <a:stCxn id="5091" idx="6"/>
            <a:endCxn id="5108" idx="2"/>
          </p:cNvCxnSpPr>
          <p:nvPr/>
        </p:nvCxnSpPr>
        <p:spPr>
          <a:xfrm flipH="1" rot="10800000">
            <a:off x="6016288" y="1891838"/>
            <a:ext cx="1804800" cy="28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27" name="Google Shape;5127;p161"/>
          <p:cNvCxnSpPr>
            <a:stCxn id="5094" idx="6"/>
            <a:endCxn id="5113" idx="1"/>
          </p:cNvCxnSpPr>
          <p:nvPr/>
        </p:nvCxnSpPr>
        <p:spPr>
          <a:xfrm>
            <a:off x="6046588" y="3167788"/>
            <a:ext cx="1686600" cy="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128" name="Google Shape;5128;p161"/>
          <p:cNvGrpSpPr/>
          <p:nvPr/>
        </p:nvGrpSpPr>
        <p:grpSpPr>
          <a:xfrm>
            <a:off x="7426813" y="3603880"/>
            <a:ext cx="1182300" cy="1066200"/>
            <a:chOff x="7426813" y="3603880"/>
            <a:chExt cx="1182300" cy="1066200"/>
          </a:xfrm>
        </p:grpSpPr>
        <p:sp>
          <p:nvSpPr>
            <p:cNvPr id="5129" name="Google Shape;5129;p161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130" name="Google Shape;5130;p161"/>
            <p:cNvCxnSpPr>
              <a:stCxn id="5129" idx="0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31" name="Google Shape;5131;p161"/>
            <p:cNvCxnSpPr>
              <a:endCxn id="5129" idx="6"/>
            </p:cNvCxnSpPr>
            <p:nvPr/>
          </p:nvCxnSpPr>
          <p:spPr>
            <a:xfrm flipH="1">
              <a:off x="7891513" y="3603880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32" name="Google Shape;5132;p161"/>
            <p:cNvCxnSpPr>
              <a:stCxn id="5129" idx="6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133" name="Google Shape;5133;p161"/>
          <p:cNvSpPr txBox="1"/>
          <p:nvPr>
            <p:ph idx="1" type="body"/>
          </p:nvPr>
        </p:nvSpPr>
        <p:spPr>
          <a:xfrm>
            <a:off x="311700" y="1225225"/>
            <a:ext cx="4290300" cy="3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graph paths that don’t share nodes are called </a:t>
            </a:r>
            <a:r>
              <a:rPr b="1" lang="en"/>
              <a:t>node-independent paths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And paths that don’t share edges are called </a:t>
            </a:r>
            <a:r>
              <a:rPr b="1" lang="en"/>
              <a:t>edge-independent paths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 another way of stating Menger’s Theorem is: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If a graph has k-connectivity = n there are at least n node-independent paths connecting each pair of nodes in the graph!</a:t>
            </a:r>
            <a:endParaRPr b="1"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5137" name="Shape 5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8" name="Google Shape;5138;p162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Pairwise Node Connectivity</a:t>
            </a:r>
            <a:endParaRPr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2" name="Shape 5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3" name="Google Shape;5143;p16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Node Cutsets (for node pairs)</a:t>
            </a:r>
            <a:endParaRPr/>
          </a:p>
        </p:txBody>
      </p:sp>
      <p:sp>
        <p:nvSpPr>
          <p:cNvPr id="5144" name="Google Shape;5144;p163"/>
          <p:cNvSpPr txBox="1"/>
          <p:nvPr>
            <p:ph idx="1" type="body"/>
          </p:nvPr>
        </p:nvSpPr>
        <p:spPr>
          <a:xfrm>
            <a:off x="311700" y="1225225"/>
            <a:ext cx="43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any pair of non-adjacent nodes, u and v: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pairwise node cutset</a:t>
            </a:r>
            <a:r>
              <a:rPr lang="en"/>
              <a:t> K</a:t>
            </a:r>
            <a:r>
              <a:rPr baseline="-25000" lang="en"/>
              <a:t>uv</a:t>
            </a:r>
            <a:r>
              <a:rPr lang="en"/>
              <a:t> is the number of nodes that would have to be removed for them to be disconnected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5" name="Google Shape;5145;p163"/>
          <p:cNvSpPr/>
          <p:nvPr/>
        </p:nvSpPr>
        <p:spPr>
          <a:xfrm>
            <a:off x="5554499" y="1279288"/>
            <a:ext cx="408600" cy="3900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U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146" name="Google Shape;5146;p163"/>
          <p:cNvSpPr/>
          <p:nvPr/>
        </p:nvSpPr>
        <p:spPr>
          <a:xfrm>
            <a:off x="8311952" y="1283823"/>
            <a:ext cx="408600" cy="3900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V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147" name="Google Shape;5147;p163"/>
          <p:cNvSpPr/>
          <p:nvPr/>
        </p:nvSpPr>
        <p:spPr>
          <a:xfrm>
            <a:off x="6885322" y="1279288"/>
            <a:ext cx="408600" cy="390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16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148" name="Google Shape;5148;p163"/>
          <p:cNvCxnSpPr>
            <a:stCxn id="5145" idx="6"/>
            <a:endCxn id="5147" idx="2"/>
          </p:cNvCxnSpPr>
          <p:nvPr/>
        </p:nvCxnSpPr>
        <p:spPr>
          <a:xfrm>
            <a:off x="5963099" y="1474288"/>
            <a:ext cx="9222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49" name="Google Shape;5149;p163"/>
          <p:cNvCxnSpPr>
            <a:stCxn id="5147" idx="6"/>
            <a:endCxn id="5146" idx="2"/>
          </p:cNvCxnSpPr>
          <p:nvPr/>
        </p:nvCxnSpPr>
        <p:spPr>
          <a:xfrm>
            <a:off x="7293922" y="1474288"/>
            <a:ext cx="1017900" cy="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50" name="Google Shape;5150;p163"/>
          <p:cNvSpPr/>
          <p:nvPr/>
        </p:nvSpPr>
        <p:spPr>
          <a:xfrm>
            <a:off x="5554474" y="2366757"/>
            <a:ext cx="408600" cy="3900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U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151" name="Google Shape;5151;p163"/>
          <p:cNvSpPr/>
          <p:nvPr/>
        </p:nvSpPr>
        <p:spPr>
          <a:xfrm>
            <a:off x="8311927" y="2366757"/>
            <a:ext cx="408600" cy="3900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V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152" name="Google Shape;5152;p163"/>
          <p:cNvSpPr/>
          <p:nvPr/>
        </p:nvSpPr>
        <p:spPr>
          <a:xfrm>
            <a:off x="6933200" y="2671878"/>
            <a:ext cx="408600" cy="390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16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153" name="Google Shape;5153;p163"/>
          <p:cNvCxnSpPr>
            <a:stCxn id="5150" idx="6"/>
            <a:endCxn id="5152" idx="2"/>
          </p:cNvCxnSpPr>
          <p:nvPr/>
        </p:nvCxnSpPr>
        <p:spPr>
          <a:xfrm>
            <a:off x="5963074" y="2561757"/>
            <a:ext cx="970200" cy="305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4" name="Google Shape;5154;p163"/>
          <p:cNvCxnSpPr>
            <a:stCxn id="5152" idx="6"/>
            <a:endCxn id="5151" idx="2"/>
          </p:cNvCxnSpPr>
          <p:nvPr/>
        </p:nvCxnSpPr>
        <p:spPr>
          <a:xfrm flipH="1" rot="10800000">
            <a:off x="7341800" y="2561778"/>
            <a:ext cx="970200" cy="305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55" name="Google Shape;5155;p163"/>
          <p:cNvSpPr/>
          <p:nvPr/>
        </p:nvSpPr>
        <p:spPr>
          <a:xfrm>
            <a:off x="6933189" y="2074227"/>
            <a:ext cx="408600" cy="390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16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156" name="Google Shape;5156;p163"/>
          <p:cNvCxnSpPr>
            <a:stCxn id="5150" idx="6"/>
            <a:endCxn id="5155" idx="2"/>
          </p:cNvCxnSpPr>
          <p:nvPr/>
        </p:nvCxnSpPr>
        <p:spPr>
          <a:xfrm flipH="1" rot="10800000">
            <a:off x="5963074" y="2269257"/>
            <a:ext cx="970200" cy="2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7" name="Google Shape;5157;p163"/>
          <p:cNvCxnSpPr>
            <a:stCxn id="5155" idx="6"/>
            <a:endCxn id="5151" idx="2"/>
          </p:cNvCxnSpPr>
          <p:nvPr/>
        </p:nvCxnSpPr>
        <p:spPr>
          <a:xfrm>
            <a:off x="7341789" y="2269227"/>
            <a:ext cx="970200" cy="2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58" name="Google Shape;5158;p163"/>
          <p:cNvSpPr/>
          <p:nvPr/>
        </p:nvSpPr>
        <p:spPr>
          <a:xfrm>
            <a:off x="5554498" y="3883559"/>
            <a:ext cx="408600" cy="3900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U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159" name="Google Shape;5159;p163"/>
          <p:cNvSpPr/>
          <p:nvPr/>
        </p:nvSpPr>
        <p:spPr>
          <a:xfrm>
            <a:off x="8311951" y="3883559"/>
            <a:ext cx="408600" cy="3900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V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160" name="Google Shape;5160;p163"/>
          <p:cNvSpPr/>
          <p:nvPr/>
        </p:nvSpPr>
        <p:spPr>
          <a:xfrm>
            <a:off x="6933224" y="4347729"/>
            <a:ext cx="408600" cy="390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16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161" name="Google Shape;5161;p163"/>
          <p:cNvCxnSpPr>
            <a:stCxn id="5158" idx="6"/>
            <a:endCxn id="5160" idx="2"/>
          </p:cNvCxnSpPr>
          <p:nvPr/>
        </p:nvCxnSpPr>
        <p:spPr>
          <a:xfrm>
            <a:off x="5963098" y="4078559"/>
            <a:ext cx="970200" cy="464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2" name="Google Shape;5162;p163"/>
          <p:cNvCxnSpPr>
            <a:stCxn id="5160" idx="6"/>
            <a:endCxn id="5159" idx="2"/>
          </p:cNvCxnSpPr>
          <p:nvPr/>
        </p:nvCxnSpPr>
        <p:spPr>
          <a:xfrm flipH="1" rot="10800000">
            <a:off x="7341824" y="4078629"/>
            <a:ext cx="970200" cy="464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63" name="Google Shape;5163;p163"/>
          <p:cNvSpPr/>
          <p:nvPr/>
        </p:nvSpPr>
        <p:spPr>
          <a:xfrm>
            <a:off x="6933190" y="3400236"/>
            <a:ext cx="408600" cy="390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16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164" name="Google Shape;5164;p163"/>
          <p:cNvCxnSpPr>
            <a:stCxn id="5158" idx="6"/>
            <a:endCxn id="5163" idx="2"/>
          </p:cNvCxnSpPr>
          <p:nvPr/>
        </p:nvCxnSpPr>
        <p:spPr>
          <a:xfrm flipH="1" rot="10800000">
            <a:off x="5963098" y="3595259"/>
            <a:ext cx="970200" cy="48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5" name="Google Shape;5165;p163"/>
          <p:cNvCxnSpPr>
            <a:stCxn id="5163" idx="6"/>
            <a:endCxn id="5159" idx="2"/>
          </p:cNvCxnSpPr>
          <p:nvPr/>
        </p:nvCxnSpPr>
        <p:spPr>
          <a:xfrm>
            <a:off x="7341790" y="3595236"/>
            <a:ext cx="970200" cy="48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66" name="Google Shape;5166;p163"/>
          <p:cNvSpPr txBox="1"/>
          <p:nvPr/>
        </p:nvSpPr>
        <p:spPr>
          <a:xfrm>
            <a:off x="6248250" y="1666450"/>
            <a:ext cx="16827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r>
              <a:rPr b="1" baseline="-25000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uv</a:t>
            </a: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 = 1</a:t>
            </a:r>
            <a:endParaRPr b="1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67" name="Google Shape;5167;p163"/>
          <p:cNvSpPr txBox="1"/>
          <p:nvPr/>
        </p:nvSpPr>
        <p:spPr>
          <a:xfrm>
            <a:off x="6296150" y="3055400"/>
            <a:ext cx="16827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r>
              <a:rPr b="1" baseline="-25000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uv</a:t>
            </a: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 = 2</a:t>
            </a:r>
            <a:endParaRPr b="1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68" name="Google Shape;5168;p163"/>
          <p:cNvSpPr/>
          <p:nvPr/>
        </p:nvSpPr>
        <p:spPr>
          <a:xfrm>
            <a:off x="6933228" y="3873973"/>
            <a:ext cx="408600" cy="390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69" name="Google Shape;5169;p163"/>
          <p:cNvSpPr txBox="1"/>
          <p:nvPr/>
        </p:nvSpPr>
        <p:spPr>
          <a:xfrm>
            <a:off x="6296150" y="4722713"/>
            <a:ext cx="16827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r>
              <a:rPr b="1" baseline="-25000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uv</a:t>
            </a: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 = 3</a:t>
            </a:r>
            <a:endParaRPr b="1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170" name="Google Shape;5170;p163"/>
          <p:cNvCxnSpPr>
            <a:stCxn id="5158" idx="6"/>
            <a:endCxn id="5168" idx="2"/>
          </p:cNvCxnSpPr>
          <p:nvPr/>
        </p:nvCxnSpPr>
        <p:spPr>
          <a:xfrm flipH="1" rot="10800000">
            <a:off x="5963098" y="4068959"/>
            <a:ext cx="970200" cy="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71" name="Google Shape;5171;p163"/>
          <p:cNvCxnSpPr>
            <a:stCxn id="5168" idx="6"/>
            <a:endCxn id="5159" idx="2"/>
          </p:cNvCxnSpPr>
          <p:nvPr/>
        </p:nvCxnSpPr>
        <p:spPr>
          <a:xfrm>
            <a:off x="7341828" y="4068973"/>
            <a:ext cx="970200" cy="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5" name="Shape 5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6" name="Google Shape;5176;p16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Node Cutsets (for node pairs)</a:t>
            </a:r>
            <a:endParaRPr/>
          </a:p>
        </p:txBody>
      </p:sp>
      <p:sp>
        <p:nvSpPr>
          <p:cNvPr id="5177" name="Google Shape;5177;p164"/>
          <p:cNvSpPr txBox="1"/>
          <p:nvPr>
            <p:ph idx="1" type="body"/>
          </p:nvPr>
        </p:nvSpPr>
        <p:spPr>
          <a:xfrm>
            <a:off x="311700" y="1225225"/>
            <a:ext cx="43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any pair of non-adjacent nodes, u and v: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pairwise node cutset</a:t>
            </a:r>
            <a:r>
              <a:rPr lang="en"/>
              <a:t> K</a:t>
            </a:r>
            <a:r>
              <a:rPr baseline="-25000" lang="en"/>
              <a:t>uv</a:t>
            </a:r>
            <a:r>
              <a:rPr lang="en"/>
              <a:t> is the number of nodes that would have to be removed for them to be disconnected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graph, if K</a:t>
            </a:r>
            <a:r>
              <a:rPr baseline="-25000" lang="en"/>
              <a:t>uv</a:t>
            </a:r>
            <a:r>
              <a:rPr lang="en"/>
              <a:t>= n then that means that there are at least n </a:t>
            </a:r>
            <a:r>
              <a:rPr b="1" lang="en"/>
              <a:t>node independent paths</a:t>
            </a:r>
            <a:r>
              <a:rPr lang="en"/>
              <a:t> linking u and v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8" name="Google Shape;5178;p164"/>
          <p:cNvSpPr/>
          <p:nvPr/>
        </p:nvSpPr>
        <p:spPr>
          <a:xfrm>
            <a:off x="5554499" y="1279288"/>
            <a:ext cx="408600" cy="3900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U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179" name="Google Shape;5179;p164"/>
          <p:cNvSpPr/>
          <p:nvPr/>
        </p:nvSpPr>
        <p:spPr>
          <a:xfrm>
            <a:off x="8311952" y="1283823"/>
            <a:ext cx="408600" cy="3900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V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180" name="Google Shape;5180;p164"/>
          <p:cNvSpPr/>
          <p:nvPr/>
        </p:nvSpPr>
        <p:spPr>
          <a:xfrm>
            <a:off x="6885322" y="1279288"/>
            <a:ext cx="408600" cy="390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16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181" name="Google Shape;5181;p164"/>
          <p:cNvCxnSpPr>
            <a:stCxn id="5178" idx="6"/>
            <a:endCxn id="5180" idx="2"/>
          </p:cNvCxnSpPr>
          <p:nvPr/>
        </p:nvCxnSpPr>
        <p:spPr>
          <a:xfrm>
            <a:off x="5963099" y="1474288"/>
            <a:ext cx="9222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82" name="Google Shape;5182;p164"/>
          <p:cNvCxnSpPr>
            <a:stCxn id="5180" idx="6"/>
            <a:endCxn id="5179" idx="2"/>
          </p:cNvCxnSpPr>
          <p:nvPr/>
        </p:nvCxnSpPr>
        <p:spPr>
          <a:xfrm>
            <a:off x="7293922" y="1474288"/>
            <a:ext cx="1017900" cy="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83" name="Google Shape;5183;p164"/>
          <p:cNvSpPr/>
          <p:nvPr/>
        </p:nvSpPr>
        <p:spPr>
          <a:xfrm>
            <a:off x="5554474" y="2366757"/>
            <a:ext cx="408600" cy="3900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U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184" name="Google Shape;5184;p164"/>
          <p:cNvSpPr/>
          <p:nvPr/>
        </p:nvSpPr>
        <p:spPr>
          <a:xfrm>
            <a:off x="8311927" y="2366757"/>
            <a:ext cx="408600" cy="3900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V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185" name="Google Shape;5185;p164"/>
          <p:cNvSpPr/>
          <p:nvPr/>
        </p:nvSpPr>
        <p:spPr>
          <a:xfrm>
            <a:off x="6933200" y="2671878"/>
            <a:ext cx="408600" cy="390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16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186" name="Google Shape;5186;p164"/>
          <p:cNvCxnSpPr>
            <a:stCxn id="5183" idx="6"/>
            <a:endCxn id="5185" idx="2"/>
          </p:cNvCxnSpPr>
          <p:nvPr/>
        </p:nvCxnSpPr>
        <p:spPr>
          <a:xfrm>
            <a:off x="5963074" y="2561757"/>
            <a:ext cx="970200" cy="305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87" name="Google Shape;5187;p164"/>
          <p:cNvCxnSpPr>
            <a:stCxn id="5185" idx="6"/>
            <a:endCxn id="5184" idx="2"/>
          </p:cNvCxnSpPr>
          <p:nvPr/>
        </p:nvCxnSpPr>
        <p:spPr>
          <a:xfrm flipH="1" rot="10800000">
            <a:off x="7341800" y="2561778"/>
            <a:ext cx="970200" cy="305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88" name="Google Shape;5188;p164"/>
          <p:cNvSpPr/>
          <p:nvPr/>
        </p:nvSpPr>
        <p:spPr>
          <a:xfrm>
            <a:off x="6933189" y="2074227"/>
            <a:ext cx="408600" cy="390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16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189" name="Google Shape;5189;p164"/>
          <p:cNvCxnSpPr>
            <a:stCxn id="5183" idx="6"/>
            <a:endCxn id="5188" idx="2"/>
          </p:cNvCxnSpPr>
          <p:nvPr/>
        </p:nvCxnSpPr>
        <p:spPr>
          <a:xfrm flipH="1" rot="10800000">
            <a:off x="5963074" y="2269257"/>
            <a:ext cx="970200" cy="2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0" name="Google Shape;5190;p164"/>
          <p:cNvCxnSpPr>
            <a:stCxn id="5188" idx="6"/>
            <a:endCxn id="5184" idx="2"/>
          </p:cNvCxnSpPr>
          <p:nvPr/>
        </p:nvCxnSpPr>
        <p:spPr>
          <a:xfrm>
            <a:off x="7341789" y="2269227"/>
            <a:ext cx="970200" cy="2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91" name="Google Shape;5191;p164"/>
          <p:cNvSpPr/>
          <p:nvPr/>
        </p:nvSpPr>
        <p:spPr>
          <a:xfrm>
            <a:off x="5554498" y="3883559"/>
            <a:ext cx="408600" cy="3900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U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192" name="Google Shape;5192;p164"/>
          <p:cNvSpPr/>
          <p:nvPr/>
        </p:nvSpPr>
        <p:spPr>
          <a:xfrm>
            <a:off x="8311951" y="3883559"/>
            <a:ext cx="408600" cy="3900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V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193" name="Google Shape;5193;p164"/>
          <p:cNvSpPr/>
          <p:nvPr/>
        </p:nvSpPr>
        <p:spPr>
          <a:xfrm>
            <a:off x="6933224" y="4347729"/>
            <a:ext cx="408600" cy="390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16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194" name="Google Shape;5194;p164"/>
          <p:cNvCxnSpPr>
            <a:stCxn id="5191" idx="6"/>
            <a:endCxn id="5193" idx="2"/>
          </p:cNvCxnSpPr>
          <p:nvPr/>
        </p:nvCxnSpPr>
        <p:spPr>
          <a:xfrm>
            <a:off x="5963098" y="4078559"/>
            <a:ext cx="970200" cy="464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5" name="Google Shape;5195;p164"/>
          <p:cNvCxnSpPr>
            <a:stCxn id="5193" idx="6"/>
            <a:endCxn id="5192" idx="2"/>
          </p:cNvCxnSpPr>
          <p:nvPr/>
        </p:nvCxnSpPr>
        <p:spPr>
          <a:xfrm flipH="1" rot="10800000">
            <a:off x="7341824" y="4078629"/>
            <a:ext cx="970200" cy="464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96" name="Google Shape;5196;p164"/>
          <p:cNvSpPr/>
          <p:nvPr/>
        </p:nvSpPr>
        <p:spPr>
          <a:xfrm>
            <a:off x="6933190" y="3400236"/>
            <a:ext cx="408600" cy="390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16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197" name="Google Shape;5197;p164"/>
          <p:cNvCxnSpPr>
            <a:stCxn id="5191" idx="6"/>
            <a:endCxn id="5196" idx="2"/>
          </p:cNvCxnSpPr>
          <p:nvPr/>
        </p:nvCxnSpPr>
        <p:spPr>
          <a:xfrm flipH="1" rot="10800000">
            <a:off x="5963098" y="3595259"/>
            <a:ext cx="970200" cy="48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8" name="Google Shape;5198;p164"/>
          <p:cNvCxnSpPr>
            <a:stCxn id="5196" idx="6"/>
            <a:endCxn id="5192" idx="2"/>
          </p:cNvCxnSpPr>
          <p:nvPr/>
        </p:nvCxnSpPr>
        <p:spPr>
          <a:xfrm>
            <a:off x="7341790" y="3595236"/>
            <a:ext cx="970200" cy="48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99" name="Google Shape;5199;p164"/>
          <p:cNvSpPr txBox="1"/>
          <p:nvPr/>
        </p:nvSpPr>
        <p:spPr>
          <a:xfrm>
            <a:off x="6248250" y="1666450"/>
            <a:ext cx="16827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r>
              <a:rPr b="1" baseline="-25000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uv</a:t>
            </a: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 = 1</a:t>
            </a:r>
            <a:endParaRPr b="1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00" name="Google Shape;5200;p164"/>
          <p:cNvSpPr txBox="1"/>
          <p:nvPr/>
        </p:nvSpPr>
        <p:spPr>
          <a:xfrm>
            <a:off x="6296150" y="3055400"/>
            <a:ext cx="16827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r>
              <a:rPr b="1" baseline="-25000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uv</a:t>
            </a: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 = 2</a:t>
            </a:r>
            <a:endParaRPr b="1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01" name="Google Shape;5201;p164"/>
          <p:cNvSpPr/>
          <p:nvPr/>
        </p:nvSpPr>
        <p:spPr>
          <a:xfrm>
            <a:off x="6933228" y="3873973"/>
            <a:ext cx="408600" cy="390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02" name="Google Shape;5202;p164"/>
          <p:cNvSpPr txBox="1"/>
          <p:nvPr/>
        </p:nvSpPr>
        <p:spPr>
          <a:xfrm>
            <a:off x="6296150" y="4722713"/>
            <a:ext cx="16827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r>
              <a:rPr b="1" baseline="-25000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uv</a:t>
            </a: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 = 3</a:t>
            </a:r>
            <a:endParaRPr b="1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203" name="Google Shape;5203;p164"/>
          <p:cNvCxnSpPr>
            <a:stCxn id="5191" idx="6"/>
            <a:endCxn id="5201" idx="2"/>
          </p:cNvCxnSpPr>
          <p:nvPr/>
        </p:nvCxnSpPr>
        <p:spPr>
          <a:xfrm flipH="1" rot="10800000">
            <a:off x="5963098" y="4068959"/>
            <a:ext cx="970200" cy="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04" name="Google Shape;5204;p164"/>
          <p:cNvCxnSpPr>
            <a:stCxn id="5201" idx="6"/>
            <a:endCxn id="5192" idx="2"/>
          </p:cNvCxnSpPr>
          <p:nvPr/>
        </p:nvCxnSpPr>
        <p:spPr>
          <a:xfrm>
            <a:off x="7341828" y="4068973"/>
            <a:ext cx="970200" cy="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8" name="Shape 5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9" name="Google Shape;5209;p16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Node Cutsets (for node pairs)</a:t>
            </a:r>
            <a:endParaRPr/>
          </a:p>
        </p:txBody>
      </p:sp>
      <p:sp>
        <p:nvSpPr>
          <p:cNvPr id="5210" name="Google Shape;5210;p165"/>
          <p:cNvSpPr txBox="1"/>
          <p:nvPr>
            <p:ph idx="1" type="body"/>
          </p:nvPr>
        </p:nvSpPr>
        <p:spPr>
          <a:xfrm>
            <a:off x="311700" y="1225225"/>
            <a:ext cx="43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any pair of non-adjacent nodes, u and v: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pairwise node cutset</a:t>
            </a:r>
            <a:r>
              <a:rPr lang="en"/>
              <a:t> K</a:t>
            </a:r>
            <a:r>
              <a:rPr baseline="-25000" lang="en"/>
              <a:t>uv</a:t>
            </a:r>
            <a:r>
              <a:rPr lang="en"/>
              <a:t> is the number of nodes that would have to be removed for them to be disconnected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graph, if K</a:t>
            </a:r>
            <a:r>
              <a:rPr baseline="-25000" lang="en"/>
              <a:t>uv</a:t>
            </a:r>
            <a:r>
              <a:rPr lang="en"/>
              <a:t>= n then that means that there are at least n </a:t>
            </a:r>
            <a:r>
              <a:rPr b="1" lang="en"/>
              <a:t>node independent paths</a:t>
            </a:r>
            <a:r>
              <a:rPr lang="en"/>
              <a:t> linking u and v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paths are </a:t>
            </a:r>
            <a:r>
              <a:rPr b="1" lang="en"/>
              <a:t>node independent </a:t>
            </a:r>
            <a:r>
              <a:rPr lang="en"/>
              <a:t>wherever the </a:t>
            </a:r>
            <a:r>
              <a:rPr b="1" lang="en"/>
              <a:t>inner nodes</a:t>
            </a:r>
            <a:r>
              <a:rPr lang="en"/>
              <a:t> in each path are different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1" name="Google Shape;5211;p165"/>
          <p:cNvSpPr/>
          <p:nvPr/>
        </p:nvSpPr>
        <p:spPr>
          <a:xfrm>
            <a:off x="5554499" y="1279288"/>
            <a:ext cx="408600" cy="3900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U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212" name="Google Shape;5212;p165"/>
          <p:cNvSpPr/>
          <p:nvPr/>
        </p:nvSpPr>
        <p:spPr>
          <a:xfrm>
            <a:off x="8311952" y="1283823"/>
            <a:ext cx="408600" cy="3900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V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213" name="Google Shape;5213;p165"/>
          <p:cNvSpPr/>
          <p:nvPr/>
        </p:nvSpPr>
        <p:spPr>
          <a:xfrm>
            <a:off x="6885322" y="1279288"/>
            <a:ext cx="408600" cy="390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16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214" name="Google Shape;5214;p165"/>
          <p:cNvCxnSpPr>
            <a:stCxn id="5211" idx="6"/>
            <a:endCxn id="5213" idx="2"/>
          </p:cNvCxnSpPr>
          <p:nvPr/>
        </p:nvCxnSpPr>
        <p:spPr>
          <a:xfrm>
            <a:off x="5963099" y="1474288"/>
            <a:ext cx="9222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15" name="Google Shape;5215;p165"/>
          <p:cNvCxnSpPr>
            <a:stCxn id="5213" idx="6"/>
            <a:endCxn id="5212" idx="2"/>
          </p:cNvCxnSpPr>
          <p:nvPr/>
        </p:nvCxnSpPr>
        <p:spPr>
          <a:xfrm>
            <a:off x="7293922" y="1474288"/>
            <a:ext cx="1017900" cy="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16" name="Google Shape;5216;p165"/>
          <p:cNvSpPr/>
          <p:nvPr/>
        </p:nvSpPr>
        <p:spPr>
          <a:xfrm>
            <a:off x="5554474" y="2366757"/>
            <a:ext cx="408600" cy="3900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U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217" name="Google Shape;5217;p165"/>
          <p:cNvSpPr/>
          <p:nvPr/>
        </p:nvSpPr>
        <p:spPr>
          <a:xfrm>
            <a:off x="8311927" y="2366757"/>
            <a:ext cx="408600" cy="3900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V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218" name="Google Shape;5218;p165"/>
          <p:cNvSpPr/>
          <p:nvPr/>
        </p:nvSpPr>
        <p:spPr>
          <a:xfrm>
            <a:off x="6933200" y="2671878"/>
            <a:ext cx="408600" cy="390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16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219" name="Google Shape;5219;p165"/>
          <p:cNvCxnSpPr>
            <a:stCxn id="5216" idx="6"/>
            <a:endCxn id="5218" idx="2"/>
          </p:cNvCxnSpPr>
          <p:nvPr/>
        </p:nvCxnSpPr>
        <p:spPr>
          <a:xfrm>
            <a:off x="5963074" y="2561757"/>
            <a:ext cx="970200" cy="305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20" name="Google Shape;5220;p165"/>
          <p:cNvCxnSpPr>
            <a:stCxn id="5218" idx="6"/>
            <a:endCxn id="5217" idx="2"/>
          </p:cNvCxnSpPr>
          <p:nvPr/>
        </p:nvCxnSpPr>
        <p:spPr>
          <a:xfrm flipH="1" rot="10800000">
            <a:off x="7341800" y="2561778"/>
            <a:ext cx="970200" cy="305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21" name="Google Shape;5221;p165"/>
          <p:cNvSpPr/>
          <p:nvPr/>
        </p:nvSpPr>
        <p:spPr>
          <a:xfrm>
            <a:off x="6933189" y="2074227"/>
            <a:ext cx="408600" cy="390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16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222" name="Google Shape;5222;p165"/>
          <p:cNvCxnSpPr>
            <a:stCxn id="5216" idx="6"/>
            <a:endCxn id="5221" idx="2"/>
          </p:cNvCxnSpPr>
          <p:nvPr/>
        </p:nvCxnSpPr>
        <p:spPr>
          <a:xfrm flipH="1" rot="10800000">
            <a:off x="5963074" y="2269257"/>
            <a:ext cx="970200" cy="2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23" name="Google Shape;5223;p165"/>
          <p:cNvCxnSpPr>
            <a:stCxn id="5221" idx="6"/>
            <a:endCxn id="5217" idx="2"/>
          </p:cNvCxnSpPr>
          <p:nvPr/>
        </p:nvCxnSpPr>
        <p:spPr>
          <a:xfrm>
            <a:off x="7341789" y="2269227"/>
            <a:ext cx="970200" cy="292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24" name="Google Shape;5224;p165"/>
          <p:cNvSpPr/>
          <p:nvPr/>
        </p:nvSpPr>
        <p:spPr>
          <a:xfrm>
            <a:off x="5554498" y="3883559"/>
            <a:ext cx="408600" cy="3900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U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225" name="Google Shape;5225;p165"/>
          <p:cNvSpPr/>
          <p:nvPr/>
        </p:nvSpPr>
        <p:spPr>
          <a:xfrm>
            <a:off x="8311951" y="3883559"/>
            <a:ext cx="408600" cy="390000"/>
          </a:xfrm>
          <a:prstGeom prst="ellipse">
            <a:avLst/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V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226" name="Google Shape;5226;p165"/>
          <p:cNvSpPr/>
          <p:nvPr/>
        </p:nvSpPr>
        <p:spPr>
          <a:xfrm>
            <a:off x="6933224" y="4347729"/>
            <a:ext cx="408600" cy="390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16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227" name="Google Shape;5227;p165"/>
          <p:cNvCxnSpPr>
            <a:stCxn id="5224" idx="6"/>
            <a:endCxn id="5226" idx="2"/>
          </p:cNvCxnSpPr>
          <p:nvPr/>
        </p:nvCxnSpPr>
        <p:spPr>
          <a:xfrm>
            <a:off x="5963098" y="4078559"/>
            <a:ext cx="970200" cy="464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28" name="Google Shape;5228;p165"/>
          <p:cNvCxnSpPr>
            <a:stCxn id="5226" idx="6"/>
            <a:endCxn id="5225" idx="2"/>
          </p:cNvCxnSpPr>
          <p:nvPr/>
        </p:nvCxnSpPr>
        <p:spPr>
          <a:xfrm flipH="1" rot="10800000">
            <a:off x="7341824" y="4078629"/>
            <a:ext cx="970200" cy="464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29" name="Google Shape;5229;p165"/>
          <p:cNvSpPr/>
          <p:nvPr/>
        </p:nvSpPr>
        <p:spPr>
          <a:xfrm>
            <a:off x="6933190" y="3400236"/>
            <a:ext cx="408600" cy="390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16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230" name="Google Shape;5230;p165"/>
          <p:cNvCxnSpPr>
            <a:stCxn id="5224" idx="6"/>
            <a:endCxn id="5229" idx="2"/>
          </p:cNvCxnSpPr>
          <p:nvPr/>
        </p:nvCxnSpPr>
        <p:spPr>
          <a:xfrm flipH="1" rot="10800000">
            <a:off x="5963098" y="3595259"/>
            <a:ext cx="970200" cy="48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31" name="Google Shape;5231;p165"/>
          <p:cNvCxnSpPr>
            <a:stCxn id="5229" idx="6"/>
            <a:endCxn id="5225" idx="2"/>
          </p:cNvCxnSpPr>
          <p:nvPr/>
        </p:nvCxnSpPr>
        <p:spPr>
          <a:xfrm>
            <a:off x="7341790" y="3595236"/>
            <a:ext cx="970200" cy="48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32" name="Google Shape;5232;p165"/>
          <p:cNvSpPr txBox="1"/>
          <p:nvPr/>
        </p:nvSpPr>
        <p:spPr>
          <a:xfrm>
            <a:off x="6248250" y="1666450"/>
            <a:ext cx="16827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r>
              <a:rPr b="1" baseline="-25000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uv</a:t>
            </a: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 = 1</a:t>
            </a:r>
            <a:endParaRPr b="1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33" name="Google Shape;5233;p165"/>
          <p:cNvSpPr txBox="1"/>
          <p:nvPr/>
        </p:nvSpPr>
        <p:spPr>
          <a:xfrm>
            <a:off x="6296150" y="3055400"/>
            <a:ext cx="16827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r>
              <a:rPr b="1" baseline="-25000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uv</a:t>
            </a: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 = 2</a:t>
            </a:r>
            <a:endParaRPr b="1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34" name="Google Shape;5234;p165"/>
          <p:cNvSpPr/>
          <p:nvPr/>
        </p:nvSpPr>
        <p:spPr>
          <a:xfrm>
            <a:off x="6933228" y="3873973"/>
            <a:ext cx="408600" cy="390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35" name="Google Shape;5235;p165"/>
          <p:cNvSpPr txBox="1"/>
          <p:nvPr/>
        </p:nvSpPr>
        <p:spPr>
          <a:xfrm>
            <a:off x="6296150" y="4722713"/>
            <a:ext cx="16827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r>
              <a:rPr b="1" baseline="-25000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uv</a:t>
            </a: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 = 3</a:t>
            </a:r>
            <a:endParaRPr b="1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236" name="Google Shape;5236;p165"/>
          <p:cNvCxnSpPr>
            <a:stCxn id="5224" idx="6"/>
            <a:endCxn id="5234" idx="2"/>
          </p:cNvCxnSpPr>
          <p:nvPr/>
        </p:nvCxnSpPr>
        <p:spPr>
          <a:xfrm flipH="1" rot="10800000">
            <a:off x="5963098" y="4068959"/>
            <a:ext cx="970200" cy="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37" name="Google Shape;5237;p165"/>
          <p:cNvCxnSpPr>
            <a:stCxn id="5234" idx="6"/>
            <a:endCxn id="5225" idx="2"/>
          </p:cNvCxnSpPr>
          <p:nvPr/>
        </p:nvCxnSpPr>
        <p:spPr>
          <a:xfrm>
            <a:off x="7341828" y="4068973"/>
            <a:ext cx="970200" cy="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5241" name="Shape 5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2" name="Google Shape;5242;p166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Cohesion</a:t>
            </a:r>
            <a:endParaRPr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6" name="Shape 5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7" name="Google Shape;5247;p16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Cohesion</a:t>
            </a:r>
            <a:endParaRPr/>
          </a:p>
        </p:txBody>
      </p:sp>
      <p:sp>
        <p:nvSpPr>
          <p:cNvPr id="5248" name="Google Shape;5248;p167"/>
          <p:cNvSpPr txBox="1"/>
          <p:nvPr>
            <p:ph idx="1" type="body"/>
          </p:nvPr>
        </p:nvSpPr>
        <p:spPr>
          <a:xfrm>
            <a:off x="311700" y="1225225"/>
            <a:ext cx="4692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K-connectivity (graph theory) can represent  concept of </a:t>
            </a:r>
            <a:r>
              <a:rPr b="1" lang="en"/>
              <a:t>social</a:t>
            </a:r>
            <a:r>
              <a:rPr lang="en"/>
              <a:t> </a:t>
            </a:r>
            <a:r>
              <a:rPr b="1" lang="en"/>
              <a:t>cohesion</a:t>
            </a:r>
            <a:r>
              <a:rPr lang="en"/>
              <a:t> (network theory):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larger</a:t>
            </a:r>
            <a:r>
              <a:rPr lang="en"/>
              <a:t> the (edge, node) cutset the </a:t>
            </a:r>
            <a:r>
              <a:rPr b="1" lang="en"/>
              <a:t>more</a:t>
            </a:r>
            <a:r>
              <a:rPr lang="en"/>
              <a:t> </a:t>
            </a:r>
            <a:r>
              <a:rPr b="1" lang="en"/>
              <a:t>cohesive</a:t>
            </a:r>
            <a:r>
              <a:rPr lang="en"/>
              <a:t> (integrated) groups are with one another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smaller</a:t>
            </a:r>
            <a:r>
              <a:rPr lang="en"/>
              <a:t> the (edge, node) cutset the less cohesive and more potentially </a:t>
            </a:r>
            <a:r>
              <a:rPr b="1" lang="en"/>
              <a:t>fragmented</a:t>
            </a:r>
            <a:r>
              <a:rPr lang="en"/>
              <a:t> the group structure is</a:t>
            </a:r>
            <a:endParaRPr/>
          </a:p>
        </p:txBody>
      </p:sp>
      <p:sp>
        <p:nvSpPr>
          <p:cNvPr id="5249" name="Google Shape;5249;p167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0" name="Google Shape;5250;p167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1" name="Google Shape;5251;p167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2" name="Google Shape;5252;p167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253" name="Google Shape;5253;p167"/>
          <p:cNvCxnSpPr>
            <a:stCxn id="5249" idx="3"/>
            <a:endCxn id="5250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4" name="Google Shape;5254;p167"/>
          <p:cNvCxnSpPr>
            <a:stCxn id="5252" idx="1"/>
            <a:endCxn id="5250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5" name="Google Shape;5255;p167"/>
          <p:cNvCxnSpPr>
            <a:stCxn id="5249" idx="4"/>
            <a:endCxn id="5252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6" name="Google Shape;5256;p167"/>
          <p:cNvCxnSpPr>
            <a:stCxn id="5249" idx="5"/>
            <a:endCxn id="5251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7" name="Google Shape;5257;p167"/>
          <p:cNvCxnSpPr>
            <a:stCxn id="5251" idx="2"/>
            <a:endCxn id="5250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58" name="Google Shape;5258;p167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9" name="Google Shape;5259;p167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0" name="Google Shape;5260;p167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1" name="Google Shape;5261;p167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262" name="Google Shape;5262;p167"/>
          <p:cNvCxnSpPr>
            <a:stCxn id="5258" idx="3"/>
            <a:endCxn id="5259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3" name="Google Shape;5263;p167"/>
          <p:cNvCxnSpPr>
            <a:stCxn id="5261" idx="0"/>
            <a:endCxn id="5259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4" name="Google Shape;5264;p167"/>
          <p:cNvCxnSpPr>
            <a:stCxn id="5258" idx="5"/>
            <a:endCxn id="5260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5" name="Google Shape;5265;p167"/>
          <p:cNvCxnSpPr>
            <a:stCxn id="5260" idx="2"/>
            <a:endCxn id="5259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66" name="Google Shape;5266;p167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267" name="Google Shape;5267;p167"/>
          <p:cNvCxnSpPr>
            <a:stCxn id="5266" idx="0"/>
            <a:endCxn id="5259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8" name="Google Shape;5268;p167"/>
          <p:cNvCxnSpPr>
            <a:stCxn id="5260" idx="3"/>
            <a:endCxn id="5261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9" name="Google Shape;5269;p167"/>
          <p:cNvCxnSpPr>
            <a:stCxn id="5260" idx="3"/>
            <a:endCxn id="5266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70" name="Google Shape;5270;p167"/>
          <p:cNvCxnSpPr>
            <a:stCxn id="5258" idx="4"/>
            <a:endCxn id="5266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71" name="Google Shape;5271;p167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2" name="Google Shape;5272;p167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3" name="Google Shape;5273;p167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274" name="Google Shape;5274;p167"/>
          <p:cNvCxnSpPr>
            <a:stCxn id="5271" idx="3"/>
            <a:endCxn id="5272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75" name="Google Shape;5275;p167"/>
          <p:cNvCxnSpPr>
            <a:stCxn id="5271" idx="5"/>
            <a:endCxn id="5273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76" name="Google Shape;5276;p167"/>
          <p:cNvCxnSpPr>
            <a:stCxn id="5273" idx="2"/>
            <a:endCxn id="5272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77" name="Google Shape;5277;p167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278" name="Google Shape;5278;p167"/>
          <p:cNvCxnSpPr>
            <a:stCxn id="5277" idx="2"/>
            <a:endCxn id="5272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79" name="Google Shape;5279;p167"/>
          <p:cNvCxnSpPr>
            <a:stCxn id="5277" idx="0"/>
            <a:endCxn id="5271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80" name="Google Shape;5280;p167"/>
          <p:cNvCxnSpPr>
            <a:stCxn id="5251" idx="5"/>
            <a:endCxn id="5272" idx="1"/>
          </p:cNvCxnSpPr>
          <p:nvPr/>
        </p:nvCxnSpPr>
        <p:spPr>
          <a:xfrm>
            <a:off x="6516801" y="2675826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81" name="Google Shape;5281;p167"/>
          <p:cNvCxnSpPr>
            <a:stCxn id="5251" idx="7"/>
            <a:endCxn id="5261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82" name="Google Shape;5282;p167"/>
          <p:cNvCxnSpPr>
            <a:stCxn id="5266" idx="3"/>
            <a:endCxn id="5271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83" name="Google Shape;5283;p167"/>
          <p:cNvCxnSpPr>
            <a:stCxn id="5260" idx="4"/>
            <a:endCxn id="5273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84" name="Google Shape;5284;p167"/>
          <p:cNvCxnSpPr>
            <a:stCxn id="5249" idx="6"/>
            <a:endCxn id="5266" idx="2"/>
          </p:cNvCxnSpPr>
          <p:nvPr/>
        </p:nvCxnSpPr>
        <p:spPr>
          <a:xfrm flipH="1" rot="10800000">
            <a:off x="6016288" y="1891838"/>
            <a:ext cx="1804800" cy="28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85" name="Google Shape;5285;p167"/>
          <p:cNvCxnSpPr>
            <a:stCxn id="5252" idx="6"/>
            <a:endCxn id="5271" idx="1"/>
          </p:cNvCxnSpPr>
          <p:nvPr/>
        </p:nvCxnSpPr>
        <p:spPr>
          <a:xfrm>
            <a:off x="6046588" y="3167788"/>
            <a:ext cx="1686600" cy="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286" name="Google Shape;5286;p167"/>
          <p:cNvGrpSpPr/>
          <p:nvPr/>
        </p:nvGrpSpPr>
        <p:grpSpPr>
          <a:xfrm>
            <a:off x="7426813" y="3603880"/>
            <a:ext cx="1182300" cy="1066200"/>
            <a:chOff x="7426813" y="3603880"/>
            <a:chExt cx="1182300" cy="1066200"/>
          </a:xfrm>
        </p:grpSpPr>
        <p:sp>
          <p:nvSpPr>
            <p:cNvPr id="5287" name="Google Shape;5287;p167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288" name="Google Shape;5288;p167"/>
            <p:cNvCxnSpPr>
              <a:stCxn id="5287" idx="0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89" name="Google Shape;5289;p167"/>
            <p:cNvCxnSpPr>
              <a:endCxn id="5287" idx="6"/>
            </p:cNvCxnSpPr>
            <p:nvPr/>
          </p:nvCxnSpPr>
          <p:spPr>
            <a:xfrm flipH="1">
              <a:off x="7891513" y="3603880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90" name="Google Shape;5290;p167"/>
            <p:cNvCxnSpPr>
              <a:stCxn id="5287" idx="6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4" name="Shape 5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5" name="Google Shape;5295;p16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</a:t>
            </a:r>
            <a:r>
              <a:rPr lang="en"/>
              <a:t>Cohesion</a:t>
            </a:r>
            <a:endParaRPr/>
          </a:p>
        </p:txBody>
      </p:sp>
      <p:sp>
        <p:nvSpPr>
          <p:cNvPr id="5296" name="Google Shape;5296;p168"/>
          <p:cNvSpPr txBox="1"/>
          <p:nvPr>
            <p:ph idx="1" type="body"/>
          </p:nvPr>
        </p:nvSpPr>
        <p:spPr>
          <a:xfrm>
            <a:off x="311700" y="1225225"/>
            <a:ext cx="4692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K-connectivity (graph theory) can represent  concept of </a:t>
            </a:r>
            <a:r>
              <a:rPr b="1" lang="en"/>
              <a:t>social</a:t>
            </a:r>
            <a:r>
              <a:rPr lang="en"/>
              <a:t> </a:t>
            </a:r>
            <a:r>
              <a:rPr b="1" lang="en"/>
              <a:t>cohesion</a:t>
            </a:r>
            <a:r>
              <a:rPr lang="en"/>
              <a:t> (network theory):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more k-connectivity </a:t>
            </a:r>
            <a:r>
              <a:rPr lang="en"/>
              <a:t>the </a:t>
            </a:r>
            <a:r>
              <a:rPr b="1" lang="en"/>
              <a:t>more</a:t>
            </a:r>
            <a:r>
              <a:rPr lang="en"/>
              <a:t> </a:t>
            </a:r>
            <a:r>
              <a:rPr b="1" lang="en"/>
              <a:t>cohesive (integrated)</a:t>
            </a:r>
            <a:r>
              <a:rPr lang="en"/>
              <a:t> the group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More people would have to be removed to disrupt the group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Any graph can be split into subgraphs with any given level of k-connectivity</a:t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7" name="Google Shape;5297;p168"/>
          <p:cNvSpPr/>
          <p:nvPr/>
        </p:nvSpPr>
        <p:spPr>
          <a:xfrm>
            <a:off x="5844988" y="20950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8" name="Google Shape;5298;p168"/>
          <p:cNvSpPr/>
          <p:nvPr/>
        </p:nvSpPr>
        <p:spPr>
          <a:xfrm>
            <a:off x="5370463" y="2640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9" name="Google Shape;5299;p168"/>
          <p:cNvSpPr/>
          <p:nvPr/>
        </p:nvSpPr>
        <p:spPr>
          <a:xfrm>
            <a:off x="6370588" y="2529613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0" name="Google Shape;5300;p168"/>
          <p:cNvSpPr/>
          <p:nvPr/>
        </p:nvSpPr>
        <p:spPr>
          <a:xfrm>
            <a:off x="5875288" y="308213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01" name="Google Shape;5301;p168"/>
          <p:cNvCxnSpPr>
            <a:stCxn id="5297" idx="3"/>
            <a:endCxn id="5298" idx="7"/>
          </p:cNvCxnSpPr>
          <p:nvPr/>
        </p:nvCxnSpPr>
        <p:spPr>
          <a:xfrm flipH="1">
            <a:off x="5516674" y="2241301"/>
            <a:ext cx="353400" cy="42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02" name="Google Shape;5302;p168"/>
          <p:cNvCxnSpPr>
            <a:stCxn id="5300" idx="1"/>
            <a:endCxn id="5298" idx="5"/>
          </p:cNvCxnSpPr>
          <p:nvPr/>
        </p:nvCxnSpPr>
        <p:spPr>
          <a:xfrm rot="10800000">
            <a:off x="5516674" y="2787124"/>
            <a:ext cx="383700" cy="32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03" name="Google Shape;5303;p168"/>
          <p:cNvCxnSpPr>
            <a:stCxn id="5297" idx="4"/>
            <a:endCxn id="5300" idx="1"/>
          </p:cNvCxnSpPr>
          <p:nvPr/>
        </p:nvCxnSpPr>
        <p:spPr>
          <a:xfrm flipH="1">
            <a:off x="5900338" y="2266388"/>
            <a:ext cx="30300" cy="84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04" name="Google Shape;5304;p168"/>
          <p:cNvCxnSpPr>
            <a:stCxn id="5297" idx="5"/>
            <a:endCxn id="5299" idx="1"/>
          </p:cNvCxnSpPr>
          <p:nvPr/>
        </p:nvCxnSpPr>
        <p:spPr>
          <a:xfrm>
            <a:off x="5991201" y="2241301"/>
            <a:ext cx="404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05" name="Google Shape;5305;p168"/>
          <p:cNvCxnSpPr>
            <a:stCxn id="5299" idx="2"/>
            <a:endCxn id="5298" idx="6"/>
          </p:cNvCxnSpPr>
          <p:nvPr/>
        </p:nvCxnSpPr>
        <p:spPr>
          <a:xfrm flipH="1">
            <a:off x="5541688" y="2615263"/>
            <a:ext cx="828900" cy="11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06" name="Google Shape;5306;p168"/>
          <p:cNvSpPr/>
          <p:nvPr/>
        </p:nvSpPr>
        <p:spPr>
          <a:xfrm>
            <a:off x="7820950" y="6538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7" name="Google Shape;5307;p168"/>
          <p:cNvSpPr/>
          <p:nvPr/>
        </p:nvSpPr>
        <p:spPr>
          <a:xfrm>
            <a:off x="7200175" y="9267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8" name="Google Shape;5308;p168"/>
          <p:cNvSpPr/>
          <p:nvPr/>
        </p:nvSpPr>
        <p:spPr>
          <a:xfrm>
            <a:off x="8181075" y="1237988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9" name="Google Shape;5309;p168"/>
          <p:cNvSpPr/>
          <p:nvPr/>
        </p:nvSpPr>
        <p:spPr>
          <a:xfrm>
            <a:off x="7246000" y="1494713"/>
            <a:ext cx="171300" cy="171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10" name="Google Shape;5310;p168"/>
          <p:cNvCxnSpPr>
            <a:stCxn id="5306" idx="3"/>
            <a:endCxn id="5307" idx="7"/>
          </p:cNvCxnSpPr>
          <p:nvPr/>
        </p:nvCxnSpPr>
        <p:spPr>
          <a:xfrm flipH="1">
            <a:off x="7346536" y="800026"/>
            <a:ext cx="499500" cy="15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11" name="Google Shape;5311;p168"/>
          <p:cNvCxnSpPr>
            <a:stCxn id="5309" idx="0"/>
            <a:endCxn id="5307" idx="4"/>
          </p:cNvCxnSpPr>
          <p:nvPr/>
        </p:nvCxnSpPr>
        <p:spPr>
          <a:xfrm rot="10800000">
            <a:off x="7285750" y="1098113"/>
            <a:ext cx="45900" cy="396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12" name="Google Shape;5312;p168"/>
          <p:cNvCxnSpPr>
            <a:stCxn id="5306" idx="5"/>
            <a:endCxn id="5308" idx="1"/>
          </p:cNvCxnSpPr>
          <p:nvPr/>
        </p:nvCxnSpPr>
        <p:spPr>
          <a:xfrm>
            <a:off x="7967164" y="800026"/>
            <a:ext cx="239100" cy="46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13" name="Google Shape;5313;p168"/>
          <p:cNvCxnSpPr>
            <a:stCxn id="5308" idx="2"/>
            <a:endCxn id="5307" idx="6"/>
          </p:cNvCxnSpPr>
          <p:nvPr/>
        </p:nvCxnSpPr>
        <p:spPr>
          <a:xfrm rot="10800000">
            <a:off x="7371375" y="1012538"/>
            <a:ext cx="809700" cy="311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14" name="Google Shape;5314;p168"/>
          <p:cNvSpPr/>
          <p:nvPr/>
        </p:nvSpPr>
        <p:spPr>
          <a:xfrm>
            <a:off x="7820950" y="1806138"/>
            <a:ext cx="171300" cy="171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15" name="Google Shape;5315;p168"/>
          <p:cNvCxnSpPr>
            <a:stCxn id="5314" idx="0"/>
            <a:endCxn id="5307" idx="6"/>
          </p:cNvCxnSpPr>
          <p:nvPr/>
        </p:nvCxnSpPr>
        <p:spPr>
          <a:xfrm rot="10800000">
            <a:off x="7371400" y="1012338"/>
            <a:ext cx="535200" cy="79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16" name="Google Shape;5316;p168"/>
          <p:cNvCxnSpPr>
            <a:stCxn id="5308" idx="3"/>
            <a:endCxn id="5309" idx="6"/>
          </p:cNvCxnSpPr>
          <p:nvPr/>
        </p:nvCxnSpPr>
        <p:spPr>
          <a:xfrm flipH="1">
            <a:off x="7417161" y="1384201"/>
            <a:ext cx="789000" cy="196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17" name="Google Shape;5317;p168"/>
          <p:cNvCxnSpPr>
            <a:stCxn id="5308" idx="3"/>
            <a:endCxn id="5314" idx="1"/>
          </p:cNvCxnSpPr>
          <p:nvPr/>
        </p:nvCxnSpPr>
        <p:spPr>
          <a:xfrm flipH="1">
            <a:off x="7846161" y="1384201"/>
            <a:ext cx="360000" cy="44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18" name="Google Shape;5318;p168"/>
          <p:cNvCxnSpPr>
            <a:stCxn id="5306" idx="4"/>
            <a:endCxn id="5314" idx="0"/>
          </p:cNvCxnSpPr>
          <p:nvPr/>
        </p:nvCxnSpPr>
        <p:spPr>
          <a:xfrm>
            <a:off x="7906600" y="825113"/>
            <a:ext cx="0" cy="98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19" name="Google Shape;5319;p168"/>
          <p:cNvSpPr/>
          <p:nvPr/>
        </p:nvSpPr>
        <p:spPr>
          <a:xfrm rot="-1281263">
            <a:off x="7726111" y="3127097"/>
            <a:ext cx="171365" cy="171365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0" name="Google Shape;5320;p168"/>
          <p:cNvSpPr/>
          <p:nvPr/>
        </p:nvSpPr>
        <p:spPr>
          <a:xfrm rot="-1281263">
            <a:off x="7310069" y="3774485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1" name="Google Shape;5321;p168"/>
          <p:cNvSpPr/>
          <p:nvPr/>
        </p:nvSpPr>
        <p:spPr>
          <a:xfrm rot="-1281263">
            <a:off x="8557828" y="3439737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22" name="Google Shape;5322;p168"/>
          <p:cNvCxnSpPr>
            <a:stCxn id="5319" idx="3"/>
            <a:endCxn id="5320" idx="7"/>
          </p:cNvCxnSpPr>
          <p:nvPr/>
        </p:nvCxnSpPr>
        <p:spPr>
          <a:xfrm flipH="1">
            <a:off x="7430028" y="3291269"/>
            <a:ext cx="347400" cy="49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23" name="Google Shape;5323;p168"/>
          <p:cNvCxnSpPr>
            <a:stCxn id="5319" idx="5"/>
            <a:endCxn id="5321" idx="1"/>
          </p:cNvCxnSpPr>
          <p:nvPr/>
        </p:nvCxnSpPr>
        <p:spPr>
          <a:xfrm>
            <a:off x="7890283" y="3247145"/>
            <a:ext cx="674700" cy="24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24" name="Google Shape;5324;p168"/>
          <p:cNvCxnSpPr>
            <a:stCxn id="5321" idx="2"/>
            <a:endCxn id="5320" idx="6"/>
          </p:cNvCxnSpPr>
          <p:nvPr/>
        </p:nvCxnSpPr>
        <p:spPr>
          <a:xfrm flipH="1">
            <a:off x="7475611" y="3556619"/>
            <a:ext cx="1088100" cy="2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25" name="Google Shape;5325;p168"/>
          <p:cNvSpPr/>
          <p:nvPr/>
        </p:nvSpPr>
        <p:spPr>
          <a:xfrm rot="-1281263">
            <a:off x="8001037" y="3919934"/>
            <a:ext cx="171365" cy="171365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26" name="Google Shape;5326;p168"/>
          <p:cNvCxnSpPr>
            <a:stCxn id="5325" idx="2"/>
            <a:endCxn id="5320" idx="5"/>
          </p:cNvCxnSpPr>
          <p:nvPr/>
        </p:nvCxnSpPr>
        <p:spPr>
          <a:xfrm rot="10800000">
            <a:off x="7474120" y="3894616"/>
            <a:ext cx="532800" cy="142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27" name="Google Shape;5327;p168"/>
          <p:cNvCxnSpPr>
            <a:stCxn id="5325" idx="0"/>
            <a:endCxn id="5319" idx="3"/>
          </p:cNvCxnSpPr>
          <p:nvPr/>
        </p:nvCxnSpPr>
        <p:spPr>
          <a:xfrm rot="10800000">
            <a:off x="7777420" y="3291316"/>
            <a:ext cx="278100" cy="63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28" name="Google Shape;5328;p168"/>
          <p:cNvCxnSpPr>
            <a:stCxn id="5299" idx="5"/>
            <a:endCxn id="5320" idx="1"/>
          </p:cNvCxnSpPr>
          <p:nvPr/>
        </p:nvCxnSpPr>
        <p:spPr>
          <a:xfrm>
            <a:off x="6516801" y="2675826"/>
            <a:ext cx="800400" cy="1149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29" name="Google Shape;5329;p168"/>
          <p:cNvCxnSpPr>
            <a:stCxn id="5299" idx="7"/>
            <a:endCxn id="5309" idx="3"/>
          </p:cNvCxnSpPr>
          <p:nvPr/>
        </p:nvCxnSpPr>
        <p:spPr>
          <a:xfrm flipH="1" rot="10800000">
            <a:off x="6516801" y="1640899"/>
            <a:ext cx="754200" cy="91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30" name="Google Shape;5330;p168"/>
          <p:cNvCxnSpPr>
            <a:stCxn id="5314" idx="3"/>
            <a:endCxn id="5319" idx="7"/>
          </p:cNvCxnSpPr>
          <p:nvPr/>
        </p:nvCxnSpPr>
        <p:spPr>
          <a:xfrm>
            <a:off x="7846036" y="1952351"/>
            <a:ext cx="0" cy="118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31" name="Google Shape;5331;p168"/>
          <p:cNvCxnSpPr>
            <a:stCxn id="5308" idx="4"/>
            <a:endCxn id="5321" idx="0"/>
          </p:cNvCxnSpPr>
          <p:nvPr/>
        </p:nvCxnSpPr>
        <p:spPr>
          <a:xfrm>
            <a:off x="8266725" y="1409288"/>
            <a:ext cx="345600" cy="203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32" name="Google Shape;5332;p168"/>
          <p:cNvCxnSpPr>
            <a:stCxn id="5297" idx="6"/>
            <a:endCxn id="5314" idx="2"/>
          </p:cNvCxnSpPr>
          <p:nvPr/>
        </p:nvCxnSpPr>
        <p:spPr>
          <a:xfrm flipH="1" rot="10800000">
            <a:off x="6016288" y="1891838"/>
            <a:ext cx="1804800" cy="288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33" name="Google Shape;5333;p168"/>
          <p:cNvCxnSpPr>
            <a:stCxn id="5300" idx="6"/>
            <a:endCxn id="5319" idx="1"/>
          </p:cNvCxnSpPr>
          <p:nvPr/>
        </p:nvCxnSpPr>
        <p:spPr>
          <a:xfrm>
            <a:off x="6046588" y="3167788"/>
            <a:ext cx="1686600" cy="1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334" name="Google Shape;5334;p168"/>
          <p:cNvGrpSpPr/>
          <p:nvPr/>
        </p:nvGrpSpPr>
        <p:grpSpPr>
          <a:xfrm>
            <a:off x="7426813" y="3603880"/>
            <a:ext cx="1182300" cy="1066200"/>
            <a:chOff x="7426813" y="3603880"/>
            <a:chExt cx="1182300" cy="1066200"/>
          </a:xfrm>
        </p:grpSpPr>
        <p:sp>
          <p:nvSpPr>
            <p:cNvPr id="5335" name="Google Shape;5335;p168"/>
            <p:cNvSpPr/>
            <p:nvPr/>
          </p:nvSpPr>
          <p:spPr>
            <a:xfrm rot="-1281263">
              <a:off x="7726031" y="4473397"/>
              <a:ext cx="171365" cy="171365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336" name="Google Shape;5336;p168"/>
            <p:cNvCxnSpPr>
              <a:stCxn id="5335" idx="0"/>
            </p:cNvCxnSpPr>
            <p:nvPr/>
          </p:nvCxnSpPr>
          <p:spPr>
            <a:xfrm rot="10800000">
              <a:off x="7426813" y="3939880"/>
              <a:ext cx="353700" cy="539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37" name="Google Shape;5337;p168"/>
            <p:cNvCxnSpPr>
              <a:endCxn id="5335" idx="6"/>
            </p:cNvCxnSpPr>
            <p:nvPr/>
          </p:nvCxnSpPr>
          <p:spPr>
            <a:xfrm flipH="1">
              <a:off x="7891513" y="3603880"/>
              <a:ext cx="717600" cy="9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38" name="Google Shape;5338;p168"/>
            <p:cNvCxnSpPr>
              <a:stCxn id="5335" idx="6"/>
            </p:cNvCxnSpPr>
            <p:nvPr/>
          </p:nvCxnSpPr>
          <p:spPr>
            <a:xfrm flipH="1" rot="10800000">
              <a:off x="7891513" y="4036780"/>
              <a:ext cx="115500" cy="49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2" name="Shape 5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3" name="Google Shape;5343;p169"/>
          <p:cNvSpPr/>
          <p:nvPr/>
        </p:nvSpPr>
        <p:spPr>
          <a:xfrm>
            <a:off x="878548" y="118137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5344" name="Google Shape;5344;p169"/>
          <p:cNvSpPr/>
          <p:nvPr/>
        </p:nvSpPr>
        <p:spPr>
          <a:xfrm>
            <a:off x="1379915" y="156518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5345" name="Google Shape;5345;p169"/>
          <p:cNvSpPr/>
          <p:nvPr/>
        </p:nvSpPr>
        <p:spPr>
          <a:xfrm>
            <a:off x="311688" y="156518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5346" name="Google Shape;5346;p169"/>
          <p:cNvSpPr/>
          <p:nvPr/>
        </p:nvSpPr>
        <p:spPr>
          <a:xfrm>
            <a:off x="878548" y="1862854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5347" name="Google Shape;5347;p169"/>
          <p:cNvSpPr/>
          <p:nvPr/>
        </p:nvSpPr>
        <p:spPr>
          <a:xfrm>
            <a:off x="311688" y="206712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5348" name="Google Shape;5348;p169"/>
          <p:cNvSpPr/>
          <p:nvPr/>
        </p:nvSpPr>
        <p:spPr>
          <a:xfrm>
            <a:off x="461035" y="2569072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cxnSp>
        <p:nvCxnSpPr>
          <p:cNvPr id="5349" name="Google Shape;5349;p169"/>
          <p:cNvCxnSpPr>
            <a:endCxn id="5345" idx="7"/>
          </p:cNvCxnSpPr>
          <p:nvPr/>
        </p:nvCxnSpPr>
        <p:spPr>
          <a:xfrm flipH="1">
            <a:off x="566729" y="1435709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50" name="Google Shape;5350;p169"/>
          <p:cNvCxnSpPr>
            <a:stCxn id="5347" idx="0"/>
            <a:endCxn id="5345" idx="4"/>
          </p:cNvCxnSpPr>
          <p:nvPr/>
        </p:nvCxnSpPr>
        <p:spPr>
          <a:xfrm rot="10800000">
            <a:off x="461088" y="1863128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51" name="Google Shape;5351;p169"/>
          <p:cNvCxnSpPr>
            <a:stCxn id="5344" idx="1"/>
            <a:endCxn id="5343" idx="5"/>
          </p:cNvCxnSpPr>
          <p:nvPr/>
        </p:nvCxnSpPr>
        <p:spPr>
          <a:xfrm rot="10800000">
            <a:off x="1133573" y="1435709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52" name="Google Shape;5352;p169"/>
          <p:cNvCxnSpPr>
            <a:stCxn id="5353" idx="1"/>
            <a:endCxn id="5345" idx="5"/>
          </p:cNvCxnSpPr>
          <p:nvPr/>
        </p:nvCxnSpPr>
        <p:spPr>
          <a:xfrm rot="10800000">
            <a:off x="566743" y="1819506"/>
            <a:ext cx="504900" cy="86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54" name="Google Shape;5354;p169"/>
          <p:cNvCxnSpPr>
            <a:stCxn id="5346" idx="0"/>
            <a:endCxn id="5343" idx="4"/>
          </p:cNvCxnSpPr>
          <p:nvPr/>
        </p:nvCxnSpPr>
        <p:spPr>
          <a:xfrm rot="10800000">
            <a:off x="1027948" y="1479154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55" name="Google Shape;5355;p169"/>
          <p:cNvCxnSpPr>
            <a:stCxn id="5346" idx="5"/>
            <a:endCxn id="5356" idx="1"/>
          </p:cNvCxnSpPr>
          <p:nvPr/>
        </p:nvCxnSpPr>
        <p:spPr>
          <a:xfrm>
            <a:off x="1133589" y="2117127"/>
            <a:ext cx="588900" cy="461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57" name="Google Shape;5357;p169"/>
          <p:cNvSpPr/>
          <p:nvPr/>
        </p:nvSpPr>
        <p:spPr>
          <a:xfrm>
            <a:off x="1678689" y="1995254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5356" name="Google Shape;5356;p169"/>
          <p:cNvSpPr/>
          <p:nvPr/>
        </p:nvSpPr>
        <p:spPr>
          <a:xfrm>
            <a:off x="1678689" y="2535177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5353" name="Google Shape;5353;p169"/>
          <p:cNvSpPr/>
          <p:nvPr/>
        </p:nvSpPr>
        <p:spPr>
          <a:xfrm>
            <a:off x="1027885" y="264347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sp>
        <p:nvSpPr>
          <p:cNvPr id="5358" name="Google Shape;5358;p169"/>
          <p:cNvSpPr/>
          <p:nvPr/>
        </p:nvSpPr>
        <p:spPr>
          <a:xfrm>
            <a:off x="1080784" y="3424126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5359" name="Google Shape;5359;p169"/>
          <p:cNvSpPr/>
          <p:nvPr/>
        </p:nvSpPr>
        <p:spPr>
          <a:xfrm>
            <a:off x="311688" y="350929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5360" name="Google Shape;5360;p169"/>
          <p:cNvSpPr/>
          <p:nvPr/>
        </p:nvSpPr>
        <p:spPr>
          <a:xfrm>
            <a:off x="610422" y="417388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5361" name="Google Shape;5361;p169"/>
          <p:cNvSpPr/>
          <p:nvPr/>
        </p:nvSpPr>
        <p:spPr>
          <a:xfrm>
            <a:off x="1678447" y="4013082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5362" name="Google Shape;5362;p169"/>
          <p:cNvCxnSpPr>
            <a:stCxn id="5360" idx="2"/>
            <a:endCxn id="5359" idx="5"/>
          </p:cNvCxnSpPr>
          <p:nvPr/>
        </p:nvCxnSpPr>
        <p:spPr>
          <a:xfrm rot="10800000">
            <a:off x="566622" y="3763633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63" name="Google Shape;5363;p169"/>
          <p:cNvCxnSpPr>
            <a:stCxn id="5358" idx="2"/>
            <a:endCxn id="5359" idx="6"/>
          </p:cNvCxnSpPr>
          <p:nvPr/>
        </p:nvCxnSpPr>
        <p:spPr>
          <a:xfrm flipH="1">
            <a:off x="610384" y="3573076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64" name="Google Shape;5364;p169"/>
          <p:cNvCxnSpPr>
            <a:stCxn id="5360" idx="6"/>
            <a:endCxn id="5361" idx="3"/>
          </p:cNvCxnSpPr>
          <p:nvPr/>
        </p:nvCxnSpPr>
        <p:spPr>
          <a:xfrm flipH="1" rot="10800000">
            <a:off x="909222" y="4271833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65" name="Google Shape;5365;p169"/>
          <p:cNvCxnSpPr>
            <a:stCxn id="5366" idx="4"/>
            <a:endCxn id="5361" idx="0"/>
          </p:cNvCxnSpPr>
          <p:nvPr/>
        </p:nvCxnSpPr>
        <p:spPr>
          <a:xfrm>
            <a:off x="1827997" y="3664522"/>
            <a:ext cx="0" cy="348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66" name="Google Shape;5366;p169"/>
          <p:cNvSpPr/>
          <p:nvPr/>
        </p:nvSpPr>
        <p:spPr>
          <a:xfrm>
            <a:off x="1678447" y="3361522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5367" name="Google Shape;5367;p169"/>
          <p:cNvCxnSpPr>
            <a:stCxn id="5346" idx="3"/>
            <a:endCxn id="5348" idx="7"/>
          </p:cNvCxnSpPr>
          <p:nvPr/>
        </p:nvCxnSpPr>
        <p:spPr>
          <a:xfrm flipH="1">
            <a:off x="716206" y="2117127"/>
            <a:ext cx="206100" cy="495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68" name="Google Shape;5368;p169"/>
          <p:cNvCxnSpPr>
            <a:stCxn id="5344" idx="4"/>
            <a:endCxn id="5357" idx="1"/>
          </p:cNvCxnSpPr>
          <p:nvPr/>
        </p:nvCxnSpPr>
        <p:spPr>
          <a:xfrm>
            <a:off x="1529315" y="1863083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69" name="Google Shape;5369;p169"/>
          <p:cNvCxnSpPr>
            <a:stCxn id="5344" idx="4"/>
            <a:endCxn id="5353" idx="0"/>
          </p:cNvCxnSpPr>
          <p:nvPr/>
        </p:nvCxnSpPr>
        <p:spPr>
          <a:xfrm flipH="1">
            <a:off x="1177415" y="1863083"/>
            <a:ext cx="351900" cy="7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70" name="Google Shape;5370;p169"/>
          <p:cNvCxnSpPr>
            <a:stCxn id="5347" idx="4"/>
            <a:endCxn id="5348" idx="0"/>
          </p:cNvCxnSpPr>
          <p:nvPr/>
        </p:nvCxnSpPr>
        <p:spPr>
          <a:xfrm>
            <a:off x="461088" y="2365028"/>
            <a:ext cx="14940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71" name="Google Shape;5371;p169"/>
          <p:cNvCxnSpPr>
            <a:stCxn id="5347" idx="5"/>
            <a:endCxn id="5356" idx="2"/>
          </p:cNvCxnSpPr>
          <p:nvPr/>
        </p:nvCxnSpPr>
        <p:spPr>
          <a:xfrm>
            <a:off x="566729" y="2321401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72" name="Google Shape;5372;p169"/>
          <p:cNvCxnSpPr>
            <a:stCxn id="5348" idx="6"/>
            <a:endCxn id="5353" idx="2"/>
          </p:cNvCxnSpPr>
          <p:nvPr/>
        </p:nvCxnSpPr>
        <p:spPr>
          <a:xfrm>
            <a:off x="759835" y="2718022"/>
            <a:ext cx="268200" cy="7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73" name="Google Shape;5373;p169"/>
          <p:cNvCxnSpPr>
            <a:stCxn id="5357" idx="3"/>
            <a:endCxn id="5353" idx="6"/>
          </p:cNvCxnSpPr>
          <p:nvPr/>
        </p:nvCxnSpPr>
        <p:spPr>
          <a:xfrm flipH="1">
            <a:off x="1326747" y="2249528"/>
            <a:ext cx="395700" cy="5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74" name="Google Shape;5374;p169"/>
          <p:cNvCxnSpPr>
            <a:stCxn id="5357" idx="4"/>
            <a:endCxn id="5356" idx="0"/>
          </p:cNvCxnSpPr>
          <p:nvPr/>
        </p:nvCxnSpPr>
        <p:spPr>
          <a:xfrm>
            <a:off x="1828089" y="2293154"/>
            <a:ext cx="0" cy="2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75" name="Google Shape;5375;p169"/>
          <p:cNvCxnSpPr>
            <a:stCxn id="5358" idx="6"/>
            <a:endCxn id="5366" idx="3"/>
          </p:cNvCxnSpPr>
          <p:nvPr/>
        </p:nvCxnSpPr>
        <p:spPr>
          <a:xfrm>
            <a:off x="1379584" y="3573076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76" name="Google Shape;5376;p169"/>
          <p:cNvCxnSpPr>
            <a:stCxn id="5358" idx="5"/>
            <a:endCxn id="5361" idx="1"/>
          </p:cNvCxnSpPr>
          <p:nvPr/>
        </p:nvCxnSpPr>
        <p:spPr>
          <a:xfrm>
            <a:off x="1335826" y="3678399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77" name="Google Shape;5377;p169"/>
          <p:cNvCxnSpPr>
            <a:stCxn id="5366" idx="3"/>
            <a:endCxn id="5360" idx="7"/>
          </p:cNvCxnSpPr>
          <p:nvPr/>
        </p:nvCxnSpPr>
        <p:spPr>
          <a:xfrm flipH="1">
            <a:off x="865450" y="3620149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78" name="Google Shape;5378;p169"/>
          <p:cNvSpPr/>
          <p:nvPr/>
        </p:nvSpPr>
        <p:spPr>
          <a:xfrm>
            <a:off x="5440655" y="1201841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5379" name="Google Shape;5379;p169"/>
          <p:cNvSpPr/>
          <p:nvPr/>
        </p:nvSpPr>
        <p:spPr>
          <a:xfrm>
            <a:off x="5942022" y="15856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5380" name="Google Shape;5380;p169"/>
          <p:cNvSpPr/>
          <p:nvPr/>
        </p:nvSpPr>
        <p:spPr>
          <a:xfrm>
            <a:off x="4873795" y="15856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5381" name="Google Shape;5381;p169"/>
          <p:cNvSpPr/>
          <p:nvPr/>
        </p:nvSpPr>
        <p:spPr>
          <a:xfrm>
            <a:off x="5440655" y="188331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5382" name="Google Shape;5382;p169"/>
          <p:cNvSpPr/>
          <p:nvPr/>
        </p:nvSpPr>
        <p:spPr>
          <a:xfrm>
            <a:off x="4873795" y="208758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5383" name="Google Shape;5383;p169"/>
          <p:cNvSpPr/>
          <p:nvPr/>
        </p:nvSpPr>
        <p:spPr>
          <a:xfrm>
            <a:off x="5023143" y="2589534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6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5384" name="Google Shape;5384;p169"/>
          <p:cNvCxnSpPr>
            <a:endCxn id="5380" idx="7"/>
          </p:cNvCxnSpPr>
          <p:nvPr/>
        </p:nvCxnSpPr>
        <p:spPr>
          <a:xfrm flipH="1">
            <a:off x="5128837" y="1456171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85" name="Google Shape;5385;p169"/>
          <p:cNvCxnSpPr>
            <a:stCxn id="5382" idx="0"/>
            <a:endCxn id="5380" idx="4"/>
          </p:cNvCxnSpPr>
          <p:nvPr/>
        </p:nvCxnSpPr>
        <p:spPr>
          <a:xfrm rot="10800000">
            <a:off x="5023195" y="1883589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86" name="Google Shape;5386;p169"/>
          <p:cNvCxnSpPr>
            <a:stCxn id="5379" idx="1"/>
            <a:endCxn id="5378" idx="5"/>
          </p:cNvCxnSpPr>
          <p:nvPr/>
        </p:nvCxnSpPr>
        <p:spPr>
          <a:xfrm rot="10800000">
            <a:off x="5695681" y="1456171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87" name="Google Shape;5387;p169"/>
          <p:cNvCxnSpPr>
            <a:stCxn id="5388" idx="1"/>
            <a:endCxn id="5380" idx="5"/>
          </p:cNvCxnSpPr>
          <p:nvPr/>
        </p:nvCxnSpPr>
        <p:spPr>
          <a:xfrm rot="10800000">
            <a:off x="5128893" y="1839991"/>
            <a:ext cx="461100" cy="97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89" name="Google Shape;5389;p169"/>
          <p:cNvCxnSpPr>
            <a:stCxn id="5381" idx="0"/>
            <a:endCxn id="5378" idx="4"/>
          </p:cNvCxnSpPr>
          <p:nvPr/>
        </p:nvCxnSpPr>
        <p:spPr>
          <a:xfrm rot="10800000">
            <a:off x="5590055" y="1499615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90" name="Google Shape;5390;p169"/>
          <p:cNvCxnSpPr>
            <a:stCxn id="5381" idx="5"/>
            <a:endCxn id="5391" idx="1"/>
          </p:cNvCxnSpPr>
          <p:nvPr/>
        </p:nvCxnSpPr>
        <p:spPr>
          <a:xfrm>
            <a:off x="5695697" y="2137589"/>
            <a:ext cx="588900" cy="461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92" name="Google Shape;5392;p169"/>
          <p:cNvSpPr/>
          <p:nvPr/>
        </p:nvSpPr>
        <p:spPr>
          <a:xfrm>
            <a:off x="6240797" y="2015716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5391" name="Google Shape;5391;p169"/>
          <p:cNvSpPr/>
          <p:nvPr/>
        </p:nvSpPr>
        <p:spPr>
          <a:xfrm>
            <a:off x="6240797" y="255563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5388" name="Google Shape;5388;p169"/>
          <p:cNvSpPr/>
          <p:nvPr/>
        </p:nvSpPr>
        <p:spPr>
          <a:xfrm>
            <a:off x="5589993" y="2663941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7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393" name="Google Shape;5393;p169"/>
          <p:cNvSpPr/>
          <p:nvPr/>
        </p:nvSpPr>
        <p:spPr>
          <a:xfrm>
            <a:off x="5642892" y="344458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5394" name="Google Shape;5394;p169"/>
          <p:cNvSpPr/>
          <p:nvPr/>
        </p:nvSpPr>
        <p:spPr>
          <a:xfrm>
            <a:off x="4873795" y="3529757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5395" name="Google Shape;5395;p169"/>
          <p:cNvSpPr/>
          <p:nvPr/>
        </p:nvSpPr>
        <p:spPr>
          <a:xfrm>
            <a:off x="5172530" y="41943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5396" name="Google Shape;5396;p169"/>
          <p:cNvSpPr/>
          <p:nvPr/>
        </p:nvSpPr>
        <p:spPr>
          <a:xfrm>
            <a:off x="6240555" y="4033544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5397" name="Google Shape;5397;p169"/>
          <p:cNvCxnSpPr>
            <a:stCxn id="5395" idx="2"/>
            <a:endCxn id="5394" idx="5"/>
          </p:cNvCxnSpPr>
          <p:nvPr/>
        </p:nvCxnSpPr>
        <p:spPr>
          <a:xfrm rot="10800000">
            <a:off x="5128730" y="3784095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98" name="Google Shape;5398;p169"/>
          <p:cNvCxnSpPr>
            <a:stCxn id="5393" idx="2"/>
            <a:endCxn id="5394" idx="6"/>
          </p:cNvCxnSpPr>
          <p:nvPr/>
        </p:nvCxnSpPr>
        <p:spPr>
          <a:xfrm flipH="1">
            <a:off x="5172492" y="3593538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99" name="Google Shape;5399;p169"/>
          <p:cNvCxnSpPr>
            <a:stCxn id="5395" idx="6"/>
            <a:endCxn id="5396" idx="3"/>
          </p:cNvCxnSpPr>
          <p:nvPr/>
        </p:nvCxnSpPr>
        <p:spPr>
          <a:xfrm flipH="1" rot="10800000">
            <a:off x="5471330" y="4292295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0" name="Google Shape;5400;p169"/>
          <p:cNvCxnSpPr>
            <a:stCxn id="5401" idx="4"/>
            <a:endCxn id="5396" idx="0"/>
          </p:cNvCxnSpPr>
          <p:nvPr/>
        </p:nvCxnSpPr>
        <p:spPr>
          <a:xfrm>
            <a:off x="6390105" y="3684984"/>
            <a:ext cx="0" cy="348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01" name="Google Shape;5401;p169"/>
          <p:cNvSpPr/>
          <p:nvPr/>
        </p:nvSpPr>
        <p:spPr>
          <a:xfrm>
            <a:off x="6240555" y="3381984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5402" name="Google Shape;5402;p169"/>
          <p:cNvCxnSpPr>
            <a:stCxn id="5381" idx="3"/>
            <a:endCxn id="5383" idx="3"/>
          </p:cNvCxnSpPr>
          <p:nvPr/>
        </p:nvCxnSpPr>
        <p:spPr>
          <a:xfrm flipH="1">
            <a:off x="5321814" y="2137589"/>
            <a:ext cx="162600" cy="60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3" name="Google Shape;5403;p169"/>
          <p:cNvCxnSpPr>
            <a:stCxn id="5379" idx="4"/>
            <a:endCxn id="5392" idx="1"/>
          </p:cNvCxnSpPr>
          <p:nvPr/>
        </p:nvCxnSpPr>
        <p:spPr>
          <a:xfrm>
            <a:off x="6091422" y="1883545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4" name="Google Shape;5404;p169"/>
          <p:cNvCxnSpPr>
            <a:stCxn id="5379" idx="4"/>
            <a:endCxn id="5388" idx="0"/>
          </p:cNvCxnSpPr>
          <p:nvPr/>
        </p:nvCxnSpPr>
        <p:spPr>
          <a:xfrm flipH="1">
            <a:off x="5739522" y="1883545"/>
            <a:ext cx="351900" cy="7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5" name="Google Shape;5405;p169"/>
          <p:cNvCxnSpPr>
            <a:stCxn id="5382" idx="4"/>
            <a:endCxn id="5383" idx="0"/>
          </p:cNvCxnSpPr>
          <p:nvPr/>
        </p:nvCxnSpPr>
        <p:spPr>
          <a:xfrm>
            <a:off x="5023195" y="2385489"/>
            <a:ext cx="14940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6" name="Google Shape;5406;p169"/>
          <p:cNvCxnSpPr>
            <a:stCxn id="5382" idx="5"/>
            <a:endCxn id="5391" idx="2"/>
          </p:cNvCxnSpPr>
          <p:nvPr/>
        </p:nvCxnSpPr>
        <p:spPr>
          <a:xfrm>
            <a:off x="5128837" y="2341863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7" name="Google Shape;5407;p169"/>
          <p:cNvCxnSpPr>
            <a:stCxn id="5383" idx="3"/>
            <a:endCxn id="5388" idx="1"/>
          </p:cNvCxnSpPr>
          <p:nvPr/>
        </p:nvCxnSpPr>
        <p:spPr>
          <a:xfrm>
            <a:off x="5321943" y="2738484"/>
            <a:ext cx="268200" cy="7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8" name="Google Shape;5408;p169"/>
          <p:cNvCxnSpPr>
            <a:stCxn id="5392" idx="3"/>
            <a:endCxn id="5388" idx="3"/>
          </p:cNvCxnSpPr>
          <p:nvPr/>
        </p:nvCxnSpPr>
        <p:spPr>
          <a:xfrm flipH="1">
            <a:off x="5888855" y="2269990"/>
            <a:ext cx="395700" cy="5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9" name="Google Shape;5409;p169"/>
          <p:cNvCxnSpPr>
            <a:stCxn id="5392" idx="4"/>
            <a:endCxn id="5391" idx="0"/>
          </p:cNvCxnSpPr>
          <p:nvPr/>
        </p:nvCxnSpPr>
        <p:spPr>
          <a:xfrm>
            <a:off x="6390197" y="2313616"/>
            <a:ext cx="0" cy="2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10" name="Google Shape;5410;p169"/>
          <p:cNvCxnSpPr>
            <a:stCxn id="5393" idx="6"/>
            <a:endCxn id="5401" idx="3"/>
          </p:cNvCxnSpPr>
          <p:nvPr/>
        </p:nvCxnSpPr>
        <p:spPr>
          <a:xfrm>
            <a:off x="5941692" y="3593538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11" name="Google Shape;5411;p169"/>
          <p:cNvCxnSpPr>
            <a:stCxn id="5393" idx="5"/>
            <a:endCxn id="5396" idx="1"/>
          </p:cNvCxnSpPr>
          <p:nvPr/>
        </p:nvCxnSpPr>
        <p:spPr>
          <a:xfrm>
            <a:off x="5897934" y="3698861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12" name="Google Shape;5412;p169"/>
          <p:cNvCxnSpPr>
            <a:stCxn id="5401" idx="3"/>
            <a:endCxn id="5395" idx="7"/>
          </p:cNvCxnSpPr>
          <p:nvPr/>
        </p:nvCxnSpPr>
        <p:spPr>
          <a:xfrm flipH="1">
            <a:off x="5427557" y="3640611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13" name="Google Shape;5413;p169"/>
          <p:cNvSpPr/>
          <p:nvPr/>
        </p:nvSpPr>
        <p:spPr>
          <a:xfrm>
            <a:off x="3208059" y="12018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5414" name="Google Shape;5414;p169"/>
          <p:cNvSpPr/>
          <p:nvPr/>
        </p:nvSpPr>
        <p:spPr>
          <a:xfrm>
            <a:off x="3709426" y="158564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5415" name="Google Shape;5415;p169"/>
          <p:cNvSpPr/>
          <p:nvPr/>
        </p:nvSpPr>
        <p:spPr>
          <a:xfrm>
            <a:off x="2641199" y="158564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5416" name="Google Shape;5416;p169"/>
          <p:cNvSpPr/>
          <p:nvPr/>
        </p:nvSpPr>
        <p:spPr>
          <a:xfrm>
            <a:off x="3208059" y="188331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5417" name="Google Shape;5417;p169"/>
          <p:cNvSpPr/>
          <p:nvPr/>
        </p:nvSpPr>
        <p:spPr>
          <a:xfrm>
            <a:off x="2641199" y="208759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5418" name="Google Shape;5418;p169"/>
          <p:cNvSpPr/>
          <p:nvPr/>
        </p:nvSpPr>
        <p:spPr>
          <a:xfrm>
            <a:off x="2790547" y="2589537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cxnSp>
        <p:nvCxnSpPr>
          <p:cNvPr id="5419" name="Google Shape;5419;p169"/>
          <p:cNvCxnSpPr>
            <a:endCxn id="5415" idx="7"/>
          </p:cNvCxnSpPr>
          <p:nvPr/>
        </p:nvCxnSpPr>
        <p:spPr>
          <a:xfrm flipH="1">
            <a:off x="2896241" y="1456175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20" name="Google Shape;5420;p169"/>
          <p:cNvCxnSpPr>
            <a:stCxn id="5417" idx="0"/>
            <a:endCxn id="5415" idx="4"/>
          </p:cNvCxnSpPr>
          <p:nvPr/>
        </p:nvCxnSpPr>
        <p:spPr>
          <a:xfrm rot="10800000">
            <a:off x="2790599" y="1883593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21" name="Google Shape;5421;p169"/>
          <p:cNvCxnSpPr>
            <a:stCxn id="5414" idx="1"/>
            <a:endCxn id="5413" idx="5"/>
          </p:cNvCxnSpPr>
          <p:nvPr/>
        </p:nvCxnSpPr>
        <p:spPr>
          <a:xfrm rot="10800000">
            <a:off x="3463085" y="1456175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22" name="Google Shape;5422;p169"/>
          <p:cNvCxnSpPr>
            <a:stCxn id="5423" idx="1"/>
            <a:endCxn id="5415" idx="5"/>
          </p:cNvCxnSpPr>
          <p:nvPr/>
        </p:nvCxnSpPr>
        <p:spPr>
          <a:xfrm rot="10800000">
            <a:off x="2896297" y="1839995"/>
            <a:ext cx="461100" cy="97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24" name="Google Shape;5424;p169"/>
          <p:cNvCxnSpPr>
            <a:stCxn id="5416" idx="0"/>
            <a:endCxn id="5413" idx="4"/>
          </p:cNvCxnSpPr>
          <p:nvPr/>
        </p:nvCxnSpPr>
        <p:spPr>
          <a:xfrm rot="10800000">
            <a:off x="3357459" y="1499619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25" name="Google Shape;5425;p169"/>
          <p:cNvCxnSpPr>
            <a:stCxn id="5416" idx="5"/>
            <a:endCxn id="5426" idx="1"/>
          </p:cNvCxnSpPr>
          <p:nvPr/>
        </p:nvCxnSpPr>
        <p:spPr>
          <a:xfrm>
            <a:off x="3463101" y="2137592"/>
            <a:ext cx="588900" cy="461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27" name="Google Shape;5427;p169"/>
          <p:cNvSpPr/>
          <p:nvPr/>
        </p:nvSpPr>
        <p:spPr>
          <a:xfrm>
            <a:off x="4008201" y="201571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5426" name="Google Shape;5426;p169"/>
          <p:cNvSpPr/>
          <p:nvPr/>
        </p:nvSpPr>
        <p:spPr>
          <a:xfrm>
            <a:off x="4008201" y="2555642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5423" name="Google Shape;5423;p169"/>
          <p:cNvSpPr/>
          <p:nvPr/>
        </p:nvSpPr>
        <p:spPr>
          <a:xfrm>
            <a:off x="3357397" y="2663945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7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428" name="Google Shape;5428;p169"/>
          <p:cNvSpPr/>
          <p:nvPr/>
        </p:nvSpPr>
        <p:spPr>
          <a:xfrm>
            <a:off x="3410296" y="3444591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5429" name="Google Shape;5429;p169"/>
          <p:cNvSpPr/>
          <p:nvPr/>
        </p:nvSpPr>
        <p:spPr>
          <a:xfrm>
            <a:off x="2641199" y="352976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5430" name="Google Shape;5430;p169"/>
          <p:cNvSpPr/>
          <p:nvPr/>
        </p:nvSpPr>
        <p:spPr>
          <a:xfrm>
            <a:off x="2939934" y="419434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5431" name="Google Shape;5431;p169"/>
          <p:cNvSpPr/>
          <p:nvPr/>
        </p:nvSpPr>
        <p:spPr>
          <a:xfrm>
            <a:off x="4007959" y="4033547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5432" name="Google Shape;5432;p169"/>
          <p:cNvCxnSpPr>
            <a:stCxn id="5430" idx="2"/>
            <a:endCxn id="5429" idx="5"/>
          </p:cNvCxnSpPr>
          <p:nvPr/>
        </p:nvCxnSpPr>
        <p:spPr>
          <a:xfrm rot="10800000">
            <a:off x="2896134" y="3784098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33" name="Google Shape;5433;p169"/>
          <p:cNvCxnSpPr>
            <a:stCxn id="5428" idx="2"/>
            <a:endCxn id="5429" idx="6"/>
          </p:cNvCxnSpPr>
          <p:nvPr/>
        </p:nvCxnSpPr>
        <p:spPr>
          <a:xfrm flipH="1">
            <a:off x="2939896" y="3593541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34" name="Google Shape;5434;p169"/>
          <p:cNvCxnSpPr>
            <a:stCxn id="5430" idx="6"/>
            <a:endCxn id="5431" idx="3"/>
          </p:cNvCxnSpPr>
          <p:nvPr/>
        </p:nvCxnSpPr>
        <p:spPr>
          <a:xfrm flipH="1" rot="10800000">
            <a:off x="3238734" y="4292298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35" name="Google Shape;5435;p169"/>
          <p:cNvCxnSpPr>
            <a:stCxn id="5436" idx="4"/>
            <a:endCxn id="5431" idx="0"/>
          </p:cNvCxnSpPr>
          <p:nvPr/>
        </p:nvCxnSpPr>
        <p:spPr>
          <a:xfrm>
            <a:off x="4157509" y="3684988"/>
            <a:ext cx="0" cy="348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36" name="Google Shape;5436;p169"/>
          <p:cNvSpPr/>
          <p:nvPr/>
        </p:nvSpPr>
        <p:spPr>
          <a:xfrm>
            <a:off x="4007959" y="3381988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5437" name="Google Shape;5437;p169"/>
          <p:cNvCxnSpPr>
            <a:stCxn id="5416" idx="3"/>
            <a:endCxn id="5418" idx="7"/>
          </p:cNvCxnSpPr>
          <p:nvPr/>
        </p:nvCxnSpPr>
        <p:spPr>
          <a:xfrm flipH="1">
            <a:off x="3045718" y="2137592"/>
            <a:ext cx="206100" cy="495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38" name="Google Shape;5438;p169"/>
          <p:cNvCxnSpPr>
            <a:stCxn id="5414" idx="4"/>
            <a:endCxn id="5427" idx="1"/>
          </p:cNvCxnSpPr>
          <p:nvPr/>
        </p:nvCxnSpPr>
        <p:spPr>
          <a:xfrm>
            <a:off x="3858826" y="1883548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39" name="Google Shape;5439;p169"/>
          <p:cNvCxnSpPr>
            <a:stCxn id="5414" idx="4"/>
            <a:endCxn id="5423" idx="0"/>
          </p:cNvCxnSpPr>
          <p:nvPr/>
        </p:nvCxnSpPr>
        <p:spPr>
          <a:xfrm flipH="1">
            <a:off x="3506926" y="1883548"/>
            <a:ext cx="351900" cy="7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40" name="Google Shape;5440;p169"/>
          <p:cNvCxnSpPr>
            <a:stCxn id="5417" idx="4"/>
            <a:endCxn id="5418" idx="0"/>
          </p:cNvCxnSpPr>
          <p:nvPr/>
        </p:nvCxnSpPr>
        <p:spPr>
          <a:xfrm>
            <a:off x="2790599" y="2385493"/>
            <a:ext cx="14940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41" name="Google Shape;5441;p169"/>
          <p:cNvCxnSpPr>
            <a:stCxn id="5417" idx="5"/>
            <a:endCxn id="5426" idx="2"/>
          </p:cNvCxnSpPr>
          <p:nvPr/>
        </p:nvCxnSpPr>
        <p:spPr>
          <a:xfrm>
            <a:off x="2896241" y="2341866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42" name="Google Shape;5442;p169"/>
          <p:cNvCxnSpPr>
            <a:stCxn id="5418" idx="6"/>
            <a:endCxn id="5423" idx="1"/>
          </p:cNvCxnSpPr>
          <p:nvPr/>
        </p:nvCxnSpPr>
        <p:spPr>
          <a:xfrm>
            <a:off x="3089347" y="2738487"/>
            <a:ext cx="268200" cy="7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43" name="Google Shape;5443;p169"/>
          <p:cNvCxnSpPr>
            <a:stCxn id="5427" idx="3"/>
            <a:endCxn id="5423" idx="3"/>
          </p:cNvCxnSpPr>
          <p:nvPr/>
        </p:nvCxnSpPr>
        <p:spPr>
          <a:xfrm flipH="1">
            <a:off x="3656259" y="2269993"/>
            <a:ext cx="395700" cy="5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44" name="Google Shape;5444;p169"/>
          <p:cNvCxnSpPr>
            <a:stCxn id="5427" idx="4"/>
            <a:endCxn id="5426" idx="0"/>
          </p:cNvCxnSpPr>
          <p:nvPr/>
        </p:nvCxnSpPr>
        <p:spPr>
          <a:xfrm>
            <a:off x="4157601" y="2313619"/>
            <a:ext cx="0" cy="2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45" name="Google Shape;5445;p169"/>
          <p:cNvCxnSpPr>
            <a:stCxn id="5428" idx="6"/>
            <a:endCxn id="5436" idx="3"/>
          </p:cNvCxnSpPr>
          <p:nvPr/>
        </p:nvCxnSpPr>
        <p:spPr>
          <a:xfrm>
            <a:off x="3709096" y="3593541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46" name="Google Shape;5446;p169"/>
          <p:cNvCxnSpPr>
            <a:stCxn id="5428" idx="5"/>
            <a:endCxn id="5431" idx="1"/>
          </p:cNvCxnSpPr>
          <p:nvPr/>
        </p:nvCxnSpPr>
        <p:spPr>
          <a:xfrm>
            <a:off x="3665338" y="3698865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47" name="Google Shape;5447;p169"/>
          <p:cNvCxnSpPr>
            <a:stCxn id="5436" idx="3"/>
            <a:endCxn id="5430" idx="7"/>
          </p:cNvCxnSpPr>
          <p:nvPr/>
        </p:nvCxnSpPr>
        <p:spPr>
          <a:xfrm flipH="1">
            <a:off x="3194961" y="3640614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48" name="Google Shape;5448;p169"/>
          <p:cNvSpPr/>
          <p:nvPr/>
        </p:nvSpPr>
        <p:spPr>
          <a:xfrm>
            <a:off x="7699155" y="1147216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5449" name="Google Shape;5449;p169"/>
          <p:cNvSpPr/>
          <p:nvPr/>
        </p:nvSpPr>
        <p:spPr>
          <a:xfrm>
            <a:off x="8200522" y="153102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5450" name="Google Shape;5450;p169"/>
          <p:cNvSpPr/>
          <p:nvPr/>
        </p:nvSpPr>
        <p:spPr>
          <a:xfrm>
            <a:off x="7132295" y="153102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5451" name="Google Shape;5451;p169"/>
          <p:cNvSpPr/>
          <p:nvPr/>
        </p:nvSpPr>
        <p:spPr>
          <a:xfrm>
            <a:off x="7699155" y="182869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5452" name="Google Shape;5452;p169"/>
          <p:cNvSpPr/>
          <p:nvPr/>
        </p:nvSpPr>
        <p:spPr>
          <a:xfrm>
            <a:off x="7132295" y="2032964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5453" name="Google Shape;5453;p169"/>
          <p:cNvSpPr/>
          <p:nvPr/>
        </p:nvSpPr>
        <p:spPr>
          <a:xfrm>
            <a:off x="7281643" y="2534909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6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5454" name="Google Shape;5454;p169"/>
          <p:cNvCxnSpPr>
            <a:endCxn id="5450" idx="7"/>
          </p:cNvCxnSpPr>
          <p:nvPr/>
        </p:nvCxnSpPr>
        <p:spPr>
          <a:xfrm flipH="1">
            <a:off x="7387337" y="1401546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55" name="Google Shape;5455;p169"/>
          <p:cNvCxnSpPr>
            <a:stCxn id="5452" idx="0"/>
            <a:endCxn id="5450" idx="4"/>
          </p:cNvCxnSpPr>
          <p:nvPr/>
        </p:nvCxnSpPr>
        <p:spPr>
          <a:xfrm rot="10800000">
            <a:off x="7281695" y="1828964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56" name="Google Shape;5456;p169"/>
          <p:cNvCxnSpPr>
            <a:stCxn id="5449" idx="1"/>
            <a:endCxn id="5448" idx="5"/>
          </p:cNvCxnSpPr>
          <p:nvPr/>
        </p:nvCxnSpPr>
        <p:spPr>
          <a:xfrm rot="10800000">
            <a:off x="7954181" y="1401546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57" name="Google Shape;5457;p169"/>
          <p:cNvCxnSpPr>
            <a:stCxn id="5458" idx="1"/>
            <a:endCxn id="5450" idx="5"/>
          </p:cNvCxnSpPr>
          <p:nvPr/>
        </p:nvCxnSpPr>
        <p:spPr>
          <a:xfrm rot="10800000">
            <a:off x="7387393" y="1785366"/>
            <a:ext cx="461100" cy="97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59" name="Google Shape;5459;p169"/>
          <p:cNvCxnSpPr>
            <a:stCxn id="5451" idx="0"/>
            <a:endCxn id="5448" idx="4"/>
          </p:cNvCxnSpPr>
          <p:nvPr/>
        </p:nvCxnSpPr>
        <p:spPr>
          <a:xfrm rot="10800000">
            <a:off x="7848555" y="1444990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60" name="Google Shape;5460;p169"/>
          <p:cNvCxnSpPr>
            <a:stCxn id="5451" idx="5"/>
            <a:endCxn id="5461" idx="1"/>
          </p:cNvCxnSpPr>
          <p:nvPr/>
        </p:nvCxnSpPr>
        <p:spPr>
          <a:xfrm>
            <a:off x="7954197" y="2082964"/>
            <a:ext cx="545100" cy="56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62" name="Google Shape;5462;p169"/>
          <p:cNvSpPr/>
          <p:nvPr/>
        </p:nvSpPr>
        <p:spPr>
          <a:xfrm>
            <a:off x="8499297" y="1961091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5461" name="Google Shape;5461;p169"/>
          <p:cNvSpPr/>
          <p:nvPr/>
        </p:nvSpPr>
        <p:spPr>
          <a:xfrm>
            <a:off x="8499297" y="2501014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9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458" name="Google Shape;5458;p169"/>
          <p:cNvSpPr/>
          <p:nvPr/>
        </p:nvSpPr>
        <p:spPr>
          <a:xfrm>
            <a:off x="7848493" y="2609316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7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463" name="Google Shape;5463;p169"/>
          <p:cNvSpPr/>
          <p:nvPr/>
        </p:nvSpPr>
        <p:spPr>
          <a:xfrm>
            <a:off x="7901392" y="338996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5464" name="Google Shape;5464;p169"/>
          <p:cNvSpPr/>
          <p:nvPr/>
        </p:nvSpPr>
        <p:spPr>
          <a:xfrm>
            <a:off x="7132295" y="3475132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5465" name="Google Shape;5465;p169"/>
          <p:cNvSpPr/>
          <p:nvPr/>
        </p:nvSpPr>
        <p:spPr>
          <a:xfrm>
            <a:off x="7431030" y="413972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5466" name="Google Shape;5466;p169"/>
          <p:cNvSpPr/>
          <p:nvPr/>
        </p:nvSpPr>
        <p:spPr>
          <a:xfrm>
            <a:off x="8499055" y="3978919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5467" name="Google Shape;5467;p169"/>
          <p:cNvCxnSpPr>
            <a:stCxn id="5465" idx="2"/>
            <a:endCxn id="5464" idx="5"/>
          </p:cNvCxnSpPr>
          <p:nvPr/>
        </p:nvCxnSpPr>
        <p:spPr>
          <a:xfrm rot="10800000">
            <a:off x="7387230" y="3729470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68" name="Google Shape;5468;p169"/>
          <p:cNvCxnSpPr>
            <a:stCxn id="5463" idx="2"/>
            <a:endCxn id="5464" idx="6"/>
          </p:cNvCxnSpPr>
          <p:nvPr/>
        </p:nvCxnSpPr>
        <p:spPr>
          <a:xfrm flipH="1">
            <a:off x="7430992" y="3538913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69" name="Google Shape;5469;p169"/>
          <p:cNvCxnSpPr>
            <a:stCxn id="5465" idx="6"/>
            <a:endCxn id="5466" idx="3"/>
          </p:cNvCxnSpPr>
          <p:nvPr/>
        </p:nvCxnSpPr>
        <p:spPr>
          <a:xfrm flipH="1" rot="10800000">
            <a:off x="7729830" y="4237670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70" name="Google Shape;5470;p169"/>
          <p:cNvSpPr/>
          <p:nvPr/>
        </p:nvSpPr>
        <p:spPr>
          <a:xfrm>
            <a:off x="8499055" y="3327359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5471" name="Google Shape;5471;p169"/>
          <p:cNvCxnSpPr>
            <a:stCxn id="5451" idx="3"/>
            <a:endCxn id="5453" idx="3"/>
          </p:cNvCxnSpPr>
          <p:nvPr/>
        </p:nvCxnSpPr>
        <p:spPr>
          <a:xfrm flipH="1">
            <a:off x="7580314" y="2082964"/>
            <a:ext cx="162600" cy="60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72" name="Google Shape;5472;p169"/>
          <p:cNvCxnSpPr>
            <a:stCxn id="5449" idx="4"/>
            <a:endCxn id="5462" idx="1"/>
          </p:cNvCxnSpPr>
          <p:nvPr/>
        </p:nvCxnSpPr>
        <p:spPr>
          <a:xfrm>
            <a:off x="8349922" y="1828920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73" name="Google Shape;5473;p169"/>
          <p:cNvCxnSpPr>
            <a:stCxn id="5449" idx="4"/>
            <a:endCxn id="5458" idx="0"/>
          </p:cNvCxnSpPr>
          <p:nvPr/>
        </p:nvCxnSpPr>
        <p:spPr>
          <a:xfrm flipH="1">
            <a:off x="7998022" y="1828920"/>
            <a:ext cx="351900" cy="7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74" name="Google Shape;5474;p169"/>
          <p:cNvCxnSpPr>
            <a:stCxn id="5452" idx="4"/>
            <a:endCxn id="5453" idx="0"/>
          </p:cNvCxnSpPr>
          <p:nvPr/>
        </p:nvCxnSpPr>
        <p:spPr>
          <a:xfrm>
            <a:off x="7281695" y="2330864"/>
            <a:ext cx="14940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75" name="Google Shape;5475;p169"/>
          <p:cNvCxnSpPr>
            <a:stCxn id="5452" idx="5"/>
            <a:endCxn id="5461" idx="1"/>
          </p:cNvCxnSpPr>
          <p:nvPr/>
        </p:nvCxnSpPr>
        <p:spPr>
          <a:xfrm>
            <a:off x="7387337" y="2287238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76" name="Google Shape;5476;p169"/>
          <p:cNvCxnSpPr>
            <a:stCxn id="5453" idx="3"/>
            <a:endCxn id="5458" idx="1"/>
          </p:cNvCxnSpPr>
          <p:nvPr/>
        </p:nvCxnSpPr>
        <p:spPr>
          <a:xfrm>
            <a:off x="7580443" y="2683859"/>
            <a:ext cx="268200" cy="7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77" name="Google Shape;5477;p169"/>
          <p:cNvCxnSpPr>
            <a:stCxn id="5462" idx="3"/>
            <a:endCxn id="5458" idx="3"/>
          </p:cNvCxnSpPr>
          <p:nvPr/>
        </p:nvCxnSpPr>
        <p:spPr>
          <a:xfrm flipH="1">
            <a:off x="8147355" y="2215365"/>
            <a:ext cx="395700" cy="5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78" name="Google Shape;5478;p169"/>
          <p:cNvCxnSpPr>
            <a:stCxn id="5463" idx="6"/>
            <a:endCxn id="5470" idx="3"/>
          </p:cNvCxnSpPr>
          <p:nvPr/>
        </p:nvCxnSpPr>
        <p:spPr>
          <a:xfrm>
            <a:off x="8200192" y="3538913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79" name="Google Shape;5479;p169"/>
          <p:cNvCxnSpPr>
            <a:stCxn id="5463" idx="5"/>
            <a:endCxn id="5466" idx="1"/>
          </p:cNvCxnSpPr>
          <p:nvPr/>
        </p:nvCxnSpPr>
        <p:spPr>
          <a:xfrm>
            <a:off x="8156434" y="3644236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80" name="Google Shape;5480;p169"/>
          <p:cNvCxnSpPr>
            <a:stCxn id="5470" idx="3"/>
            <a:endCxn id="5465" idx="7"/>
          </p:cNvCxnSpPr>
          <p:nvPr/>
        </p:nvCxnSpPr>
        <p:spPr>
          <a:xfrm flipH="1">
            <a:off x="7686057" y="3585986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81" name="Google Shape;5481;p169"/>
          <p:cNvCxnSpPr>
            <a:stCxn id="5423" idx="2"/>
            <a:endCxn id="5428" idx="0"/>
          </p:cNvCxnSpPr>
          <p:nvPr/>
        </p:nvCxnSpPr>
        <p:spPr>
          <a:xfrm>
            <a:off x="3506797" y="2961845"/>
            <a:ext cx="52800" cy="48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82" name="Google Shape;5482;p169"/>
          <p:cNvCxnSpPr>
            <a:stCxn id="5388" idx="2"/>
            <a:endCxn id="5393" idx="0"/>
          </p:cNvCxnSpPr>
          <p:nvPr/>
        </p:nvCxnSpPr>
        <p:spPr>
          <a:xfrm>
            <a:off x="5739393" y="2961841"/>
            <a:ext cx="52800" cy="48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83" name="Google Shape;5483;p169"/>
          <p:cNvCxnSpPr>
            <a:stCxn id="5383" idx="2"/>
            <a:endCxn id="5394" idx="0"/>
          </p:cNvCxnSpPr>
          <p:nvPr/>
        </p:nvCxnSpPr>
        <p:spPr>
          <a:xfrm flipH="1">
            <a:off x="5023143" y="2887434"/>
            <a:ext cx="149400" cy="64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84" name="Google Shape;5484;p169"/>
          <p:cNvCxnSpPr>
            <a:stCxn id="5383" idx="2"/>
            <a:endCxn id="5393" idx="1"/>
          </p:cNvCxnSpPr>
          <p:nvPr/>
        </p:nvCxnSpPr>
        <p:spPr>
          <a:xfrm>
            <a:off x="5172543" y="2887434"/>
            <a:ext cx="514200" cy="60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85" name="Google Shape;5485;p169"/>
          <p:cNvCxnSpPr>
            <a:stCxn id="5453" idx="2"/>
            <a:endCxn id="5464" idx="0"/>
          </p:cNvCxnSpPr>
          <p:nvPr/>
        </p:nvCxnSpPr>
        <p:spPr>
          <a:xfrm flipH="1">
            <a:off x="7281643" y="2832809"/>
            <a:ext cx="149400" cy="64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86" name="Google Shape;5486;p169"/>
          <p:cNvCxnSpPr>
            <a:stCxn id="5458" idx="2"/>
            <a:endCxn id="5463" idx="0"/>
          </p:cNvCxnSpPr>
          <p:nvPr/>
        </p:nvCxnSpPr>
        <p:spPr>
          <a:xfrm>
            <a:off x="7997893" y="2907216"/>
            <a:ext cx="52800" cy="48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87" name="Google Shape;5487;p169"/>
          <p:cNvCxnSpPr>
            <a:stCxn id="5461" idx="2"/>
            <a:endCxn id="5470" idx="0"/>
          </p:cNvCxnSpPr>
          <p:nvPr/>
        </p:nvCxnSpPr>
        <p:spPr>
          <a:xfrm>
            <a:off x="8648697" y="2798914"/>
            <a:ext cx="0" cy="528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88" name="Google Shape;5488;p169"/>
          <p:cNvCxnSpPr>
            <a:stCxn id="5462" idx="4"/>
            <a:endCxn id="5461" idx="0"/>
          </p:cNvCxnSpPr>
          <p:nvPr/>
        </p:nvCxnSpPr>
        <p:spPr>
          <a:xfrm>
            <a:off x="8648697" y="2258991"/>
            <a:ext cx="0" cy="2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89" name="Google Shape;5489;p16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</a:t>
            </a:r>
            <a:r>
              <a:rPr lang="en"/>
              <a:t>Cohesion</a:t>
            </a:r>
            <a:endParaRPr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3" name="Shape 5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4" name="Google Shape;5494;p170"/>
          <p:cNvSpPr/>
          <p:nvPr/>
        </p:nvSpPr>
        <p:spPr>
          <a:xfrm>
            <a:off x="878548" y="118137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5495" name="Google Shape;5495;p170"/>
          <p:cNvSpPr/>
          <p:nvPr/>
        </p:nvSpPr>
        <p:spPr>
          <a:xfrm>
            <a:off x="1379915" y="156518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5496" name="Google Shape;5496;p170"/>
          <p:cNvSpPr/>
          <p:nvPr/>
        </p:nvSpPr>
        <p:spPr>
          <a:xfrm>
            <a:off x="311688" y="156518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5497" name="Google Shape;5497;p170"/>
          <p:cNvSpPr/>
          <p:nvPr/>
        </p:nvSpPr>
        <p:spPr>
          <a:xfrm>
            <a:off x="878548" y="1862854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5498" name="Google Shape;5498;p170"/>
          <p:cNvSpPr/>
          <p:nvPr/>
        </p:nvSpPr>
        <p:spPr>
          <a:xfrm>
            <a:off x="311688" y="206712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5499" name="Google Shape;5499;p170"/>
          <p:cNvSpPr/>
          <p:nvPr/>
        </p:nvSpPr>
        <p:spPr>
          <a:xfrm>
            <a:off x="461035" y="2569072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cxnSp>
        <p:nvCxnSpPr>
          <p:cNvPr id="5500" name="Google Shape;5500;p170"/>
          <p:cNvCxnSpPr>
            <a:endCxn id="5496" idx="7"/>
          </p:cNvCxnSpPr>
          <p:nvPr/>
        </p:nvCxnSpPr>
        <p:spPr>
          <a:xfrm flipH="1">
            <a:off x="566729" y="1435709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01" name="Google Shape;5501;p170"/>
          <p:cNvCxnSpPr>
            <a:stCxn id="5498" idx="0"/>
            <a:endCxn id="5496" idx="4"/>
          </p:cNvCxnSpPr>
          <p:nvPr/>
        </p:nvCxnSpPr>
        <p:spPr>
          <a:xfrm rot="10800000">
            <a:off x="461088" y="1863128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02" name="Google Shape;5502;p170"/>
          <p:cNvCxnSpPr>
            <a:stCxn id="5495" idx="1"/>
            <a:endCxn id="5494" idx="5"/>
          </p:cNvCxnSpPr>
          <p:nvPr/>
        </p:nvCxnSpPr>
        <p:spPr>
          <a:xfrm rot="10800000">
            <a:off x="1133573" y="1435709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03" name="Google Shape;5503;p170"/>
          <p:cNvCxnSpPr>
            <a:stCxn id="5504" idx="1"/>
            <a:endCxn id="5496" idx="5"/>
          </p:cNvCxnSpPr>
          <p:nvPr/>
        </p:nvCxnSpPr>
        <p:spPr>
          <a:xfrm rot="10800000">
            <a:off x="566743" y="1819506"/>
            <a:ext cx="504900" cy="86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05" name="Google Shape;5505;p170"/>
          <p:cNvCxnSpPr>
            <a:stCxn id="5497" idx="0"/>
            <a:endCxn id="5494" idx="4"/>
          </p:cNvCxnSpPr>
          <p:nvPr/>
        </p:nvCxnSpPr>
        <p:spPr>
          <a:xfrm rot="10800000">
            <a:off x="1027948" y="1479154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06" name="Google Shape;5506;p170"/>
          <p:cNvCxnSpPr>
            <a:stCxn id="5497" idx="5"/>
            <a:endCxn id="5507" idx="1"/>
          </p:cNvCxnSpPr>
          <p:nvPr/>
        </p:nvCxnSpPr>
        <p:spPr>
          <a:xfrm>
            <a:off x="1133589" y="2117127"/>
            <a:ext cx="588900" cy="461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08" name="Google Shape;5508;p170"/>
          <p:cNvSpPr/>
          <p:nvPr/>
        </p:nvSpPr>
        <p:spPr>
          <a:xfrm>
            <a:off x="1678689" y="1995254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5507" name="Google Shape;5507;p170"/>
          <p:cNvSpPr/>
          <p:nvPr/>
        </p:nvSpPr>
        <p:spPr>
          <a:xfrm>
            <a:off x="1678689" y="2535177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5504" name="Google Shape;5504;p170"/>
          <p:cNvSpPr/>
          <p:nvPr/>
        </p:nvSpPr>
        <p:spPr>
          <a:xfrm>
            <a:off x="1027885" y="264347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sp>
        <p:nvSpPr>
          <p:cNvPr id="5509" name="Google Shape;5509;p170"/>
          <p:cNvSpPr/>
          <p:nvPr/>
        </p:nvSpPr>
        <p:spPr>
          <a:xfrm>
            <a:off x="1080784" y="3424126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5510" name="Google Shape;5510;p170"/>
          <p:cNvSpPr/>
          <p:nvPr/>
        </p:nvSpPr>
        <p:spPr>
          <a:xfrm>
            <a:off x="311688" y="350929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5511" name="Google Shape;5511;p170"/>
          <p:cNvSpPr/>
          <p:nvPr/>
        </p:nvSpPr>
        <p:spPr>
          <a:xfrm>
            <a:off x="610422" y="417388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5512" name="Google Shape;5512;p170"/>
          <p:cNvSpPr/>
          <p:nvPr/>
        </p:nvSpPr>
        <p:spPr>
          <a:xfrm>
            <a:off x="1678447" y="4013082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5513" name="Google Shape;5513;p170"/>
          <p:cNvCxnSpPr>
            <a:stCxn id="5511" idx="2"/>
            <a:endCxn id="5510" idx="5"/>
          </p:cNvCxnSpPr>
          <p:nvPr/>
        </p:nvCxnSpPr>
        <p:spPr>
          <a:xfrm rot="10800000">
            <a:off x="566622" y="3763633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14" name="Google Shape;5514;p170"/>
          <p:cNvCxnSpPr>
            <a:stCxn id="5509" idx="2"/>
            <a:endCxn id="5510" idx="6"/>
          </p:cNvCxnSpPr>
          <p:nvPr/>
        </p:nvCxnSpPr>
        <p:spPr>
          <a:xfrm flipH="1">
            <a:off x="610384" y="3573076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15" name="Google Shape;5515;p170"/>
          <p:cNvCxnSpPr>
            <a:stCxn id="5511" idx="6"/>
            <a:endCxn id="5512" idx="3"/>
          </p:cNvCxnSpPr>
          <p:nvPr/>
        </p:nvCxnSpPr>
        <p:spPr>
          <a:xfrm flipH="1" rot="10800000">
            <a:off x="909222" y="4271833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16" name="Google Shape;5516;p170"/>
          <p:cNvCxnSpPr>
            <a:stCxn id="5517" idx="4"/>
            <a:endCxn id="5512" idx="0"/>
          </p:cNvCxnSpPr>
          <p:nvPr/>
        </p:nvCxnSpPr>
        <p:spPr>
          <a:xfrm>
            <a:off x="1827997" y="3664522"/>
            <a:ext cx="0" cy="348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17" name="Google Shape;5517;p170"/>
          <p:cNvSpPr/>
          <p:nvPr/>
        </p:nvSpPr>
        <p:spPr>
          <a:xfrm>
            <a:off x="1678447" y="3361522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5518" name="Google Shape;5518;p170"/>
          <p:cNvCxnSpPr>
            <a:stCxn id="5497" idx="3"/>
            <a:endCxn id="5499" idx="7"/>
          </p:cNvCxnSpPr>
          <p:nvPr/>
        </p:nvCxnSpPr>
        <p:spPr>
          <a:xfrm flipH="1">
            <a:off x="716206" y="2117127"/>
            <a:ext cx="206100" cy="495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19" name="Google Shape;5519;p170"/>
          <p:cNvCxnSpPr>
            <a:stCxn id="5495" idx="4"/>
            <a:endCxn id="5508" idx="1"/>
          </p:cNvCxnSpPr>
          <p:nvPr/>
        </p:nvCxnSpPr>
        <p:spPr>
          <a:xfrm>
            <a:off x="1529315" y="1863083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20" name="Google Shape;5520;p170"/>
          <p:cNvCxnSpPr>
            <a:stCxn id="5495" idx="4"/>
            <a:endCxn id="5504" idx="0"/>
          </p:cNvCxnSpPr>
          <p:nvPr/>
        </p:nvCxnSpPr>
        <p:spPr>
          <a:xfrm flipH="1">
            <a:off x="1177415" y="1863083"/>
            <a:ext cx="351900" cy="7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21" name="Google Shape;5521;p170"/>
          <p:cNvCxnSpPr>
            <a:stCxn id="5498" idx="4"/>
            <a:endCxn id="5499" idx="0"/>
          </p:cNvCxnSpPr>
          <p:nvPr/>
        </p:nvCxnSpPr>
        <p:spPr>
          <a:xfrm>
            <a:off x="461088" y="2365028"/>
            <a:ext cx="14940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22" name="Google Shape;5522;p170"/>
          <p:cNvCxnSpPr>
            <a:stCxn id="5498" idx="5"/>
            <a:endCxn id="5507" idx="2"/>
          </p:cNvCxnSpPr>
          <p:nvPr/>
        </p:nvCxnSpPr>
        <p:spPr>
          <a:xfrm>
            <a:off x="566729" y="2321401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23" name="Google Shape;5523;p170"/>
          <p:cNvCxnSpPr>
            <a:stCxn id="5499" idx="6"/>
            <a:endCxn id="5504" idx="2"/>
          </p:cNvCxnSpPr>
          <p:nvPr/>
        </p:nvCxnSpPr>
        <p:spPr>
          <a:xfrm>
            <a:off x="759835" y="2718022"/>
            <a:ext cx="268200" cy="7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24" name="Google Shape;5524;p170"/>
          <p:cNvCxnSpPr>
            <a:stCxn id="5508" idx="3"/>
            <a:endCxn id="5504" idx="6"/>
          </p:cNvCxnSpPr>
          <p:nvPr/>
        </p:nvCxnSpPr>
        <p:spPr>
          <a:xfrm flipH="1">
            <a:off x="1326747" y="2249528"/>
            <a:ext cx="395700" cy="5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25" name="Google Shape;5525;p170"/>
          <p:cNvCxnSpPr>
            <a:stCxn id="5508" idx="4"/>
            <a:endCxn id="5507" idx="0"/>
          </p:cNvCxnSpPr>
          <p:nvPr/>
        </p:nvCxnSpPr>
        <p:spPr>
          <a:xfrm>
            <a:off x="1828089" y="2293154"/>
            <a:ext cx="0" cy="2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26" name="Google Shape;5526;p170"/>
          <p:cNvCxnSpPr>
            <a:stCxn id="5509" idx="6"/>
            <a:endCxn id="5517" idx="3"/>
          </p:cNvCxnSpPr>
          <p:nvPr/>
        </p:nvCxnSpPr>
        <p:spPr>
          <a:xfrm>
            <a:off x="1379584" y="3573076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27" name="Google Shape;5527;p170"/>
          <p:cNvCxnSpPr>
            <a:stCxn id="5509" idx="5"/>
            <a:endCxn id="5512" idx="1"/>
          </p:cNvCxnSpPr>
          <p:nvPr/>
        </p:nvCxnSpPr>
        <p:spPr>
          <a:xfrm>
            <a:off x="1335826" y="3678399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28" name="Google Shape;5528;p170"/>
          <p:cNvCxnSpPr>
            <a:stCxn id="5517" idx="3"/>
            <a:endCxn id="5511" idx="7"/>
          </p:cNvCxnSpPr>
          <p:nvPr/>
        </p:nvCxnSpPr>
        <p:spPr>
          <a:xfrm flipH="1">
            <a:off x="865450" y="3620149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29" name="Google Shape;5529;p170"/>
          <p:cNvSpPr/>
          <p:nvPr/>
        </p:nvSpPr>
        <p:spPr>
          <a:xfrm>
            <a:off x="5440655" y="1201841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5530" name="Google Shape;5530;p170"/>
          <p:cNvSpPr/>
          <p:nvPr/>
        </p:nvSpPr>
        <p:spPr>
          <a:xfrm>
            <a:off x="5942022" y="15856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5531" name="Google Shape;5531;p170"/>
          <p:cNvSpPr/>
          <p:nvPr/>
        </p:nvSpPr>
        <p:spPr>
          <a:xfrm>
            <a:off x="4873795" y="15856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5532" name="Google Shape;5532;p170"/>
          <p:cNvSpPr/>
          <p:nvPr/>
        </p:nvSpPr>
        <p:spPr>
          <a:xfrm>
            <a:off x="5440655" y="188331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5533" name="Google Shape;5533;p170"/>
          <p:cNvSpPr/>
          <p:nvPr/>
        </p:nvSpPr>
        <p:spPr>
          <a:xfrm>
            <a:off x="4873795" y="208758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5534" name="Google Shape;5534;p170"/>
          <p:cNvSpPr/>
          <p:nvPr/>
        </p:nvSpPr>
        <p:spPr>
          <a:xfrm>
            <a:off x="5023143" y="2589534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6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5535" name="Google Shape;5535;p170"/>
          <p:cNvCxnSpPr>
            <a:endCxn id="5531" idx="7"/>
          </p:cNvCxnSpPr>
          <p:nvPr/>
        </p:nvCxnSpPr>
        <p:spPr>
          <a:xfrm flipH="1">
            <a:off x="5128837" y="1456171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36" name="Google Shape;5536;p170"/>
          <p:cNvCxnSpPr>
            <a:stCxn id="5533" idx="0"/>
            <a:endCxn id="5531" idx="4"/>
          </p:cNvCxnSpPr>
          <p:nvPr/>
        </p:nvCxnSpPr>
        <p:spPr>
          <a:xfrm rot="10800000">
            <a:off x="5023195" y="1883589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37" name="Google Shape;5537;p170"/>
          <p:cNvCxnSpPr>
            <a:stCxn id="5530" idx="1"/>
            <a:endCxn id="5529" idx="5"/>
          </p:cNvCxnSpPr>
          <p:nvPr/>
        </p:nvCxnSpPr>
        <p:spPr>
          <a:xfrm rot="10800000">
            <a:off x="5695681" y="1456171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38" name="Google Shape;5538;p170"/>
          <p:cNvCxnSpPr>
            <a:stCxn id="5539" idx="1"/>
            <a:endCxn id="5531" idx="5"/>
          </p:cNvCxnSpPr>
          <p:nvPr/>
        </p:nvCxnSpPr>
        <p:spPr>
          <a:xfrm rot="10800000">
            <a:off x="5128893" y="1839991"/>
            <a:ext cx="461100" cy="97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40" name="Google Shape;5540;p170"/>
          <p:cNvCxnSpPr>
            <a:stCxn id="5532" idx="0"/>
            <a:endCxn id="5529" idx="4"/>
          </p:cNvCxnSpPr>
          <p:nvPr/>
        </p:nvCxnSpPr>
        <p:spPr>
          <a:xfrm rot="10800000">
            <a:off x="5590055" y="1499615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41" name="Google Shape;5541;p170"/>
          <p:cNvCxnSpPr>
            <a:stCxn id="5532" idx="5"/>
            <a:endCxn id="5542" idx="1"/>
          </p:cNvCxnSpPr>
          <p:nvPr/>
        </p:nvCxnSpPr>
        <p:spPr>
          <a:xfrm>
            <a:off x="5695697" y="2137589"/>
            <a:ext cx="588900" cy="461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43" name="Google Shape;5543;p170"/>
          <p:cNvSpPr/>
          <p:nvPr/>
        </p:nvSpPr>
        <p:spPr>
          <a:xfrm>
            <a:off x="6240797" y="2015716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5542" name="Google Shape;5542;p170"/>
          <p:cNvSpPr/>
          <p:nvPr/>
        </p:nvSpPr>
        <p:spPr>
          <a:xfrm>
            <a:off x="6240797" y="255563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5539" name="Google Shape;5539;p170"/>
          <p:cNvSpPr/>
          <p:nvPr/>
        </p:nvSpPr>
        <p:spPr>
          <a:xfrm>
            <a:off x="5589993" y="2663941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7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544" name="Google Shape;5544;p170"/>
          <p:cNvSpPr/>
          <p:nvPr/>
        </p:nvSpPr>
        <p:spPr>
          <a:xfrm>
            <a:off x="5642892" y="344458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5545" name="Google Shape;5545;p170"/>
          <p:cNvSpPr/>
          <p:nvPr/>
        </p:nvSpPr>
        <p:spPr>
          <a:xfrm>
            <a:off x="4873795" y="3529757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5546" name="Google Shape;5546;p170"/>
          <p:cNvSpPr/>
          <p:nvPr/>
        </p:nvSpPr>
        <p:spPr>
          <a:xfrm>
            <a:off x="5172530" y="41943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5547" name="Google Shape;5547;p170"/>
          <p:cNvSpPr/>
          <p:nvPr/>
        </p:nvSpPr>
        <p:spPr>
          <a:xfrm>
            <a:off x="6240555" y="4033544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5548" name="Google Shape;5548;p170"/>
          <p:cNvCxnSpPr>
            <a:stCxn id="5546" idx="2"/>
            <a:endCxn id="5545" idx="5"/>
          </p:cNvCxnSpPr>
          <p:nvPr/>
        </p:nvCxnSpPr>
        <p:spPr>
          <a:xfrm rot="10800000">
            <a:off x="5128730" y="3784095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49" name="Google Shape;5549;p170"/>
          <p:cNvCxnSpPr>
            <a:stCxn id="5544" idx="2"/>
            <a:endCxn id="5545" idx="6"/>
          </p:cNvCxnSpPr>
          <p:nvPr/>
        </p:nvCxnSpPr>
        <p:spPr>
          <a:xfrm flipH="1">
            <a:off x="5172492" y="3593538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50" name="Google Shape;5550;p170"/>
          <p:cNvCxnSpPr>
            <a:stCxn id="5546" idx="6"/>
            <a:endCxn id="5547" idx="3"/>
          </p:cNvCxnSpPr>
          <p:nvPr/>
        </p:nvCxnSpPr>
        <p:spPr>
          <a:xfrm flipH="1" rot="10800000">
            <a:off x="5471330" y="4292295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51" name="Google Shape;5551;p170"/>
          <p:cNvCxnSpPr>
            <a:stCxn id="5552" idx="4"/>
            <a:endCxn id="5547" idx="0"/>
          </p:cNvCxnSpPr>
          <p:nvPr/>
        </p:nvCxnSpPr>
        <p:spPr>
          <a:xfrm>
            <a:off x="6390105" y="3684984"/>
            <a:ext cx="0" cy="348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52" name="Google Shape;5552;p170"/>
          <p:cNvSpPr/>
          <p:nvPr/>
        </p:nvSpPr>
        <p:spPr>
          <a:xfrm>
            <a:off x="6240555" y="3381984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5553" name="Google Shape;5553;p170"/>
          <p:cNvCxnSpPr>
            <a:stCxn id="5532" idx="3"/>
            <a:endCxn id="5534" idx="3"/>
          </p:cNvCxnSpPr>
          <p:nvPr/>
        </p:nvCxnSpPr>
        <p:spPr>
          <a:xfrm flipH="1">
            <a:off x="5321814" y="2137589"/>
            <a:ext cx="162600" cy="60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54" name="Google Shape;5554;p170"/>
          <p:cNvCxnSpPr>
            <a:stCxn id="5530" idx="4"/>
            <a:endCxn id="5543" idx="1"/>
          </p:cNvCxnSpPr>
          <p:nvPr/>
        </p:nvCxnSpPr>
        <p:spPr>
          <a:xfrm>
            <a:off x="6091422" y="1883545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55" name="Google Shape;5555;p170"/>
          <p:cNvCxnSpPr>
            <a:stCxn id="5530" idx="4"/>
            <a:endCxn id="5539" idx="0"/>
          </p:cNvCxnSpPr>
          <p:nvPr/>
        </p:nvCxnSpPr>
        <p:spPr>
          <a:xfrm flipH="1">
            <a:off x="5739522" y="1883545"/>
            <a:ext cx="351900" cy="7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56" name="Google Shape;5556;p170"/>
          <p:cNvCxnSpPr>
            <a:stCxn id="5533" idx="4"/>
            <a:endCxn id="5534" idx="0"/>
          </p:cNvCxnSpPr>
          <p:nvPr/>
        </p:nvCxnSpPr>
        <p:spPr>
          <a:xfrm>
            <a:off x="5023195" y="2385489"/>
            <a:ext cx="14940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57" name="Google Shape;5557;p170"/>
          <p:cNvCxnSpPr>
            <a:stCxn id="5533" idx="5"/>
            <a:endCxn id="5542" idx="2"/>
          </p:cNvCxnSpPr>
          <p:nvPr/>
        </p:nvCxnSpPr>
        <p:spPr>
          <a:xfrm>
            <a:off x="5128837" y="2341863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58" name="Google Shape;5558;p170"/>
          <p:cNvCxnSpPr>
            <a:stCxn id="5534" idx="3"/>
            <a:endCxn id="5539" idx="1"/>
          </p:cNvCxnSpPr>
          <p:nvPr/>
        </p:nvCxnSpPr>
        <p:spPr>
          <a:xfrm>
            <a:off x="5321943" y="2738484"/>
            <a:ext cx="268200" cy="7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59" name="Google Shape;5559;p170"/>
          <p:cNvCxnSpPr>
            <a:stCxn id="5543" idx="3"/>
            <a:endCxn id="5539" idx="3"/>
          </p:cNvCxnSpPr>
          <p:nvPr/>
        </p:nvCxnSpPr>
        <p:spPr>
          <a:xfrm flipH="1">
            <a:off x="5888855" y="2269990"/>
            <a:ext cx="395700" cy="5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60" name="Google Shape;5560;p170"/>
          <p:cNvCxnSpPr>
            <a:stCxn id="5543" idx="4"/>
            <a:endCxn id="5542" idx="0"/>
          </p:cNvCxnSpPr>
          <p:nvPr/>
        </p:nvCxnSpPr>
        <p:spPr>
          <a:xfrm>
            <a:off x="6390197" y="2313616"/>
            <a:ext cx="0" cy="2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61" name="Google Shape;5561;p170"/>
          <p:cNvCxnSpPr>
            <a:stCxn id="5544" idx="6"/>
            <a:endCxn id="5552" idx="3"/>
          </p:cNvCxnSpPr>
          <p:nvPr/>
        </p:nvCxnSpPr>
        <p:spPr>
          <a:xfrm>
            <a:off x="5941692" y="3593538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62" name="Google Shape;5562;p170"/>
          <p:cNvCxnSpPr>
            <a:stCxn id="5544" idx="5"/>
            <a:endCxn id="5547" idx="1"/>
          </p:cNvCxnSpPr>
          <p:nvPr/>
        </p:nvCxnSpPr>
        <p:spPr>
          <a:xfrm>
            <a:off x="5897934" y="3698861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63" name="Google Shape;5563;p170"/>
          <p:cNvCxnSpPr>
            <a:stCxn id="5552" idx="3"/>
            <a:endCxn id="5546" idx="7"/>
          </p:cNvCxnSpPr>
          <p:nvPr/>
        </p:nvCxnSpPr>
        <p:spPr>
          <a:xfrm flipH="1">
            <a:off x="5427557" y="3640611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64" name="Google Shape;5564;p170"/>
          <p:cNvSpPr/>
          <p:nvPr/>
        </p:nvSpPr>
        <p:spPr>
          <a:xfrm>
            <a:off x="3208059" y="12018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5565" name="Google Shape;5565;p170"/>
          <p:cNvSpPr/>
          <p:nvPr/>
        </p:nvSpPr>
        <p:spPr>
          <a:xfrm>
            <a:off x="3709426" y="158564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5566" name="Google Shape;5566;p170"/>
          <p:cNvSpPr/>
          <p:nvPr/>
        </p:nvSpPr>
        <p:spPr>
          <a:xfrm>
            <a:off x="2641199" y="158564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5567" name="Google Shape;5567;p170"/>
          <p:cNvSpPr/>
          <p:nvPr/>
        </p:nvSpPr>
        <p:spPr>
          <a:xfrm>
            <a:off x="3208059" y="188331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5568" name="Google Shape;5568;p170"/>
          <p:cNvSpPr/>
          <p:nvPr/>
        </p:nvSpPr>
        <p:spPr>
          <a:xfrm>
            <a:off x="2641199" y="208759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5569" name="Google Shape;5569;p170"/>
          <p:cNvSpPr/>
          <p:nvPr/>
        </p:nvSpPr>
        <p:spPr>
          <a:xfrm>
            <a:off x="2790547" y="2589537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cxnSp>
        <p:nvCxnSpPr>
          <p:cNvPr id="5570" name="Google Shape;5570;p170"/>
          <p:cNvCxnSpPr>
            <a:endCxn id="5566" idx="7"/>
          </p:cNvCxnSpPr>
          <p:nvPr/>
        </p:nvCxnSpPr>
        <p:spPr>
          <a:xfrm flipH="1">
            <a:off x="2896241" y="1456175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71" name="Google Shape;5571;p170"/>
          <p:cNvCxnSpPr>
            <a:stCxn id="5568" idx="0"/>
            <a:endCxn id="5566" idx="4"/>
          </p:cNvCxnSpPr>
          <p:nvPr/>
        </p:nvCxnSpPr>
        <p:spPr>
          <a:xfrm rot="10800000">
            <a:off x="2790599" y="1883593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72" name="Google Shape;5572;p170"/>
          <p:cNvCxnSpPr>
            <a:stCxn id="5565" idx="1"/>
            <a:endCxn id="5564" idx="5"/>
          </p:cNvCxnSpPr>
          <p:nvPr/>
        </p:nvCxnSpPr>
        <p:spPr>
          <a:xfrm rot="10800000">
            <a:off x="3463085" y="1456175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73" name="Google Shape;5573;p170"/>
          <p:cNvCxnSpPr>
            <a:stCxn id="5574" idx="1"/>
            <a:endCxn id="5566" idx="5"/>
          </p:cNvCxnSpPr>
          <p:nvPr/>
        </p:nvCxnSpPr>
        <p:spPr>
          <a:xfrm rot="10800000">
            <a:off x="2896297" y="1839995"/>
            <a:ext cx="461100" cy="97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75" name="Google Shape;5575;p170"/>
          <p:cNvCxnSpPr>
            <a:stCxn id="5567" idx="0"/>
            <a:endCxn id="5564" idx="4"/>
          </p:cNvCxnSpPr>
          <p:nvPr/>
        </p:nvCxnSpPr>
        <p:spPr>
          <a:xfrm rot="10800000">
            <a:off x="3357459" y="1499619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76" name="Google Shape;5576;p170"/>
          <p:cNvCxnSpPr>
            <a:stCxn id="5567" idx="5"/>
            <a:endCxn id="5577" idx="1"/>
          </p:cNvCxnSpPr>
          <p:nvPr/>
        </p:nvCxnSpPr>
        <p:spPr>
          <a:xfrm>
            <a:off x="3463101" y="2137592"/>
            <a:ext cx="588900" cy="461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78" name="Google Shape;5578;p170"/>
          <p:cNvSpPr/>
          <p:nvPr/>
        </p:nvSpPr>
        <p:spPr>
          <a:xfrm>
            <a:off x="4008201" y="201571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5577" name="Google Shape;5577;p170"/>
          <p:cNvSpPr/>
          <p:nvPr/>
        </p:nvSpPr>
        <p:spPr>
          <a:xfrm>
            <a:off x="4008201" y="2555642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5574" name="Google Shape;5574;p170"/>
          <p:cNvSpPr/>
          <p:nvPr/>
        </p:nvSpPr>
        <p:spPr>
          <a:xfrm>
            <a:off x="3357397" y="2663945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7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579" name="Google Shape;5579;p170"/>
          <p:cNvSpPr/>
          <p:nvPr/>
        </p:nvSpPr>
        <p:spPr>
          <a:xfrm>
            <a:off x="3410296" y="3444591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5580" name="Google Shape;5580;p170"/>
          <p:cNvSpPr/>
          <p:nvPr/>
        </p:nvSpPr>
        <p:spPr>
          <a:xfrm>
            <a:off x="2641199" y="352976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5581" name="Google Shape;5581;p170"/>
          <p:cNvSpPr/>
          <p:nvPr/>
        </p:nvSpPr>
        <p:spPr>
          <a:xfrm>
            <a:off x="2939934" y="419434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5582" name="Google Shape;5582;p170"/>
          <p:cNvSpPr/>
          <p:nvPr/>
        </p:nvSpPr>
        <p:spPr>
          <a:xfrm>
            <a:off x="4007959" y="4033547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5583" name="Google Shape;5583;p170"/>
          <p:cNvCxnSpPr>
            <a:stCxn id="5581" idx="2"/>
            <a:endCxn id="5580" idx="5"/>
          </p:cNvCxnSpPr>
          <p:nvPr/>
        </p:nvCxnSpPr>
        <p:spPr>
          <a:xfrm rot="10800000">
            <a:off x="2896134" y="3784098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84" name="Google Shape;5584;p170"/>
          <p:cNvCxnSpPr>
            <a:stCxn id="5579" idx="2"/>
            <a:endCxn id="5580" idx="6"/>
          </p:cNvCxnSpPr>
          <p:nvPr/>
        </p:nvCxnSpPr>
        <p:spPr>
          <a:xfrm flipH="1">
            <a:off x="2939896" y="3593541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85" name="Google Shape;5585;p170"/>
          <p:cNvCxnSpPr>
            <a:stCxn id="5581" idx="6"/>
            <a:endCxn id="5582" idx="3"/>
          </p:cNvCxnSpPr>
          <p:nvPr/>
        </p:nvCxnSpPr>
        <p:spPr>
          <a:xfrm flipH="1" rot="10800000">
            <a:off x="3238734" y="4292298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86" name="Google Shape;5586;p170"/>
          <p:cNvCxnSpPr>
            <a:stCxn id="5587" idx="4"/>
            <a:endCxn id="5582" idx="0"/>
          </p:cNvCxnSpPr>
          <p:nvPr/>
        </p:nvCxnSpPr>
        <p:spPr>
          <a:xfrm>
            <a:off x="4157509" y="3684988"/>
            <a:ext cx="0" cy="348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87" name="Google Shape;5587;p170"/>
          <p:cNvSpPr/>
          <p:nvPr/>
        </p:nvSpPr>
        <p:spPr>
          <a:xfrm>
            <a:off x="4007959" y="3381988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5588" name="Google Shape;5588;p170"/>
          <p:cNvCxnSpPr>
            <a:stCxn id="5567" idx="3"/>
            <a:endCxn id="5569" idx="7"/>
          </p:cNvCxnSpPr>
          <p:nvPr/>
        </p:nvCxnSpPr>
        <p:spPr>
          <a:xfrm flipH="1">
            <a:off x="3045718" y="2137592"/>
            <a:ext cx="206100" cy="495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89" name="Google Shape;5589;p170"/>
          <p:cNvCxnSpPr>
            <a:stCxn id="5565" idx="4"/>
            <a:endCxn id="5578" idx="1"/>
          </p:cNvCxnSpPr>
          <p:nvPr/>
        </p:nvCxnSpPr>
        <p:spPr>
          <a:xfrm>
            <a:off x="3858826" y="1883548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90" name="Google Shape;5590;p170"/>
          <p:cNvCxnSpPr>
            <a:stCxn id="5565" idx="4"/>
            <a:endCxn id="5574" idx="0"/>
          </p:cNvCxnSpPr>
          <p:nvPr/>
        </p:nvCxnSpPr>
        <p:spPr>
          <a:xfrm flipH="1">
            <a:off x="3506926" y="1883548"/>
            <a:ext cx="351900" cy="7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91" name="Google Shape;5591;p170"/>
          <p:cNvCxnSpPr>
            <a:stCxn id="5568" idx="4"/>
            <a:endCxn id="5569" idx="0"/>
          </p:cNvCxnSpPr>
          <p:nvPr/>
        </p:nvCxnSpPr>
        <p:spPr>
          <a:xfrm>
            <a:off x="2790599" y="2385493"/>
            <a:ext cx="14940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92" name="Google Shape;5592;p170"/>
          <p:cNvCxnSpPr>
            <a:stCxn id="5568" idx="5"/>
            <a:endCxn id="5577" idx="2"/>
          </p:cNvCxnSpPr>
          <p:nvPr/>
        </p:nvCxnSpPr>
        <p:spPr>
          <a:xfrm>
            <a:off x="2896241" y="2341866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93" name="Google Shape;5593;p170"/>
          <p:cNvCxnSpPr>
            <a:stCxn id="5569" idx="6"/>
            <a:endCxn id="5574" idx="1"/>
          </p:cNvCxnSpPr>
          <p:nvPr/>
        </p:nvCxnSpPr>
        <p:spPr>
          <a:xfrm>
            <a:off x="3089347" y="2738487"/>
            <a:ext cx="268200" cy="7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94" name="Google Shape;5594;p170"/>
          <p:cNvCxnSpPr>
            <a:stCxn id="5578" idx="3"/>
            <a:endCxn id="5574" idx="3"/>
          </p:cNvCxnSpPr>
          <p:nvPr/>
        </p:nvCxnSpPr>
        <p:spPr>
          <a:xfrm flipH="1">
            <a:off x="3656259" y="2269993"/>
            <a:ext cx="395700" cy="5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95" name="Google Shape;5595;p170"/>
          <p:cNvCxnSpPr>
            <a:stCxn id="5578" idx="4"/>
            <a:endCxn id="5577" idx="0"/>
          </p:cNvCxnSpPr>
          <p:nvPr/>
        </p:nvCxnSpPr>
        <p:spPr>
          <a:xfrm>
            <a:off x="4157601" y="2313619"/>
            <a:ext cx="0" cy="2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96" name="Google Shape;5596;p170"/>
          <p:cNvCxnSpPr>
            <a:stCxn id="5579" idx="6"/>
            <a:endCxn id="5587" idx="3"/>
          </p:cNvCxnSpPr>
          <p:nvPr/>
        </p:nvCxnSpPr>
        <p:spPr>
          <a:xfrm>
            <a:off x="3709096" y="3593541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97" name="Google Shape;5597;p170"/>
          <p:cNvCxnSpPr>
            <a:stCxn id="5579" idx="5"/>
            <a:endCxn id="5582" idx="1"/>
          </p:cNvCxnSpPr>
          <p:nvPr/>
        </p:nvCxnSpPr>
        <p:spPr>
          <a:xfrm>
            <a:off x="3665338" y="3698865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98" name="Google Shape;5598;p170"/>
          <p:cNvCxnSpPr>
            <a:stCxn id="5587" idx="3"/>
            <a:endCxn id="5581" idx="7"/>
          </p:cNvCxnSpPr>
          <p:nvPr/>
        </p:nvCxnSpPr>
        <p:spPr>
          <a:xfrm flipH="1">
            <a:off x="3194961" y="3640614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99" name="Google Shape;5599;p170"/>
          <p:cNvSpPr/>
          <p:nvPr/>
        </p:nvSpPr>
        <p:spPr>
          <a:xfrm>
            <a:off x="7699155" y="1147216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5600" name="Google Shape;5600;p170"/>
          <p:cNvSpPr/>
          <p:nvPr/>
        </p:nvSpPr>
        <p:spPr>
          <a:xfrm>
            <a:off x="8200522" y="153102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5601" name="Google Shape;5601;p170"/>
          <p:cNvSpPr/>
          <p:nvPr/>
        </p:nvSpPr>
        <p:spPr>
          <a:xfrm>
            <a:off x="7132295" y="153102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5602" name="Google Shape;5602;p170"/>
          <p:cNvSpPr/>
          <p:nvPr/>
        </p:nvSpPr>
        <p:spPr>
          <a:xfrm>
            <a:off x="7699155" y="182869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5603" name="Google Shape;5603;p170"/>
          <p:cNvSpPr/>
          <p:nvPr/>
        </p:nvSpPr>
        <p:spPr>
          <a:xfrm>
            <a:off x="7132295" y="2032964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5604" name="Google Shape;5604;p170"/>
          <p:cNvSpPr/>
          <p:nvPr/>
        </p:nvSpPr>
        <p:spPr>
          <a:xfrm>
            <a:off x="7281643" y="2534909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6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5605" name="Google Shape;5605;p170"/>
          <p:cNvCxnSpPr>
            <a:endCxn id="5601" idx="7"/>
          </p:cNvCxnSpPr>
          <p:nvPr/>
        </p:nvCxnSpPr>
        <p:spPr>
          <a:xfrm flipH="1">
            <a:off x="7387337" y="1401546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06" name="Google Shape;5606;p170"/>
          <p:cNvCxnSpPr>
            <a:stCxn id="5603" idx="0"/>
            <a:endCxn id="5601" idx="4"/>
          </p:cNvCxnSpPr>
          <p:nvPr/>
        </p:nvCxnSpPr>
        <p:spPr>
          <a:xfrm rot="10800000">
            <a:off x="7281695" y="1828964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07" name="Google Shape;5607;p170"/>
          <p:cNvCxnSpPr>
            <a:stCxn id="5600" idx="1"/>
            <a:endCxn id="5599" idx="5"/>
          </p:cNvCxnSpPr>
          <p:nvPr/>
        </p:nvCxnSpPr>
        <p:spPr>
          <a:xfrm rot="10800000">
            <a:off x="7954181" y="1401546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08" name="Google Shape;5608;p170"/>
          <p:cNvCxnSpPr>
            <a:stCxn id="5609" idx="1"/>
            <a:endCxn id="5601" idx="5"/>
          </p:cNvCxnSpPr>
          <p:nvPr/>
        </p:nvCxnSpPr>
        <p:spPr>
          <a:xfrm rot="10800000">
            <a:off x="7387393" y="1785366"/>
            <a:ext cx="461100" cy="97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10" name="Google Shape;5610;p170"/>
          <p:cNvCxnSpPr>
            <a:stCxn id="5602" idx="0"/>
            <a:endCxn id="5599" idx="4"/>
          </p:cNvCxnSpPr>
          <p:nvPr/>
        </p:nvCxnSpPr>
        <p:spPr>
          <a:xfrm rot="10800000">
            <a:off x="7848555" y="1444990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11" name="Google Shape;5611;p170"/>
          <p:cNvCxnSpPr>
            <a:stCxn id="5602" idx="5"/>
            <a:endCxn id="5612" idx="1"/>
          </p:cNvCxnSpPr>
          <p:nvPr/>
        </p:nvCxnSpPr>
        <p:spPr>
          <a:xfrm>
            <a:off x="7954197" y="2082964"/>
            <a:ext cx="545100" cy="56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13" name="Google Shape;5613;p170"/>
          <p:cNvSpPr/>
          <p:nvPr/>
        </p:nvSpPr>
        <p:spPr>
          <a:xfrm>
            <a:off x="8499297" y="1961091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5612" name="Google Shape;5612;p170"/>
          <p:cNvSpPr/>
          <p:nvPr/>
        </p:nvSpPr>
        <p:spPr>
          <a:xfrm>
            <a:off x="8499297" y="2501014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9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609" name="Google Shape;5609;p170"/>
          <p:cNvSpPr/>
          <p:nvPr/>
        </p:nvSpPr>
        <p:spPr>
          <a:xfrm>
            <a:off x="7848493" y="2609316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7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614" name="Google Shape;5614;p170"/>
          <p:cNvSpPr/>
          <p:nvPr/>
        </p:nvSpPr>
        <p:spPr>
          <a:xfrm>
            <a:off x="7901392" y="338996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5615" name="Google Shape;5615;p170"/>
          <p:cNvSpPr/>
          <p:nvPr/>
        </p:nvSpPr>
        <p:spPr>
          <a:xfrm>
            <a:off x="7132295" y="3475132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5616" name="Google Shape;5616;p170"/>
          <p:cNvSpPr/>
          <p:nvPr/>
        </p:nvSpPr>
        <p:spPr>
          <a:xfrm>
            <a:off x="7431030" y="413972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5617" name="Google Shape;5617;p170"/>
          <p:cNvSpPr/>
          <p:nvPr/>
        </p:nvSpPr>
        <p:spPr>
          <a:xfrm>
            <a:off x="8499055" y="3978919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5618" name="Google Shape;5618;p170"/>
          <p:cNvCxnSpPr>
            <a:stCxn id="5616" idx="2"/>
            <a:endCxn id="5615" idx="5"/>
          </p:cNvCxnSpPr>
          <p:nvPr/>
        </p:nvCxnSpPr>
        <p:spPr>
          <a:xfrm rot="10800000">
            <a:off x="7387230" y="3729470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19" name="Google Shape;5619;p170"/>
          <p:cNvCxnSpPr>
            <a:stCxn id="5614" idx="2"/>
            <a:endCxn id="5615" idx="6"/>
          </p:cNvCxnSpPr>
          <p:nvPr/>
        </p:nvCxnSpPr>
        <p:spPr>
          <a:xfrm flipH="1">
            <a:off x="7430992" y="3538913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20" name="Google Shape;5620;p170"/>
          <p:cNvCxnSpPr>
            <a:stCxn id="5616" idx="6"/>
            <a:endCxn id="5617" idx="3"/>
          </p:cNvCxnSpPr>
          <p:nvPr/>
        </p:nvCxnSpPr>
        <p:spPr>
          <a:xfrm flipH="1" rot="10800000">
            <a:off x="7729830" y="4237670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21" name="Google Shape;5621;p170"/>
          <p:cNvSpPr/>
          <p:nvPr/>
        </p:nvSpPr>
        <p:spPr>
          <a:xfrm>
            <a:off x="8499055" y="3327359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5622" name="Google Shape;5622;p170"/>
          <p:cNvCxnSpPr>
            <a:stCxn id="5602" idx="3"/>
            <a:endCxn id="5604" idx="3"/>
          </p:cNvCxnSpPr>
          <p:nvPr/>
        </p:nvCxnSpPr>
        <p:spPr>
          <a:xfrm flipH="1">
            <a:off x="7580314" y="2082964"/>
            <a:ext cx="162600" cy="60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23" name="Google Shape;5623;p170"/>
          <p:cNvCxnSpPr>
            <a:stCxn id="5600" idx="4"/>
            <a:endCxn id="5613" idx="1"/>
          </p:cNvCxnSpPr>
          <p:nvPr/>
        </p:nvCxnSpPr>
        <p:spPr>
          <a:xfrm>
            <a:off x="8349922" y="1828920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24" name="Google Shape;5624;p170"/>
          <p:cNvCxnSpPr>
            <a:stCxn id="5600" idx="4"/>
            <a:endCxn id="5609" idx="0"/>
          </p:cNvCxnSpPr>
          <p:nvPr/>
        </p:nvCxnSpPr>
        <p:spPr>
          <a:xfrm flipH="1">
            <a:off x="7998022" y="1828920"/>
            <a:ext cx="351900" cy="7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25" name="Google Shape;5625;p170"/>
          <p:cNvCxnSpPr>
            <a:stCxn id="5603" idx="4"/>
            <a:endCxn id="5604" idx="0"/>
          </p:cNvCxnSpPr>
          <p:nvPr/>
        </p:nvCxnSpPr>
        <p:spPr>
          <a:xfrm>
            <a:off x="7281695" y="2330864"/>
            <a:ext cx="14940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26" name="Google Shape;5626;p170"/>
          <p:cNvCxnSpPr>
            <a:stCxn id="5603" idx="5"/>
            <a:endCxn id="5612" idx="1"/>
          </p:cNvCxnSpPr>
          <p:nvPr/>
        </p:nvCxnSpPr>
        <p:spPr>
          <a:xfrm>
            <a:off x="7387337" y="2287238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27" name="Google Shape;5627;p170"/>
          <p:cNvCxnSpPr>
            <a:stCxn id="5604" idx="3"/>
            <a:endCxn id="5609" idx="1"/>
          </p:cNvCxnSpPr>
          <p:nvPr/>
        </p:nvCxnSpPr>
        <p:spPr>
          <a:xfrm>
            <a:off x="7580443" y="2683859"/>
            <a:ext cx="268200" cy="7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28" name="Google Shape;5628;p170"/>
          <p:cNvCxnSpPr>
            <a:stCxn id="5613" idx="3"/>
            <a:endCxn id="5609" idx="3"/>
          </p:cNvCxnSpPr>
          <p:nvPr/>
        </p:nvCxnSpPr>
        <p:spPr>
          <a:xfrm flipH="1">
            <a:off x="8147355" y="2215365"/>
            <a:ext cx="395700" cy="5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29" name="Google Shape;5629;p170"/>
          <p:cNvCxnSpPr>
            <a:stCxn id="5614" idx="6"/>
            <a:endCxn id="5621" idx="3"/>
          </p:cNvCxnSpPr>
          <p:nvPr/>
        </p:nvCxnSpPr>
        <p:spPr>
          <a:xfrm>
            <a:off x="8200192" y="3538913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30" name="Google Shape;5630;p170"/>
          <p:cNvCxnSpPr>
            <a:stCxn id="5614" idx="5"/>
            <a:endCxn id="5617" idx="1"/>
          </p:cNvCxnSpPr>
          <p:nvPr/>
        </p:nvCxnSpPr>
        <p:spPr>
          <a:xfrm>
            <a:off x="8156434" y="3644236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31" name="Google Shape;5631;p170"/>
          <p:cNvCxnSpPr>
            <a:stCxn id="5621" idx="3"/>
            <a:endCxn id="5616" idx="7"/>
          </p:cNvCxnSpPr>
          <p:nvPr/>
        </p:nvCxnSpPr>
        <p:spPr>
          <a:xfrm flipH="1">
            <a:off x="7686057" y="3585986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32" name="Google Shape;5632;p170"/>
          <p:cNvCxnSpPr>
            <a:stCxn id="5574" idx="2"/>
            <a:endCxn id="5579" idx="0"/>
          </p:cNvCxnSpPr>
          <p:nvPr/>
        </p:nvCxnSpPr>
        <p:spPr>
          <a:xfrm>
            <a:off x="3506797" y="2961845"/>
            <a:ext cx="52800" cy="48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33" name="Google Shape;5633;p170"/>
          <p:cNvSpPr txBox="1"/>
          <p:nvPr/>
        </p:nvSpPr>
        <p:spPr>
          <a:xfrm>
            <a:off x="734725" y="4664625"/>
            <a:ext cx="990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K = 0</a:t>
            </a:r>
            <a:endParaRPr b="1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634" name="Google Shape;5634;p170"/>
          <p:cNvCxnSpPr>
            <a:stCxn id="5539" idx="2"/>
            <a:endCxn id="5544" idx="0"/>
          </p:cNvCxnSpPr>
          <p:nvPr/>
        </p:nvCxnSpPr>
        <p:spPr>
          <a:xfrm>
            <a:off x="5739393" y="2961841"/>
            <a:ext cx="52800" cy="48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35" name="Google Shape;5635;p170"/>
          <p:cNvCxnSpPr>
            <a:stCxn id="5534" idx="2"/>
            <a:endCxn id="5545" idx="0"/>
          </p:cNvCxnSpPr>
          <p:nvPr/>
        </p:nvCxnSpPr>
        <p:spPr>
          <a:xfrm flipH="1">
            <a:off x="5023143" y="2887434"/>
            <a:ext cx="149400" cy="64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36" name="Google Shape;5636;p170"/>
          <p:cNvCxnSpPr>
            <a:stCxn id="5534" idx="2"/>
            <a:endCxn id="5544" idx="1"/>
          </p:cNvCxnSpPr>
          <p:nvPr/>
        </p:nvCxnSpPr>
        <p:spPr>
          <a:xfrm>
            <a:off x="5172543" y="2887434"/>
            <a:ext cx="514200" cy="60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37" name="Google Shape;5637;p170"/>
          <p:cNvCxnSpPr>
            <a:stCxn id="5604" idx="2"/>
            <a:endCxn id="5615" idx="0"/>
          </p:cNvCxnSpPr>
          <p:nvPr/>
        </p:nvCxnSpPr>
        <p:spPr>
          <a:xfrm flipH="1">
            <a:off x="7281643" y="2832809"/>
            <a:ext cx="149400" cy="64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38" name="Google Shape;5638;p170"/>
          <p:cNvCxnSpPr>
            <a:stCxn id="5609" idx="2"/>
            <a:endCxn id="5614" idx="0"/>
          </p:cNvCxnSpPr>
          <p:nvPr/>
        </p:nvCxnSpPr>
        <p:spPr>
          <a:xfrm>
            <a:off x="7997893" y="2907216"/>
            <a:ext cx="52800" cy="48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39" name="Google Shape;5639;p170"/>
          <p:cNvCxnSpPr>
            <a:stCxn id="5612" idx="2"/>
            <a:endCxn id="5621" idx="0"/>
          </p:cNvCxnSpPr>
          <p:nvPr/>
        </p:nvCxnSpPr>
        <p:spPr>
          <a:xfrm>
            <a:off x="8648697" y="2798914"/>
            <a:ext cx="0" cy="528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40" name="Google Shape;5640;p170"/>
          <p:cNvCxnSpPr>
            <a:stCxn id="5613" idx="4"/>
            <a:endCxn id="5612" idx="0"/>
          </p:cNvCxnSpPr>
          <p:nvPr/>
        </p:nvCxnSpPr>
        <p:spPr>
          <a:xfrm>
            <a:off x="8648697" y="2258991"/>
            <a:ext cx="0" cy="2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41" name="Google Shape;5641;p170"/>
          <p:cNvSpPr txBox="1"/>
          <p:nvPr/>
        </p:nvSpPr>
        <p:spPr>
          <a:xfrm>
            <a:off x="461100" y="3007700"/>
            <a:ext cx="22830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Already disconnected!</a:t>
            </a:r>
            <a:endParaRPr b="1"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42" name="Google Shape;5642;p17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Cutsets</a:t>
            </a:r>
            <a:endParaRPr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6" name="Shape 5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7" name="Google Shape;5647;p171"/>
          <p:cNvSpPr/>
          <p:nvPr/>
        </p:nvSpPr>
        <p:spPr>
          <a:xfrm>
            <a:off x="878548" y="118137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5648" name="Google Shape;5648;p171"/>
          <p:cNvSpPr/>
          <p:nvPr/>
        </p:nvSpPr>
        <p:spPr>
          <a:xfrm>
            <a:off x="1379915" y="156518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5649" name="Google Shape;5649;p171"/>
          <p:cNvSpPr/>
          <p:nvPr/>
        </p:nvSpPr>
        <p:spPr>
          <a:xfrm>
            <a:off x="311688" y="156518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5650" name="Google Shape;5650;p171"/>
          <p:cNvSpPr/>
          <p:nvPr/>
        </p:nvSpPr>
        <p:spPr>
          <a:xfrm>
            <a:off x="878548" y="1862854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5651" name="Google Shape;5651;p171"/>
          <p:cNvSpPr/>
          <p:nvPr/>
        </p:nvSpPr>
        <p:spPr>
          <a:xfrm>
            <a:off x="311688" y="206712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5652" name="Google Shape;5652;p171"/>
          <p:cNvSpPr/>
          <p:nvPr/>
        </p:nvSpPr>
        <p:spPr>
          <a:xfrm>
            <a:off x="461035" y="2569072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cxnSp>
        <p:nvCxnSpPr>
          <p:cNvPr id="5653" name="Google Shape;5653;p171"/>
          <p:cNvCxnSpPr>
            <a:endCxn id="5649" idx="7"/>
          </p:cNvCxnSpPr>
          <p:nvPr/>
        </p:nvCxnSpPr>
        <p:spPr>
          <a:xfrm flipH="1">
            <a:off x="566729" y="1435709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54" name="Google Shape;5654;p171"/>
          <p:cNvCxnSpPr>
            <a:stCxn id="5651" idx="0"/>
            <a:endCxn id="5649" idx="4"/>
          </p:cNvCxnSpPr>
          <p:nvPr/>
        </p:nvCxnSpPr>
        <p:spPr>
          <a:xfrm rot="10800000">
            <a:off x="461088" y="1863128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55" name="Google Shape;5655;p171"/>
          <p:cNvCxnSpPr>
            <a:stCxn id="5648" idx="1"/>
            <a:endCxn id="5647" idx="5"/>
          </p:cNvCxnSpPr>
          <p:nvPr/>
        </p:nvCxnSpPr>
        <p:spPr>
          <a:xfrm rot="10800000">
            <a:off x="1133573" y="1435709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56" name="Google Shape;5656;p171"/>
          <p:cNvCxnSpPr>
            <a:stCxn id="5657" idx="1"/>
            <a:endCxn id="5649" idx="5"/>
          </p:cNvCxnSpPr>
          <p:nvPr/>
        </p:nvCxnSpPr>
        <p:spPr>
          <a:xfrm rot="10800000">
            <a:off x="566743" y="1819506"/>
            <a:ext cx="504900" cy="86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58" name="Google Shape;5658;p171"/>
          <p:cNvCxnSpPr>
            <a:stCxn id="5650" idx="0"/>
            <a:endCxn id="5647" idx="4"/>
          </p:cNvCxnSpPr>
          <p:nvPr/>
        </p:nvCxnSpPr>
        <p:spPr>
          <a:xfrm rot="10800000">
            <a:off x="1027948" y="1479154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59" name="Google Shape;5659;p171"/>
          <p:cNvCxnSpPr>
            <a:stCxn id="5650" idx="5"/>
            <a:endCxn id="5660" idx="1"/>
          </p:cNvCxnSpPr>
          <p:nvPr/>
        </p:nvCxnSpPr>
        <p:spPr>
          <a:xfrm>
            <a:off x="1133589" y="2117127"/>
            <a:ext cx="588900" cy="461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61" name="Google Shape;5661;p171"/>
          <p:cNvSpPr/>
          <p:nvPr/>
        </p:nvSpPr>
        <p:spPr>
          <a:xfrm>
            <a:off x="1678689" y="1995254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5660" name="Google Shape;5660;p171"/>
          <p:cNvSpPr/>
          <p:nvPr/>
        </p:nvSpPr>
        <p:spPr>
          <a:xfrm>
            <a:off x="1678689" y="2535177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5657" name="Google Shape;5657;p171"/>
          <p:cNvSpPr/>
          <p:nvPr/>
        </p:nvSpPr>
        <p:spPr>
          <a:xfrm>
            <a:off x="1027885" y="264347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sp>
        <p:nvSpPr>
          <p:cNvPr id="5662" name="Google Shape;5662;p171"/>
          <p:cNvSpPr/>
          <p:nvPr/>
        </p:nvSpPr>
        <p:spPr>
          <a:xfrm>
            <a:off x="1080784" y="3424126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5663" name="Google Shape;5663;p171"/>
          <p:cNvSpPr/>
          <p:nvPr/>
        </p:nvSpPr>
        <p:spPr>
          <a:xfrm>
            <a:off x="311688" y="350929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5664" name="Google Shape;5664;p171"/>
          <p:cNvSpPr/>
          <p:nvPr/>
        </p:nvSpPr>
        <p:spPr>
          <a:xfrm>
            <a:off x="610422" y="417388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5665" name="Google Shape;5665;p171"/>
          <p:cNvSpPr/>
          <p:nvPr/>
        </p:nvSpPr>
        <p:spPr>
          <a:xfrm>
            <a:off x="1678447" y="4013082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5666" name="Google Shape;5666;p171"/>
          <p:cNvCxnSpPr>
            <a:stCxn id="5664" idx="2"/>
            <a:endCxn id="5663" idx="5"/>
          </p:cNvCxnSpPr>
          <p:nvPr/>
        </p:nvCxnSpPr>
        <p:spPr>
          <a:xfrm rot="10800000">
            <a:off x="566622" y="3763633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67" name="Google Shape;5667;p171"/>
          <p:cNvCxnSpPr>
            <a:stCxn id="5662" idx="2"/>
            <a:endCxn id="5663" idx="6"/>
          </p:cNvCxnSpPr>
          <p:nvPr/>
        </p:nvCxnSpPr>
        <p:spPr>
          <a:xfrm flipH="1">
            <a:off x="610384" y="3573076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68" name="Google Shape;5668;p171"/>
          <p:cNvCxnSpPr>
            <a:stCxn id="5664" idx="6"/>
            <a:endCxn id="5665" idx="3"/>
          </p:cNvCxnSpPr>
          <p:nvPr/>
        </p:nvCxnSpPr>
        <p:spPr>
          <a:xfrm flipH="1" rot="10800000">
            <a:off x="909222" y="4271833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69" name="Google Shape;5669;p171"/>
          <p:cNvCxnSpPr>
            <a:stCxn id="5670" idx="4"/>
            <a:endCxn id="5665" idx="0"/>
          </p:cNvCxnSpPr>
          <p:nvPr/>
        </p:nvCxnSpPr>
        <p:spPr>
          <a:xfrm>
            <a:off x="1827997" y="3664522"/>
            <a:ext cx="0" cy="348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70" name="Google Shape;5670;p171"/>
          <p:cNvSpPr/>
          <p:nvPr/>
        </p:nvSpPr>
        <p:spPr>
          <a:xfrm>
            <a:off x="1678447" y="3361522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5671" name="Google Shape;5671;p171"/>
          <p:cNvCxnSpPr>
            <a:stCxn id="5650" idx="3"/>
            <a:endCxn id="5652" idx="7"/>
          </p:cNvCxnSpPr>
          <p:nvPr/>
        </p:nvCxnSpPr>
        <p:spPr>
          <a:xfrm flipH="1">
            <a:off x="716206" y="2117127"/>
            <a:ext cx="206100" cy="495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72" name="Google Shape;5672;p171"/>
          <p:cNvCxnSpPr>
            <a:stCxn id="5648" idx="4"/>
            <a:endCxn id="5661" idx="1"/>
          </p:cNvCxnSpPr>
          <p:nvPr/>
        </p:nvCxnSpPr>
        <p:spPr>
          <a:xfrm>
            <a:off x="1529315" y="1863083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73" name="Google Shape;5673;p171"/>
          <p:cNvCxnSpPr>
            <a:stCxn id="5648" idx="4"/>
            <a:endCxn id="5657" idx="0"/>
          </p:cNvCxnSpPr>
          <p:nvPr/>
        </p:nvCxnSpPr>
        <p:spPr>
          <a:xfrm flipH="1">
            <a:off x="1177415" y="1863083"/>
            <a:ext cx="351900" cy="7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74" name="Google Shape;5674;p171"/>
          <p:cNvCxnSpPr>
            <a:stCxn id="5651" idx="4"/>
            <a:endCxn id="5652" idx="0"/>
          </p:cNvCxnSpPr>
          <p:nvPr/>
        </p:nvCxnSpPr>
        <p:spPr>
          <a:xfrm>
            <a:off x="461088" y="2365028"/>
            <a:ext cx="14940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75" name="Google Shape;5675;p171"/>
          <p:cNvCxnSpPr>
            <a:stCxn id="5651" idx="5"/>
            <a:endCxn id="5660" idx="2"/>
          </p:cNvCxnSpPr>
          <p:nvPr/>
        </p:nvCxnSpPr>
        <p:spPr>
          <a:xfrm>
            <a:off x="566729" y="2321401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76" name="Google Shape;5676;p171"/>
          <p:cNvCxnSpPr>
            <a:stCxn id="5652" idx="6"/>
            <a:endCxn id="5657" idx="2"/>
          </p:cNvCxnSpPr>
          <p:nvPr/>
        </p:nvCxnSpPr>
        <p:spPr>
          <a:xfrm>
            <a:off x="759835" y="2718022"/>
            <a:ext cx="268200" cy="7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77" name="Google Shape;5677;p171"/>
          <p:cNvCxnSpPr>
            <a:stCxn id="5661" idx="3"/>
            <a:endCxn id="5657" idx="6"/>
          </p:cNvCxnSpPr>
          <p:nvPr/>
        </p:nvCxnSpPr>
        <p:spPr>
          <a:xfrm flipH="1">
            <a:off x="1326747" y="2249528"/>
            <a:ext cx="395700" cy="5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78" name="Google Shape;5678;p171"/>
          <p:cNvCxnSpPr>
            <a:stCxn id="5661" idx="4"/>
            <a:endCxn id="5660" idx="0"/>
          </p:cNvCxnSpPr>
          <p:nvPr/>
        </p:nvCxnSpPr>
        <p:spPr>
          <a:xfrm>
            <a:off x="1828089" y="2293154"/>
            <a:ext cx="0" cy="2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79" name="Google Shape;5679;p171"/>
          <p:cNvCxnSpPr>
            <a:stCxn id="5662" idx="6"/>
            <a:endCxn id="5670" idx="3"/>
          </p:cNvCxnSpPr>
          <p:nvPr/>
        </p:nvCxnSpPr>
        <p:spPr>
          <a:xfrm>
            <a:off x="1379584" y="3573076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80" name="Google Shape;5680;p171"/>
          <p:cNvCxnSpPr>
            <a:stCxn id="5662" idx="5"/>
            <a:endCxn id="5665" idx="1"/>
          </p:cNvCxnSpPr>
          <p:nvPr/>
        </p:nvCxnSpPr>
        <p:spPr>
          <a:xfrm>
            <a:off x="1335826" y="3678399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81" name="Google Shape;5681;p171"/>
          <p:cNvCxnSpPr>
            <a:stCxn id="5670" idx="3"/>
            <a:endCxn id="5664" idx="7"/>
          </p:cNvCxnSpPr>
          <p:nvPr/>
        </p:nvCxnSpPr>
        <p:spPr>
          <a:xfrm flipH="1">
            <a:off x="865450" y="3620149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82" name="Google Shape;5682;p171"/>
          <p:cNvSpPr/>
          <p:nvPr/>
        </p:nvSpPr>
        <p:spPr>
          <a:xfrm>
            <a:off x="5440655" y="1201841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5683" name="Google Shape;5683;p171"/>
          <p:cNvSpPr/>
          <p:nvPr/>
        </p:nvSpPr>
        <p:spPr>
          <a:xfrm>
            <a:off x="5942022" y="15856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5684" name="Google Shape;5684;p171"/>
          <p:cNvSpPr/>
          <p:nvPr/>
        </p:nvSpPr>
        <p:spPr>
          <a:xfrm>
            <a:off x="4873795" y="15856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5685" name="Google Shape;5685;p171"/>
          <p:cNvSpPr/>
          <p:nvPr/>
        </p:nvSpPr>
        <p:spPr>
          <a:xfrm>
            <a:off x="5440655" y="188331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5686" name="Google Shape;5686;p171"/>
          <p:cNvSpPr/>
          <p:nvPr/>
        </p:nvSpPr>
        <p:spPr>
          <a:xfrm>
            <a:off x="4873795" y="208758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5687" name="Google Shape;5687;p171"/>
          <p:cNvSpPr/>
          <p:nvPr/>
        </p:nvSpPr>
        <p:spPr>
          <a:xfrm>
            <a:off x="5023143" y="2589534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6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5688" name="Google Shape;5688;p171"/>
          <p:cNvCxnSpPr>
            <a:endCxn id="5684" idx="7"/>
          </p:cNvCxnSpPr>
          <p:nvPr/>
        </p:nvCxnSpPr>
        <p:spPr>
          <a:xfrm flipH="1">
            <a:off x="5128837" y="1456171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89" name="Google Shape;5689;p171"/>
          <p:cNvCxnSpPr>
            <a:stCxn id="5686" idx="0"/>
            <a:endCxn id="5684" idx="4"/>
          </p:cNvCxnSpPr>
          <p:nvPr/>
        </p:nvCxnSpPr>
        <p:spPr>
          <a:xfrm rot="10800000">
            <a:off x="5023195" y="1883589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90" name="Google Shape;5690;p171"/>
          <p:cNvCxnSpPr>
            <a:stCxn id="5683" idx="1"/>
            <a:endCxn id="5682" idx="5"/>
          </p:cNvCxnSpPr>
          <p:nvPr/>
        </p:nvCxnSpPr>
        <p:spPr>
          <a:xfrm rot="10800000">
            <a:off x="5695681" y="1456171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91" name="Google Shape;5691;p171"/>
          <p:cNvCxnSpPr>
            <a:stCxn id="5692" idx="1"/>
            <a:endCxn id="5684" idx="5"/>
          </p:cNvCxnSpPr>
          <p:nvPr/>
        </p:nvCxnSpPr>
        <p:spPr>
          <a:xfrm rot="10800000">
            <a:off x="5128893" y="1839991"/>
            <a:ext cx="461100" cy="97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93" name="Google Shape;5693;p171"/>
          <p:cNvCxnSpPr>
            <a:stCxn id="5685" idx="0"/>
            <a:endCxn id="5682" idx="4"/>
          </p:cNvCxnSpPr>
          <p:nvPr/>
        </p:nvCxnSpPr>
        <p:spPr>
          <a:xfrm rot="10800000">
            <a:off x="5590055" y="1499615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94" name="Google Shape;5694;p171"/>
          <p:cNvCxnSpPr>
            <a:stCxn id="5685" idx="5"/>
            <a:endCxn id="5695" idx="1"/>
          </p:cNvCxnSpPr>
          <p:nvPr/>
        </p:nvCxnSpPr>
        <p:spPr>
          <a:xfrm>
            <a:off x="5695697" y="2137589"/>
            <a:ext cx="588900" cy="461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96" name="Google Shape;5696;p171"/>
          <p:cNvSpPr/>
          <p:nvPr/>
        </p:nvSpPr>
        <p:spPr>
          <a:xfrm>
            <a:off x="6240797" y="2015716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5695" name="Google Shape;5695;p171"/>
          <p:cNvSpPr/>
          <p:nvPr/>
        </p:nvSpPr>
        <p:spPr>
          <a:xfrm>
            <a:off x="6240797" y="255563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5692" name="Google Shape;5692;p171"/>
          <p:cNvSpPr/>
          <p:nvPr/>
        </p:nvSpPr>
        <p:spPr>
          <a:xfrm>
            <a:off x="5589993" y="2663941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7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697" name="Google Shape;5697;p171"/>
          <p:cNvSpPr/>
          <p:nvPr/>
        </p:nvSpPr>
        <p:spPr>
          <a:xfrm>
            <a:off x="5642892" y="344458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5698" name="Google Shape;5698;p171"/>
          <p:cNvSpPr/>
          <p:nvPr/>
        </p:nvSpPr>
        <p:spPr>
          <a:xfrm>
            <a:off x="4873795" y="3529757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5699" name="Google Shape;5699;p171"/>
          <p:cNvSpPr/>
          <p:nvPr/>
        </p:nvSpPr>
        <p:spPr>
          <a:xfrm>
            <a:off x="5172530" y="41943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5700" name="Google Shape;5700;p171"/>
          <p:cNvSpPr/>
          <p:nvPr/>
        </p:nvSpPr>
        <p:spPr>
          <a:xfrm>
            <a:off x="6240555" y="4033544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5701" name="Google Shape;5701;p171"/>
          <p:cNvCxnSpPr>
            <a:stCxn id="5699" idx="2"/>
            <a:endCxn id="5698" idx="5"/>
          </p:cNvCxnSpPr>
          <p:nvPr/>
        </p:nvCxnSpPr>
        <p:spPr>
          <a:xfrm rot="10800000">
            <a:off x="5128730" y="3784095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02" name="Google Shape;5702;p171"/>
          <p:cNvCxnSpPr>
            <a:stCxn id="5697" idx="2"/>
            <a:endCxn id="5698" idx="6"/>
          </p:cNvCxnSpPr>
          <p:nvPr/>
        </p:nvCxnSpPr>
        <p:spPr>
          <a:xfrm flipH="1">
            <a:off x="5172492" y="3593538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03" name="Google Shape;5703;p171"/>
          <p:cNvCxnSpPr>
            <a:stCxn id="5699" idx="6"/>
            <a:endCxn id="5700" idx="3"/>
          </p:cNvCxnSpPr>
          <p:nvPr/>
        </p:nvCxnSpPr>
        <p:spPr>
          <a:xfrm flipH="1" rot="10800000">
            <a:off x="5471330" y="4292295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04" name="Google Shape;5704;p171"/>
          <p:cNvCxnSpPr>
            <a:stCxn id="5705" idx="4"/>
            <a:endCxn id="5700" idx="0"/>
          </p:cNvCxnSpPr>
          <p:nvPr/>
        </p:nvCxnSpPr>
        <p:spPr>
          <a:xfrm>
            <a:off x="6390105" y="3684984"/>
            <a:ext cx="0" cy="348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05" name="Google Shape;5705;p171"/>
          <p:cNvSpPr/>
          <p:nvPr/>
        </p:nvSpPr>
        <p:spPr>
          <a:xfrm>
            <a:off x="6240555" y="3381984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5706" name="Google Shape;5706;p171"/>
          <p:cNvCxnSpPr>
            <a:stCxn id="5685" idx="3"/>
            <a:endCxn id="5687" idx="3"/>
          </p:cNvCxnSpPr>
          <p:nvPr/>
        </p:nvCxnSpPr>
        <p:spPr>
          <a:xfrm flipH="1">
            <a:off x="5321814" y="2137589"/>
            <a:ext cx="162600" cy="60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07" name="Google Shape;5707;p171"/>
          <p:cNvCxnSpPr>
            <a:stCxn id="5683" idx="4"/>
            <a:endCxn id="5696" idx="1"/>
          </p:cNvCxnSpPr>
          <p:nvPr/>
        </p:nvCxnSpPr>
        <p:spPr>
          <a:xfrm>
            <a:off x="6091422" y="1883545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08" name="Google Shape;5708;p171"/>
          <p:cNvCxnSpPr>
            <a:stCxn id="5683" idx="4"/>
            <a:endCxn id="5692" idx="0"/>
          </p:cNvCxnSpPr>
          <p:nvPr/>
        </p:nvCxnSpPr>
        <p:spPr>
          <a:xfrm flipH="1">
            <a:off x="5739522" y="1883545"/>
            <a:ext cx="351900" cy="7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09" name="Google Shape;5709;p171"/>
          <p:cNvCxnSpPr>
            <a:stCxn id="5686" idx="4"/>
            <a:endCxn id="5687" idx="0"/>
          </p:cNvCxnSpPr>
          <p:nvPr/>
        </p:nvCxnSpPr>
        <p:spPr>
          <a:xfrm>
            <a:off x="5023195" y="2385489"/>
            <a:ext cx="14940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10" name="Google Shape;5710;p171"/>
          <p:cNvCxnSpPr>
            <a:stCxn id="5686" idx="5"/>
            <a:endCxn id="5695" idx="2"/>
          </p:cNvCxnSpPr>
          <p:nvPr/>
        </p:nvCxnSpPr>
        <p:spPr>
          <a:xfrm>
            <a:off x="5128837" y="2341863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11" name="Google Shape;5711;p171"/>
          <p:cNvCxnSpPr>
            <a:stCxn id="5687" idx="3"/>
            <a:endCxn id="5692" idx="1"/>
          </p:cNvCxnSpPr>
          <p:nvPr/>
        </p:nvCxnSpPr>
        <p:spPr>
          <a:xfrm>
            <a:off x="5321943" y="2738484"/>
            <a:ext cx="268200" cy="7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12" name="Google Shape;5712;p171"/>
          <p:cNvCxnSpPr>
            <a:stCxn id="5696" idx="3"/>
            <a:endCxn id="5692" idx="3"/>
          </p:cNvCxnSpPr>
          <p:nvPr/>
        </p:nvCxnSpPr>
        <p:spPr>
          <a:xfrm flipH="1">
            <a:off x="5888855" y="2269990"/>
            <a:ext cx="395700" cy="5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13" name="Google Shape;5713;p171"/>
          <p:cNvCxnSpPr>
            <a:stCxn id="5696" idx="4"/>
            <a:endCxn id="5695" idx="0"/>
          </p:cNvCxnSpPr>
          <p:nvPr/>
        </p:nvCxnSpPr>
        <p:spPr>
          <a:xfrm>
            <a:off x="6390197" y="2313616"/>
            <a:ext cx="0" cy="2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14" name="Google Shape;5714;p171"/>
          <p:cNvCxnSpPr>
            <a:stCxn id="5697" idx="6"/>
            <a:endCxn id="5705" idx="3"/>
          </p:cNvCxnSpPr>
          <p:nvPr/>
        </p:nvCxnSpPr>
        <p:spPr>
          <a:xfrm>
            <a:off x="5941692" y="3593538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15" name="Google Shape;5715;p171"/>
          <p:cNvCxnSpPr>
            <a:stCxn id="5697" idx="5"/>
            <a:endCxn id="5700" idx="1"/>
          </p:cNvCxnSpPr>
          <p:nvPr/>
        </p:nvCxnSpPr>
        <p:spPr>
          <a:xfrm>
            <a:off x="5897934" y="3698861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16" name="Google Shape;5716;p171"/>
          <p:cNvCxnSpPr>
            <a:stCxn id="5705" idx="3"/>
            <a:endCxn id="5699" idx="7"/>
          </p:cNvCxnSpPr>
          <p:nvPr/>
        </p:nvCxnSpPr>
        <p:spPr>
          <a:xfrm flipH="1">
            <a:off x="5427557" y="3640611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17" name="Google Shape;5717;p171"/>
          <p:cNvSpPr/>
          <p:nvPr/>
        </p:nvSpPr>
        <p:spPr>
          <a:xfrm>
            <a:off x="3208059" y="12018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5718" name="Google Shape;5718;p171"/>
          <p:cNvSpPr/>
          <p:nvPr/>
        </p:nvSpPr>
        <p:spPr>
          <a:xfrm>
            <a:off x="3709426" y="158564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5719" name="Google Shape;5719;p171"/>
          <p:cNvSpPr/>
          <p:nvPr/>
        </p:nvSpPr>
        <p:spPr>
          <a:xfrm>
            <a:off x="2641199" y="158564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5720" name="Google Shape;5720;p171"/>
          <p:cNvSpPr/>
          <p:nvPr/>
        </p:nvSpPr>
        <p:spPr>
          <a:xfrm>
            <a:off x="3208059" y="188331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5721" name="Google Shape;5721;p171"/>
          <p:cNvSpPr/>
          <p:nvPr/>
        </p:nvSpPr>
        <p:spPr>
          <a:xfrm>
            <a:off x="2641199" y="208759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5722" name="Google Shape;5722;p171"/>
          <p:cNvSpPr/>
          <p:nvPr/>
        </p:nvSpPr>
        <p:spPr>
          <a:xfrm>
            <a:off x="2790547" y="2589537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cxnSp>
        <p:nvCxnSpPr>
          <p:cNvPr id="5723" name="Google Shape;5723;p171"/>
          <p:cNvCxnSpPr>
            <a:endCxn id="5719" idx="7"/>
          </p:cNvCxnSpPr>
          <p:nvPr/>
        </p:nvCxnSpPr>
        <p:spPr>
          <a:xfrm flipH="1">
            <a:off x="2896241" y="1456175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24" name="Google Shape;5724;p171"/>
          <p:cNvCxnSpPr>
            <a:stCxn id="5721" idx="0"/>
            <a:endCxn id="5719" idx="4"/>
          </p:cNvCxnSpPr>
          <p:nvPr/>
        </p:nvCxnSpPr>
        <p:spPr>
          <a:xfrm rot="10800000">
            <a:off x="2790599" y="1883593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25" name="Google Shape;5725;p171"/>
          <p:cNvCxnSpPr>
            <a:stCxn id="5718" idx="1"/>
            <a:endCxn id="5717" idx="5"/>
          </p:cNvCxnSpPr>
          <p:nvPr/>
        </p:nvCxnSpPr>
        <p:spPr>
          <a:xfrm rot="10800000">
            <a:off x="3463085" y="1456175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26" name="Google Shape;5726;p171"/>
          <p:cNvCxnSpPr>
            <a:stCxn id="5727" idx="1"/>
            <a:endCxn id="5719" idx="5"/>
          </p:cNvCxnSpPr>
          <p:nvPr/>
        </p:nvCxnSpPr>
        <p:spPr>
          <a:xfrm rot="10800000">
            <a:off x="2896297" y="1839995"/>
            <a:ext cx="461100" cy="97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28" name="Google Shape;5728;p171"/>
          <p:cNvCxnSpPr>
            <a:stCxn id="5720" idx="0"/>
            <a:endCxn id="5717" idx="4"/>
          </p:cNvCxnSpPr>
          <p:nvPr/>
        </p:nvCxnSpPr>
        <p:spPr>
          <a:xfrm rot="10800000">
            <a:off x="3357459" y="1499619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29" name="Google Shape;5729;p171"/>
          <p:cNvCxnSpPr>
            <a:stCxn id="5720" idx="5"/>
            <a:endCxn id="5730" idx="1"/>
          </p:cNvCxnSpPr>
          <p:nvPr/>
        </p:nvCxnSpPr>
        <p:spPr>
          <a:xfrm>
            <a:off x="3463101" y="2137592"/>
            <a:ext cx="588900" cy="461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31" name="Google Shape;5731;p171"/>
          <p:cNvSpPr/>
          <p:nvPr/>
        </p:nvSpPr>
        <p:spPr>
          <a:xfrm>
            <a:off x="4008201" y="201571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5730" name="Google Shape;5730;p171"/>
          <p:cNvSpPr/>
          <p:nvPr/>
        </p:nvSpPr>
        <p:spPr>
          <a:xfrm>
            <a:off x="4008201" y="2555642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5727" name="Google Shape;5727;p171"/>
          <p:cNvSpPr/>
          <p:nvPr/>
        </p:nvSpPr>
        <p:spPr>
          <a:xfrm>
            <a:off x="3357397" y="2663945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7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732" name="Google Shape;5732;p171"/>
          <p:cNvSpPr/>
          <p:nvPr/>
        </p:nvSpPr>
        <p:spPr>
          <a:xfrm>
            <a:off x="3410296" y="3444591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5733" name="Google Shape;5733;p171"/>
          <p:cNvSpPr/>
          <p:nvPr/>
        </p:nvSpPr>
        <p:spPr>
          <a:xfrm>
            <a:off x="2641199" y="352976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5734" name="Google Shape;5734;p171"/>
          <p:cNvSpPr/>
          <p:nvPr/>
        </p:nvSpPr>
        <p:spPr>
          <a:xfrm>
            <a:off x="2939934" y="419434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5735" name="Google Shape;5735;p171"/>
          <p:cNvSpPr/>
          <p:nvPr/>
        </p:nvSpPr>
        <p:spPr>
          <a:xfrm>
            <a:off x="4007959" y="4033547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5736" name="Google Shape;5736;p171"/>
          <p:cNvCxnSpPr>
            <a:stCxn id="5734" idx="2"/>
            <a:endCxn id="5733" idx="5"/>
          </p:cNvCxnSpPr>
          <p:nvPr/>
        </p:nvCxnSpPr>
        <p:spPr>
          <a:xfrm rot="10800000">
            <a:off x="2896134" y="3784098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37" name="Google Shape;5737;p171"/>
          <p:cNvCxnSpPr>
            <a:stCxn id="5732" idx="2"/>
            <a:endCxn id="5733" idx="6"/>
          </p:cNvCxnSpPr>
          <p:nvPr/>
        </p:nvCxnSpPr>
        <p:spPr>
          <a:xfrm flipH="1">
            <a:off x="2939896" y="3593541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38" name="Google Shape;5738;p171"/>
          <p:cNvCxnSpPr>
            <a:stCxn id="5734" idx="6"/>
            <a:endCxn id="5735" idx="3"/>
          </p:cNvCxnSpPr>
          <p:nvPr/>
        </p:nvCxnSpPr>
        <p:spPr>
          <a:xfrm flipH="1" rot="10800000">
            <a:off x="3238734" y="4292298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39" name="Google Shape;5739;p171"/>
          <p:cNvCxnSpPr>
            <a:stCxn id="5740" idx="4"/>
            <a:endCxn id="5735" idx="0"/>
          </p:cNvCxnSpPr>
          <p:nvPr/>
        </p:nvCxnSpPr>
        <p:spPr>
          <a:xfrm>
            <a:off x="4157509" y="3684988"/>
            <a:ext cx="0" cy="348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40" name="Google Shape;5740;p171"/>
          <p:cNvSpPr/>
          <p:nvPr/>
        </p:nvSpPr>
        <p:spPr>
          <a:xfrm>
            <a:off x="4007959" y="3381988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5741" name="Google Shape;5741;p171"/>
          <p:cNvCxnSpPr>
            <a:stCxn id="5720" idx="3"/>
            <a:endCxn id="5722" idx="7"/>
          </p:cNvCxnSpPr>
          <p:nvPr/>
        </p:nvCxnSpPr>
        <p:spPr>
          <a:xfrm flipH="1">
            <a:off x="3045718" y="2137592"/>
            <a:ext cx="206100" cy="495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42" name="Google Shape;5742;p171"/>
          <p:cNvCxnSpPr>
            <a:stCxn id="5718" idx="4"/>
            <a:endCxn id="5731" idx="1"/>
          </p:cNvCxnSpPr>
          <p:nvPr/>
        </p:nvCxnSpPr>
        <p:spPr>
          <a:xfrm>
            <a:off x="3858826" y="1883548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43" name="Google Shape;5743;p171"/>
          <p:cNvCxnSpPr>
            <a:stCxn id="5718" idx="4"/>
            <a:endCxn id="5727" idx="0"/>
          </p:cNvCxnSpPr>
          <p:nvPr/>
        </p:nvCxnSpPr>
        <p:spPr>
          <a:xfrm flipH="1">
            <a:off x="3506926" y="1883548"/>
            <a:ext cx="351900" cy="7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44" name="Google Shape;5744;p171"/>
          <p:cNvCxnSpPr>
            <a:stCxn id="5721" idx="4"/>
            <a:endCxn id="5722" idx="0"/>
          </p:cNvCxnSpPr>
          <p:nvPr/>
        </p:nvCxnSpPr>
        <p:spPr>
          <a:xfrm>
            <a:off x="2790599" y="2385493"/>
            <a:ext cx="14940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45" name="Google Shape;5745;p171"/>
          <p:cNvCxnSpPr>
            <a:stCxn id="5721" idx="5"/>
            <a:endCxn id="5730" idx="2"/>
          </p:cNvCxnSpPr>
          <p:nvPr/>
        </p:nvCxnSpPr>
        <p:spPr>
          <a:xfrm>
            <a:off x="2896241" y="2341866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46" name="Google Shape;5746;p171"/>
          <p:cNvCxnSpPr>
            <a:stCxn id="5722" idx="6"/>
            <a:endCxn id="5727" idx="1"/>
          </p:cNvCxnSpPr>
          <p:nvPr/>
        </p:nvCxnSpPr>
        <p:spPr>
          <a:xfrm>
            <a:off x="3089347" y="2738487"/>
            <a:ext cx="268200" cy="7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47" name="Google Shape;5747;p171"/>
          <p:cNvCxnSpPr>
            <a:stCxn id="5731" idx="3"/>
            <a:endCxn id="5727" idx="3"/>
          </p:cNvCxnSpPr>
          <p:nvPr/>
        </p:nvCxnSpPr>
        <p:spPr>
          <a:xfrm flipH="1">
            <a:off x="3656259" y="2269993"/>
            <a:ext cx="395700" cy="5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48" name="Google Shape;5748;p171"/>
          <p:cNvCxnSpPr>
            <a:stCxn id="5731" idx="4"/>
            <a:endCxn id="5730" idx="0"/>
          </p:cNvCxnSpPr>
          <p:nvPr/>
        </p:nvCxnSpPr>
        <p:spPr>
          <a:xfrm>
            <a:off x="4157601" y="2313619"/>
            <a:ext cx="0" cy="2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49" name="Google Shape;5749;p171"/>
          <p:cNvCxnSpPr>
            <a:stCxn id="5732" idx="6"/>
            <a:endCxn id="5740" idx="3"/>
          </p:cNvCxnSpPr>
          <p:nvPr/>
        </p:nvCxnSpPr>
        <p:spPr>
          <a:xfrm>
            <a:off x="3709096" y="3593541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50" name="Google Shape;5750;p171"/>
          <p:cNvCxnSpPr>
            <a:stCxn id="5732" idx="5"/>
            <a:endCxn id="5735" idx="1"/>
          </p:cNvCxnSpPr>
          <p:nvPr/>
        </p:nvCxnSpPr>
        <p:spPr>
          <a:xfrm>
            <a:off x="3665338" y="3698865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51" name="Google Shape;5751;p171"/>
          <p:cNvCxnSpPr>
            <a:stCxn id="5740" idx="3"/>
            <a:endCxn id="5734" idx="7"/>
          </p:cNvCxnSpPr>
          <p:nvPr/>
        </p:nvCxnSpPr>
        <p:spPr>
          <a:xfrm flipH="1">
            <a:off x="3194961" y="3640614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52" name="Google Shape;5752;p171"/>
          <p:cNvSpPr/>
          <p:nvPr/>
        </p:nvSpPr>
        <p:spPr>
          <a:xfrm>
            <a:off x="7699155" y="1147216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5753" name="Google Shape;5753;p171"/>
          <p:cNvSpPr/>
          <p:nvPr/>
        </p:nvSpPr>
        <p:spPr>
          <a:xfrm>
            <a:off x="8200522" y="153102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5754" name="Google Shape;5754;p171"/>
          <p:cNvSpPr/>
          <p:nvPr/>
        </p:nvSpPr>
        <p:spPr>
          <a:xfrm>
            <a:off x="7132295" y="153102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5755" name="Google Shape;5755;p171"/>
          <p:cNvSpPr/>
          <p:nvPr/>
        </p:nvSpPr>
        <p:spPr>
          <a:xfrm>
            <a:off x="7699155" y="182869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5756" name="Google Shape;5756;p171"/>
          <p:cNvSpPr/>
          <p:nvPr/>
        </p:nvSpPr>
        <p:spPr>
          <a:xfrm>
            <a:off x="7132295" y="2032964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5757" name="Google Shape;5757;p171"/>
          <p:cNvSpPr/>
          <p:nvPr/>
        </p:nvSpPr>
        <p:spPr>
          <a:xfrm>
            <a:off x="7281643" y="2534909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6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5758" name="Google Shape;5758;p171"/>
          <p:cNvCxnSpPr>
            <a:endCxn id="5754" idx="7"/>
          </p:cNvCxnSpPr>
          <p:nvPr/>
        </p:nvCxnSpPr>
        <p:spPr>
          <a:xfrm flipH="1">
            <a:off x="7387337" y="1401546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59" name="Google Shape;5759;p171"/>
          <p:cNvCxnSpPr>
            <a:stCxn id="5756" idx="0"/>
            <a:endCxn id="5754" idx="4"/>
          </p:cNvCxnSpPr>
          <p:nvPr/>
        </p:nvCxnSpPr>
        <p:spPr>
          <a:xfrm rot="10800000">
            <a:off x="7281695" y="1828964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60" name="Google Shape;5760;p171"/>
          <p:cNvCxnSpPr>
            <a:stCxn id="5753" idx="1"/>
            <a:endCxn id="5752" idx="5"/>
          </p:cNvCxnSpPr>
          <p:nvPr/>
        </p:nvCxnSpPr>
        <p:spPr>
          <a:xfrm rot="10800000">
            <a:off x="7954181" y="1401546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61" name="Google Shape;5761;p171"/>
          <p:cNvCxnSpPr>
            <a:stCxn id="5762" idx="1"/>
            <a:endCxn id="5754" idx="5"/>
          </p:cNvCxnSpPr>
          <p:nvPr/>
        </p:nvCxnSpPr>
        <p:spPr>
          <a:xfrm rot="10800000">
            <a:off x="7387393" y="1785366"/>
            <a:ext cx="461100" cy="97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63" name="Google Shape;5763;p171"/>
          <p:cNvCxnSpPr>
            <a:stCxn id="5755" idx="0"/>
            <a:endCxn id="5752" idx="4"/>
          </p:cNvCxnSpPr>
          <p:nvPr/>
        </p:nvCxnSpPr>
        <p:spPr>
          <a:xfrm rot="10800000">
            <a:off x="7848555" y="1444990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64" name="Google Shape;5764;p171"/>
          <p:cNvCxnSpPr>
            <a:stCxn id="5755" idx="5"/>
            <a:endCxn id="5765" idx="1"/>
          </p:cNvCxnSpPr>
          <p:nvPr/>
        </p:nvCxnSpPr>
        <p:spPr>
          <a:xfrm>
            <a:off x="7954197" y="2082964"/>
            <a:ext cx="545100" cy="56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66" name="Google Shape;5766;p171"/>
          <p:cNvSpPr/>
          <p:nvPr/>
        </p:nvSpPr>
        <p:spPr>
          <a:xfrm>
            <a:off x="8499297" y="1961091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5765" name="Google Shape;5765;p171"/>
          <p:cNvSpPr/>
          <p:nvPr/>
        </p:nvSpPr>
        <p:spPr>
          <a:xfrm>
            <a:off x="8499297" y="2501014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9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762" name="Google Shape;5762;p171"/>
          <p:cNvSpPr/>
          <p:nvPr/>
        </p:nvSpPr>
        <p:spPr>
          <a:xfrm>
            <a:off x="7848493" y="2609316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7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767" name="Google Shape;5767;p171"/>
          <p:cNvSpPr/>
          <p:nvPr/>
        </p:nvSpPr>
        <p:spPr>
          <a:xfrm>
            <a:off x="7901392" y="338996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5768" name="Google Shape;5768;p171"/>
          <p:cNvSpPr/>
          <p:nvPr/>
        </p:nvSpPr>
        <p:spPr>
          <a:xfrm>
            <a:off x="7132295" y="3475132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5769" name="Google Shape;5769;p171"/>
          <p:cNvSpPr/>
          <p:nvPr/>
        </p:nvSpPr>
        <p:spPr>
          <a:xfrm>
            <a:off x="7431030" y="413972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5770" name="Google Shape;5770;p171"/>
          <p:cNvSpPr/>
          <p:nvPr/>
        </p:nvSpPr>
        <p:spPr>
          <a:xfrm>
            <a:off x="8499055" y="3978919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5771" name="Google Shape;5771;p171"/>
          <p:cNvCxnSpPr>
            <a:stCxn id="5769" idx="2"/>
            <a:endCxn id="5768" idx="5"/>
          </p:cNvCxnSpPr>
          <p:nvPr/>
        </p:nvCxnSpPr>
        <p:spPr>
          <a:xfrm rot="10800000">
            <a:off x="7387230" y="3729470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72" name="Google Shape;5772;p171"/>
          <p:cNvCxnSpPr>
            <a:stCxn id="5767" idx="2"/>
            <a:endCxn id="5768" idx="6"/>
          </p:cNvCxnSpPr>
          <p:nvPr/>
        </p:nvCxnSpPr>
        <p:spPr>
          <a:xfrm flipH="1">
            <a:off x="7430992" y="3538913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73" name="Google Shape;5773;p171"/>
          <p:cNvCxnSpPr>
            <a:stCxn id="5769" idx="6"/>
            <a:endCxn id="5770" idx="3"/>
          </p:cNvCxnSpPr>
          <p:nvPr/>
        </p:nvCxnSpPr>
        <p:spPr>
          <a:xfrm flipH="1" rot="10800000">
            <a:off x="7729830" y="4237670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74" name="Google Shape;5774;p171"/>
          <p:cNvSpPr/>
          <p:nvPr/>
        </p:nvSpPr>
        <p:spPr>
          <a:xfrm>
            <a:off x="8499055" y="3327359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5775" name="Google Shape;5775;p171"/>
          <p:cNvCxnSpPr>
            <a:stCxn id="5755" idx="3"/>
            <a:endCxn id="5757" idx="3"/>
          </p:cNvCxnSpPr>
          <p:nvPr/>
        </p:nvCxnSpPr>
        <p:spPr>
          <a:xfrm flipH="1">
            <a:off x="7580314" y="2082964"/>
            <a:ext cx="162600" cy="60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76" name="Google Shape;5776;p171"/>
          <p:cNvCxnSpPr>
            <a:stCxn id="5753" idx="4"/>
            <a:endCxn id="5766" idx="1"/>
          </p:cNvCxnSpPr>
          <p:nvPr/>
        </p:nvCxnSpPr>
        <p:spPr>
          <a:xfrm>
            <a:off x="8349922" y="1828920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77" name="Google Shape;5777;p171"/>
          <p:cNvCxnSpPr>
            <a:stCxn id="5753" idx="4"/>
            <a:endCxn id="5762" idx="0"/>
          </p:cNvCxnSpPr>
          <p:nvPr/>
        </p:nvCxnSpPr>
        <p:spPr>
          <a:xfrm flipH="1">
            <a:off x="7998022" y="1828920"/>
            <a:ext cx="351900" cy="7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78" name="Google Shape;5778;p171"/>
          <p:cNvCxnSpPr>
            <a:stCxn id="5756" idx="4"/>
            <a:endCxn id="5757" idx="0"/>
          </p:cNvCxnSpPr>
          <p:nvPr/>
        </p:nvCxnSpPr>
        <p:spPr>
          <a:xfrm>
            <a:off x="7281695" y="2330864"/>
            <a:ext cx="14940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79" name="Google Shape;5779;p171"/>
          <p:cNvCxnSpPr>
            <a:stCxn id="5756" idx="5"/>
            <a:endCxn id="5765" idx="1"/>
          </p:cNvCxnSpPr>
          <p:nvPr/>
        </p:nvCxnSpPr>
        <p:spPr>
          <a:xfrm>
            <a:off x="7387337" y="2287238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80" name="Google Shape;5780;p171"/>
          <p:cNvCxnSpPr>
            <a:stCxn id="5757" idx="3"/>
            <a:endCxn id="5762" idx="1"/>
          </p:cNvCxnSpPr>
          <p:nvPr/>
        </p:nvCxnSpPr>
        <p:spPr>
          <a:xfrm>
            <a:off x="7580443" y="2683859"/>
            <a:ext cx="268200" cy="7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81" name="Google Shape;5781;p171"/>
          <p:cNvCxnSpPr>
            <a:stCxn id="5766" idx="3"/>
            <a:endCxn id="5762" idx="3"/>
          </p:cNvCxnSpPr>
          <p:nvPr/>
        </p:nvCxnSpPr>
        <p:spPr>
          <a:xfrm flipH="1">
            <a:off x="8147355" y="2215365"/>
            <a:ext cx="395700" cy="5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82" name="Google Shape;5782;p171"/>
          <p:cNvCxnSpPr>
            <a:stCxn id="5767" idx="6"/>
            <a:endCxn id="5774" idx="3"/>
          </p:cNvCxnSpPr>
          <p:nvPr/>
        </p:nvCxnSpPr>
        <p:spPr>
          <a:xfrm>
            <a:off x="8200192" y="3538913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83" name="Google Shape;5783;p171"/>
          <p:cNvCxnSpPr>
            <a:stCxn id="5767" idx="5"/>
            <a:endCxn id="5770" idx="1"/>
          </p:cNvCxnSpPr>
          <p:nvPr/>
        </p:nvCxnSpPr>
        <p:spPr>
          <a:xfrm>
            <a:off x="8156434" y="3644236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84" name="Google Shape;5784;p171"/>
          <p:cNvCxnSpPr>
            <a:stCxn id="5774" idx="3"/>
            <a:endCxn id="5769" idx="7"/>
          </p:cNvCxnSpPr>
          <p:nvPr/>
        </p:nvCxnSpPr>
        <p:spPr>
          <a:xfrm flipH="1">
            <a:off x="7686057" y="3585986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85" name="Google Shape;5785;p171"/>
          <p:cNvCxnSpPr>
            <a:stCxn id="5727" idx="2"/>
            <a:endCxn id="5732" idx="0"/>
          </p:cNvCxnSpPr>
          <p:nvPr/>
        </p:nvCxnSpPr>
        <p:spPr>
          <a:xfrm>
            <a:off x="3506797" y="2961845"/>
            <a:ext cx="52800" cy="48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86" name="Google Shape;5786;p171"/>
          <p:cNvSpPr txBox="1"/>
          <p:nvPr/>
        </p:nvSpPr>
        <p:spPr>
          <a:xfrm>
            <a:off x="734725" y="4664625"/>
            <a:ext cx="990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K = 0</a:t>
            </a:r>
            <a:endParaRPr b="1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787" name="Google Shape;5787;p171"/>
          <p:cNvCxnSpPr>
            <a:stCxn id="5692" idx="2"/>
            <a:endCxn id="5697" idx="0"/>
          </p:cNvCxnSpPr>
          <p:nvPr/>
        </p:nvCxnSpPr>
        <p:spPr>
          <a:xfrm>
            <a:off x="5739393" y="2961841"/>
            <a:ext cx="52800" cy="48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88" name="Google Shape;5788;p171"/>
          <p:cNvCxnSpPr>
            <a:stCxn id="5687" idx="2"/>
            <a:endCxn id="5698" idx="0"/>
          </p:cNvCxnSpPr>
          <p:nvPr/>
        </p:nvCxnSpPr>
        <p:spPr>
          <a:xfrm flipH="1">
            <a:off x="5023143" y="2887434"/>
            <a:ext cx="149400" cy="64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89" name="Google Shape;5789;p171"/>
          <p:cNvCxnSpPr>
            <a:stCxn id="5687" idx="2"/>
            <a:endCxn id="5697" idx="1"/>
          </p:cNvCxnSpPr>
          <p:nvPr/>
        </p:nvCxnSpPr>
        <p:spPr>
          <a:xfrm>
            <a:off x="5172543" y="2887434"/>
            <a:ext cx="514200" cy="60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90" name="Google Shape;5790;p171"/>
          <p:cNvCxnSpPr>
            <a:stCxn id="5757" idx="2"/>
            <a:endCxn id="5768" idx="0"/>
          </p:cNvCxnSpPr>
          <p:nvPr/>
        </p:nvCxnSpPr>
        <p:spPr>
          <a:xfrm flipH="1">
            <a:off x="7281643" y="2832809"/>
            <a:ext cx="149400" cy="64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91" name="Google Shape;5791;p171"/>
          <p:cNvCxnSpPr>
            <a:stCxn id="5762" idx="2"/>
            <a:endCxn id="5767" idx="0"/>
          </p:cNvCxnSpPr>
          <p:nvPr/>
        </p:nvCxnSpPr>
        <p:spPr>
          <a:xfrm>
            <a:off x="7997893" y="2907216"/>
            <a:ext cx="52800" cy="48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92" name="Google Shape;5792;p171"/>
          <p:cNvCxnSpPr>
            <a:stCxn id="5765" idx="2"/>
            <a:endCxn id="5774" idx="0"/>
          </p:cNvCxnSpPr>
          <p:nvPr/>
        </p:nvCxnSpPr>
        <p:spPr>
          <a:xfrm>
            <a:off x="8648697" y="2798914"/>
            <a:ext cx="0" cy="528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93" name="Google Shape;5793;p171"/>
          <p:cNvCxnSpPr>
            <a:stCxn id="5766" idx="4"/>
            <a:endCxn id="5765" idx="0"/>
          </p:cNvCxnSpPr>
          <p:nvPr/>
        </p:nvCxnSpPr>
        <p:spPr>
          <a:xfrm>
            <a:off x="8648697" y="2258991"/>
            <a:ext cx="0" cy="2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94" name="Google Shape;5794;p171"/>
          <p:cNvSpPr txBox="1"/>
          <p:nvPr/>
        </p:nvSpPr>
        <p:spPr>
          <a:xfrm>
            <a:off x="461100" y="3007700"/>
            <a:ext cx="22830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Already disconnected!</a:t>
            </a:r>
            <a:endParaRPr b="1"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95" name="Google Shape;5795;p17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Cutsets</a:t>
            </a:r>
            <a:endParaRPr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9" name="Shape 5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0" name="Google Shape;5800;p172"/>
          <p:cNvSpPr/>
          <p:nvPr/>
        </p:nvSpPr>
        <p:spPr>
          <a:xfrm>
            <a:off x="878548" y="118137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5801" name="Google Shape;5801;p172"/>
          <p:cNvSpPr/>
          <p:nvPr/>
        </p:nvSpPr>
        <p:spPr>
          <a:xfrm>
            <a:off x="1379915" y="156518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5802" name="Google Shape;5802;p172"/>
          <p:cNvSpPr/>
          <p:nvPr/>
        </p:nvSpPr>
        <p:spPr>
          <a:xfrm>
            <a:off x="311688" y="156518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5803" name="Google Shape;5803;p172"/>
          <p:cNvSpPr/>
          <p:nvPr/>
        </p:nvSpPr>
        <p:spPr>
          <a:xfrm>
            <a:off x="878548" y="1862854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5804" name="Google Shape;5804;p172"/>
          <p:cNvSpPr/>
          <p:nvPr/>
        </p:nvSpPr>
        <p:spPr>
          <a:xfrm>
            <a:off x="311688" y="206712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5805" name="Google Shape;5805;p172"/>
          <p:cNvSpPr/>
          <p:nvPr/>
        </p:nvSpPr>
        <p:spPr>
          <a:xfrm>
            <a:off x="461035" y="2569072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cxnSp>
        <p:nvCxnSpPr>
          <p:cNvPr id="5806" name="Google Shape;5806;p172"/>
          <p:cNvCxnSpPr>
            <a:endCxn id="5802" idx="7"/>
          </p:cNvCxnSpPr>
          <p:nvPr/>
        </p:nvCxnSpPr>
        <p:spPr>
          <a:xfrm flipH="1">
            <a:off x="566729" y="1435709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07" name="Google Shape;5807;p172"/>
          <p:cNvCxnSpPr>
            <a:stCxn id="5804" idx="0"/>
            <a:endCxn id="5802" idx="4"/>
          </p:cNvCxnSpPr>
          <p:nvPr/>
        </p:nvCxnSpPr>
        <p:spPr>
          <a:xfrm rot="10800000">
            <a:off x="461088" y="1863128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08" name="Google Shape;5808;p172"/>
          <p:cNvCxnSpPr>
            <a:stCxn id="5801" idx="1"/>
            <a:endCxn id="5800" idx="5"/>
          </p:cNvCxnSpPr>
          <p:nvPr/>
        </p:nvCxnSpPr>
        <p:spPr>
          <a:xfrm rot="10800000">
            <a:off x="1133573" y="1435709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09" name="Google Shape;5809;p172"/>
          <p:cNvCxnSpPr>
            <a:stCxn id="5810" idx="1"/>
            <a:endCxn id="5802" idx="5"/>
          </p:cNvCxnSpPr>
          <p:nvPr/>
        </p:nvCxnSpPr>
        <p:spPr>
          <a:xfrm rot="10800000">
            <a:off x="566743" y="1819506"/>
            <a:ext cx="504900" cy="86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11" name="Google Shape;5811;p172"/>
          <p:cNvCxnSpPr>
            <a:stCxn id="5803" idx="0"/>
            <a:endCxn id="5800" idx="4"/>
          </p:cNvCxnSpPr>
          <p:nvPr/>
        </p:nvCxnSpPr>
        <p:spPr>
          <a:xfrm rot="10800000">
            <a:off x="1027948" y="1479154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12" name="Google Shape;5812;p172"/>
          <p:cNvCxnSpPr>
            <a:stCxn id="5803" idx="5"/>
            <a:endCxn id="5813" idx="1"/>
          </p:cNvCxnSpPr>
          <p:nvPr/>
        </p:nvCxnSpPr>
        <p:spPr>
          <a:xfrm>
            <a:off x="1133589" y="2117127"/>
            <a:ext cx="588900" cy="461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14" name="Google Shape;5814;p172"/>
          <p:cNvSpPr/>
          <p:nvPr/>
        </p:nvSpPr>
        <p:spPr>
          <a:xfrm>
            <a:off x="1678689" y="1995254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5813" name="Google Shape;5813;p172"/>
          <p:cNvSpPr/>
          <p:nvPr/>
        </p:nvSpPr>
        <p:spPr>
          <a:xfrm>
            <a:off x="1678689" y="2535177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5810" name="Google Shape;5810;p172"/>
          <p:cNvSpPr/>
          <p:nvPr/>
        </p:nvSpPr>
        <p:spPr>
          <a:xfrm>
            <a:off x="1027885" y="264347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sp>
        <p:nvSpPr>
          <p:cNvPr id="5815" name="Google Shape;5815;p172"/>
          <p:cNvSpPr/>
          <p:nvPr/>
        </p:nvSpPr>
        <p:spPr>
          <a:xfrm>
            <a:off x="1080784" y="3424126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5816" name="Google Shape;5816;p172"/>
          <p:cNvSpPr/>
          <p:nvPr/>
        </p:nvSpPr>
        <p:spPr>
          <a:xfrm>
            <a:off x="311688" y="350929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5817" name="Google Shape;5817;p172"/>
          <p:cNvSpPr/>
          <p:nvPr/>
        </p:nvSpPr>
        <p:spPr>
          <a:xfrm>
            <a:off x="610422" y="417388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5818" name="Google Shape;5818;p172"/>
          <p:cNvSpPr/>
          <p:nvPr/>
        </p:nvSpPr>
        <p:spPr>
          <a:xfrm>
            <a:off x="1678447" y="4013082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5819" name="Google Shape;5819;p172"/>
          <p:cNvCxnSpPr>
            <a:stCxn id="5817" idx="2"/>
            <a:endCxn id="5816" idx="5"/>
          </p:cNvCxnSpPr>
          <p:nvPr/>
        </p:nvCxnSpPr>
        <p:spPr>
          <a:xfrm rot="10800000">
            <a:off x="566622" y="3763633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20" name="Google Shape;5820;p172"/>
          <p:cNvCxnSpPr>
            <a:stCxn id="5815" idx="2"/>
            <a:endCxn id="5816" idx="6"/>
          </p:cNvCxnSpPr>
          <p:nvPr/>
        </p:nvCxnSpPr>
        <p:spPr>
          <a:xfrm flipH="1">
            <a:off x="610384" y="3573076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21" name="Google Shape;5821;p172"/>
          <p:cNvCxnSpPr>
            <a:stCxn id="5817" idx="6"/>
            <a:endCxn id="5818" idx="3"/>
          </p:cNvCxnSpPr>
          <p:nvPr/>
        </p:nvCxnSpPr>
        <p:spPr>
          <a:xfrm flipH="1" rot="10800000">
            <a:off x="909222" y="4271833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22" name="Google Shape;5822;p172"/>
          <p:cNvCxnSpPr>
            <a:stCxn id="5823" idx="4"/>
            <a:endCxn id="5818" idx="0"/>
          </p:cNvCxnSpPr>
          <p:nvPr/>
        </p:nvCxnSpPr>
        <p:spPr>
          <a:xfrm>
            <a:off x="1827997" y="3664522"/>
            <a:ext cx="0" cy="348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23" name="Google Shape;5823;p172"/>
          <p:cNvSpPr/>
          <p:nvPr/>
        </p:nvSpPr>
        <p:spPr>
          <a:xfrm>
            <a:off x="1678447" y="3361522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5824" name="Google Shape;5824;p172"/>
          <p:cNvCxnSpPr>
            <a:stCxn id="5803" idx="3"/>
            <a:endCxn id="5805" idx="7"/>
          </p:cNvCxnSpPr>
          <p:nvPr/>
        </p:nvCxnSpPr>
        <p:spPr>
          <a:xfrm flipH="1">
            <a:off x="716206" y="2117127"/>
            <a:ext cx="206100" cy="495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25" name="Google Shape;5825;p172"/>
          <p:cNvCxnSpPr>
            <a:stCxn id="5801" idx="4"/>
            <a:endCxn id="5814" idx="1"/>
          </p:cNvCxnSpPr>
          <p:nvPr/>
        </p:nvCxnSpPr>
        <p:spPr>
          <a:xfrm>
            <a:off x="1529315" y="1863083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26" name="Google Shape;5826;p172"/>
          <p:cNvCxnSpPr>
            <a:stCxn id="5801" idx="4"/>
            <a:endCxn id="5810" idx="0"/>
          </p:cNvCxnSpPr>
          <p:nvPr/>
        </p:nvCxnSpPr>
        <p:spPr>
          <a:xfrm flipH="1">
            <a:off x="1177415" y="1863083"/>
            <a:ext cx="351900" cy="7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27" name="Google Shape;5827;p172"/>
          <p:cNvCxnSpPr>
            <a:stCxn id="5804" idx="4"/>
            <a:endCxn id="5805" idx="0"/>
          </p:cNvCxnSpPr>
          <p:nvPr/>
        </p:nvCxnSpPr>
        <p:spPr>
          <a:xfrm>
            <a:off x="461088" y="2365028"/>
            <a:ext cx="14940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28" name="Google Shape;5828;p172"/>
          <p:cNvCxnSpPr>
            <a:stCxn id="5804" idx="5"/>
            <a:endCxn id="5813" idx="2"/>
          </p:cNvCxnSpPr>
          <p:nvPr/>
        </p:nvCxnSpPr>
        <p:spPr>
          <a:xfrm>
            <a:off x="566729" y="2321401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29" name="Google Shape;5829;p172"/>
          <p:cNvCxnSpPr>
            <a:stCxn id="5805" idx="6"/>
            <a:endCxn id="5810" idx="2"/>
          </p:cNvCxnSpPr>
          <p:nvPr/>
        </p:nvCxnSpPr>
        <p:spPr>
          <a:xfrm>
            <a:off x="759835" y="2718022"/>
            <a:ext cx="268200" cy="7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30" name="Google Shape;5830;p172"/>
          <p:cNvCxnSpPr>
            <a:stCxn id="5814" idx="3"/>
            <a:endCxn id="5810" idx="6"/>
          </p:cNvCxnSpPr>
          <p:nvPr/>
        </p:nvCxnSpPr>
        <p:spPr>
          <a:xfrm flipH="1">
            <a:off x="1326747" y="2249528"/>
            <a:ext cx="395700" cy="5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31" name="Google Shape;5831;p172"/>
          <p:cNvCxnSpPr>
            <a:stCxn id="5814" idx="4"/>
            <a:endCxn id="5813" idx="0"/>
          </p:cNvCxnSpPr>
          <p:nvPr/>
        </p:nvCxnSpPr>
        <p:spPr>
          <a:xfrm>
            <a:off x="1828089" y="2293154"/>
            <a:ext cx="0" cy="2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32" name="Google Shape;5832;p172"/>
          <p:cNvCxnSpPr>
            <a:stCxn id="5815" idx="6"/>
            <a:endCxn id="5823" idx="3"/>
          </p:cNvCxnSpPr>
          <p:nvPr/>
        </p:nvCxnSpPr>
        <p:spPr>
          <a:xfrm>
            <a:off x="1379584" y="3573076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33" name="Google Shape;5833;p172"/>
          <p:cNvCxnSpPr>
            <a:stCxn id="5815" idx="5"/>
            <a:endCxn id="5818" idx="1"/>
          </p:cNvCxnSpPr>
          <p:nvPr/>
        </p:nvCxnSpPr>
        <p:spPr>
          <a:xfrm>
            <a:off x="1335826" y="3678399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34" name="Google Shape;5834;p172"/>
          <p:cNvCxnSpPr>
            <a:stCxn id="5823" idx="3"/>
            <a:endCxn id="5817" idx="7"/>
          </p:cNvCxnSpPr>
          <p:nvPr/>
        </p:nvCxnSpPr>
        <p:spPr>
          <a:xfrm flipH="1">
            <a:off x="865450" y="3620149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35" name="Google Shape;5835;p172"/>
          <p:cNvSpPr/>
          <p:nvPr/>
        </p:nvSpPr>
        <p:spPr>
          <a:xfrm>
            <a:off x="5440655" y="1201841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5836" name="Google Shape;5836;p172"/>
          <p:cNvSpPr/>
          <p:nvPr/>
        </p:nvSpPr>
        <p:spPr>
          <a:xfrm>
            <a:off x="5942022" y="15856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5837" name="Google Shape;5837;p172"/>
          <p:cNvSpPr/>
          <p:nvPr/>
        </p:nvSpPr>
        <p:spPr>
          <a:xfrm>
            <a:off x="4873795" y="15856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5838" name="Google Shape;5838;p172"/>
          <p:cNvSpPr/>
          <p:nvPr/>
        </p:nvSpPr>
        <p:spPr>
          <a:xfrm>
            <a:off x="5440655" y="188331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5839" name="Google Shape;5839;p172"/>
          <p:cNvSpPr/>
          <p:nvPr/>
        </p:nvSpPr>
        <p:spPr>
          <a:xfrm>
            <a:off x="4873795" y="208758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5840" name="Google Shape;5840;p172"/>
          <p:cNvSpPr/>
          <p:nvPr/>
        </p:nvSpPr>
        <p:spPr>
          <a:xfrm>
            <a:off x="5023143" y="2589534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6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5841" name="Google Shape;5841;p172"/>
          <p:cNvCxnSpPr>
            <a:endCxn id="5837" idx="7"/>
          </p:cNvCxnSpPr>
          <p:nvPr/>
        </p:nvCxnSpPr>
        <p:spPr>
          <a:xfrm flipH="1">
            <a:off x="5128837" y="1456171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42" name="Google Shape;5842;p172"/>
          <p:cNvCxnSpPr>
            <a:stCxn id="5839" idx="0"/>
            <a:endCxn id="5837" idx="4"/>
          </p:cNvCxnSpPr>
          <p:nvPr/>
        </p:nvCxnSpPr>
        <p:spPr>
          <a:xfrm rot="10800000">
            <a:off x="5023195" y="1883589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43" name="Google Shape;5843;p172"/>
          <p:cNvCxnSpPr>
            <a:stCxn id="5836" idx="1"/>
            <a:endCxn id="5835" idx="5"/>
          </p:cNvCxnSpPr>
          <p:nvPr/>
        </p:nvCxnSpPr>
        <p:spPr>
          <a:xfrm rot="10800000">
            <a:off x="5695681" y="1456171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44" name="Google Shape;5844;p172"/>
          <p:cNvCxnSpPr>
            <a:stCxn id="5845" idx="1"/>
            <a:endCxn id="5837" idx="5"/>
          </p:cNvCxnSpPr>
          <p:nvPr/>
        </p:nvCxnSpPr>
        <p:spPr>
          <a:xfrm rot="10800000">
            <a:off x="5128893" y="1839991"/>
            <a:ext cx="461100" cy="97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46" name="Google Shape;5846;p172"/>
          <p:cNvCxnSpPr>
            <a:stCxn id="5838" idx="0"/>
            <a:endCxn id="5835" idx="4"/>
          </p:cNvCxnSpPr>
          <p:nvPr/>
        </p:nvCxnSpPr>
        <p:spPr>
          <a:xfrm rot="10800000">
            <a:off x="5590055" y="1499615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47" name="Google Shape;5847;p172"/>
          <p:cNvCxnSpPr>
            <a:stCxn id="5838" idx="5"/>
            <a:endCxn id="5848" idx="1"/>
          </p:cNvCxnSpPr>
          <p:nvPr/>
        </p:nvCxnSpPr>
        <p:spPr>
          <a:xfrm>
            <a:off x="5695697" y="2137589"/>
            <a:ext cx="588900" cy="461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49" name="Google Shape;5849;p172"/>
          <p:cNvSpPr/>
          <p:nvPr/>
        </p:nvSpPr>
        <p:spPr>
          <a:xfrm>
            <a:off x="6240797" y="2015716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5848" name="Google Shape;5848;p172"/>
          <p:cNvSpPr/>
          <p:nvPr/>
        </p:nvSpPr>
        <p:spPr>
          <a:xfrm>
            <a:off x="6240797" y="255563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5845" name="Google Shape;5845;p172"/>
          <p:cNvSpPr/>
          <p:nvPr/>
        </p:nvSpPr>
        <p:spPr>
          <a:xfrm>
            <a:off x="5589993" y="2663941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7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850" name="Google Shape;5850;p172"/>
          <p:cNvSpPr/>
          <p:nvPr/>
        </p:nvSpPr>
        <p:spPr>
          <a:xfrm>
            <a:off x="5642892" y="344458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5851" name="Google Shape;5851;p172"/>
          <p:cNvSpPr/>
          <p:nvPr/>
        </p:nvSpPr>
        <p:spPr>
          <a:xfrm>
            <a:off x="4873795" y="3529757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5852" name="Google Shape;5852;p172"/>
          <p:cNvSpPr/>
          <p:nvPr/>
        </p:nvSpPr>
        <p:spPr>
          <a:xfrm>
            <a:off x="5172530" y="41943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5853" name="Google Shape;5853;p172"/>
          <p:cNvSpPr/>
          <p:nvPr/>
        </p:nvSpPr>
        <p:spPr>
          <a:xfrm>
            <a:off x="6240555" y="4033544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5854" name="Google Shape;5854;p172"/>
          <p:cNvCxnSpPr>
            <a:stCxn id="5852" idx="2"/>
            <a:endCxn id="5851" idx="5"/>
          </p:cNvCxnSpPr>
          <p:nvPr/>
        </p:nvCxnSpPr>
        <p:spPr>
          <a:xfrm rot="10800000">
            <a:off x="5128730" y="3784095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55" name="Google Shape;5855;p172"/>
          <p:cNvCxnSpPr>
            <a:stCxn id="5850" idx="2"/>
            <a:endCxn id="5851" idx="6"/>
          </p:cNvCxnSpPr>
          <p:nvPr/>
        </p:nvCxnSpPr>
        <p:spPr>
          <a:xfrm flipH="1">
            <a:off x="5172492" y="3593538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56" name="Google Shape;5856;p172"/>
          <p:cNvCxnSpPr>
            <a:stCxn id="5852" idx="6"/>
            <a:endCxn id="5853" idx="3"/>
          </p:cNvCxnSpPr>
          <p:nvPr/>
        </p:nvCxnSpPr>
        <p:spPr>
          <a:xfrm flipH="1" rot="10800000">
            <a:off x="5471330" y="4292295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57" name="Google Shape;5857;p172"/>
          <p:cNvCxnSpPr>
            <a:stCxn id="5858" idx="4"/>
            <a:endCxn id="5853" idx="0"/>
          </p:cNvCxnSpPr>
          <p:nvPr/>
        </p:nvCxnSpPr>
        <p:spPr>
          <a:xfrm>
            <a:off x="6390105" y="3684984"/>
            <a:ext cx="0" cy="348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58" name="Google Shape;5858;p172"/>
          <p:cNvSpPr/>
          <p:nvPr/>
        </p:nvSpPr>
        <p:spPr>
          <a:xfrm>
            <a:off x="6240555" y="3381984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5859" name="Google Shape;5859;p172"/>
          <p:cNvCxnSpPr>
            <a:stCxn id="5838" idx="3"/>
            <a:endCxn id="5840" idx="3"/>
          </p:cNvCxnSpPr>
          <p:nvPr/>
        </p:nvCxnSpPr>
        <p:spPr>
          <a:xfrm flipH="1">
            <a:off x="5321814" y="2137589"/>
            <a:ext cx="162600" cy="60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60" name="Google Shape;5860;p172"/>
          <p:cNvCxnSpPr>
            <a:stCxn id="5836" idx="4"/>
            <a:endCxn id="5849" idx="1"/>
          </p:cNvCxnSpPr>
          <p:nvPr/>
        </p:nvCxnSpPr>
        <p:spPr>
          <a:xfrm>
            <a:off x="6091422" y="1883545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61" name="Google Shape;5861;p172"/>
          <p:cNvCxnSpPr>
            <a:stCxn id="5836" idx="4"/>
            <a:endCxn id="5845" idx="0"/>
          </p:cNvCxnSpPr>
          <p:nvPr/>
        </p:nvCxnSpPr>
        <p:spPr>
          <a:xfrm flipH="1">
            <a:off x="5739522" y="1883545"/>
            <a:ext cx="351900" cy="7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62" name="Google Shape;5862;p172"/>
          <p:cNvCxnSpPr>
            <a:stCxn id="5839" idx="4"/>
            <a:endCxn id="5840" idx="0"/>
          </p:cNvCxnSpPr>
          <p:nvPr/>
        </p:nvCxnSpPr>
        <p:spPr>
          <a:xfrm>
            <a:off x="5023195" y="2385489"/>
            <a:ext cx="14940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63" name="Google Shape;5863;p172"/>
          <p:cNvCxnSpPr>
            <a:stCxn id="5839" idx="5"/>
            <a:endCxn id="5848" idx="2"/>
          </p:cNvCxnSpPr>
          <p:nvPr/>
        </p:nvCxnSpPr>
        <p:spPr>
          <a:xfrm>
            <a:off x="5128837" y="2341863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64" name="Google Shape;5864;p172"/>
          <p:cNvCxnSpPr>
            <a:stCxn id="5840" idx="3"/>
            <a:endCxn id="5845" idx="1"/>
          </p:cNvCxnSpPr>
          <p:nvPr/>
        </p:nvCxnSpPr>
        <p:spPr>
          <a:xfrm>
            <a:off x="5321943" y="2738484"/>
            <a:ext cx="268200" cy="7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65" name="Google Shape;5865;p172"/>
          <p:cNvCxnSpPr>
            <a:stCxn id="5849" idx="3"/>
            <a:endCxn id="5845" idx="3"/>
          </p:cNvCxnSpPr>
          <p:nvPr/>
        </p:nvCxnSpPr>
        <p:spPr>
          <a:xfrm flipH="1">
            <a:off x="5888855" y="2269990"/>
            <a:ext cx="395700" cy="5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66" name="Google Shape;5866;p172"/>
          <p:cNvCxnSpPr>
            <a:stCxn id="5849" idx="4"/>
            <a:endCxn id="5848" idx="0"/>
          </p:cNvCxnSpPr>
          <p:nvPr/>
        </p:nvCxnSpPr>
        <p:spPr>
          <a:xfrm>
            <a:off x="6390197" y="2313616"/>
            <a:ext cx="0" cy="2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67" name="Google Shape;5867;p172"/>
          <p:cNvCxnSpPr>
            <a:stCxn id="5850" idx="6"/>
            <a:endCxn id="5858" idx="3"/>
          </p:cNvCxnSpPr>
          <p:nvPr/>
        </p:nvCxnSpPr>
        <p:spPr>
          <a:xfrm>
            <a:off x="5941692" y="3593538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68" name="Google Shape;5868;p172"/>
          <p:cNvCxnSpPr>
            <a:stCxn id="5850" idx="5"/>
            <a:endCxn id="5853" idx="1"/>
          </p:cNvCxnSpPr>
          <p:nvPr/>
        </p:nvCxnSpPr>
        <p:spPr>
          <a:xfrm>
            <a:off x="5897934" y="3698861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69" name="Google Shape;5869;p172"/>
          <p:cNvCxnSpPr>
            <a:stCxn id="5858" idx="3"/>
            <a:endCxn id="5852" idx="7"/>
          </p:cNvCxnSpPr>
          <p:nvPr/>
        </p:nvCxnSpPr>
        <p:spPr>
          <a:xfrm flipH="1">
            <a:off x="5427557" y="3640611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70" name="Google Shape;5870;p172"/>
          <p:cNvSpPr/>
          <p:nvPr/>
        </p:nvSpPr>
        <p:spPr>
          <a:xfrm>
            <a:off x="3208059" y="12018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5871" name="Google Shape;5871;p172"/>
          <p:cNvSpPr/>
          <p:nvPr/>
        </p:nvSpPr>
        <p:spPr>
          <a:xfrm>
            <a:off x="3709426" y="158564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5872" name="Google Shape;5872;p172"/>
          <p:cNvSpPr/>
          <p:nvPr/>
        </p:nvSpPr>
        <p:spPr>
          <a:xfrm>
            <a:off x="2641199" y="158564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5873" name="Google Shape;5873;p172"/>
          <p:cNvSpPr/>
          <p:nvPr/>
        </p:nvSpPr>
        <p:spPr>
          <a:xfrm>
            <a:off x="3208059" y="188331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5874" name="Google Shape;5874;p172"/>
          <p:cNvSpPr/>
          <p:nvPr/>
        </p:nvSpPr>
        <p:spPr>
          <a:xfrm>
            <a:off x="2641199" y="208759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5875" name="Google Shape;5875;p172"/>
          <p:cNvSpPr/>
          <p:nvPr/>
        </p:nvSpPr>
        <p:spPr>
          <a:xfrm>
            <a:off x="2790547" y="2589537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cxnSp>
        <p:nvCxnSpPr>
          <p:cNvPr id="5876" name="Google Shape;5876;p172"/>
          <p:cNvCxnSpPr>
            <a:endCxn id="5872" idx="7"/>
          </p:cNvCxnSpPr>
          <p:nvPr/>
        </p:nvCxnSpPr>
        <p:spPr>
          <a:xfrm flipH="1">
            <a:off x="2896241" y="1456175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77" name="Google Shape;5877;p172"/>
          <p:cNvCxnSpPr>
            <a:stCxn id="5874" idx="0"/>
            <a:endCxn id="5872" idx="4"/>
          </p:cNvCxnSpPr>
          <p:nvPr/>
        </p:nvCxnSpPr>
        <p:spPr>
          <a:xfrm rot="10800000">
            <a:off x="2790599" y="1883593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78" name="Google Shape;5878;p172"/>
          <p:cNvCxnSpPr>
            <a:stCxn id="5871" idx="1"/>
            <a:endCxn id="5870" idx="5"/>
          </p:cNvCxnSpPr>
          <p:nvPr/>
        </p:nvCxnSpPr>
        <p:spPr>
          <a:xfrm rot="10800000">
            <a:off x="3463085" y="1456175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79" name="Google Shape;5879;p172"/>
          <p:cNvCxnSpPr>
            <a:stCxn id="5873" idx="0"/>
            <a:endCxn id="5870" idx="4"/>
          </p:cNvCxnSpPr>
          <p:nvPr/>
        </p:nvCxnSpPr>
        <p:spPr>
          <a:xfrm rot="10800000">
            <a:off x="3357459" y="1499619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80" name="Google Shape;5880;p172"/>
          <p:cNvCxnSpPr>
            <a:stCxn id="5873" idx="5"/>
            <a:endCxn id="5881" idx="1"/>
          </p:cNvCxnSpPr>
          <p:nvPr/>
        </p:nvCxnSpPr>
        <p:spPr>
          <a:xfrm>
            <a:off x="3463101" y="2137592"/>
            <a:ext cx="588900" cy="461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82" name="Google Shape;5882;p172"/>
          <p:cNvSpPr/>
          <p:nvPr/>
        </p:nvSpPr>
        <p:spPr>
          <a:xfrm>
            <a:off x="4008201" y="201571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5881" name="Google Shape;5881;p172"/>
          <p:cNvSpPr/>
          <p:nvPr/>
        </p:nvSpPr>
        <p:spPr>
          <a:xfrm>
            <a:off x="4008201" y="2555642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5883" name="Google Shape;5883;p172"/>
          <p:cNvSpPr/>
          <p:nvPr/>
        </p:nvSpPr>
        <p:spPr>
          <a:xfrm>
            <a:off x="3410296" y="3444591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5884" name="Google Shape;5884;p172"/>
          <p:cNvSpPr/>
          <p:nvPr/>
        </p:nvSpPr>
        <p:spPr>
          <a:xfrm>
            <a:off x="2641199" y="352976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5885" name="Google Shape;5885;p172"/>
          <p:cNvSpPr/>
          <p:nvPr/>
        </p:nvSpPr>
        <p:spPr>
          <a:xfrm>
            <a:off x="2939934" y="419434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5886" name="Google Shape;5886;p172"/>
          <p:cNvSpPr/>
          <p:nvPr/>
        </p:nvSpPr>
        <p:spPr>
          <a:xfrm>
            <a:off x="4007959" y="4033547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5887" name="Google Shape;5887;p172"/>
          <p:cNvCxnSpPr>
            <a:stCxn id="5885" idx="2"/>
            <a:endCxn id="5884" idx="5"/>
          </p:cNvCxnSpPr>
          <p:nvPr/>
        </p:nvCxnSpPr>
        <p:spPr>
          <a:xfrm rot="10800000">
            <a:off x="2896134" y="3784098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88" name="Google Shape;5888;p172"/>
          <p:cNvCxnSpPr>
            <a:stCxn id="5883" idx="2"/>
            <a:endCxn id="5884" idx="6"/>
          </p:cNvCxnSpPr>
          <p:nvPr/>
        </p:nvCxnSpPr>
        <p:spPr>
          <a:xfrm flipH="1">
            <a:off x="2939896" y="3593541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89" name="Google Shape;5889;p172"/>
          <p:cNvCxnSpPr>
            <a:stCxn id="5885" idx="6"/>
            <a:endCxn id="5886" idx="3"/>
          </p:cNvCxnSpPr>
          <p:nvPr/>
        </p:nvCxnSpPr>
        <p:spPr>
          <a:xfrm flipH="1" rot="10800000">
            <a:off x="3238734" y="4292298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90" name="Google Shape;5890;p172"/>
          <p:cNvCxnSpPr>
            <a:stCxn id="5891" idx="4"/>
            <a:endCxn id="5886" idx="0"/>
          </p:cNvCxnSpPr>
          <p:nvPr/>
        </p:nvCxnSpPr>
        <p:spPr>
          <a:xfrm>
            <a:off x="4157509" y="3684988"/>
            <a:ext cx="0" cy="348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91" name="Google Shape;5891;p172"/>
          <p:cNvSpPr/>
          <p:nvPr/>
        </p:nvSpPr>
        <p:spPr>
          <a:xfrm>
            <a:off x="4007959" y="3381988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5892" name="Google Shape;5892;p172"/>
          <p:cNvCxnSpPr>
            <a:stCxn id="5873" idx="3"/>
            <a:endCxn id="5875" idx="7"/>
          </p:cNvCxnSpPr>
          <p:nvPr/>
        </p:nvCxnSpPr>
        <p:spPr>
          <a:xfrm flipH="1">
            <a:off x="3045718" y="2137592"/>
            <a:ext cx="206100" cy="495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93" name="Google Shape;5893;p172"/>
          <p:cNvCxnSpPr>
            <a:stCxn id="5871" idx="4"/>
            <a:endCxn id="5882" idx="1"/>
          </p:cNvCxnSpPr>
          <p:nvPr/>
        </p:nvCxnSpPr>
        <p:spPr>
          <a:xfrm>
            <a:off x="3858826" y="1883548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94" name="Google Shape;5894;p172"/>
          <p:cNvCxnSpPr>
            <a:stCxn id="5874" idx="4"/>
            <a:endCxn id="5875" idx="0"/>
          </p:cNvCxnSpPr>
          <p:nvPr/>
        </p:nvCxnSpPr>
        <p:spPr>
          <a:xfrm>
            <a:off x="2790599" y="2385493"/>
            <a:ext cx="14940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95" name="Google Shape;5895;p172"/>
          <p:cNvCxnSpPr>
            <a:stCxn id="5874" idx="5"/>
            <a:endCxn id="5881" idx="2"/>
          </p:cNvCxnSpPr>
          <p:nvPr/>
        </p:nvCxnSpPr>
        <p:spPr>
          <a:xfrm>
            <a:off x="2896241" y="2341866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96" name="Google Shape;5896;p172"/>
          <p:cNvCxnSpPr>
            <a:stCxn id="5882" idx="4"/>
            <a:endCxn id="5881" idx="0"/>
          </p:cNvCxnSpPr>
          <p:nvPr/>
        </p:nvCxnSpPr>
        <p:spPr>
          <a:xfrm>
            <a:off x="4157601" y="2313619"/>
            <a:ext cx="0" cy="2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97" name="Google Shape;5897;p172"/>
          <p:cNvCxnSpPr>
            <a:stCxn id="5883" idx="6"/>
            <a:endCxn id="5891" idx="3"/>
          </p:cNvCxnSpPr>
          <p:nvPr/>
        </p:nvCxnSpPr>
        <p:spPr>
          <a:xfrm>
            <a:off x="3709096" y="3593541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98" name="Google Shape;5898;p172"/>
          <p:cNvCxnSpPr>
            <a:stCxn id="5883" idx="5"/>
            <a:endCxn id="5886" idx="1"/>
          </p:cNvCxnSpPr>
          <p:nvPr/>
        </p:nvCxnSpPr>
        <p:spPr>
          <a:xfrm>
            <a:off x="3665338" y="3698865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99" name="Google Shape;5899;p172"/>
          <p:cNvCxnSpPr>
            <a:stCxn id="5891" idx="3"/>
            <a:endCxn id="5885" idx="7"/>
          </p:cNvCxnSpPr>
          <p:nvPr/>
        </p:nvCxnSpPr>
        <p:spPr>
          <a:xfrm flipH="1">
            <a:off x="3194961" y="3640614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00" name="Google Shape;5900;p172"/>
          <p:cNvSpPr/>
          <p:nvPr/>
        </p:nvSpPr>
        <p:spPr>
          <a:xfrm>
            <a:off x="7699155" y="1147216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5901" name="Google Shape;5901;p172"/>
          <p:cNvSpPr/>
          <p:nvPr/>
        </p:nvSpPr>
        <p:spPr>
          <a:xfrm>
            <a:off x="8200522" y="153102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5902" name="Google Shape;5902;p172"/>
          <p:cNvSpPr/>
          <p:nvPr/>
        </p:nvSpPr>
        <p:spPr>
          <a:xfrm>
            <a:off x="7132295" y="153102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5903" name="Google Shape;5903;p172"/>
          <p:cNvSpPr/>
          <p:nvPr/>
        </p:nvSpPr>
        <p:spPr>
          <a:xfrm>
            <a:off x="7699155" y="182869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5904" name="Google Shape;5904;p172"/>
          <p:cNvSpPr/>
          <p:nvPr/>
        </p:nvSpPr>
        <p:spPr>
          <a:xfrm>
            <a:off x="7132295" y="2032964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5905" name="Google Shape;5905;p172"/>
          <p:cNvSpPr/>
          <p:nvPr/>
        </p:nvSpPr>
        <p:spPr>
          <a:xfrm>
            <a:off x="7281643" y="2534909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6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5906" name="Google Shape;5906;p172"/>
          <p:cNvCxnSpPr>
            <a:endCxn id="5902" idx="7"/>
          </p:cNvCxnSpPr>
          <p:nvPr/>
        </p:nvCxnSpPr>
        <p:spPr>
          <a:xfrm flipH="1">
            <a:off x="7387337" y="1401546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07" name="Google Shape;5907;p172"/>
          <p:cNvCxnSpPr>
            <a:stCxn id="5904" idx="0"/>
            <a:endCxn id="5902" idx="4"/>
          </p:cNvCxnSpPr>
          <p:nvPr/>
        </p:nvCxnSpPr>
        <p:spPr>
          <a:xfrm rot="10800000">
            <a:off x="7281695" y="1828964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08" name="Google Shape;5908;p172"/>
          <p:cNvCxnSpPr>
            <a:stCxn id="5901" idx="1"/>
            <a:endCxn id="5900" idx="5"/>
          </p:cNvCxnSpPr>
          <p:nvPr/>
        </p:nvCxnSpPr>
        <p:spPr>
          <a:xfrm rot="10800000">
            <a:off x="7954181" y="1401546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09" name="Google Shape;5909;p172"/>
          <p:cNvCxnSpPr>
            <a:stCxn id="5910" idx="1"/>
            <a:endCxn id="5902" idx="5"/>
          </p:cNvCxnSpPr>
          <p:nvPr/>
        </p:nvCxnSpPr>
        <p:spPr>
          <a:xfrm rot="10800000">
            <a:off x="7387393" y="1785366"/>
            <a:ext cx="461100" cy="97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11" name="Google Shape;5911;p172"/>
          <p:cNvCxnSpPr>
            <a:stCxn id="5903" idx="0"/>
            <a:endCxn id="5900" idx="4"/>
          </p:cNvCxnSpPr>
          <p:nvPr/>
        </p:nvCxnSpPr>
        <p:spPr>
          <a:xfrm rot="10800000">
            <a:off x="7848555" y="1444990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12" name="Google Shape;5912;p172"/>
          <p:cNvCxnSpPr>
            <a:stCxn id="5903" idx="5"/>
            <a:endCxn id="5913" idx="1"/>
          </p:cNvCxnSpPr>
          <p:nvPr/>
        </p:nvCxnSpPr>
        <p:spPr>
          <a:xfrm>
            <a:off x="7954197" y="2082964"/>
            <a:ext cx="545100" cy="56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14" name="Google Shape;5914;p172"/>
          <p:cNvSpPr/>
          <p:nvPr/>
        </p:nvSpPr>
        <p:spPr>
          <a:xfrm>
            <a:off x="8499297" y="1961091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5913" name="Google Shape;5913;p172"/>
          <p:cNvSpPr/>
          <p:nvPr/>
        </p:nvSpPr>
        <p:spPr>
          <a:xfrm>
            <a:off x="8499297" y="2501014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9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910" name="Google Shape;5910;p172"/>
          <p:cNvSpPr/>
          <p:nvPr/>
        </p:nvSpPr>
        <p:spPr>
          <a:xfrm>
            <a:off x="7848493" y="2609316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7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915" name="Google Shape;5915;p172"/>
          <p:cNvSpPr/>
          <p:nvPr/>
        </p:nvSpPr>
        <p:spPr>
          <a:xfrm>
            <a:off x="7901392" y="338996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5916" name="Google Shape;5916;p172"/>
          <p:cNvSpPr/>
          <p:nvPr/>
        </p:nvSpPr>
        <p:spPr>
          <a:xfrm>
            <a:off x="7132295" y="3475132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5917" name="Google Shape;5917;p172"/>
          <p:cNvSpPr/>
          <p:nvPr/>
        </p:nvSpPr>
        <p:spPr>
          <a:xfrm>
            <a:off x="7431030" y="413972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5918" name="Google Shape;5918;p172"/>
          <p:cNvSpPr/>
          <p:nvPr/>
        </p:nvSpPr>
        <p:spPr>
          <a:xfrm>
            <a:off x="8499055" y="3978919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5919" name="Google Shape;5919;p172"/>
          <p:cNvCxnSpPr>
            <a:stCxn id="5917" idx="2"/>
            <a:endCxn id="5916" idx="5"/>
          </p:cNvCxnSpPr>
          <p:nvPr/>
        </p:nvCxnSpPr>
        <p:spPr>
          <a:xfrm rot="10800000">
            <a:off x="7387230" y="3729470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20" name="Google Shape;5920;p172"/>
          <p:cNvCxnSpPr>
            <a:stCxn id="5915" idx="2"/>
            <a:endCxn id="5916" idx="6"/>
          </p:cNvCxnSpPr>
          <p:nvPr/>
        </p:nvCxnSpPr>
        <p:spPr>
          <a:xfrm flipH="1">
            <a:off x="7430992" y="3538913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21" name="Google Shape;5921;p172"/>
          <p:cNvCxnSpPr>
            <a:stCxn id="5917" idx="6"/>
            <a:endCxn id="5918" idx="3"/>
          </p:cNvCxnSpPr>
          <p:nvPr/>
        </p:nvCxnSpPr>
        <p:spPr>
          <a:xfrm flipH="1" rot="10800000">
            <a:off x="7729830" y="4237670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22" name="Google Shape;5922;p172"/>
          <p:cNvSpPr/>
          <p:nvPr/>
        </p:nvSpPr>
        <p:spPr>
          <a:xfrm>
            <a:off x="8499055" y="3327359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5923" name="Google Shape;5923;p172"/>
          <p:cNvCxnSpPr>
            <a:stCxn id="5903" idx="3"/>
            <a:endCxn id="5905" idx="3"/>
          </p:cNvCxnSpPr>
          <p:nvPr/>
        </p:nvCxnSpPr>
        <p:spPr>
          <a:xfrm flipH="1">
            <a:off x="7580314" y="2082964"/>
            <a:ext cx="162600" cy="60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24" name="Google Shape;5924;p172"/>
          <p:cNvCxnSpPr>
            <a:stCxn id="5901" idx="4"/>
            <a:endCxn id="5914" idx="1"/>
          </p:cNvCxnSpPr>
          <p:nvPr/>
        </p:nvCxnSpPr>
        <p:spPr>
          <a:xfrm>
            <a:off x="8349922" y="1828920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25" name="Google Shape;5925;p172"/>
          <p:cNvCxnSpPr>
            <a:stCxn id="5901" idx="4"/>
            <a:endCxn id="5910" idx="0"/>
          </p:cNvCxnSpPr>
          <p:nvPr/>
        </p:nvCxnSpPr>
        <p:spPr>
          <a:xfrm flipH="1">
            <a:off x="7998022" y="1828920"/>
            <a:ext cx="351900" cy="7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26" name="Google Shape;5926;p172"/>
          <p:cNvCxnSpPr>
            <a:stCxn id="5904" idx="4"/>
            <a:endCxn id="5905" idx="0"/>
          </p:cNvCxnSpPr>
          <p:nvPr/>
        </p:nvCxnSpPr>
        <p:spPr>
          <a:xfrm>
            <a:off x="7281695" y="2330864"/>
            <a:ext cx="14940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27" name="Google Shape;5927;p172"/>
          <p:cNvCxnSpPr>
            <a:stCxn id="5904" idx="5"/>
            <a:endCxn id="5913" idx="1"/>
          </p:cNvCxnSpPr>
          <p:nvPr/>
        </p:nvCxnSpPr>
        <p:spPr>
          <a:xfrm>
            <a:off x="7387337" y="2287238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28" name="Google Shape;5928;p172"/>
          <p:cNvCxnSpPr>
            <a:stCxn id="5905" idx="3"/>
            <a:endCxn id="5910" idx="1"/>
          </p:cNvCxnSpPr>
          <p:nvPr/>
        </p:nvCxnSpPr>
        <p:spPr>
          <a:xfrm>
            <a:off x="7580443" y="2683859"/>
            <a:ext cx="268200" cy="7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29" name="Google Shape;5929;p172"/>
          <p:cNvCxnSpPr>
            <a:stCxn id="5914" idx="3"/>
            <a:endCxn id="5910" idx="3"/>
          </p:cNvCxnSpPr>
          <p:nvPr/>
        </p:nvCxnSpPr>
        <p:spPr>
          <a:xfrm flipH="1">
            <a:off x="8147355" y="2215365"/>
            <a:ext cx="395700" cy="5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30" name="Google Shape;5930;p172"/>
          <p:cNvCxnSpPr>
            <a:stCxn id="5915" idx="6"/>
            <a:endCxn id="5922" idx="3"/>
          </p:cNvCxnSpPr>
          <p:nvPr/>
        </p:nvCxnSpPr>
        <p:spPr>
          <a:xfrm>
            <a:off x="8200192" y="3538913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31" name="Google Shape;5931;p172"/>
          <p:cNvCxnSpPr>
            <a:stCxn id="5915" idx="5"/>
            <a:endCxn id="5918" idx="1"/>
          </p:cNvCxnSpPr>
          <p:nvPr/>
        </p:nvCxnSpPr>
        <p:spPr>
          <a:xfrm>
            <a:off x="8156434" y="3644236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32" name="Google Shape;5932;p172"/>
          <p:cNvCxnSpPr>
            <a:stCxn id="5922" idx="3"/>
            <a:endCxn id="5917" idx="7"/>
          </p:cNvCxnSpPr>
          <p:nvPr/>
        </p:nvCxnSpPr>
        <p:spPr>
          <a:xfrm flipH="1">
            <a:off x="7686057" y="3585986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33" name="Google Shape;5933;p172"/>
          <p:cNvSpPr txBox="1"/>
          <p:nvPr/>
        </p:nvSpPr>
        <p:spPr>
          <a:xfrm>
            <a:off x="734725" y="4664625"/>
            <a:ext cx="990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K = 0</a:t>
            </a:r>
            <a:endParaRPr b="1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34" name="Google Shape;5934;p172"/>
          <p:cNvSpPr txBox="1"/>
          <p:nvPr/>
        </p:nvSpPr>
        <p:spPr>
          <a:xfrm>
            <a:off x="3064250" y="4685100"/>
            <a:ext cx="990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K = 1</a:t>
            </a:r>
            <a:endParaRPr b="1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935" name="Google Shape;5935;p172"/>
          <p:cNvCxnSpPr>
            <a:stCxn id="5845" idx="2"/>
            <a:endCxn id="5850" idx="0"/>
          </p:cNvCxnSpPr>
          <p:nvPr/>
        </p:nvCxnSpPr>
        <p:spPr>
          <a:xfrm>
            <a:off x="5739393" y="2961841"/>
            <a:ext cx="52800" cy="48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36" name="Google Shape;5936;p172"/>
          <p:cNvCxnSpPr>
            <a:stCxn id="5840" idx="2"/>
            <a:endCxn id="5851" idx="0"/>
          </p:cNvCxnSpPr>
          <p:nvPr/>
        </p:nvCxnSpPr>
        <p:spPr>
          <a:xfrm flipH="1">
            <a:off x="5023143" y="2887434"/>
            <a:ext cx="149400" cy="64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37" name="Google Shape;5937;p172"/>
          <p:cNvCxnSpPr>
            <a:stCxn id="5840" idx="2"/>
            <a:endCxn id="5850" idx="1"/>
          </p:cNvCxnSpPr>
          <p:nvPr/>
        </p:nvCxnSpPr>
        <p:spPr>
          <a:xfrm>
            <a:off x="5172543" y="2887434"/>
            <a:ext cx="514200" cy="60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38" name="Google Shape;5938;p172"/>
          <p:cNvCxnSpPr>
            <a:stCxn id="5905" idx="2"/>
            <a:endCxn id="5916" idx="0"/>
          </p:cNvCxnSpPr>
          <p:nvPr/>
        </p:nvCxnSpPr>
        <p:spPr>
          <a:xfrm flipH="1">
            <a:off x="7281643" y="2832809"/>
            <a:ext cx="149400" cy="64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39" name="Google Shape;5939;p172"/>
          <p:cNvCxnSpPr>
            <a:stCxn id="5910" idx="2"/>
            <a:endCxn id="5915" idx="0"/>
          </p:cNvCxnSpPr>
          <p:nvPr/>
        </p:nvCxnSpPr>
        <p:spPr>
          <a:xfrm>
            <a:off x="7997893" y="2907216"/>
            <a:ext cx="52800" cy="48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40" name="Google Shape;5940;p172"/>
          <p:cNvCxnSpPr>
            <a:stCxn id="5913" idx="2"/>
            <a:endCxn id="5922" idx="0"/>
          </p:cNvCxnSpPr>
          <p:nvPr/>
        </p:nvCxnSpPr>
        <p:spPr>
          <a:xfrm>
            <a:off x="8648697" y="2798914"/>
            <a:ext cx="0" cy="528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41" name="Google Shape;5941;p172"/>
          <p:cNvSpPr txBox="1"/>
          <p:nvPr/>
        </p:nvSpPr>
        <p:spPr>
          <a:xfrm>
            <a:off x="2977725" y="2996863"/>
            <a:ext cx="13350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disconnected!</a:t>
            </a:r>
            <a:endParaRPr b="1"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42" name="Google Shape;5942;p17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Cutsets</a:t>
            </a:r>
            <a:endParaRPr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6" name="Shape 5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7" name="Google Shape;5947;p173"/>
          <p:cNvSpPr/>
          <p:nvPr/>
        </p:nvSpPr>
        <p:spPr>
          <a:xfrm>
            <a:off x="878548" y="118137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5948" name="Google Shape;5948;p173"/>
          <p:cNvSpPr/>
          <p:nvPr/>
        </p:nvSpPr>
        <p:spPr>
          <a:xfrm>
            <a:off x="1379915" y="156518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5949" name="Google Shape;5949;p173"/>
          <p:cNvSpPr/>
          <p:nvPr/>
        </p:nvSpPr>
        <p:spPr>
          <a:xfrm>
            <a:off x="311688" y="156518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5950" name="Google Shape;5950;p173"/>
          <p:cNvSpPr/>
          <p:nvPr/>
        </p:nvSpPr>
        <p:spPr>
          <a:xfrm>
            <a:off x="878548" y="1862854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5951" name="Google Shape;5951;p173"/>
          <p:cNvSpPr/>
          <p:nvPr/>
        </p:nvSpPr>
        <p:spPr>
          <a:xfrm>
            <a:off x="311688" y="206712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5952" name="Google Shape;5952;p173"/>
          <p:cNvSpPr/>
          <p:nvPr/>
        </p:nvSpPr>
        <p:spPr>
          <a:xfrm>
            <a:off x="461035" y="2569072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cxnSp>
        <p:nvCxnSpPr>
          <p:cNvPr id="5953" name="Google Shape;5953;p173"/>
          <p:cNvCxnSpPr>
            <a:endCxn id="5949" idx="7"/>
          </p:cNvCxnSpPr>
          <p:nvPr/>
        </p:nvCxnSpPr>
        <p:spPr>
          <a:xfrm flipH="1">
            <a:off x="566729" y="1435709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54" name="Google Shape;5954;p173"/>
          <p:cNvCxnSpPr>
            <a:stCxn id="5951" idx="0"/>
            <a:endCxn id="5949" idx="4"/>
          </p:cNvCxnSpPr>
          <p:nvPr/>
        </p:nvCxnSpPr>
        <p:spPr>
          <a:xfrm rot="10800000">
            <a:off x="461088" y="1863128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55" name="Google Shape;5955;p173"/>
          <p:cNvCxnSpPr>
            <a:stCxn id="5948" idx="1"/>
            <a:endCxn id="5947" idx="5"/>
          </p:cNvCxnSpPr>
          <p:nvPr/>
        </p:nvCxnSpPr>
        <p:spPr>
          <a:xfrm rot="10800000">
            <a:off x="1133573" y="1435709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56" name="Google Shape;5956;p173"/>
          <p:cNvCxnSpPr>
            <a:stCxn id="5957" idx="1"/>
            <a:endCxn id="5949" idx="5"/>
          </p:cNvCxnSpPr>
          <p:nvPr/>
        </p:nvCxnSpPr>
        <p:spPr>
          <a:xfrm rot="10800000">
            <a:off x="566743" y="1819506"/>
            <a:ext cx="504900" cy="86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58" name="Google Shape;5958;p173"/>
          <p:cNvCxnSpPr>
            <a:stCxn id="5950" idx="0"/>
            <a:endCxn id="5947" idx="4"/>
          </p:cNvCxnSpPr>
          <p:nvPr/>
        </p:nvCxnSpPr>
        <p:spPr>
          <a:xfrm rot="10800000">
            <a:off x="1027948" y="1479154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59" name="Google Shape;5959;p173"/>
          <p:cNvCxnSpPr>
            <a:stCxn id="5950" idx="5"/>
            <a:endCxn id="5960" idx="1"/>
          </p:cNvCxnSpPr>
          <p:nvPr/>
        </p:nvCxnSpPr>
        <p:spPr>
          <a:xfrm>
            <a:off x="1133589" y="2117127"/>
            <a:ext cx="588900" cy="461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61" name="Google Shape;5961;p173"/>
          <p:cNvSpPr/>
          <p:nvPr/>
        </p:nvSpPr>
        <p:spPr>
          <a:xfrm>
            <a:off x="1678689" y="1995254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5960" name="Google Shape;5960;p173"/>
          <p:cNvSpPr/>
          <p:nvPr/>
        </p:nvSpPr>
        <p:spPr>
          <a:xfrm>
            <a:off x="1678689" y="2535177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5957" name="Google Shape;5957;p173"/>
          <p:cNvSpPr/>
          <p:nvPr/>
        </p:nvSpPr>
        <p:spPr>
          <a:xfrm>
            <a:off x="1027885" y="264347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sp>
        <p:nvSpPr>
          <p:cNvPr id="5962" name="Google Shape;5962;p173"/>
          <p:cNvSpPr/>
          <p:nvPr/>
        </p:nvSpPr>
        <p:spPr>
          <a:xfrm>
            <a:off x="1080784" y="3424126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5963" name="Google Shape;5963;p173"/>
          <p:cNvSpPr/>
          <p:nvPr/>
        </p:nvSpPr>
        <p:spPr>
          <a:xfrm>
            <a:off x="311688" y="350929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5964" name="Google Shape;5964;p173"/>
          <p:cNvSpPr/>
          <p:nvPr/>
        </p:nvSpPr>
        <p:spPr>
          <a:xfrm>
            <a:off x="610422" y="417388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5965" name="Google Shape;5965;p173"/>
          <p:cNvSpPr/>
          <p:nvPr/>
        </p:nvSpPr>
        <p:spPr>
          <a:xfrm>
            <a:off x="1678447" y="4013082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5966" name="Google Shape;5966;p173"/>
          <p:cNvCxnSpPr>
            <a:stCxn id="5964" idx="2"/>
            <a:endCxn id="5963" idx="5"/>
          </p:cNvCxnSpPr>
          <p:nvPr/>
        </p:nvCxnSpPr>
        <p:spPr>
          <a:xfrm rot="10800000">
            <a:off x="566622" y="3763633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67" name="Google Shape;5967;p173"/>
          <p:cNvCxnSpPr>
            <a:stCxn id="5962" idx="2"/>
            <a:endCxn id="5963" idx="6"/>
          </p:cNvCxnSpPr>
          <p:nvPr/>
        </p:nvCxnSpPr>
        <p:spPr>
          <a:xfrm flipH="1">
            <a:off x="610384" y="3573076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68" name="Google Shape;5968;p173"/>
          <p:cNvCxnSpPr>
            <a:stCxn id="5964" idx="6"/>
            <a:endCxn id="5965" idx="3"/>
          </p:cNvCxnSpPr>
          <p:nvPr/>
        </p:nvCxnSpPr>
        <p:spPr>
          <a:xfrm flipH="1" rot="10800000">
            <a:off x="909222" y="4271833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69" name="Google Shape;5969;p173"/>
          <p:cNvCxnSpPr>
            <a:stCxn id="5970" idx="4"/>
            <a:endCxn id="5965" idx="0"/>
          </p:cNvCxnSpPr>
          <p:nvPr/>
        </p:nvCxnSpPr>
        <p:spPr>
          <a:xfrm>
            <a:off x="1827997" y="3664522"/>
            <a:ext cx="0" cy="348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70" name="Google Shape;5970;p173"/>
          <p:cNvSpPr/>
          <p:nvPr/>
        </p:nvSpPr>
        <p:spPr>
          <a:xfrm>
            <a:off x="1678447" y="3361522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5971" name="Google Shape;5971;p173"/>
          <p:cNvCxnSpPr>
            <a:stCxn id="5950" idx="3"/>
            <a:endCxn id="5952" idx="7"/>
          </p:cNvCxnSpPr>
          <p:nvPr/>
        </p:nvCxnSpPr>
        <p:spPr>
          <a:xfrm flipH="1">
            <a:off x="716206" y="2117127"/>
            <a:ext cx="206100" cy="495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72" name="Google Shape;5972;p173"/>
          <p:cNvCxnSpPr>
            <a:stCxn id="5948" idx="4"/>
            <a:endCxn id="5961" idx="1"/>
          </p:cNvCxnSpPr>
          <p:nvPr/>
        </p:nvCxnSpPr>
        <p:spPr>
          <a:xfrm>
            <a:off x="1529315" y="1863083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73" name="Google Shape;5973;p173"/>
          <p:cNvCxnSpPr>
            <a:stCxn id="5948" idx="4"/>
            <a:endCxn id="5957" idx="0"/>
          </p:cNvCxnSpPr>
          <p:nvPr/>
        </p:nvCxnSpPr>
        <p:spPr>
          <a:xfrm flipH="1">
            <a:off x="1177415" y="1863083"/>
            <a:ext cx="351900" cy="7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74" name="Google Shape;5974;p173"/>
          <p:cNvCxnSpPr>
            <a:stCxn id="5951" idx="4"/>
            <a:endCxn id="5952" idx="0"/>
          </p:cNvCxnSpPr>
          <p:nvPr/>
        </p:nvCxnSpPr>
        <p:spPr>
          <a:xfrm>
            <a:off x="461088" y="2365028"/>
            <a:ext cx="14940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75" name="Google Shape;5975;p173"/>
          <p:cNvCxnSpPr>
            <a:stCxn id="5951" idx="5"/>
            <a:endCxn id="5960" idx="2"/>
          </p:cNvCxnSpPr>
          <p:nvPr/>
        </p:nvCxnSpPr>
        <p:spPr>
          <a:xfrm>
            <a:off x="566729" y="2321401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76" name="Google Shape;5976;p173"/>
          <p:cNvCxnSpPr>
            <a:stCxn id="5952" idx="6"/>
            <a:endCxn id="5957" idx="2"/>
          </p:cNvCxnSpPr>
          <p:nvPr/>
        </p:nvCxnSpPr>
        <p:spPr>
          <a:xfrm>
            <a:off x="759835" y="2718022"/>
            <a:ext cx="268200" cy="7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77" name="Google Shape;5977;p173"/>
          <p:cNvCxnSpPr>
            <a:stCxn id="5961" idx="3"/>
            <a:endCxn id="5957" idx="6"/>
          </p:cNvCxnSpPr>
          <p:nvPr/>
        </p:nvCxnSpPr>
        <p:spPr>
          <a:xfrm flipH="1">
            <a:off x="1326747" y="2249528"/>
            <a:ext cx="395700" cy="5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78" name="Google Shape;5978;p173"/>
          <p:cNvCxnSpPr>
            <a:stCxn id="5961" idx="4"/>
            <a:endCxn id="5960" idx="0"/>
          </p:cNvCxnSpPr>
          <p:nvPr/>
        </p:nvCxnSpPr>
        <p:spPr>
          <a:xfrm>
            <a:off x="1828089" y="2293154"/>
            <a:ext cx="0" cy="2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79" name="Google Shape;5979;p173"/>
          <p:cNvCxnSpPr>
            <a:stCxn id="5962" idx="6"/>
            <a:endCxn id="5970" idx="3"/>
          </p:cNvCxnSpPr>
          <p:nvPr/>
        </p:nvCxnSpPr>
        <p:spPr>
          <a:xfrm>
            <a:off x="1379584" y="3573076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80" name="Google Shape;5980;p173"/>
          <p:cNvCxnSpPr>
            <a:stCxn id="5962" idx="5"/>
            <a:endCxn id="5965" idx="1"/>
          </p:cNvCxnSpPr>
          <p:nvPr/>
        </p:nvCxnSpPr>
        <p:spPr>
          <a:xfrm>
            <a:off x="1335826" y="3678399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81" name="Google Shape;5981;p173"/>
          <p:cNvCxnSpPr>
            <a:stCxn id="5970" idx="3"/>
            <a:endCxn id="5964" idx="7"/>
          </p:cNvCxnSpPr>
          <p:nvPr/>
        </p:nvCxnSpPr>
        <p:spPr>
          <a:xfrm flipH="1">
            <a:off x="865450" y="3620149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82" name="Google Shape;5982;p173"/>
          <p:cNvSpPr/>
          <p:nvPr/>
        </p:nvSpPr>
        <p:spPr>
          <a:xfrm>
            <a:off x="5440655" y="1201841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5983" name="Google Shape;5983;p173"/>
          <p:cNvSpPr/>
          <p:nvPr/>
        </p:nvSpPr>
        <p:spPr>
          <a:xfrm>
            <a:off x="5942022" y="15856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5984" name="Google Shape;5984;p173"/>
          <p:cNvSpPr/>
          <p:nvPr/>
        </p:nvSpPr>
        <p:spPr>
          <a:xfrm>
            <a:off x="4873795" y="15856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5985" name="Google Shape;5985;p173"/>
          <p:cNvSpPr/>
          <p:nvPr/>
        </p:nvSpPr>
        <p:spPr>
          <a:xfrm>
            <a:off x="5440655" y="188331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5986" name="Google Shape;5986;p173"/>
          <p:cNvSpPr/>
          <p:nvPr/>
        </p:nvSpPr>
        <p:spPr>
          <a:xfrm>
            <a:off x="4873795" y="208758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5987" name="Google Shape;5987;p173"/>
          <p:cNvSpPr/>
          <p:nvPr/>
        </p:nvSpPr>
        <p:spPr>
          <a:xfrm>
            <a:off x="5023143" y="2589534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6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5988" name="Google Shape;5988;p173"/>
          <p:cNvCxnSpPr>
            <a:endCxn id="5984" idx="7"/>
          </p:cNvCxnSpPr>
          <p:nvPr/>
        </p:nvCxnSpPr>
        <p:spPr>
          <a:xfrm flipH="1">
            <a:off x="5128837" y="1456171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89" name="Google Shape;5989;p173"/>
          <p:cNvCxnSpPr>
            <a:stCxn id="5986" idx="0"/>
            <a:endCxn id="5984" idx="4"/>
          </p:cNvCxnSpPr>
          <p:nvPr/>
        </p:nvCxnSpPr>
        <p:spPr>
          <a:xfrm rot="10800000">
            <a:off x="5023195" y="1883589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90" name="Google Shape;5990;p173"/>
          <p:cNvCxnSpPr>
            <a:stCxn id="5983" idx="1"/>
            <a:endCxn id="5982" idx="5"/>
          </p:cNvCxnSpPr>
          <p:nvPr/>
        </p:nvCxnSpPr>
        <p:spPr>
          <a:xfrm rot="10800000">
            <a:off x="5695681" y="1456171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91" name="Google Shape;5991;p173"/>
          <p:cNvCxnSpPr>
            <a:stCxn id="5992" idx="1"/>
            <a:endCxn id="5984" idx="5"/>
          </p:cNvCxnSpPr>
          <p:nvPr/>
        </p:nvCxnSpPr>
        <p:spPr>
          <a:xfrm rot="10800000">
            <a:off x="5128893" y="1839991"/>
            <a:ext cx="461100" cy="97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93" name="Google Shape;5993;p173"/>
          <p:cNvCxnSpPr>
            <a:stCxn id="5985" idx="0"/>
            <a:endCxn id="5982" idx="4"/>
          </p:cNvCxnSpPr>
          <p:nvPr/>
        </p:nvCxnSpPr>
        <p:spPr>
          <a:xfrm rot="10800000">
            <a:off x="5590055" y="1499615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94" name="Google Shape;5994;p173"/>
          <p:cNvCxnSpPr>
            <a:stCxn id="5985" idx="5"/>
            <a:endCxn id="5995" idx="1"/>
          </p:cNvCxnSpPr>
          <p:nvPr/>
        </p:nvCxnSpPr>
        <p:spPr>
          <a:xfrm>
            <a:off x="5695697" y="2137589"/>
            <a:ext cx="588900" cy="461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96" name="Google Shape;5996;p173"/>
          <p:cNvSpPr/>
          <p:nvPr/>
        </p:nvSpPr>
        <p:spPr>
          <a:xfrm>
            <a:off x="6240797" y="2015716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5995" name="Google Shape;5995;p173"/>
          <p:cNvSpPr/>
          <p:nvPr/>
        </p:nvSpPr>
        <p:spPr>
          <a:xfrm>
            <a:off x="6240797" y="255563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5992" name="Google Shape;5992;p173"/>
          <p:cNvSpPr/>
          <p:nvPr/>
        </p:nvSpPr>
        <p:spPr>
          <a:xfrm>
            <a:off x="5589993" y="2663941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7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997" name="Google Shape;5997;p173"/>
          <p:cNvSpPr/>
          <p:nvPr/>
        </p:nvSpPr>
        <p:spPr>
          <a:xfrm>
            <a:off x="5642892" y="344458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5998" name="Google Shape;5998;p173"/>
          <p:cNvSpPr/>
          <p:nvPr/>
        </p:nvSpPr>
        <p:spPr>
          <a:xfrm>
            <a:off x="4873795" y="3529757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5999" name="Google Shape;5999;p173"/>
          <p:cNvSpPr/>
          <p:nvPr/>
        </p:nvSpPr>
        <p:spPr>
          <a:xfrm>
            <a:off x="5172530" y="41943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6000" name="Google Shape;6000;p173"/>
          <p:cNvSpPr/>
          <p:nvPr/>
        </p:nvSpPr>
        <p:spPr>
          <a:xfrm>
            <a:off x="6240555" y="4033544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6001" name="Google Shape;6001;p173"/>
          <p:cNvCxnSpPr>
            <a:stCxn id="5999" idx="2"/>
            <a:endCxn id="5998" idx="5"/>
          </p:cNvCxnSpPr>
          <p:nvPr/>
        </p:nvCxnSpPr>
        <p:spPr>
          <a:xfrm rot="10800000">
            <a:off x="5128730" y="3784095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02" name="Google Shape;6002;p173"/>
          <p:cNvCxnSpPr>
            <a:stCxn id="5997" idx="2"/>
            <a:endCxn id="5998" idx="6"/>
          </p:cNvCxnSpPr>
          <p:nvPr/>
        </p:nvCxnSpPr>
        <p:spPr>
          <a:xfrm flipH="1">
            <a:off x="5172492" y="3593538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03" name="Google Shape;6003;p173"/>
          <p:cNvCxnSpPr>
            <a:stCxn id="5999" idx="6"/>
            <a:endCxn id="6000" idx="3"/>
          </p:cNvCxnSpPr>
          <p:nvPr/>
        </p:nvCxnSpPr>
        <p:spPr>
          <a:xfrm flipH="1" rot="10800000">
            <a:off x="5471330" y="4292295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04" name="Google Shape;6004;p173"/>
          <p:cNvCxnSpPr>
            <a:stCxn id="6005" idx="4"/>
            <a:endCxn id="6000" idx="0"/>
          </p:cNvCxnSpPr>
          <p:nvPr/>
        </p:nvCxnSpPr>
        <p:spPr>
          <a:xfrm>
            <a:off x="6390105" y="3684984"/>
            <a:ext cx="0" cy="348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05" name="Google Shape;6005;p173"/>
          <p:cNvSpPr/>
          <p:nvPr/>
        </p:nvSpPr>
        <p:spPr>
          <a:xfrm>
            <a:off x="6240555" y="3381984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6006" name="Google Shape;6006;p173"/>
          <p:cNvCxnSpPr>
            <a:stCxn id="5985" idx="3"/>
            <a:endCxn id="5987" idx="3"/>
          </p:cNvCxnSpPr>
          <p:nvPr/>
        </p:nvCxnSpPr>
        <p:spPr>
          <a:xfrm flipH="1">
            <a:off x="5321814" y="2137589"/>
            <a:ext cx="162600" cy="60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07" name="Google Shape;6007;p173"/>
          <p:cNvCxnSpPr>
            <a:stCxn id="5983" idx="4"/>
            <a:endCxn id="5996" idx="1"/>
          </p:cNvCxnSpPr>
          <p:nvPr/>
        </p:nvCxnSpPr>
        <p:spPr>
          <a:xfrm>
            <a:off x="6091422" y="1883545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08" name="Google Shape;6008;p173"/>
          <p:cNvCxnSpPr>
            <a:stCxn id="5983" idx="4"/>
            <a:endCxn id="5992" idx="0"/>
          </p:cNvCxnSpPr>
          <p:nvPr/>
        </p:nvCxnSpPr>
        <p:spPr>
          <a:xfrm flipH="1">
            <a:off x="5739522" y="1883545"/>
            <a:ext cx="351900" cy="7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09" name="Google Shape;6009;p173"/>
          <p:cNvCxnSpPr>
            <a:stCxn id="5986" idx="4"/>
            <a:endCxn id="5987" idx="0"/>
          </p:cNvCxnSpPr>
          <p:nvPr/>
        </p:nvCxnSpPr>
        <p:spPr>
          <a:xfrm>
            <a:off x="5023195" y="2385489"/>
            <a:ext cx="14940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10" name="Google Shape;6010;p173"/>
          <p:cNvCxnSpPr>
            <a:stCxn id="5986" idx="5"/>
            <a:endCxn id="5995" idx="2"/>
          </p:cNvCxnSpPr>
          <p:nvPr/>
        </p:nvCxnSpPr>
        <p:spPr>
          <a:xfrm>
            <a:off x="5128837" y="2341863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11" name="Google Shape;6011;p173"/>
          <p:cNvCxnSpPr>
            <a:stCxn id="5987" idx="3"/>
            <a:endCxn id="5992" idx="1"/>
          </p:cNvCxnSpPr>
          <p:nvPr/>
        </p:nvCxnSpPr>
        <p:spPr>
          <a:xfrm>
            <a:off x="5321943" y="2738484"/>
            <a:ext cx="268200" cy="7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12" name="Google Shape;6012;p173"/>
          <p:cNvCxnSpPr>
            <a:stCxn id="5996" idx="3"/>
            <a:endCxn id="5992" idx="3"/>
          </p:cNvCxnSpPr>
          <p:nvPr/>
        </p:nvCxnSpPr>
        <p:spPr>
          <a:xfrm flipH="1">
            <a:off x="5888855" y="2269990"/>
            <a:ext cx="395700" cy="5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13" name="Google Shape;6013;p173"/>
          <p:cNvCxnSpPr>
            <a:stCxn id="5996" idx="4"/>
            <a:endCxn id="5995" idx="0"/>
          </p:cNvCxnSpPr>
          <p:nvPr/>
        </p:nvCxnSpPr>
        <p:spPr>
          <a:xfrm>
            <a:off x="6390197" y="2313616"/>
            <a:ext cx="0" cy="2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14" name="Google Shape;6014;p173"/>
          <p:cNvCxnSpPr>
            <a:stCxn id="5997" idx="6"/>
            <a:endCxn id="6005" idx="3"/>
          </p:cNvCxnSpPr>
          <p:nvPr/>
        </p:nvCxnSpPr>
        <p:spPr>
          <a:xfrm>
            <a:off x="5941692" y="3593538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15" name="Google Shape;6015;p173"/>
          <p:cNvCxnSpPr>
            <a:stCxn id="5997" idx="5"/>
            <a:endCxn id="6000" idx="1"/>
          </p:cNvCxnSpPr>
          <p:nvPr/>
        </p:nvCxnSpPr>
        <p:spPr>
          <a:xfrm>
            <a:off x="5897934" y="3698861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16" name="Google Shape;6016;p173"/>
          <p:cNvCxnSpPr>
            <a:stCxn id="6005" idx="3"/>
            <a:endCxn id="5999" idx="7"/>
          </p:cNvCxnSpPr>
          <p:nvPr/>
        </p:nvCxnSpPr>
        <p:spPr>
          <a:xfrm flipH="1">
            <a:off x="5427557" y="3640611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17" name="Google Shape;6017;p173"/>
          <p:cNvSpPr/>
          <p:nvPr/>
        </p:nvSpPr>
        <p:spPr>
          <a:xfrm>
            <a:off x="3208059" y="12018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6018" name="Google Shape;6018;p173"/>
          <p:cNvSpPr/>
          <p:nvPr/>
        </p:nvSpPr>
        <p:spPr>
          <a:xfrm>
            <a:off x="3709426" y="158564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6019" name="Google Shape;6019;p173"/>
          <p:cNvSpPr/>
          <p:nvPr/>
        </p:nvSpPr>
        <p:spPr>
          <a:xfrm>
            <a:off x="2641199" y="158564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6020" name="Google Shape;6020;p173"/>
          <p:cNvSpPr/>
          <p:nvPr/>
        </p:nvSpPr>
        <p:spPr>
          <a:xfrm>
            <a:off x="3208059" y="188331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6021" name="Google Shape;6021;p173"/>
          <p:cNvSpPr/>
          <p:nvPr/>
        </p:nvSpPr>
        <p:spPr>
          <a:xfrm>
            <a:off x="2641199" y="208759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6022" name="Google Shape;6022;p173"/>
          <p:cNvSpPr/>
          <p:nvPr/>
        </p:nvSpPr>
        <p:spPr>
          <a:xfrm>
            <a:off x="2790547" y="2589537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cxnSp>
        <p:nvCxnSpPr>
          <p:cNvPr id="6023" name="Google Shape;6023;p173"/>
          <p:cNvCxnSpPr>
            <a:endCxn id="6019" idx="7"/>
          </p:cNvCxnSpPr>
          <p:nvPr/>
        </p:nvCxnSpPr>
        <p:spPr>
          <a:xfrm flipH="1">
            <a:off x="2896241" y="1456175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24" name="Google Shape;6024;p173"/>
          <p:cNvCxnSpPr>
            <a:stCxn id="6021" idx="0"/>
            <a:endCxn id="6019" idx="4"/>
          </p:cNvCxnSpPr>
          <p:nvPr/>
        </p:nvCxnSpPr>
        <p:spPr>
          <a:xfrm rot="10800000">
            <a:off x="2790599" y="1883593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25" name="Google Shape;6025;p173"/>
          <p:cNvCxnSpPr>
            <a:stCxn id="6018" idx="1"/>
            <a:endCxn id="6017" idx="5"/>
          </p:cNvCxnSpPr>
          <p:nvPr/>
        </p:nvCxnSpPr>
        <p:spPr>
          <a:xfrm rot="10800000">
            <a:off x="3463085" y="1456175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26" name="Google Shape;6026;p173"/>
          <p:cNvCxnSpPr>
            <a:stCxn id="6020" idx="0"/>
            <a:endCxn id="6017" idx="4"/>
          </p:cNvCxnSpPr>
          <p:nvPr/>
        </p:nvCxnSpPr>
        <p:spPr>
          <a:xfrm rot="10800000">
            <a:off x="3357459" y="1499619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27" name="Google Shape;6027;p173"/>
          <p:cNvCxnSpPr>
            <a:stCxn id="6020" idx="5"/>
            <a:endCxn id="6028" idx="1"/>
          </p:cNvCxnSpPr>
          <p:nvPr/>
        </p:nvCxnSpPr>
        <p:spPr>
          <a:xfrm>
            <a:off x="3463101" y="2137592"/>
            <a:ext cx="588900" cy="461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29" name="Google Shape;6029;p173"/>
          <p:cNvSpPr/>
          <p:nvPr/>
        </p:nvSpPr>
        <p:spPr>
          <a:xfrm>
            <a:off x="4008201" y="201571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6028" name="Google Shape;6028;p173"/>
          <p:cNvSpPr/>
          <p:nvPr/>
        </p:nvSpPr>
        <p:spPr>
          <a:xfrm>
            <a:off x="4008201" y="2555642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6030" name="Google Shape;6030;p173"/>
          <p:cNvSpPr/>
          <p:nvPr/>
        </p:nvSpPr>
        <p:spPr>
          <a:xfrm>
            <a:off x="3410296" y="3444591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6031" name="Google Shape;6031;p173"/>
          <p:cNvSpPr/>
          <p:nvPr/>
        </p:nvSpPr>
        <p:spPr>
          <a:xfrm>
            <a:off x="2641199" y="352976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6032" name="Google Shape;6032;p173"/>
          <p:cNvSpPr/>
          <p:nvPr/>
        </p:nvSpPr>
        <p:spPr>
          <a:xfrm>
            <a:off x="2939934" y="419434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6033" name="Google Shape;6033;p173"/>
          <p:cNvSpPr/>
          <p:nvPr/>
        </p:nvSpPr>
        <p:spPr>
          <a:xfrm>
            <a:off x="4007959" y="4033547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6034" name="Google Shape;6034;p173"/>
          <p:cNvCxnSpPr>
            <a:stCxn id="6032" idx="2"/>
            <a:endCxn id="6031" idx="5"/>
          </p:cNvCxnSpPr>
          <p:nvPr/>
        </p:nvCxnSpPr>
        <p:spPr>
          <a:xfrm rot="10800000">
            <a:off x="2896134" y="3784098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35" name="Google Shape;6035;p173"/>
          <p:cNvCxnSpPr>
            <a:stCxn id="6030" idx="2"/>
            <a:endCxn id="6031" idx="6"/>
          </p:cNvCxnSpPr>
          <p:nvPr/>
        </p:nvCxnSpPr>
        <p:spPr>
          <a:xfrm flipH="1">
            <a:off x="2939896" y="3593541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36" name="Google Shape;6036;p173"/>
          <p:cNvCxnSpPr>
            <a:stCxn id="6032" idx="6"/>
            <a:endCxn id="6033" idx="3"/>
          </p:cNvCxnSpPr>
          <p:nvPr/>
        </p:nvCxnSpPr>
        <p:spPr>
          <a:xfrm flipH="1" rot="10800000">
            <a:off x="3238734" y="4292298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37" name="Google Shape;6037;p173"/>
          <p:cNvCxnSpPr>
            <a:stCxn id="6038" idx="4"/>
            <a:endCxn id="6033" idx="0"/>
          </p:cNvCxnSpPr>
          <p:nvPr/>
        </p:nvCxnSpPr>
        <p:spPr>
          <a:xfrm>
            <a:off x="4157509" y="3684988"/>
            <a:ext cx="0" cy="348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38" name="Google Shape;6038;p173"/>
          <p:cNvSpPr/>
          <p:nvPr/>
        </p:nvSpPr>
        <p:spPr>
          <a:xfrm>
            <a:off x="4007959" y="3381988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6039" name="Google Shape;6039;p173"/>
          <p:cNvCxnSpPr>
            <a:stCxn id="6020" idx="3"/>
            <a:endCxn id="6022" idx="7"/>
          </p:cNvCxnSpPr>
          <p:nvPr/>
        </p:nvCxnSpPr>
        <p:spPr>
          <a:xfrm flipH="1">
            <a:off x="3045718" y="2137592"/>
            <a:ext cx="206100" cy="495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40" name="Google Shape;6040;p173"/>
          <p:cNvCxnSpPr>
            <a:stCxn id="6018" idx="4"/>
            <a:endCxn id="6029" idx="1"/>
          </p:cNvCxnSpPr>
          <p:nvPr/>
        </p:nvCxnSpPr>
        <p:spPr>
          <a:xfrm>
            <a:off x="3858826" y="1883548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41" name="Google Shape;6041;p173"/>
          <p:cNvCxnSpPr>
            <a:stCxn id="6021" idx="4"/>
            <a:endCxn id="6022" idx="0"/>
          </p:cNvCxnSpPr>
          <p:nvPr/>
        </p:nvCxnSpPr>
        <p:spPr>
          <a:xfrm>
            <a:off x="2790599" y="2385493"/>
            <a:ext cx="14940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42" name="Google Shape;6042;p173"/>
          <p:cNvCxnSpPr>
            <a:stCxn id="6021" idx="5"/>
            <a:endCxn id="6028" idx="2"/>
          </p:cNvCxnSpPr>
          <p:nvPr/>
        </p:nvCxnSpPr>
        <p:spPr>
          <a:xfrm>
            <a:off x="2896241" y="2341866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43" name="Google Shape;6043;p173"/>
          <p:cNvCxnSpPr>
            <a:stCxn id="6029" idx="4"/>
            <a:endCxn id="6028" idx="0"/>
          </p:cNvCxnSpPr>
          <p:nvPr/>
        </p:nvCxnSpPr>
        <p:spPr>
          <a:xfrm>
            <a:off x="4157601" y="2313619"/>
            <a:ext cx="0" cy="2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44" name="Google Shape;6044;p173"/>
          <p:cNvCxnSpPr>
            <a:stCxn id="6030" idx="6"/>
            <a:endCxn id="6038" idx="3"/>
          </p:cNvCxnSpPr>
          <p:nvPr/>
        </p:nvCxnSpPr>
        <p:spPr>
          <a:xfrm>
            <a:off x="3709096" y="3593541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45" name="Google Shape;6045;p173"/>
          <p:cNvCxnSpPr>
            <a:stCxn id="6030" idx="5"/>
            <a:endCxn id="6033" idx="1"/>
          </p:cNvCxnSpPr>
          <p:nvPr/>
        </p:nvCxnSpPr>
        <p:spPr>
          <a:xfrm>
            <a:off x="3665338" y="3698865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46" name="Google Shape;6046;p173"/>
          <p:cNvCxnSpPr>
            <a:stCxn id="6038" idx="3"/>
            <a:endCxn id="6032" idx="7"/>
          </p:cNvCxnSpPr>
          <p:nvPr/>
        </p:nvCxnSpPr>
        <p:spPr>
          <a:xfrm flipH="1">
            <a:off x="3194961" y="3640614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47" name="Google Shape;6047;p173"/>
          <p:cNvSpPr/>
          <p:nvPr/>
        </p:nvSpPr>
        <p:spPr>
          <a:xfrm>
            <a:off x="7699155" y="1147216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6048" name="Google Shape;6048;p173"/>
          <p:cNvSpPr/>
          <p:nvPr/>
        </p:nvSpPr>
        <p:spPr>
          <a:xfrm>
            <a:off x="8200522" y="153102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6049" name="Google Shape;6049;p173"/>
          <p:cNvSpPr/>
          <p:nvPr/>
        </p:nvSpPr>
        <p:spPr>
          <a:xfrm>
            <a:off x="7132295" y="153102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6050" name="Google Shape;6050;p173"/>
          <p:cNvSpPr/>
          <p:nvPr/>
        </p:nvSpPr>
        <p:spPr>
          <a:xfrm>
            <a:off x="7699155" y="182869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6051" name="Google Shape;6051;p173"/>
          <p:cNvSpPr/>
          <p:nvPr/>
        </p:nvSpPr>
        <p:spPr>
          <a:xfrm>
            <a:off x="7132295" y="2032964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6052" name="Google Shape;6052;p173"/>
          <p:cNvSpPr/>
          <p:nvPr/>
        </p:nvSpPr>
        <p:spPr>
          <a:xfrm>
            <a:off x="7281643" y="2534909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6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6053" name="Google Shape;6053;p173"/>
          <p:cNvCxnSpPr>
            <a:endCxn id="6049" idx="7"/>
          </p:cNvCxnSpPr>
          <p:nvPr/>
        </p:nvCxnSpPr>
        <p:spPr>
          <a:xfrm flipH="1">
            <a:off x="7387337" y="1401546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54" name="Google Shape;6054;p173"/>
          <p:cNvCxnSpPr>
            <a:stCxn id="6051" idx="0"/>
            <a:endCxn id="6049" idx="4"/>
          </p:cNvCxnSpPr>
          <p:nvPr/>
        </p:nvCxnSpPr>
        <p:spPr>
          <a:xfrm rot="10800000">
            <a:off x="7281695" y="1828964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55" name="Google Shape;6055;p173"/>
          <p:cNvCxnSpPr>
            <a:stCxn id="6048" idx="1"/>
            <a:endCxn id="6047" idx="5"/>
          </p:cNvCxnSpPr>
          <p:nvPr/>
        </p:nvCxnSpPr>
        <p:spPr>
          <a:xfrm rot="10800000">
            <a:off x="7954181" y="1401546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56" name="Google Shape;6056;p173"/>
          <p:cNvCxnSpPr>
            <a:stCxn id="6057" idx="1"/>
            <a:endCxn id="6049" idx="5"/>
          </p:cNvCxnSpPr>
          <p:nvPr/>
        </p:nvCxnSpPr>
        <p:spPr>
          <a:xfrm rot="10800000">
            <a:off x="7387393" y="1785366"/>
            <a:ext cx="461100" cy="97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58" name="Google Shape;6058;p173"/>
          <p:cNvCxnSpPr>
            <a:stCxn id="6050" idx="0"/>
            <a:endCxn id="6047" idx="4"/>
          </p:cNvCxnSpPr>
          <p:nvPr/>
        </p:nvCxnSpPr>
        <p:spPr>
          <a:xfrm rot="10800000">
            <a:off x="7848555" y="1444990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59" name="Google Shape;6059;p173"/>
          <p:cNvCxnSpPr>
            <a:stCxn id="6050" idx="5"/>
            <a:endCxn id="6060" idx="1"/>
          </p:cNvCxnSpPr>
          <p:nvPr/>
        </p:nvCxnSpPr>
        <p:spPr>
          <a:xfrm>
            <a:off x="7954197" y="2082964"/>
            <a:ext cx="545100" cy="56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61" name="Google Shape;6061;p173"/>
          <p:cNvSpPr/>
          <p:nvPr/>
        </p:nvSpPr>
        <p:spPr>
          <a:xfrm>
            <a:off x="8499297" y="1961091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6060" name="Google Shape;6060;p173"/>
          <p:cNvSpPr/>
          <p:nvPr/>
        </p:nvSpPr>
        <p:spPr>
          <a:xfrm>
            <a:off x="8499297" y="2501014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9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057" name="Google Shape;6057;p173"/>
          <p:cNvSpPr/>
          <p:nvPr/>
        </p:nvSpPr>
        <p:spPr>
          <a:xfrm>
            <a:off x="7848493" y="2609316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7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062" name="Google Shape;6062;p173"/>
          <p:cNvSpPr/>
          <p:nvPr/>
        </p:nvSpPr>
        <p:spPr>
          <a:xfrm>
            <a:off x="7901392" y="338996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6063" name="Google Shape;6063;p173"/>
          <p:cNvSpPr/>
          <p:nvPr/>
        </p:nvSpPr>
        <p:spPr>
          <a:xfrm>
            <a:off x="7132295" y="3475132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6064" name="Google Shape;6064;p173"/>
          <p:cNvSpPr/>
          <p:nvPr/>
        </p:nvSpPr>
        <p:spPr>
          <a:xfrm>
            <a:off x="7431030" y="413972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6065" name="Google Shape;6065;p173"/>
          <p:cNvSpPr/>
          <p:nvPr/>
        </p:nvSpPr>
        <p:spPr>
          <a:xfrm>
            <a:off x="8499055" y="3978919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6066" name="Google Shape;6066;p173"/>
          <p:cNvCxnSpPr>
            <a:stCxn id="6064" idx="2"/>
            <a:endCxn id="6063" idx="5"/>
          </p:cNvCxnSpPr>
          <p:nvPr/>
        </p:nvCxnSpPr>
        <p:spPr>
          <a:xfrm rot="10800000">
            <a:off x="7387230" y="3729470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67" name="Google Shape;6067;p173"/>
          <p:cNvCxnSpPr>
            <a:stCxn id="6062" idx="2"/>
            <a:endCxn id="6063" idx="6"/>
          </p:cNvCxnSpPr>
          <p:nvPr/>
        </p:nvCxnSpPr>
        <p:spPr>
          <a:xfrm flipH="1">
            <a:off x="7430992" y="3538913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68" name="Google Shape;6068;p173"/>
          <p:cNvCxnSpPr>
            <a:stCxn id="6064" idx="6"/>
            <a:endCxn id="6065" idx="3"/>
          </p:cNvCxnSpPr>
          <p:nvPr/>
        </p:nvCxnSpPr>
        <p:spPr>
          <a:xfrm flipH="1" rot="10800000">
            <a:off x="7729830" y="4237670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69" name="Google Shape;6069;p173"/>
          <p:cNvSpPr/>
          <p:nvPr/>
        </p:nvSpPr>
        <p:spPr>
          <a:xfrm>
            <a:off x="8499055" y="3327359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6070" name="Google Shape;6070;p173"/>
          <p:cNvCxnSpPr>
            <a:stCxn id="6050" idx="3"/>
            <a:endCxn id="6052" idx="3"/>
          </p:cNvCxnSpPr>
          <p:nvPr/>
        </p:nvCxnSpPr>
        <p:spPr>
          <a:xfrm flipH="1">
            <a:off x="7580314" y="2082964"/>
            <a:ext cx="162600" cy="60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71" name="Google Shape;6071;p173"/>
          <p:cNvCxnSpPr>
            <a:stCxn id="6048" idx="4"/>
            <a:endCxn id="6061" idx="1"/>
          </p:cNvCxnSpPr>
          <p:nvPr/>
        </p:nvCxnSpPr>
        <p:spPr>
          <a:xfrm>
            <a:off x="8349922" y="1828920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72" name="Google Shape;6072;p173"/>
          <p:cNvCxnSpPr>
            <a:stCxn id="6048" idx="4"/>
            <a:endCxn id="6057" idx="0"/>
          </p:cNvCxnSpPr>
          <p:nvPr/>
        </p:nvCxnSpPr>
        <p:spPr>
          <a:xfrm flipH="1">
            <a:off x="7998022" y="1828920"/>
            <a:ext cx="351900" cy="7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73" name="Google Shape;6073;p173"/>
          <p:cNvCxnSpPr>
            <a:stCxn id="6051" idx="4"/>
            <a:endCxn id="6052" idx="0"/>
          </p:cNvCxnSpPr>
          <p:nvPr/>
        </p:nvCxnSpPr>
        <p:spPr>
          <a:xfrm>
            <a:off x="7281695" y="2330864"/>
            <a:ext cx="14940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74" name="Google Shape;6074;p173"/>
          <p:cNvCxnSpPr>
            <a:stCxn id="6051" idx="5"/>
            <a:endCxn id="6060" idx="1"/>
          </p:cNvCxnSpPr>
          <p:nvPr/>
        </p:nvCxnSpPr>
        <p:spPr>
          <a:xfrm>
            <a:off x="7387337" y="2287238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75" name="Google Shape;6075;p173"/>
          <p:cNvCxnSpPr>
            <a:stCxn id="6052" idx="3"/>
            <a:endCxn id="6057" idx="1"/>
          </p:cNvCxnSpPr>
          <p:nvPr/>
        </p:nvCxnSpPr>
        <p:spPr>
          <a:xfrm>
            <a:off x="7580443" y="2683859"/>
            <a:ext cx="268200" cy="7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76" name="Google Shape;6076;p173"/>
          <p:cNvCxnSpPr>
            <a:stCxn id="6061" idx="3"/>
            <a:endCxn id="6057" idx="3"/>
          </p:cNvCxnSpPr>
          <p:nvPr/>
        </p:nvCxnSpPr>
        <p:spPr>
          <a:xfrm flipH="1">
            <a:off x="8147355" y="2215365"/>
            <a:ext cx="395700" cy="5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77" name="Google Shape;6077;p173"/>
          <p:cNvCxnSpPr>
            <a:stCxn id="6062" idx="6"/>
            <a:endCxn id="6069" idx="3"/>
          </p:cNvCxnSpPr>
          <p:nvPr/>
        </p:nvCxnSpPr>
        <p:spPr>
          <a:xfrm>
            <a:off x="8200192" y="3538913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78" name="Google Shape;6078;p173"/>
          <p:cNvCxnSpPr>
            <a:stCxn id="6062" idx="5"/>
            <a:endCxn id="6065" idx="1"/>
          </p:cNvCxnSpPr>
          <p:nvPr/>
        </p:nvCxnSpPr>
        <p:spPr>
          <a:xfrm>
            <a:off x="8156434" y="3644236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79" name="Google Shape;6079;p173"/>
          <p:cNvCxnSpPr>
            <a:stCxn id="6069" idx="3"/>
            <a:endCxn id="6064" idx="7"/>
          </p:cNvCxnSpPr>
          <p:nvPr/>
        </p:nvCxnSpPr>
        <p:spPr>
          <a:xfrm flipH="1">
            <a:off x="7686057" y="3585986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80" name="Google Shape;6080;p173"/>
          <p:cNvSpPr txBox="1"/>
          <p:nvPr/>
        </p:nvSpPr>
        <p:spPr>
          <a:xfrm>
            <a:off x="734725" y="4664625"/>
            <a:ext cx="990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K = 0</a:t>
            </a:r>
            <a:endParaRPr b="1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81" name="Google Shape;6081;p173"/>
          <p:cNvSpPr txBox="1"/>
          <p:nvPr/>
        </p:nvSpPr>
        <p:spPr>
          <a:xfrm>
            <a:off x="3064250" y="4685100"/>
            <a:ext cx="990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K = 1</a:t>
            </a:r>
            <a:endParaRPr b="1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6082" name="Google Shape;6082;p173"/>
          <p:cNvCxnSpPr>
            <a:stCxn id="5992" idx="2"/>
            <a:endCxn id="5997" idx="0"/>
          </p:cNvCxnSpPr>
          <p:nvPr/>
        </p:nvCxnSpPr>
        <p:spPr>
          <a:xfrm>
            <a:off x="5739393" y="2961841"/>
            <a:ext cx="52800" cy="48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83" name="Google Shape;6083;p173"/>
          <p:cNvCxnSpPr>
            <a:stCxn id="5987" idx="2"/>
            <a:endCxn id="5998" idx="0"/>
          </p:cNvCxnSpPr>
          <p:nvPr/>
        </p:nvCxnSpPr>
        <p:spPr>
          <a:xfrm flipH="1">
            <a:off x="5023143" y="2887434"/>
            <a:ext cx="149400" cy="64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84" name="Google Shape;6084;p173"/>
          <p:cNvCxnSpPr>
            <a:stCxn id="5987" idx="2"/>
            <a:endCxn id="5997" idx="1"/>
          </p:cNvCxnSpPr>
          <p:nvPr/>
        </p:nvCxnSpPr>
        <p:spPr>
          <a:xfrm>
            <a:off x="5172543" y="2887434"/>
            <a:ext cx="514200" cy="60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85" name="Google Shape;6085;p173"/>
          <p:cNvCxnSpPr>
            <a:stCxn id="6052" idx="2"/>
            <a:endCxn id="6063" idx="0"/>
          </p:cNvCxnSpPr>
          <p:nvPr/>
        </p:nvCxnSpPr>
        <p:spPr>
          <a:xfrm flipH="1">
            <a:off x="7281643" y="2832809"/>
            <a:ext cx="149400" cy="64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86" name="Google Shape;6086;p173"/>
          <p:cNvCxnSpPr>
            <a:stCxn id="6057" idx="2"/>
            <a:endCxn id="6062" idx="0"/>
          </p:cNvCxnSpPr>
          <p:nvPr/>
        </p:nvCxnSpPr>
        <p:spPr>
          <a:xfrm>
            <a:off x="7997893" y="2907216"/>
            <a:ext cx="52800" cy="48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87" name="Google Shape;6087;p173"/>
          <p:cNvCxnSpPr>
            <a:stCxn id="6060" idx="2"/>
            <a:endCxn id="6069" idx="0"/>
          </p:cNvCxnSpPr>
          <p:nvPr/>
        </p:nvCxnSpPr>
        <p:spPr>
          <a:xfrm>
            <a:off x="8648697" y="2798914"/>
            <a:ext cx="0" cy="528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88" name="Google Shape;6088;p173"/>
          <p:cNvSpPr txBox="1"/>
          <p:nvPr/>
        </p:nvSpPr>
        <p:spPr>
          <a:xfrm>
            <a:off x="2977725" y="2996863"/>
            <a:ext cx="13350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disconnected!</a:t>
            </a:r>
            <a:endParaRPr b="1"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89" name="Google Shape;6089;p17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Cutsets</a:t>
            </a:r>
            <a:endParaRPr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3" name="Shape 6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4" name="Google Shape;6094;p174"/>
          <p:cNvSpPr/>
          <p:nvPr/>
        </p:nvSpPr>
        <p:spPr>
          <a:xfrm>
            <a:off x="878548" y="118137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6095" name="Google Shape;6095;p174"/>
          <p:cNvSpPr/>
          <p:nvPr/>
        </p:nvSpPr>
        <p:spPr>
          <a:xfrm>
            <a:off x="1379915" y="156518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6096" name="Google Shape;6096;p174"/>
          <p:cNvSpPr/>
          <p:nvPr/>
        </p:nvSpPr>
        <p:spPr>
          <a:xfrm>
            <a:off x="311688" y="156518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6097" name="Google Shape;6097;p174"/>
          <p:cNvSpPr/>
          <p:nvPr/>
        </p:nvSpPr>
        <p:spPr>
          <a:xfrm>
            <a:off x="878548" y="1862854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6098" name="Google Shape;6098;p174"/>
          <p:cNvSpPr/>
          <p:nvPr/>
        </p:nvSpPr>
        <p:spPr>
          <a:xfrm>
            <a:off x="311688" y="206712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6099" name="Google Shape;6099;p174"/>
          <p:cNvSpPr/>
          <p:nvPr/>
        </p:nvSpPr>
        <p:spPr>
          <a:xfrm>
            <a:off x="461035" y="2569072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cxnSp>
        <p:nvCxnSpPr>
          <p:cNvPr id="6100" name="Google Shape;6100;p174"/>
          <p:cNvCxnSpPr>
            <a:endCxn id="6096" idx="7"/>
          </p:cNvCxnSpPr>
          <p:nvPr/>
        </p:nvCxnSpPr>
        <p:spPr>
          <a:xfrm flipH="1">
            <a:off x="566729" y="1435709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01" name="Google Shape;6101;p174"/>
          <p:cNvCxnSpPr>
            <a:stCxn id="6098" idx="0"/>
            <a:endCxn id="6096" idx="4"/>
          </p:cNvCxnSpPr>
          <p:nvPr/>
        </p:nvCxnSpPr>
        <p:spPr>
          <a:xfrm rot="10800000">
            <a:off x="461088" y="1863128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02" name="Google Shape;6102;p174"/>
          <p:cNvCxnSpPr>
            <a:stCxn id="6095" idx="1"/>
            <a:endCxn id="6094" idx="5"/>
          </p:cNvCxnSpPr>
          <p:nvPr/>
        </p:nvCxnSpPr>
        <p:spPr>
          <a:xfrm rot="10800000">
            <a:off x="1133573" y="1435709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03" name="Google Shape;6103;p174"/>
          <p:cNvCxnSpPr>
            <a:stCxn id="6104" idx="1"/>
            <a:endCxn id="6096" idx="5"/>
          </p:cNvCxnSpPr>
          <p:nvPr/>
        </p:nvCxnSpPr>
        <p:spPr>
          <a:xfrm rot="10800000">
            <a:off x="566743" y="1819506"/>
            <a:ext cx="504900" cy="86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05" name="Google Shape;6105;p174"/>
          <p:cNvCxnSpPr>
            <a:stCxn id="6097" idx="0"/>
            <a:endCxn id="6094" idx="4"/>
          </p:cNvCxnSpPr>
          <p:nvPr/>
        </p:nvCxnSpPr>
        <p:spPr>
          <a:xfrm rot="10800000">
            <a:off x="1027948" y="1479154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06" name="Google Shape;6106;p174"/>
          <p:cNvCxnSpPr>
            <a:stCxn id="6097" idx="5"/>
            <a:endCxn id="6107" idx="1"/>
          </p:cNvCxnSpPr>
          <p:nvPr/>
        </p:nvCxnSpPr>
        <p:spPr>
          <a:xfrm>
            <a:off x="1133589" y="2117127"/>
            <a:ext cx="588900" cy="461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08" name="Google Shape;6108;p174"/>
          <p:cNvSpPr/>
          <p:nvPr/>
        </p:nvSpPr>
        <p:spPr>
          <a:xfrm>
            <a:off x="1678689" y="1995254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6107" name="Google Shape;6107;p174"/>
          <p:cNvSpPr/>
          <p:nvPr/>
        </p:nvSpPr>
        <p:spPr>
          <a:xfrm>
            <a:off x="1678689" y="2535177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6104" name="Google Shape;6104;p174"/>
          <p:cNvSpPr/>
          <p:nvPr/>
        </p:nvSpPr>
        <p:spPr>
          <a:xfrm>
            <a:off x="1027885" y="264347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sp>
        <p:nvSpPr>
          <p:cNvPr id="6109" name="Google Shape;6109;p174"/>
          <p:cNvSpPr/>
          <p:nvPr/>
        </p:nvSpPr>
        <p:spPr>
          <a:xfrm>
            <a:off x="1080784" y="3424126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6110" name="Google Shape;6110;p174"/>
          <p:cNvSpPr/>
          <p:nvPr/>
        </p:nvSpPr>
        <p:spPr>
          <a:xfrm>
            <a:off x="311688" y="350929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6111" name="Google Shape;6111;p174"/>
          <p:cNvSpPr/>
          <p:nvPr/>
        </p:nvSpPr>
        <p:spPr>
          <a:xfrm>
            <a:off x="610422" y="417388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6112" name="Google Shape;6112;p174"/>
          <p:cNvSpPr/>
          <p:nvPr/>
        </p:nvSpPr>
        <p:spPr>
          <a:xfrm>
            <a:off x="1678447" y="4013082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6113" name="Google Shape;6113;p174"/>
          <p:cNvCxnSpPr>
            <a:stCxn id="6111" idx="2"/>
            <a:endCxn id="6110" idx="5"/>
          </p:cNvCxnSpPr>
          <p:nvPr/>
        </p:nvCxnSpPr>
        <p:spPr>
          <a:xfrm rot="10800000">
            <a:off x="566622" y="3763633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14" name="Google Shape;6114;p174"/>
          <p:cNvCxnSpPr>
            <a:stCxn id="6109" idx="2"/>
            <a:endCxn id="6110" idx="6"/>
          </p:cNvCxnSpPr>
          <p:nvPr/>
        </p:nvCxnSpPr>
        <p:spPr>
          <a:xfrm flipH="1">
            <a:off x="610384" y="3573076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15" name="Google Shape;6115;p174"/>
          <p:cNvCxnSpPr>
            <a:stCxn id="6111" idx="6"/>
            <a:endCxn id="6112" idx="3"/>
          </p:cNvCxnSpPr>
          <p:nvPr/>
        </p:nvCxnSpPr>
        <p:spPr>
          <a:xfrm flipH="1" rot="10800000">
            <a:off x="909222" y="4271833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16" name="Google Shape;6116;p174"/>
          <p:cNvCxnSpPr>
            <a:stCxn id="6117" idx="4"/>
            <a:endCxn id="6112" idx="0"/>
          </p:cNvCxnSpPr>
          <p:nvPr/>
        </p:nvCxnSpPr>
        <p:spPr>
          <a:xfrm>
            <a:off x="1827997" y="3664522"/>
            <a:ext cx="0" cy="348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17" name="Google Shape;6117;p174"/>
          <p:cNvSpPr/>
          <p:nvPr/>
        </p:nvSpPr>
        <p:spPr>
          <a:xfrm>
            <a:off x="1678447" y="3361522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6118" name="Google Shape;6118;p174"/>
          <p:cNvCxnSpPr>
            <a:stCxn id="6097" idx="3"/>
            <a:endCxn id="6099" idx="7"/>
          </p:cNvCxnSpPr>
          <p:nvPr/>
        </p:nvCxnSpPr>
        <p:spPr>
          <a:xfrm flipH="1">
            <a:off x="716206" y="2117127"/>
            <a:ext cx="206100" cy="495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19" name="Google Shape;6119;p174"/>
          <p:cNvCxnSpPr>
            <a:stCxn id="6095" idx="4"/>
            <a:endCxn id="6108" idx="1"/>
          </p:cNvCxnSpPr>
          <p:nvPr/>
        </p:nvCxnSpPr>
        <p:spPr>
          <a:xfrm>
            <a:off x="1529315" y="1863083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20" name="Google Shape;6120;p174"/>
          <p:cNvCxnSpPr>
            <a:stCxn id="6095" idx="4"/>
            <a:endCxn id="6104" idx="0"/>
          </p:cNvCxnSpPr>
          <p:nvPr/>
        </p:nvCxnSpPr>
        <p:spPr>
          <a:xfrm flipH="1">
            <a:off x="1177415" y="1863083"/>
            <a:ext cx="351900" cy="7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21" name="Google Shape;6121;p174"/>
          <p:cNvCxnSpPr>
            <a:stCxn id="6098" idx="4"/>
            <a:endCxn id="6099" idx="0"/>
          </p:cNvCxnSpPr>
          <p:nvPr/>
        </p:nvCxnSpPr>
        <p:spPr>
          <a:xfrm>
            <a:off x="461088" y="2365028"/>
            <a:ext cx="14940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22" name="Google Shape;6122;p174"/>
          <p:cNvCxnSpPr>
            <a:stCxn id="6098" idx="5"/>
            <a:endCxn id="6107" idx="2"/>
          </p:cNvCxnSpPr>
          <p:nvPr/>
        </p:nvCxnSpPr>
        <p:spPr>
          <a:xfrm>
            <a:off x="566729" y="2321401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23" name="Google Shape;6123;p174"/>
          <p:cNvCxnSpPr>
            <a:stCxn id="6099" idx="6"/>
            <a:endCxn id="6104" idx="2"/>
          </p:cNvCxnSpPr>
          <p:nvPr/>
        </p:nvCxnSpPr>
        <p:spPr>
          <a:xfrm>
            <a:off x="759835" y="2718022"/>
            <a:ext cx="268200" cy="7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24" name="Google Shape;6124;p174"/>
          <p:cNvCxnSpPr>
            <a:stCxn id="6108" idx="3"/>
            <a:endCxn id="6104" idx="6"/>
          </p:cNvCxnSpPr>
          <p:nvPr/>
        </p:nvCxnSpPr>
        <p:spPr>
          <a:xfrm flipH="1">
            <a:off x="1326747" y="2249528"/>
            <a:ext cx="395700" cy="5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25" name="Google Shape;6125;p174"/>
          <p:cNvCxnSpPr>
            <a:stCxn id="6108" idx="4"/>
            <a:endCxn id="6107" idx="0"/>
          </p:cNvCxnSpPr>
          <p:nvPr/>
        </p:nvCxnSpPr>
        <p:spPr>
          <a:xfrm>
            <a:off x="1828089" y="2293154"/>
            <a:ext cx="0" cy="2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26" name="Google Shape;6126;p174"/>
          <p:cNvCxnSpPr>
            <a:stCxn id="6109" idx="6"/>
            <a:endCxn id="6117" idx="3"/>
          </p:cNvCxnSpPr>
          <p:nvPr/>
        </p:nvCxnSpPr>
        <p:spPr>
          <a:xfrm>
            <a:off x="1379584" y="3573076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27" name="Google Shape;6127;p174"/>
          <p:cNvCxnSpPr>
            <a:stCxn id="6109" idx="5"/>
            <a:endCxn id="6112" idx="1"/>
          </p:cNvCxnSpPr>
          <p:nvPr/>
        </p:nvCxnSpPr>
        <p:spPr>
          <a:xfrm>
            <a:off x="1335826" y="3678399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28" name="Google Shape;6128;p174"/>
          <p:cNvCxnSpPr>
            <a:stCxn id="6117" idx="3"/>
            <a:endCxn id="6111" idx="7"/>
          </p:cNvCxnSpPr>
          <p:nvPr/>
        </p:nvCxnSpPr>
        <p:spPr>
          <a:xfrm flipH="1">
            <a:off x="865450" y="3620149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29" name="Google Shape;6129;p174"/>
          <p:cNvSpPr/>
          <p:nvPr/>
        </p:nvSpPr>
        <p:spPr>
          <a:xfrm>
            <a:off x="5440655" y="1201841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6130" name="Google Shape;6130;p174"/>
          <p:cNvSpPr/>
          <p:nvPr/>
        </p:nvSpPr>
        <p:spPr>
          <a:xfrm>
            <a:off x="5942022" y="15856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6131" name="Google Shape;6131;p174"/>
          <p:cNvSpPr/>
          <p:nvPr/>
        </p:nvSpPr>
        <p:spPr>
          <a:xfrm>
            <a:off x="4873795" y="15856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6132" name="Google Shape;6132;p174"/>
          <p:cNvSpPr/>
          <p:nvPr/>
        </p:nvSpPr>
        <p:spPr>
          <a:xfrm>
            <a:off x="5440655" y="188331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6133" name="Google Shape;6133;p174"/>
          <p:cNvSpPr/>
          <p:nvPr/>
        </p:nvSpPr>
        <p:spPr>
          <a:xfrm>
            <a:off x="4873795" y="208758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cxnSp>
        <p:nvCxnSpPr>
          <p:cNvPr id="6134" name="Google Shape;6134;p174"/>
          <p:cNvCxnSpPr>
            <a:endCxn id="6131" idx="7"/>
          </p:cNvCxnSpPr>
          <p:nvPr/>
        </p:nvCxnSpPr>
        <p:spPr>
          <a:xfrm flipH="1">
            <a:off x="5128837" y="1456171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35" name="Google Shape;6135;p174"/>
          <p:cNvCxnSpPr>
            <a:stCxn id="6133" idx="0"/>
            <a:endCxn id="6131" idx="4"/>
          </p:cNvCxnSpPr>
          <p:nvPr/>
        </p:nvCxnSpPr>
        <p:spPr>
          <a:xfrm rot="10800000">
            <a:off x="5023195" y="1883589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36" name="Google Shape;6136;p174"/>
          <p:cNvCxnSpPr>
            <a:stCxn id="6130" idx="1"/>
            <a:endCxn id="6129" idx="5"/>
          </p:cNvCxnSpPr>
          <p:nvPr/>
        </p:nvCxnSpPr>
        <p:spPr>
          <a:xfrm rot="10800000">
            <a:off x="5695681" y="1456171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37" name="Google Shape;6137;p174"/>
          <p:cNvCxnSpPr>
            <a:stCxn id="6132" idx="0"/>
            <a:endCxn id="6129" idx="4"/>
          </p:cNvCxnSpPr>
          <p:nvPr/>
        </p:nvCxnSpPr>
        <p:spPr>
          <a:xfrm rot="10800000">
            <a:off x="5590055" y="1499615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38" name="Google Shape;6138;p174"/>
          <p:cNvCxnSpPr>
            <a:stCxn id="6132" idx="5"/>
            <a:endCxn id="6139" idx="1"/>
          </p:cNvCxnSpPr>
          <p:nvPr/>
        </p:nvCxnSpPr>
        <p:spPr>
          <a:xfrm>
            <a:off x="5695697" y="2137589"/>
            <a:ext cx="588900" cy="461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40" name="Google Shape;6140;p174"/>
          <p:cNvSpPr/>
          <p:nvPr/>
        </p:nvSpPr>
        <p:spPr>
          <a:xfrm>
            <a:off x="6240797" y="2015716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6139" name="Google Shape;6139;p174"/>
          <p:cNvSpPr/>
          <p:nvPr/>
        </p:nvSpPr>
        <p:spPr>
          <a:xfrm>
            <a:off x="6240797" y="255563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6141" name="Google Shape;6141;p174"/>
          <p:cNvSpPr/>
          <p:nvPr/>
        </p:nvSpPr>
        <p:spPr>
          <a:xfrm>
            <a:off x="5642892" y="344458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6142" name="Google Shape;6142;p174"/>
          <p:cNvSpPr/>
          <p:nvPr/>
        </p:nvSpPr>
        <p:spPr>
          <a:xfrm>
            <a:off x="4873795" y="3529757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6143" name="Google Shape;6143;p174"/>
          <p:cNvSpPr/>
          <p:nvPr/>
        </p:nvSpPr>
        <p:spPr>
          <a:xfrm>
            <a:off x="5172530" y="41943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6144" name="Google Shape;6144;p174"/>
          <p:cNvSpPr/>
          <p:nvPr/>
        </p:nvSpPr>
        <p:spPr>
          <a:xfrm>
            <a:off x="6240555" y="4033544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6145" name="Google Shape;6145;p174"/>
          <p:cNvCxnSpPr>
            <a:stCxn id="6143" idx="2"/>
            <a:endCxn id="6142" idx="5"/>
          </p:cNvCxnSpPr>
          <p:nvPr/>
        </p:nvCxnSpPr>
        <p:spPr>
          <a:xfrm rot="10800000">
            <a:off x="5128730" y="3784095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46" name="Google Shape;6146;p174"/>
          <p:cNvCxnSpPr>
            <a:stCxn id="6141" idx="2"/>
            <a:endCxn id="6142" idx="6"/>
          </p:cNvCxnSpPr>
          <p:nvPr/>
        </p:nvCxnSpPr>
        <p:spPr>
          <a:xfrm flipH="1">
            <a:off x="5172492" y="3593538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47" name="Google Shape;6147;p174"/>
          <p:cNvCxnSpPr>
            <a:stCxn id="6143" idx="6"/>
            <a:endCxn id="6144" idx="3"/>
          </p:cNvCxnSpPr>
          <p:nvPr/>
        </p:nvCxnSpPr>
        <p:spPr>
          <a:xfrm flipH="1" rot="10800000">
            <a:off x="5471330" y="4292295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48" name="Google Shape;6148;p174"/>
          <p:cNvCxnSpPr>
            <a:stCxn id="6149" idx="4"/>
            <a:endCxn id="6144" idx="0"/>
          </p:cNvCxnSpPr>
          <p:nvPr/>
        </p:nvCxnSpPr>
        <p:spPr>
          <a:xfrm>
            <a:off x="6390105" y="3684984"/>
            <a:ext cx="0" cy="348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49" name="Google Shape;6149;p174"/>
          <p:cNvSpPr/>
          <p:nvPr/>
        </p:nvSpPr>
        <p:spPr>
          <a:xfrm>
            <a:off x="6240555" y="3381984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6150" name="Google Shape;6150;p174"/>
          <p:cNvCxnSpPr>
            <a:stCxn id="6130" idx="4"/>
            <a:endCxn id="6140" idx="1"/>
          </p:cNvCxnSpPr>
          <p:nvPr/>
        </p:nvCxnSpPr>
        <p:spPr>
          <a:xfrm>
            <a:off x="6091422" y="1883545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51" name="Google Shape;6151;p174"/>
          <p:cNvCxnSpPr>
            <a:stCxn id="6133" idx="5"/>
            <a:endCxn id="6139" idx="2"/>
          </p:cNvCxnSpPr>
          <p:nvPr/>
        </p:nvCxnSpPr>
        <p:spPr>
          <a:xfrm>
            <a:off x="5128837" y="2341863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52" name="Google Shape;6152;p174"/>
          <p:cNvCxnSpPr>
            <a:stCxn id="6140" idx="4"/>
            <a:endCxn id="6139" idx="0"/>
          </p:cNvCxnSpPr>
          <p:nvPr/>
        </p:nvCxnSpPr>
        <p:spPr>
          <a:xfrm>
            <a:off x="6390197" y="2313616"/>
            <a:ext cx="0" cy="2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53" name="Google Shape;6153;p174"/>
          <p:cNvCxnSpPr>
            <a:stCxn id="6141" idx="6"/>
            <a:endCxn id="6149" idx="3"/>
          </p:cNvCxnSpPr>
          <p:nvPr/>
        </p:nvCxnSpPr>
        <p:spPr>
          <a:xfrm>
            <a:off x="5941692" y="3593538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54" name="Google Shape;6154;p174"/>
          <p:cNvCxnSpPr>
            <a:stCxn id="6141" idx="5"/>
            <a:endCxn id="6144" idx="1"/>
          </p:cNvCxnSpPr>
          <p:nvPr/>
        </p:nvCxnSpPr>
        <p:spPr>
          <a:xfrm>
            <a:off x="5897934" y="3698861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55" name="Google Shape;6155;p174"/>
          <p:cNvCxnSpPr>
            <a:stCxn id="6149" idx="3"/>
            <a:endCxn id="6143" idx="7"/>
          </p:cNvCxnSpPr>
          <p:nvPr/>
        </p:nvCxnSpPr>
        <p:spPr>
          <a:xfrm flipH="1">
            <a:off x="5427557" y="3640611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56" name="Google Shape;6156;p174"/>
          <p:cNvSpPr/>
          <p:nvPr/>
        </p:nvSpPr>
        <p:spPr>
          <a:xfrm>
            <a:off x="3208059" y="12018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6157" name="Google Shape;6157;p174"/>
          <p:cNvSpPr/>
          <p:nvPr/>
        </p:nvSpPr>
        <p:spPr>
          <a:xfrm>
            <a:off x="3709426" y="158564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6158" name="Google Shape;6158;p174"/>
          <p:cNvSpPr/>
          <p:nvPr/>
        </p:nvSpPr>
        <p:spPr>
          <a:xfrm>
            <a:off x="2641199" y="158564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6159" name="Google Shape;6159;p174"/>
          <p:cNvSpPr/>
          <p:nvPr/>
        </p:nvSpPr>
        <p:spPr>
          <a:xfrm>
            <a:off x="3208059" y="188331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6160" name="Google Shape;6160;p174"/>
          <p:cNvSpPr/>
          <p:nvPr/>
        </p:nvSpPr>
        <p:spPr>
          <a:xfrm>
            <a:off x="2641199" y="208759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6161" name="Google Shape;6161;p174"/>
          <p:cNvSpPr/>
          <p:nvPr/>
        </p:nvSpPr>
        <p:spPr>
          <a:xfrm>
            <a:off x="2790547" y="2589537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cxnSp>
        <p:nvCxnSpPr>
          <p:cNvPr id="6162" name="Google Shape;6162;p174"/>
          <p:cNvCxnSpPr>
            <a:endCxn id="6158" idx="7"/>
          </p:cNvCxnSpPr>
          <p:nvPr/>
        </p:nvCxnSpPr>
        <p:spPr>
          <a:xfrm flipH="1">
            <a:off x="2896241" y="1456175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63" name="Google Shape;6163;p174"/>
          <p:cNvCxnSpPr>
            <a:stCxn id="6160" idx="0"/>
            <a:endCxn id="6158" idx="4"/>
          </p:cNvCxnSpPr>
          <p:nvPr/>
        </p:nvCxnSpPr>
        <p:spPr>
          <a:xfrm rot="10800000">
            <a:off x="2790599" y="1883593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64" name="Google Shape;6164;p174"/>
          <p:cNvCxnSpPr>
            <a:stCxn id="6157" idx="1"/>
            <a:endCxn id="6156" idx="5"/>
          </p:cNvCxnSpPr>
          <p:nvPr/>
        </p:nvCxnSpPr>
        <p:spPr>
          <a:xfrm rot="10800000">
            <a:off x="3463085" y="1456175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65" name="Google Shape;6165;p174"/>
          <p:cNvCxnSpPr>
            <a:stCxn id="6159" idx="0"/>
            <a:endCxn id="6156" idx="4"/>
          </p:cNvCxnSpPr>
          <p:nvPr/>
        </p:nvCxnSpPr>
        <p:spPr>
          <a:xfrm rot="10800000">
            <a:off x="3357459" y="1499619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66" name="Google Shape;6166;p174"/>
          <p:cNvCxnSpPr>
            <a:stCxn id="6159" idx="5"/>
            <a:endCxn id="6167" idx="1"/>
          </p:cNvCxnSpPr>
          <p:nvPr/>
        </p:nvCxnSpPr>
        <p:spPr>
          <a:xfrm>
            <a:off x="3463101" y="2137592"/>
            <a:ext cx="588900" cy="461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68" name="Google Shape;6168;p174"/>
          <p:cNvSpPr/>
          <p:nvPr/>
        </p:nvSpPr>
        <p:spPr>
          <a:xfrm>
            <a:off x="4008201" y="201571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6167" name="Google Shape;6167;p174"/>
          <p:cNvSpPr/>
          <p:nvPr/>
        </p:nvSpPr>
        <p:spPr>
          <a:xfrm>
            <a:off x="4008201" y="2555642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6169" name="Google Shape;6169;p174"/>
          <p:cNvSpPr/>
          <p:nvPr/>
        </p:nvSpPr>
        <p:spPr>
          <a:xfrm>
            <a:off x="3410296" y="3444591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6170" name="Google Shape;6170;p174"/>
          <p:cNvSpPr/>
          <p:nvPr/>
        </p:nvSpPr>
        <p:spPr>
          <a:xfrm>
            <a:off x="2641199" y="352976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6171" name="Google Shape;6171;p174"/>
          <p:cNvSpPr/>
          <p:nvPr/>
        </p:nvSpPr>
        <p:spPr>
          <a:xfrm>
            <a:off x="2939934" y="419434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6172" name="Google Shape;6172;p174"/>
          <p:cNvSpPr/>
          <p:nvPr/>
        </p:nvSpPr>
        <p:spPr>
          <a:xfrm>
            <a:off x="4007959" y="4033547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6173" name="Google Shape;6173;p174"/>
          <p:cNvCxnSpPr>
            <a:stCxn id="6171" idx="2"/>
            <a:endCxn id="6170" idx="5"/>
          </p:cNvCxnSpPr>
          <p:nvPr/>
        </p:nvCxnSpPr>
        <p:spPr>
          <a:xfrm rot="10800000">
            <a:off x="2896134" y="3784098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74" name="Google Shape;6174;p174"/>
          <p:cNvCxnSpPr>
            <a:stCxn id="6169" idx="2"/>
            <a:endCxn id="6170" idx="6"/>
          </p:cNvCxnSpPr>
          <p:nvPr/>
        </p:nvCxnSpPr>
        <p:spPr>
          <a:xfrm flipH="1">
            <a:off x="2939896" y="3593541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75" name="Google Shape;6175;p174"/>
          <p:cNvCxnSpPr>
            <a:stCxn id="6171" idx="6"/>
            <a:endCxn id="6172" idx="3"/>
          </p:cNvCxnSpPr>
          <p:nvPr/>
        </p:nvCxnSpPr>
        <p:spPr>
          <a:xfrm flipH="1" rot="10800000">
            <a:off x="3238734" y="4292298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76" name="Google Shape;6176;p174"/>
          <p:cNvCxnSpPr>
            <a:stCxn id="6177" idx="4"/>
            <a:endCxn id="6172" idx="0"/>
          </p:cNvCxnSpPr>
          <p:nvPr/>
        </p:nvCxnSpPr>
        <p:spPr>
          <a:xfrm>
            <a:off x="4157509" y="3684988"/>
            <a:ext cx="0" cy="348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77" name="Google Shape;6177;p174"/>
          <p:cNvSpPr/>
          <p:nvPr/>
        </p:nvSpPr>
        <p:spPr>
          <a:xfrm>
            <a:off x="4007959" y="3381988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6178" name="Google Shape;6178;p174"/>
          <p:cNvCxnSpPr>
            <a:stCxn id="6159" idx="3"/>
            <a:endCxn id="6161" idx="7"/>
          </p:cNvCxnSpPr>
          <p:nvPr/>
        </p:nvCxnSpPr>
        <p:spPr>
          <a:xfrm flipH="1">
            <a:off x="3045718" y="2137592"/>
            <a:ext cx="206100" cy="495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79" name="Google Shape;6179;p174"/>
          <p:cNvCxnSpPr>
            <a:stCxn id="6157" idx="4"/>
            <a:endCxn id="6168" idx="1"/>
          </p:cNvCxnSpPr>
          <p:nvPr/>
        </p:nvCxnSpPr>
        <p:spPr>
          <a:xfrm>
            <a:off x="3858826" y="1883548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80" name="Google Shape;6180;p174"/>
          <p:cNvCxnSpPr>
            <a:stCxn id="6160" idx="4"/>
            <a:endCxn id="6161" idx="0"/>
          </p:cNvCxnSpPr>
          <p:nvPr/>
        </p:nvCxnSpPr>
        <p:spPr>
          <a:xfrm>
            <a:off x="2790599" y="2385493"/>
            <a:ext cx="14940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81" name="Google Shape;6181;p174"/>
          <p:cNvCxnSpPr>
            <a:stCxn id="6160" idx="5"/>
            <a:endCxn id="6167" idx="2"/>
          </p:cNvCxnSpPr>
          <p:nvPr/>
        </p:nvCxnSpPr>
        <p:spPr>
          <a:xfrm>
            <a:off x="2896241" y="2341866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82" name="Google Shape;6182;p174"/>
          <p:cNvCxnSpPr>
            <a:stCxn id="6168" idx="4"/>
            <a:endCxn id="6167" idx="0"/>
          </p:cNvCxnSpPr>
          <p:nvPr/>
        </p:nvCxnSpPr>
        <p:spPr>
          <a:xfrm>
            <a:off x="4157601" y="2313619"/>
            <a:ext cx="0" cy="2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83" name="Google Shape;6183;p174"/>
          <p:cNvCxnSpPr>
            <a:stCxn id="6169" idx="6"/>
            <a:endCxn id="6177" idx="3"/>
          </p:cNvCxnSpPr>
          <p:nvPr/>
        </p:nvCxnSpPr>
        <p:spPr>
          <a:xfrm>
            <a:off x="3709096" y="3593541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84" name="Google Shape;6184;p174"/>
          <p:cNvCxnSpPr>
            <a:stCxn id="6169" idx="5"/>
            <a:endCxn id="6172" idx="1"/>
          </p:cNvCxnSpPr>
          <p:nvPr/>
        </p:nvCxnSpPr>
        <p:spPr>
          <a:xfrm>
            <a:off x="3665338" y="3698865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85" name="Google Shape;6185;p174"/>
          <p:cNvCxnSpPr>
            <a:stCxn id="6177" idx="3"/>
            <a:endCxn id="6171" idx="7"/>
          </p:cNvCxnSpPr>
          <p:nvPr/>
        </p:nvCxnSpPr>
        <p:spPr>
          <a:xfrm flipH="1">
            <a:off x="3194961" y="3640614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86" name="Google Shape;6186;p174"/>
          <p:cNvSpPr/>
          <p:nvPr/>
        </p:nvSpPr>
        <p:spPr>
          <a:xfrm>
            <a:off x="7699155" y="1147216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6187" name="Google Shape;6187;p174"/>
          <p:cNvSpPr/>
          <p:nvPr/>
        </p:nvSpPr>
        <p:spPr>
          <a:xfrm>
            <a:off x="8200522" y="153102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6188" name="Google Shape;6188;p174"/>
          <p:cNvSpPr/>
          <p:nvPr/>
        </p:nvSpPr>
        <p:spPr>
          <a:xfrm>
            <a:off x="7132295" y="153102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6189" name="Google Shape;6189;p174"/>
          <p:cNvSpPr/>
          <p:nvPr/>
        </p:nvSpPr>
        <p:spPr>
          <a:xfrm>
            <a:off x="7699155" y="182869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6190" name="Google Shape;6190;p174"/>
          <p:cNvSpPr/>
          <p:nvPr/>
        </p:nvSpPr>
        <p:spPr>
          <a:xfrm>
            <a:off x="7132295" y="2032964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6191" name="Google Shape;6191;p174"/>
          <p:cNvSpPr/>
          <p:nvPr/>
        </p:nvSpPr>
        <p:spPr>
          <a:xfrm>
            <a:off x="7281643" y="2534909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6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6192" name="Google Shape;6192;p174"/>
          <p:cNvCxnSpPr>
            <a:endCxn id="6188" idx="7"/>
          </p:cNvCxnSpPr>
          <p:nvPr/>
        </p:nvCxnSpPr>
        <p:spPr>
          <a:xfrm flipH="1">
            <a:off x="7387337" y="1401546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93" name="Google Shape;6193;p174"/>
          <p:cNvCxnSpPr>
            <a:stCxn id="6190" idx="0"/>
            <a:endCxn id="6188" idx="4"/>
          </p:cNvCxnSpPr>
          <p:nvPr/>
        </p:nvCxnSpPr>
        <p:spPr>
          <a:xfrm rot="10800000">
            <a:off x="7281695" y="1828964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94" name="Google Shape;6194;p174"/>
          <p:cNvCxnSpPr>
            <a:stCxn id="6187" idx="1"/>
            <a:endCxn id="6186" idx="5"/>
          </p:cNvCxnSpPr>
          <p:nvPr/>
        </p:nvCxnSpPr>
        <p:spPr>
          <a:xfrm rot="10800000">
            <a:off x="7954181" y="1401546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95" name="Google Shape;6195;p174"/>
          <p:cNvCxnSpPr>
            <a:stCxn id="6196" idx="1"/>
            <a:endCxn id="6188" idx="5"/>
          </p:cNvCxnSpPr>
          <p:nvPr/>
        </p:nvCxnSpPr>
        <p:spPr>
          <a:xfrm rot="10800000">
            <a:off x="7387393" y="1785366"/>
            <a:ext cx="461100" cy="97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97" name="Google Shape;6197;p174"/>
          <p:cNvCxnSpPr>
            <a:stCxn id="6189" idx="0"/>
            <a:endCxn id="6186" idx="4"/>
          </p:cNvCxnSpPr>
          <p:nvPr/>
        </p:nvCxnSpPr>
        <p:spPr>
          <a:xfrm rot="10800000">
            <a:off x="7848555" y="1444990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98" name="Google Shape;6198;p174"/>
          <p:cNvCxnSpPr>
            <a:stCxn id="6189" idx="5"/>
            <a:endCxn id="6199" idx="1"/>
          </p:cNvCxnSpPr>
          <p:nvPr/>
        </p:nvCxnSpPr>
        <p:spPr>
          <a:xfrm>
            <a:off x="7954197" y="2082964"/>
            <a:ext cx="545100" cy="56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00" name="Google Shape;6200;p174"/>
          <p:cNvSpPr/>
          <p:nvPr/>
        </p:nvSpPr>
        <p:spPr>
          <a:xfrm>
            <a:off x="8499297" y="1961091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6199" name="Google Shape;6199;p174"/>
          <p:cNvSpPr/>
          <p:nvPr/>
        </p:nvSpPr>
        <p:spPr>
          <a:xfrm>
            <a:off x="8499297" y="2501014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9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196" name="Google Shape;6196;p174"/>
          <p:cNvSpPr/>
          <p:nvPr/>
        </p:nvSpPr>
        <p:spPr>
          <a:xfrm>
            <a:off x="7848493" y="2609316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7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201" name="Google Shape;6201;p174"/>
          <p:cNvSpPr/>
          <p:nvPr/>
        </p:nvSpPr>
        <p:spPr>
          <a:xfrm>
            <a:off x="7901392" y="338996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6202" name="Google Shape;6202;p174"/>
          <p:cNvSpPr/>
          <p:nvPr/>
        </p:nvSpPr>
        <p:spPr>
          <a:xfrm>
            <a:off x="7132295" y="3475132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6203" name="Google Shape;6203;p174"/>
          <p:cNvSpPr/>
          <p:nvPr/>
        </p:nvSpPr>
        <p:spPr>
          <a:xfrm>
            <a:off x="7431030" y="413972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6204" name="Google Shape;6204;p174"/>
          <p:cNvSpPr/>
          <p:nvPr/>
        </p:nvSpPr>
        <p:spPr>
          <a:xfrm>
            <a:off x="8499055" y="3978919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6205" name="Google Shape;6205;p174"/>
          <p:cNvCxnSpPr>
            <a:stCxn id="6203" idx="2"/>
            <a:endCxn id="6202" idx="5"/>
          </p:cNvCxnSpPr>
          <p:nvPr/>
        </p:nvCxnSpPr>
        <p:spPr>
          <a:xfrm rot="10800000">
            <a:off x="7387230" y="3729470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06" name="Google Shape;6206;p174"/>
          <p:cNvCxnSpPr>
            <a:stCxn id="6201" idx="2"/>
            <a:endCxn id="6202" idx="6"/>
          </p:cNvCxnSpPr>
          <p:nvPr/>
        </p:nvCxnSpPr>
        <p:spPr>
          <a:xfrm flipH="1">
            <a:off x="7430992" y="3538913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07" name="Google Shape;6207;p174"/>
          <p:cNvCxnSpPr>
            <a:stCxn id="6203" idx="6"/>
            <a:endCxn id="6204" idx="3"/>
          </p:cNvCxnSpPr>
          <p:nvPr/>
        </p:nvCxnSpPr>
        <p:spPr>
          <a:xfrm flipH="1" rot="10800000">
            <a:off x="7729830" y="4237670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08" name="Google Shape;6208;p174"/>
          <p:cNvSpPr/>
          <p:nvPr/>
        </p:nvSpPr>
        <p:spPr>
          <a:xfrm>
            <a:off x="8499055" y="3327359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6209" name="Google Shape;6209;p174"/>
          <p:cNvCxnSpPr>
            <a:stCxn id="6189" idx="3"/>
            <a:endCxn id="6191" idx="3"/>
          </p:cNvCxnSpPr>
          <p:nvPr/>
        </p:nvCxnSpPr>
        <p:spPr>
          <a:xfrm flipH="1">
            <a:off x="7580314" y="2082964"/>
            <a:ext cx="162600" cy="60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10" name="Google Shape;6210;p174"/>
          <p:cNvCxnSpPr>
            <a:stCxn id="6187" idx="4"/>
            <a:endCxn id="6200" idx="1"/>
          </p:cNvCxnSpPr>
          <p:nvPr/>
        </p:nvCxnSpPr>
        <p:spPr>
          <a:xfrm>
            <a:off x="8349922" y="1828920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11" name="Google Shape;6211;p174"/>
          <p:cNvCxnSpPr>
            <a:stCxn id="6187" idx="4"/>
            <a:endCxn id="6196" idx="0"/>
          </p:cNvCxnSpPr>
          <p:nvPr/>
        </p:nvCxnSpPr>
        <p:spPr>
          <a:xfrm flipH="1">
            <a:off x="7998022" y="1828920"/>
            <a:ext cx="351900" cy="7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12" name="Google Shape;6212;p174"/>
          <p:cNvCxnSpPr>
            <a:stCxn id="6190" idx="4"/>
            <a:endCxn id="6191" idx="0"/>
          </p:cNvCxnSpPr>
          <p:nvPr/>
        </p:nvCxnSpPr>
        <p:spPr>
          <a:xfrm>
            <a:off x="7281695" y="2330864"/>
            <a:ext cx="14940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13" name="Google Shape;6213;p174"/>
          <p:cNvCxnSpPr>
            <a:stCxn id="6190" idx="5"/>
            <a:endCxn id="6199" idx="1"/>
          </p:cNvCxnSpPr>
          <p:nvPr/>
        </p:nvCxnSpPr>
        <p:spPr>
          <a:xfrm>
            <a:off x="7387337" y="2287238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14" name="Google Shape;6214;p174"/>
          <p:cNvCxnSpPr>
            <a:stCxn id="6191" idx="3"/>
            <a:endCxn id="6196" idx="1"/>
          </p:cNvCxnSpPr>
          <p:nvPr/>
        </p:nvCxnSpPr>
        <p:spPr>
          <a:xfrm>
            <a:off x="7580443" y="2683859"/>
            <a:ext cx="268200" cy="7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15" name="Google Shape;6215;p174"/>
          <p:cNvCxnSpPr>
            <a:stCxn id="6200" idx="3"/>
            <a:endCxn id="6196" idx="3"/>
          </p:cNvCxnSpPr>
          <p:nvPr/>
        </p:nvCxnSpPr>
        <p:spPr>
          <a:xfrm flipH="1">
            <a:off x="8147355" y="2215365"/>
            <a:ext cx="395700" cy="5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16" name="Google Shape;6216;p174"/>
          <p:cNvCxnSpPr>
            <a:stCxn id="6201" idx="6"/>
            <a:endCxn id="6208" idx="3"/>
          </p:cNvCxnSpPr>
          <p:nvPr/>
        </p:nvCxnSpPr>
        <p:spPr>
          <a:xfrm>
            <a:off x="8200192" y="3538913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17" name="Google Shape;6217;p174"/>
          <p:cNvCxnSpPr>
            <a:stCxn id="6201" idx="5"/>
            <a:endCxn id="6204" idx="1"/>
          </p:cNvCxnSpPr>
          <p:nvPr/>
        </p:nvCxnSpPr>
        <p:spPr>
          <a:xfrm>
            <a:off x="8156434" y="3644236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18" name="Google Shape;6218;p174"/>
          <p:cNvCxnSpPr>
            <a:stCxn id="6208" idx="3"/>
            <a:endCxn id="6203" idx="7"/>
          </p:cNvCxnSpPr>
          <p:nvPr/>
        </p:nvCxnSpPr>
        <p:spPr>
          <a:xfrm flipH="1">
            <a:off x="7686057" y="3585986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19" name="Google Shape;6219;p174"/>
          <p:cNvSpPr txBox="1"/>
          <p:nvPr/>
        </p:nvSpPr>
        <p:spPr>
          <a:xfrm>
            <a:off x="734725" y="4664625"/>
            <a:ext cx="990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K = 0</a:t>
            </a:r>
            <a:endParaRPr b="1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20" name="Google Shape;6220;p174"/>
          <p:cNvSpPr txBox="1"/>
          <p:nvPr/>
        </p:nvSpPr>
        <p:spPr>
          <a:xfrm>
            <a:off x="3064250" y="4685100"/>
            <a:ext cx="990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K = 1</a:t>
            </a:r>
            <a:endParaRPr b="1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6221" name="Google Shape;6221;p174"/>
          <p:cNvCxnSpPr>
            <a:stCxn id="6191" idx="2"/>
            <a:endCxn id="6202" idx="0"/>
          </p:cNvCxnSpPr>
          <p:nvPr/>
        </p:nvCxnSpPr>
        <p:spPr>
          <a:xfrm flipH="1">
            <a:off x="7281643" y="2832809"/>
            <a:ext cx="149400" cy="64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22" name="Google Shape;6222;p174"/>
          <p:cNvCxnSpPr>
            <a:stCxn id="6196" idx="2"/>
            <a:endCxn id="6201" idx="0"/>
          </p:cNvCxnSpPr>
          <p:nvPr/>
        </p:nvCxnSpPr>
        <p:spPr>
          <a:xfrm>
            <a:off x="7997893" y="2907216"/>
            <a:ext cx="52800" cy="48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23" name="Google Shape;6223;p174"/>
          <p:cNvSpPr txBox="1"/>
          <p:nvPr/>
        </p:nvSpPr>
        <p:spPr>
          <a:xfrm>
            <a:off x="5296850" y="4729575"/>
            <a:ext cx="990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K = 2</a:t>
            </a:r>
            <a:endParaRPr b="1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6224" name="Google Shape;6224;p174"/>
          <p:cNvCxnSpPr>
            <a:stCxn id="6199" idx="2"/>
            <a:endCxn id="6208" idx="0"/>
          </p:cNvCxnSpPr>
          <p:nvPr/>
        </p:nvCxnSpPr>
        <p:spPr>
          <a:xfrm>
            <a:off x="8648697" y="2798914"/>
            <a:ext cx="0" cy="528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25" name="Google Shape;6225;p174"/>
          <p:cNvSpPr txBox="1"/>
          <p:nvPr/>
        </p:nvSpPr>
        <p:spPr>
          <a:xfrm>
            <a:off x="5055200" y="2979900"/>
            <a:ext cx="13350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disconnected!</a:t>
            </a:r>
            <a:endParaRPr b="1"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26" name="Google Shape;6226;p174"/>
          <p:cNvSpPr txBox="1"/>
          <p:nvPr/>
        </p:nvSpPr>
        <p:spPr>
          <a:xfrm>
            <a:off x="2977725" y="2996863"/>
            <a:ext cx="13350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disconnected!</a:t>
            </a:r>
            <a:endParaRPr b="1"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27" name="Google Shape;6227;p17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Cutsets</a:t>
            </a:r>
            <a:endParaRPr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1" name="Shape 6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2" name="Google Shape;6232;p175"/>
          <p:cNvSpPr/>
          <p:nvPr/>
        </p:nvSpPr>
        <p:spPr>
          <a:xfrm>
            <a:off x="878548" y="118137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6233" name="Google Shape;6233;p175"/>
          <p:cNvSpPr/>
          <p:nvPr/>
        </p:nvSpPr>
        <p:spPr>
          <a:xfrm>
            <a:off x="1379915" y="156518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6234" name="Google Shape;6234;p175"/>
          <p:cNvSpPr/>
          <p:nvPr/>
        </p:nvSpPr>
        <p:spPr>
          <a:xfrm>
            <a:off x="311688" y="156518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6235" name="Google Shape;6235;p175"/>
          <p:cNvSpPr/>
          <p:nvPr/>
        </p:nvSpPr>
        <p:spPr>
          <a:xfrm>
            <a:off x="878548" y="1862854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6236" name="Google Shape;6236;p175"/>
          <p:cNvSpPr/>
          <p:nvPr/>
        </p:nvSpPr>
        <p:spPr>
          <a:xfrm>
            <a:off x="311688" y="206712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6237" name="Google Shape;6237;p175"/>
          <p:cNvSpPr/>
          <p:nvPr/>
        </p:nvSpPr>
        <p:spPr>
          <a:xfrm>
            <a:off x="461035" y="2569072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cxnSp>
        <p:nvCxnSpPr>
          <p:cNvPr id="6238" name="Google Shape;6238;p175"/>
          <p:cNvCxnSpPr>
            <a:endCxn id="6234" idx="7"/>
          </p:cNvCxnSpPr>
          <p:nvPr/>
        </p:nvCxnSpPr>
        <p:spPr>
          <a:xfrm flipH="1">
            <a:off x="566729" y="1435709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39" name="Google Shape;6239;p175"/>
          <p:cNvCxnSpPr>
            <a:stCxn id="6236" idx="0"/>
            <a:endCxn id="6234" idx="4"/>
          </p:cNvCxnSpPr>
          <p:nvPr/>
        </p:nvCxnSpPr>
        <p:spPr>
          <a:xfrm rot="10800000">
            <a:off x="461088" y="1863128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40" name="Google Shape;6240;p175"/>
          <p:cNvCxnSpPr>
            <a:stCxn id="6233" idx="1"/>
            <a:endCxn id="6232" idx="5"/>
          </p:cNvCxnSpPr>
          <p:nvPr/>
        </p:nvCxnSpPr>
        <p:spPr>
          <a:xfrm rot="10800000">
            <a:off x="1133573" y="1435709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41" name="Google Shape;6241;p175"/>
          <p:cNvCxnSpPr>
            <a:stCxn id="6242" idx="1"/>
            <a:endCxn id="6234" idx="5"/>
          </p:cNvCxnSpPr>
          <p:nvPr/>
        </p:nvCxnSpPr>
        <p:spPr>
          <a:xfrm rot="10800000">
            <a:off x="566743" y="1819506"/>
            <a:ext cx="504900" cy="86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43" name="Google Shape;6243;p175"/>
          <p:cNvCxnSpPr>
            <a:stCxn id="6235" idx="0"/>
            <a:endCxn id="6232" idx="4"/>
          </p:cNvCxnSpPr>
          <p:nvPr/>
        </p:nvCxnSpPr>
        <p:spPr>
          <a:xfrm rot="10800000">
            <a:off x="1027948" y="1479154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44" name="Google Shape;6244;p175"/>
          <p:cNvCxnSpPr>
            <a:stCxn id="6235" idx="5"/>
            <a:endCxn id="6245" idx="1"/>
          </p:cNvCxnSpPr>
          <p:nvPr/>
        </p:nvCxnSpPr>
        <p:spPr>
          <a:xfrm>
            <a:off x="1133589" y="2117127"/>
            <a:ext cx="588900" cy="461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46" name="Google Shape;6246;p175"/>
          <p:cNvSpPr/>
          <p:nvPr/>
        </p:nvSpPr>
        <p:spPr>
          <a:xfrm>
            <a:off x="1678689" y="1995254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6245" name="Google Shape;6245;p175"/>
          <p:cNvSpPr/>
          <p:nvPr/>
        </p:nvSpPr>
        <p:spPr>
          <a:xfrm>
            <a:off x="1678689" y="2535177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6242" name="Google Shape;6242;p175"/>
          <p:cNvSpPr/>
          <p:nvPr/>
        </p:nvSpPr>
        <p:spPr>
          <a:xfrm>
            <a:off x="1027885" y="264347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sp>
        <p:nvSpPr>
          <p:cNvPr id="6247" name="Google Shape;6247;p175"/>
          <p:cNvSpPr/>
          <p:nvPr/>
        </p:nvSpPr>
        <p:spPr>
          <a:xfrm>
            <a:off x="1080784" y="3424126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6248" name="Google Shape;6248;p175"/>
          <p:cNvSpPr/>
          <p:nvPr/>
        </p:nvSpPr>
        <p:spPr>
          <a:xfrm>
            <a:off x="311688" y="350929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6249" name="Google Shape;6249;p175"/>
          <p:cNvSpPr/>
          <p:nvPr/>
        </p:nvSpPr>
        <p:spPr>
          <a:xfrm>
            <a:off x="610422" y="417388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6250" name="Google Shape;6250;p175"/>
          <p:cNvSpPr/>
          <p:nvPr/>
        </p:nvSpPr>
        <p:spPr>
          <a:xfrm>
            <a:off x="1678447" y="4013082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6251" name="Google Shape;6251;p175"/>
          <p:cNvCxnSpPr>
            <a:stCxn id="6249" idx="2"/>
            <a:endCxn id="6248" idx="5"/>
          </p:cNvCxnSpPr>
          <p:nvPr/>
        </p:nvCxnSpPr>
        <p:spPr>
          <a:xfrm rot="10800000">
            <a:off x="566622" y="3763633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52" name="Google Shape;6252;p175"/>
          <p:cNvCxnSpPr>
            <a:stCxn id="6247" idx="2"/>
            <a:endCxn id="6248" idx="6"/>
          </p:cNvCxnSpPr>
          <p:nvPr/>
        </p:nvCxnSpPr>
        <p:spPr>
          <a:xfrm flipH="1">
            <a:off x="610384" y="3573076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53" name="Google Shape;6253;p175"/>
          <p:cNvCxnSpPr>
            <a:stCxn id="6249" idx="6"/>
            <a:endCxn id="6250" idx="3"/>
          </p:cNvCxnSpPr>
          <p:nvPr/>
        </p:nvCxnSpPr>
        <p:spPr>
          <a:xfrm flipH="1" rot="10800000">
            <a:off x="909222" y="4271833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54" name="Google Shape;6254;p175"/>
          <p:cNvCxnSpPr>
            <a:stCxn id="6255" idx="4"/>
            <a:endCxn id="6250" idx="0"/>
          </p:cNvCxnSpPr>
          <p:nvPr/>
        </p:nvCxnSpPr>
        <p:spPr>
          <a:xfrm>
            <a:off x="1827997" y="3664522"/>
            <a:ext cx="0" cy="348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55" name="Google Shape;6255;p175"/>
          <p:cNvSpPr/>
          <p:nvPr/>
        </p:nvSpPr>
        <p:spPr>
          <a:xfrm>
            <a:off x="1678447" y="3361522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6256" name="Google Shape;6256;p175"/>
          <p:cNvCxnSpPr>
            <a:stCxn id="6235" idx="3"/>
            <a:endCxn id="6237" idx="7"/>
          </p:cNvCxnSpPr>
          <p:nvPr/>
        </p:nvCxnSpPr>
        <p:spPr>
          <a:xfrm flipH="1">
            <a:off x="716206" y="2117127"/>
            <a:ext cx="206100" cy="495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57" name="Google Shape;6257;p175"/>
          <p:cNvCxnSpPr>
            <a:stCxn id="6233" idx="4"/>
            <a:endCxn id="6246" idx="1"/>
          </p:cNvCxnSpPr>
          <p:nvPr/>
        </p:nvCxnSpPr>
        <p:spPr>
          <a:xfrm>
            <a:off x="1529315" y="1863083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58" name="Google Shape;6258;p175"/>
          <p:cNvCxnSpPr>
            <a:stCxn id="6233" idx="4"/>
            <a:endCxn id="6242" idx="0"/>
          </p:cNvCxnSpPr>
          <p:nvPr/>
        </p:nvCxnSpPr>
        <p:spPr>
          <a:xfrm flipH="1">
            <a:off x="1177415" y="1863083"/>
            <a:ext cx="351900" cy="7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59" name="Google Shape;6259;p175"/>
          <p:cNvCxnSpPr>
            <a:stCxn id="6236" idx="4"/>
            <a:endCxn id="6237" idx="0"/>
          </p:cNvCxnSpPr>
          <p:nvPr/>
        </p:nvCxnSpPr>
        <p:spPr>
          <a:xfrm>
            <a:off x="461088" y="2365028"/>
            <a:ext cx="14940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60" name="Google Shape;6260;p175"/>
          <p:cNvCxnSpPr>
            <a:stCxn id="6236" idx="5"/>
            <a:endCxn id="6245" idx="2"/>
          </p:cNvCxnSpPr>
          <p:nvPr/>
        </p:nvCxnSpPr>
        <p:spPr>
          <a:xfrm>
            <a:off x="566729" y="2321401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61" name="Google Shape;6261;p175"/>
          <p:cNvCxnSpPr>
            <a:stCxn id="6237" idx="6"/>
            <a:endCxn id="6242" idx="2"/>
          </p:cNvCxnSpPr>
          <p:nvPr/>
        </p:nvCxnSpPr>
        <p:spPr>
          <a:xfrm>
            <a:off x="759835" y="2718022"/>
            <a:ext cx="268200" cy="7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62" name="Google Shape;6262;p175"/>
          <p:cNvCxnSpPr>
            <a:stCxn id="6246" idx="3"/>
            <a:endCxn id="6242" idx="6"/>
          </p:cNvCxnSpPr>
          <p:nvPr/>
        </p:nvCxnSpPr>
        <p:spPr>
          <a:xfrm flipH="1">
            <a:off x="1326747" y="2249528"/>
            <a:ext cx="395700" cy="5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63" name="Google Shape;6263;p175"/>
          <p:cNvCxnSpPr>
            <a:stCxn id="6246" idx="4"/>
            <a:endCxn id="6245" idx="0"/>
          </p:cNvCxnSpPr>
          <p:nvPr/>
        </p:nvCxnSpPr>
        <p:spPr>
          <a:xfrm>
            <a:off x="1828089" y="2293154"/>
            <a:ext cx="0" cy="2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64" name="Google Shape;6264;p175"/>
          <p:cNvCxnSpPr>
            <a:stCxn id="6247" idx="6"/>
            <a:endCxn id="6255" idx="3"/>
          </p:cNvCxnSpPr>
          <p:nvPr/>
        </p:nvCxnSpPr>
        <p:spPr>
          <a:xfrm>
            <a:off x="1379584" y="3573076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65" name="Google Shape;6265;p175"/>
          <p:cNvCxnSpPr>
            <a:stCxn id="6247" idx="5"/>
            <a:endCxn id="6250" idx="1"/>
          </p:cNvCxnSpPr>
          <p:nvPr/>
        </p:nvCxnSpPr>
        <p:spPr>
          <a:xfrm>
            <a:off x="1335826" y="3678399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66" name="Google Shape;6266;p175"/>
          <p:cNvCxnSpPr>
            <a:stCxn id="6255" idx="3"/>
            <a:endCxn id="6249" idx="7"/>
          </p:cNvCxnSpPr>
          <p:nvPr/>
        </p:nvCxnSpPr>
        <p:spPr>
          <a:xfrm flipH="1">
            <a:off x="865450" y="3620149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67" name="Google Shape;6267;p175"/>
          <p:cNvSpPr/>
          <p:nvPr/>
        </p:nvSpPr>
        <p:spPr>
          <a:xfrm>
            <a:off x="5440655" y="1201841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6268" name="Google Shape;6268;p175"/>
          <p:cNvSpPr/>
          <p:nvPr/>
        </p:nvSpPr>
        <p:spPr>
          <a:xfrm>
            <a:off x="5942022" y="15856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6269" name="Google Shape;6269;p175"/>
          <p:cNvSpPr/>
          <p:nvPr/>
        </p:nvSpPr>
        <p:spPr>
          <a:xfrm>
            <a:off x="4873795" y="15856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6270" name="Google Shape;6270;p175"/>
          <p:cNvSpPr/>
          <p:nvPr/>
        </p:nvSpPr>
        <p:spPr>
          <a:xfrm>
            <a:off x="5440655" y="188331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6271" name="Google Shape;6271;p175"/>
          <p:cNvSpPr/>
          <p:nvPr/>
        </p:nvSpPr>
        <p:spPr>
          <a:xfrm>
            <a:off x="4873795" y="208758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cxnSp>
        <p:nvCxnSpPr>
          <p:cNvPr id="6272" name="Google Shape;6272;p175"/>
          <p:cNvCxnSpPr>
            <a:endCxn id="6269" idx="7"/>
          </p:cNvCxnSpPr>
          <p:nvPr/>
        </p:nvCxnSpPr>
        <p:spPr>
          <a:xfrm flipH="1">
            <a:off x="5128837" y="1456171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73" name="Google Shape;6273;p175"/>
          <p:cNvCxnSpPr>
            <a:stCxn id="6271" idx="0"/>
            <a:endCxn id="6269" idx="4"/>
          </p:cNvCxnSpPr>
          <p:nvPr/>
        </p:nvCxnSpPr>
        <p:spPr>
          <a:xfrm rot="10800000">
            <a:off x="5023195" y="1883589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74" name="Google Shape;6274;p175"/>
          <p:cNvCxnSpPr>
            <a:stCxn id="6268" idx="1"/>
            <a:endCxn id="6267" idx="5"/>
          </p:cNvCxnSpPr>
          <p:nvPr/>
        </p:nvCxnSpPr>
        <p:spPr>
          <a:xfrm rot="10800000">
            <a:off x="5695681" y="1456171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75" name="Google Shape;6275;p175"/>
          <p:cNvCxnSpPr>
            <a:stCxn id="6270" idx="0"/>
            <a:endCxn id="6267" idx="4"/>
          </p:cNvCxnSpPr>
          <p:nvPr/>
        </p:nvCxnSpPr>
        <p:spPr>
          <a:xfrm rot="10800000">
            <a:off x="5590055" y="1499615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76" name="Google Shape;6276;p175"/>
          <p:cNvCxnSpPr>
            <a:stCxn id="6270" idx="5"/>
            <a:endCxn id="6277" idx="1"/>
          </p:cNvCxnSpPr>
          <p:nvPr/>
        </p:nvCxnSpPr>
        <p:spPr>
          <a:xfrm>
            <a:off x="5695697" y="2137589"/>
            <a:ext cx="588900" cy="461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78" name="Google Shape;6278;p175"/>
          <p:cNvSpPr/>
          <p:nvPr/>
        </p:nvSpPr>
        <p:spPr>
          <a:xfrm>
            <a:off x="6240797" y="2015716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6277" name="Google Shape;6277;p175"/>
          <p:cNvSpPr/>
          <p:nvPr/>
        </p:nvSpPr>
        <p:spPr>
          <a:xfrm>
            <a:off x="6240797" y="255563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6279" name="Google Shape;6279;p175"/>
          <p:cNvSpPr/>
          <p:nvPr/>
        </p:nvSpPr>
        <p:spPr>
          <a:xfrm>
            <a:off x="5642892" y="344458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6280" name="Google Shape;6280;p175"/>
          <p:cNvSpPr/>
          <p:nvPr/>
        </p:nvSpPr>
        <p:spPr>
          <a:xfrm>
            <a:off x="4873795" y="3529757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6281" name="Google Shape;6281;p175"/>
          <p:cNvSpPr/>
          <p:nvPr/>
        </p:nvSpPr>
        <p:spPr>
          <a:xfrm>
            <a:off x="5172530" y="41943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6282" name="Google Shape;6282;p175"/>
          <p:cNvSpPr/>
          <p:nvPr/>
        </p:nvSpPr>
        <p:spPr>
          <a:xfrm>
            <a:off x="6240555" y="4033544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6283" name="Google Shape;6283;p175"/>
          <p:cNvCxnSpPr>
            <a:stCxn id="6281" idx="2"/>
            <a:endCxn id="6280" idx="5"/>
          </p:cNvCxnSpPr>
          <p:nvPr/>
        </p:nvCxnSpPr>
        <p:spPr>
          <a:xfrm rot="10800000">
            <a:off x="5128730" y="3784095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84" name="Google Shape;6284;p175"/>
          <p:cNvCxnSpPr>
            <a:stCxn id="6279" idx="2"/>
            <a:endCxn id="6280" idx="6"/>
          </p:cNvCxnSpPr>
          <p:nvPr/>
        </p:nvCxnSpPr>
        <p:spPr>
          <a:xfrm flipH="1">
            <a:off x="5172492" y="3593538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85" name="Google Shape;6285;p175"/>
          <p:cNvCxnSpPr>
            <a:stCxn id="6281" idx="6"/>
            <a:endCxn id="6282" idx="3"/>
          </p:cNvCxnSpPr>
          <p:nvPr/>
        </p:nvCxnSpPr>
        <p:spPr>
          <a:xfrm flipH="1" rot="10800000">
            <a:off x="5471330" y="4292295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86" name="Google Shape;6286;p175"/>
          <p:cNvCxnSpPr>
            <a:stCxn id="6287" idx="4"/>
            <a:endCxn id="6282" idx="0"/>
          </p:cNvCxnSpPr>
          <p:nvPr/>
        </p:nvCxnSpPr>
        <p:spPr>
          <a:xfrm>
            <a:off x="6390105" y="3684984"/>
            <a:ext cx="0" cy="348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87" name="Google Shape;6287;p175"/>
          <p:cNvSpPr/>
          <p:nvPr/>
        </p:nvSpPr>
        <p:spPr>
          <a:xfrm>
            <a:off x="6240555" y="3381984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6288" name="Google Shape;6288;p175"/>
          <p:cNvCxnSpPr>
            <a:stCxn id="6268" idx="4"/>
            <a:endCxn id="6278" idx="1"/>
          </p:cNvCxnSpPr>
          <p:nvPr/>
        </p:nvCxnSpPr>
        <p:spPr>
          <a:xfrm>
            <a:off x="6091422" y="1883545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89" name="Google Shape;6289;p175"/>
          <p:cNvCxnSpPr>
            <a:stCxn id="6271" idx="5"/>
            <a:endCxn id="6277" idx="2"/>
          </p:cNvCxnSpPr>
          <p:nvPr/>
        </p:nvCxnSpPr>
        <p:spPr>
          <a:xfrm>
            <a:off x="5128837" y="2341863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90" name="Google Shape;6290;p175"/>
          <p:cNvCxnSpPr>
            <a:stCxn id="6278" idx="4"/>
            <a:endCxn id="6277" idx="0"/>
          </p:cNvCxnSpPr>
          <p:nvPr/>
        </p:nvCxnSpPr>
        <p:spPr>
          <a:xfrm>
            <a:off x="6390197" y="2313616"/>
            <a:ext cx="0" cy="2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91" name="Google Shape;6291;p175"/>
          <p:cNvCxnSpPr>
            <a:stCxn id="6279" idx="6"/>
            <a:endCxn id="6287" idx="3"/>
          </p:cNvCxnSpPr>
          <p:nvPr/>
        </p:nvCxnSpPr>
        <p:spPr>
          <a:xfrm>
            <a:off x="5941692" y="3593538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92" name="Google Shape;6292;p175"/>
          <p:cNvCxnSpPr>
            <a:stCxn id="6279" idx="5"/>
            <a:endCxn id="6282" idx="1"/>
          </p:cNvCxnSpPr>
          <p:nvPr/>
        </p:nvCxnSpPr>
        <p:spPr>
          <a:xfrm>
            <a:off x="5897934" y="3698861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93" name="Google Shape;6293;p175"/>
          <p:cNvCxnSpPr>
            <a:stCxn id="6287" idx="3"/>
            <a:endCxn id="6281" idx="7"/>
          </p:cNvCxnSpPr>
          <p:nvPr/>
        </p:nvCxnSpPr>
        <p:spPr>
          <a:xfrm flipH="1">
            <a:off x="5427557" y="3640611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94" name="Google Shape;6294;p175"/>
          <p:cNvSpPr/>
          <p:nvPr/>
        </p:nvSpPr>
        <p:spPr>
          <a:xfrm>
            <a:off x="3208059" y="12018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6295" name="Google Shape;6295;p175"/>
          <p:cNvSpPr/>
          <p:nvPr/>
        </p:nvSpPr>
        <p:spPr>
          <a:xfrm>
            <a:off x="3709426" y="158564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6296" name="Google Shape;6296;p175"/>
          <p:cNvSpPr/>
          <p:nvPr/>
        </p:nvSpPr>
        <p:spPr>
          <a:xfrm>
            <a:off x="2641199" y="158564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6297" name="Google Shape;6297;p175"/>
          <p:cNvSpPr/>
          <p:nvPr/>
        </p:nvSpPr>
        <p:spPr>
          <a:xfrm>
            <a:off x="3208059" y="188331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6298" name="Google Shape;6298;p175"/>
          <p:cNvSpPr/>
          <p:nvPr/>
        </p:nvSpPr>
        <p:spPr>
          <a:xfrm>
            <a:off x="2641199" y="208759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6299" name="Google Shape;6299;p175"/>
          <p:cNvSpPr/>
          <p:nvPr/>
        </p:nvSpPr>
        <p:spPr>
          <a:xfrm>
            <a:off x="2790547" y="2589537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cxnSp>
        <p:nvCxnSpPr>
          <p:cNvPr id="6300" name="Google Shape;6300;p175"/>
          <p:cNvCxnSpPr>
            <a:endCxn id="6296" idx="7"/>
          </p:cNvCxnSpPr>
          <p:nvPr/>
        </p:nvCxnSpPr>
        <p:spPr>
          <a:xfrm flipH="1">
            <a:off x="2896241" y="1456175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01" name="Google Shape;6301;p175"/>
          <p:cNvCxnSpPr>
            <a:stCxn id="6298" idx="0"/>
            <a:endCxn id="6296" idx="4"/>
          </p:cNvCxnSpPr>
          <p:nvPr/>
        </p:nvCxnSpPr>
        <p:spPr>
          <a:xfrm rot="10800000">
            <a:off x="2790599" y="1883593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02" name="Google Shape;6302;p175"/>
          <p:cNvCxnSpPr>
            <a:stCxn id="6295" idx="1"/>
            <a:endCxn id="6294" idx="5"/>
          </p:cNvCxnSpPr>
          <p:nvPr/>
        </p:nvCxnSpPr>
        <p:spPr>
          <a:xfrm rot="10800000">
            <a:off x="3463085" y="1456175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03" name="Google Shape;6303;p175"/>
          <p:cNvCxnSpPr>
            <a:stCxn id="6297" idx="0"/>
            <a:endCxn id="6294" idx="4"/>
          </p:cNvCxnSpPr>
          <p:nvPr/>
        </p:nvCxnSpPr>
        <p:spPr>
          <a:xfrm rot="10800000">
            <a:off x="3357459" y="1499619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04" name="Google Shape;6304;p175"/>
          <p:cNvCxnSpPr>
            <a:stCxn id="6297" idx="5"/>
            <a:endCxn id="6305" idx="1"/>
          </p:cNvCxnSpPr>
          <p:nvPr/>
        </p:nvCxnSpPr>
        <p:spPr>
          <a:xfrm>
            <a:off x="3463101" y="2137592"/>
            <a:ext cx="588900" cy="461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06" name="Google Shape;6306;p175"/>
          <p:cNvSpPr/>
          <p:nvPr/>
        </p:nvSpPr>
        <p:spPr>
          <a:xfrm>
            <a:off x="4008201" y="201571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6305" name="Google Shape;6305;p175"/>
          <p:cNvSpPr/>
          <p:nvPr/>
        </p:nvSpPr>
        <p:spPr>
          <a:xfrm>
            <a:off x="4008201" y="2555642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6307" name="Google Shape;6307;p175"/>
          <p:cNvSpPr/>
          <p:nvPr/>
        </p:nvSpPr>
        <p:spPr>
          <a:xfrm>
            <a:off x="3410296" y="3444591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6308" name="Google Shape;6308;p175"/>
          <p:cNvSpPr/>
          <p:nvPr/>
        </p:nvSpPr>
        <p:spPr>
          <a:xfrm>
            <a:off x="2641199" y="352976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6309" name="Google Shape;6309;p175"/>
          <p:cNvSpPr/>
          <p:nvPr/>
        </p:nvSpPr>
        <p:spPr>
          <a:xfrm>
            <a:off x="2939934" y="419434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6310" name="Google Shape;6310;p175"/>
          <p:cNvSpPr/>
          <p:nvPr/>
        </p:nvSpPr>
        <p:spPr>
          <a:xfrm>
            <a:off x="4007959" y="4033547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6311" name="Google Shape;6311;p175"/>
          <p:cNvCxnSpPr>
            <a:stCxn id="6309" idx="2"/>
            <a:endCxn id="6308" idx="5"/>
          </p:cNvCxnSpPr>
          <p:nvPr/>
        </p:nvCxnSpPr>
        <p:spPr>
          <a:xfrm rot="10800000">
            <a:off x="2896134" y="3784098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12" name="Google Shape;6312;p175"/>
          <p:cNvCxnSpPr>
            <a:stCxn id="6307" idx="2"/>
            <a:endCxn id="6308" idx="6"/>
          </p:cNvCxnSpPr>
          <p:nvPr/>
        </p:nvCxnSpPr>
        <p:spPr>
          <a:xfrm flipH="1">
            <a:off x="2939896" y="3593541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13" name="Google Shape;6313;p175"/>
          <p:cNvCxnSpPr>
            <a:stCxn id="6309" idx="6"/>
            <a:endCxn id="6310" idx="3"/>
          </p:cNvCxnSpPr>
          <p:nvPr/>
        </p:nvCxnSpPr>
        <p:spPr>
          <a:xfrm flipH="1" rot="10800000">
            <a:off x="3238734" y="4292298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14" name="Google Shape;6314;p175"/>
          <p:cNvCxnSpPr>
            <a:stCxn id="6315" idx="4"/>
            <a:endCxn id="6310" idx="0"/>
          </p:cNvCxnSpPr>
          <p:nvPr/>
        </p:nvCxnSpPr>
        <p:spPr>
          <a:xfrm>
            <a:off x="4157509" y="3684988"/>
            <a:ext cx="0" cy="348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15" name="Google Shape;6315;p175"/>
          <p:cNvSpPr/>
          <p:nvPr/>
        </p:nvSpPr>
        <p:spPr>
          <a:xfrm>
            <a:off x="4007959" y="3381988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6316" name="Google Shape;6316;p175"/>
          <p:cNvCxnSpPr>
            <a:stCxn id="6297" idx="3"/>
            <a:endCxn id="6299" idx="7"/>
          </p:cNvCxnSpPr>
          <p:nvPr/>
        </p:nvCxnSpPr>
        <p:spPr>
          <a:xfrm flipH="1">
            <a:off x="3045718" y="2137592"/>
            <a:ext cx="206100" cy="495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17" name="Google Shape;6317;p175"/>
          <p:cNvCxnSpPr>
            <a:stCxn id="6295" idx="4"/>
            <a:endCxn id="6306" idx="1"/>
          </p:cNvCxnSpPr>
          <p:nvPr/>
        </p:nvCxnSpPr>
        <p:spPr>
          <a:xfrm>
            <a:off x="3858826" y="1883548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18" name="Google Shape;6318;p175"/>
          <p:cNvCxnSpPr>
            <a:stCxn id="6298" idx="4"/>
            <a:endCxn id="6299" idx="0"/>
          </p:cNvCxnSpPr>
          <p:nvPr/>
        </p:nvCxnSpPr>
        <p:spPr>
          <a:xfrm>
            <a:off x="2790599" y="2385493"/>
            <a:ext cx="14940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19" name="Google Shape;6319;p175"/>
          <p:cNvCxnSpPr>
            <a:stCxn id="6298" idx="5"/>
            <a:endCxn id="6305" idx="2"/>
          </p:cNvCxnSpPr>
          <p:nvPr/>
        </p:nvCxnSpPr>
        <p:spPr>
          <a:xfrm>
            <a:off x="2896241" y="2341866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20" name="Google Shape;6320;p175"/>
          <p:cNvCxnSpPr>
            <a:stCxn id="6306" idx="4"/>
            <a:endCxn id="6305" idx="0"/>
          </p:cNvCxnSpPr>
          <p:nvPr/>
        </p:nvCxnSpPr>
        <p:spPr>
          <a:xfrm>
            <a:off x="4157601" y="2313619"/>
            <a:ext cx="0" cy="2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21" name="Google Shape;6321;p175"/>
          <p:cNvCxnSpPr>
            <a:stCxn id="6307" idx="6"/>
            <a:endCxn id="6315" idx="3"/>
          </p:cNvCxnSpPr>
          <p:nvPr/>
        </p:nvCxnSpPr>
        <p:spPr>
          <a:xfrm>
            <a:off x="3709096" y="3593541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22" name="Google Shape;6322;p175"/>
          <p:cNvCxnSpPr>
            <a:stCxn id="6307" idx="5"/>
            <a:endCxn id="6310" idx="1"/>
          </p:cNvCxnSpPr>
          <p:nvPr/>
        </p:nvCxnSpPr>
        <p:spPr>
          <a:xfrm>
            <a:off x="3665338" y="3698865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23" name="Google Shape;6323;p175"/>
          <p:cNvCxnSpPr>
            <a:stCxn id="6315" idx="3"/>
            <a:endCxn id="6309" idx="7"/>
          </p:cNvCxnSpPr>
          <p:nvPr/>
        </p:nvCxnSpPr>
        <p:spPr>
          <a:xfrm flipH="1">
            <a:off x="3194961" y="3640614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24" name="Google Shape;6324;p175"/>
          <p:cNvSpPr/>
          <p:nvPr/>
        </p:nvSpPr>
        <p:spPr>
          <a:xfrm>
            <a:off x="7699155" y="1147216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6325" name="Google Shape;6325;p175"/>
          <p:cNvSpPr/>
          <p:nvPr/>
        </p:nvSpPr>
        <p:spPr>
          <a:xfrm>
            <a:off x="8200522" y="153102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6326" name="Google Shape;6326;p175"/>
          <p:cNvSpPr/>
          <p:nvPr/>
        </p:nvSpPr>
        <p:spPr>
          <a:xfrm>
            <a:off x="7132295" y="153102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6327" name="Google Shape;6327;p175"/>
          <p:cNvSpPr/>
          <p:nvPr/>
        </p:nvSpPr>
        <p:spPr>
          <a:xfrm>
            <a:off x="7699155" y="182869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6328" name="Google Shape;6328;p175"/>
          <p:cNvSpPr/>
          <p:nvPr/>
        </p:nvSpPr>
        <p:spPr>
          <a:xfrm>
            <a:off x="7132295" y="2032964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cxnSp>
        <p:nvCxnSpPr>
          <p:cNvPr id="6329" name="Google Shape;6329;p175"/>
          <p:cNvCxnSpPr>
            <a:endCxn id="6326" idx="7"/>
          </p:cNvCxnSpPr>
          <p:nvPr/>
        </p:nvCxnSpPr>
        <p:spPr>
          <a:xfrm flipH="1">
            <a:off x="7387337" y="1401546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30" name="Google Shape;6330;p175"/>
          <p:cNvCxnSpPr>
            <a:stCxn id="6328" idx="0"/>
            <a:endCxn id="6326" idx="4"/>
          </p:cNvCxnSpPr>
          <p:nvPr/>
        </p:nvCxnSpPr>
        <p:spPr>
          <a:xfrm rot="10800000">
            <a:off x="7281695" y="1828964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31" name="Google Shape;6331;p175"/>
          <p:cNvCxnSpPr>
            <a:stCxn id="6325" idx="1"/>
            <a:endCxn id="6324" idx="5"/>
          </p:cNvCxnSpPr>
          <p:nvPr/>
        </p:nvCxnSpPr>
        <p:spPr>
          <a:xfrm rot="10800000">
            <a:off x="7954181" y="1401546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32" name="Google Shape;6332;p175"/>
          <p:cNvCxnSpPr>
            <a:stCxn id="6327" idx="0"/>
            <a:endCxn id="6324" idx="4"/>
          </p:cNvCxnSpPr>
          <p:nvPr/>
        </p:nvCxnSpPr>
        <p:spPr>
          <a:xfrm rot="10800000">
            <a:off x="7848555" y="1444990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33" name="Google Shape;6333;p175"/>
          <p:cNvCxnSpPr>
            <a:stCxn id="6327" idx="5"/>
            <a:endCxn id="6334" idx="1"/>
          </p:cNvCxnSpPr>
          <p:nvPr/>
        </p:nvCxnSpPr>
        <p:spPr>
          <a:xfrm>
            <a:off x="7954197" y="2082964"/>
            <a:ext cx="545100" cy="56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35" name="Google Shape;6335;p175"/>
          <p:cNvSpPr/>
          <p:nvPr/>
        </p:nvSpPr>
        <p:spPr>
          <a:xfrm>
            <a:off x="8499297" y="1961091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6334" name="Google Shape;6334;p175"/>
          <p:cNvSpPr/>
          <p:nvPr/>
        </p:nvSpPr>
        <p:spPr>
          <a:xfrm>
            <a:off x="8499297" y="2501014"/>
            <a:ext cx="298800" cy="297900"/>
          </a:xfrm>
          <a:prstGeom prst="rect">
            <a:avLst/>
          </a:prstGeom>
          <a:solidFill>
            <a:srgbClr val="0000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9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336" name="Google Shape;6336;p175"/>
          <p:cNvSpPr/>
          <p:nvPr/>
        </p:nvSpPr>
        <p:spPr>
          <a:xfrm>
            <a:off x="7901392" y="338996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6337" name="Google Shape;6337;p175"/>
          <p:cNvSpPr/>
          <p:nvPr/>
        </p:nvSpPr>
        <p:spPr>
          <a:xfrm>
            <a:off x="7132295" y="3475132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6338" name="Google Shape;6338;p175"/>
          <p:cNvSpPr/>
          <p:nvPr/>
        </p:nvSpPr>
        <p:spPr>
          <a:xfrm>
            <a:off x="7431030" y="413972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6339" name="Google Shape;6339;p175"/>
          <p:cNvSpPr/>
          <p:nvPr/>
        </p:nvSpPr>
        <p:spPr>
          <a:xfrm>
            <a:off x="8499055" y="3978919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6340" name="Google Shape;6340;p175"/>
          <p:cNvCxnSpPr>
            <a:stCxn id="6338" idx="2"/>
            <a:endCxn id="6337" idx="5"/>
          </p:cNvCxnSpPr>
          <p:nvPr/>
        </p:nvCxnSpPr>
        <p:spPr>
          <a:xfrm rot="10800000">
            <a:off x="7387230" y="3729470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41" name="Google Shape;6341;p175"/>
          <p:cNvCxnSpPr>
            <a:stCxn id="6336" idx="2"/>
            <a:endCxn id="6337" idx="6"/>
          </p:cNvCxnSpPr>
          <p:nvPr/>
        </p:nvCxnSpPr>
        <p:spPr>
          <a:xfrm flipH="1">
            <a:off x="7430992" y="3538913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42" name="Google Shape;6342;p175"/>
          <p:cNvCxnSpPr>
            <a:stCxn id="6338" idx="6"/>
            <a:endCxn id="6339" idx="3"/>
          </p:cNvCxnSpPr>
          <p:nvPr/>
        </p:nvCxnSpPr>
        <p:spPr>
          <a:xfrm flipH="1" rot="10800000">
            <a:off x="7729830" y="4237670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43" name="Google Shape;6343;p175"/>
          <p:cNvSpPr/>
          <p:nvPr/>
        </p:nvSpPr>
        <p:spPr>
          <a:xfrm>
            <a:off x="8499055" y="3327359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6344" name="Google Shape;6344;p175"/>
          <p:cNvCxnSpPr>
            <a:stCxn id="6325" idx="4"/>
            <a:endCxn id="6335" idx="1"/>
          </p:cNvCxnSpPr>
          <p:nvPr/>
        </p:nvCxnSpPr>
        <p:spPr>
          <a:xfrm>
            <a:off x="8349922" y="1828920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45" name="Google Shape;6345;p175"/>
          <p:cNvCxnSpPr>
            <a:stCxn id="6336" idx="6"/>
            <a:endCxn id="6343" idx="3"/>
          </p:cNvCxnSpPr>
          <p:nvPr/>
        </p:nvCxnSpPr>
        <p:spPr>
          <a:xfrm>
            <a:off x="8200192" y="3538913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46" name="Google Shape;6346;p175"/>
          <p:cNvCxnSpPr>
            <a:stCxn id="6336" idx="5"/>
            <a:endCxn id="6339" idx="1"/>
          </p:cNvCxnSpPr>
          <p:nvPr/>
        </p:nvCxnSpPr>
        <p:spPr>
          <a:xfrm>
            <a:off x="8156434" y="3644236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47" name="Google Shape;6347;p175"/>
          <p:cNvCxnSpPr>
            <a:stCxn id="6343" idx="3"/>
            <a:endCxn id="6338" idx="7"/>
          </p:cNvCxnSpPr>
          <p:nvPr/>
        </p:nvCxnSpPr>
        <p:spPr>
          <a:xfrm flipH="1">
            <a:off x="7686057" y="3585986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48" name="Google Shape;6348;p175"/>
          <p:cNvSpPr txBox="1"/>
          <p:nvPr/>
        </p:nvSpPr>
        <p:spPr>
          <a:xfrm>
            <a:off x="734725" y="4664625"/>
            <a:ext cx="990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K = 0</a:t>
            </a:r>
            <a:endParaRPr b="1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49" name="Google Shape;6349;p175"/>
          <p:cNvSpPr txBox="1"/>
          <p:nvPr/>
        </p:nvSpPr>
        <p:spPr>
          <a:xfrm>
            <a:off x="3064250" y="4685100"/>
            <a:ext cx="990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K = 1</a:t>
            </a:r>
            <a:endParaRPr b="1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50" name="Google Shape;6350;p175"/>
          <p:cNvSpPr txBox="1"/>
          <p:nvPr/>
        </p:nvSpPr>
        <p:spPr>
          <a:xfrm>
            <a:off x="5296850" y="4729575"/>
            <a:ext cx="990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K = 2</a:t>
            </a:r>
            <a:endParaRPr b="1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6351" name="Google Shape;6351;p175"/>
          <p:cNvCxnSpPr>
            <a:stCxn id="6334" idx="2"/>
            <a:endCxn id="6343" idx="0"/>
          </p:cNvCxnSpPr>
          <p:nvPr/>
        </p:nvCxnSpPr>
        <p:spPr>
          <a:xfrm>
            <a:off x="8648697" y="2798914"/>
            <a:ext cx="0" cy="528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52" name="Google Shape;6352;p175"/>
          <p:cNvSpPr txBox="1"/>
          <p:nvPr/>
        </p:nvSpPr>
        <p:spPr>
          <a:xfrm>
            <a:off x="2977725" y="2996863"/>
            <a:ext cx="13350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disconnected!</a:t>
            </a:r>
            <a:endParaRPr b="1"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53" name="Google Shape;6353;p175"/>
          <p:cNvSpPr txBox="1"/>
          <p:nvPr/>
        </p:nvSpPr>
        <p:spPr>
          <a:xfrm>
            <a:off x="5055200" y="2979900"/>
            <a:ext cx="13350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disconnected!</a:t>
            </a:r>
            <a:endParaRPr b="1"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54" name="Google Shape;6354;p175"/>
          <p:cNvSpPr txBox="1"/>
          <p:nvPr/>
        </p:nvSpPr>
        <p:spPr>
          <a:xfrm>
            <a:off x="7181050" y="2956588"/>
            <a:ext cx="13350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Not yet!</a:t>
            </a:r>
            <a:endParaRPr b="1"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55" name="Google Shape;6355;p17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Cutsets</a:t>
            </a:r>
            <a:endParaRPr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9" name="Shape 6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0" name="Google Shape;6360;p176"/>
          <p:cNvSpPr/>
          <p:nvPr/>
        </p:nvSpPr>
        <p:spPr>
          <a:xfrm>
            <a:off x="878548" y="118137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6361" name="Google Shape;6361;p176"/>
          <p:cNvSpPr/>
          <p:nvPr/>
        </p:nvSpPr>
        <p:spPr>
          <a:xfrm>
            <a:off x="1379915" y="156518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6362" name="Google Shape;6362;p176"/>
          <p:cNvSpPr/>
          <p:nvPr/>
        </p:nvSpPr>
        <p:spPr>
          <a:xfrm>
            <a:off x="311688" y="156518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6363" name="Google Shape;6363;p176"/>
          <p:cNvSpPr/>
          <p:nvPr/>
        </p:nvSpPr>
        <p:spPr>
          <a:xfrm>
            <a:off x="878548" y="1862854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6364" name="Google Shape;6364;p176"/>
          <p:cNvSpPr/>
          <p:nvPr/>
        </p:nvSpPr>
        <p:spPr>
          <a:xfrm>
            <a:off x="311688" y="206712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6365" name="Google Shape;6365;p176"/>
          <p:cNvSpPr/>
          <p:nvPr/>
        </p:nvSpPr>
        <p:spPr>
          <a:xfrm>
            <a:off x="461035" y="2569072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cxnSp>
        <p:nvCxnSpPr>
          <p:cNvPr id="6366" name="Google Shape;6366;p176"/>
          <p:cNvCxnSpPr>
            <a:endCxn id="6362" idx="7"/>
          </p:cNvCxnSpPr>
          <p:nvPr/>
        </p:nvCxnSpPr>
        <p:spPr>
          <a:xfrm flipH="1">
            <a:off x="566729" y="1435709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67" name="Google Shape;6367;p176"/>
          <p:cNvCxnSpPr>
            <a:stCxn id="6364" idx="0"/>
            <a:endCxn id="6362" idx="4"/>
          </p:cNvCxnSpPr>
          <p:nvPr/>
        </p:nvCxnSpPr>
        <p:spPr>
          <a:xfrm rot="10800000">
            <a:off x="461088" y="1863128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68" name="Google Shape;6368;p176"/>
          <p:cNvCxnSpPr>
            <a:stCxn id="6361" idx="1"/>
            <a:endCxn id="6360" idx="5"/>
          </p:cNvCxnSpPr>
          <p:nvPr/>
        </p:nvCxnSpPr>
        <p:spPr>
          <a:xfrm rot="10800000">
            <a:off x="1133573" y="1435709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69" name="Google Shape;6369;p176"/>
          <p:cNvCxnSpPr>
            <a:stCxn id="6370" idx="1"/>
            <a:endCxn id="6362" idx="5"/>
          </p:cNvCxnSpPr>
          <p:nvPr/>
        </p:nvCxnSpPr>
        <p:spPr>
          <a:xfrm rot="10800000">
            <a:off x="566743" y="1819506"/>
            <a:ext cx="504900" cy="86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71" name="Google Shape;6371;p176"/>
          <p:cNvCxnSpPr>
            <a:stCxn id="6363" idx="0"/>
            <a:endCxn id="6360" idx="4"/>
          </p:cNvCxnSpPr>
          <p:nvPr/>
        </p:nvCxnSpPr>
        <p:spPr>
          <a:xfrm rot="10800000">
            <a:off x="1027948" y="1479154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72" name="Google Shape;6372;p176"/>
          <p:cNvCxnSpPr>
            <a:stCxn id="6363" idx="5"/>
            <a:endCxn id="6373" idx="1"/>
          </p:cNvCxnSpPr>
          <p:nvPr/>
        </p:nvCxnSpPr>
        <p:spPr>
          <a:xfrm>
            <a:off x="1133589" y="2117127"/>
            <a:ext cx="588900" cy="461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74" name="Google Shape;6374;p176"/>
          <p:cNvSpPr/>
          <p:nvPr/>
        </p:nvSpPr>
        <p:spPr>
          <a:xfrm>
            <a:off x="1678689" y="1995254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6373" name="Google Shape;6373;p176"/>
          <p:cNvSpPr/>
          <p:nvPr/>
        </p:nvSpPr>
        <p:spPr>
          <a:xfrm>
            <a:off x="1678689" y="2535177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6370" name="Google Shape;6370;p176"/>
          <p:cNvSpPr/>
          <p:nvPr/>
        </p:nvSpPr>
        <p:spPr>
          <a:xfrm>
            <a:off x="1027885" y="264347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sp>
        <p:nvSpPr>
          <p:cNvPr id="6375" name="Google Shape;6375;p176"/>
          <p:cNvSpPr/>
          <p:nvPr/>
        </p:nvSpPr>
        <p:spPr>
          <a:xfrm>
            <a:off x="1080784" y="3424126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6376" name="Google Shape;6376;p176"/>
          <p:cNvSpPr/>
          <p:nvPr/>
        </p:nvSpPr>
        <p:spPr>
          <a:xfrm>
            <a:off x="311688" y="350929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6377" name="Google Shape;6377;p176"/>
          <p:cNvSpPr/>
          <p:nvPr/>
        </p:nvSpPr>
        <p:spPr>
          <a:xfrm>
            <a:off x="610422" y="417388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6378" name="Google Shape;6378;p176"/>
          <p:cNvSpPr/>
          <p:nvPr/>
        </p:nvSpPr>
        <p:spPr>
          <a:xfrm>
            <a:off x="1678447" y="4013082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6379" name="Google Shape;6379;p176"/>
          <p:cNvCxnSpPr>
            <a:stCxn id="6377" idx="2"/>
            <a:endCxn id="6376" idx="5"/>
          </p:cNvCxnSpPr>
          <p:nvPr/>
        </p:nvCxnSpPr>
        <p:spPr>
          <a:xfrm rot="10800000">
            <a:off x="566622" y="3763633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80" name="Google Shape;6380;p176"/>
          <p:cNvCxnSpPr>
            <a:stCxn id="6375" idx="2"/>
            <a:endCxn id="6376" idx="6"/>
          </p:cNvCxnSpPr>
          <p:nvPr/>
        </p:nvCxnSpPr>
        <p:spPr>
          <a:xfrm flipH="1">
            <a:off x="610384" y="3573076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81" name="Google Shape;6381;p176"/>
          <p:cNvCxnSpPr>
            <a:stCxn id="6377" idx="6"/>
            <a:endCxn id="6378" idx="3"/>
          </p:cNvCxnSpPr>
          <p:nvPr/>
        </p:nvCxnSpPr>
        <p:spPr>
          <a:xfrm flipH="1" rot="10800000">
            <a:off x="909222" y="4271833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82" name="Google Shape;6382;p176"/>
          <p:cNvCxnSpPr>
            <a:stCxn id="6383" idx="4"/>
            <a:endCxn id="6378" idx="0"/>
          </p:cNvCxnSpPr>
          <p:nvPr/>
        </p:nvCxnSpPr>
        <p:spPr>
          <a:xfrm>
            <a:off x="1827997" y="3664522"/>
            <a:ext cx="0" cy="348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83" name="Google Shape;6383;p176"/>
          <p:cNvSpPr/>
          <p:nvPr/>
        </p:nvSpPr>
        <p:spPr>
          <a:xfrm>
            <a:off x="1678447" y="3361522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6384" name="Google Shape;6384;p176"/>
          <p:cNvCxnSpPr>
            <a:stCxn id="6363" idx="3"/>
            <a:endCxn id="6365" idx="7"/>
          </p:cNvCxnSpPr>
          <p:nvPr/>
        </p:nvCxnSpPr>
        <p:spPr>
          <a:xfrm flipH="1">
            <a:off x="716206" y="2117127"/>
            <a:ext cx="206100" cy="495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85" name="Google Shape;6385;p176"/>
          <p:cNvCxnSpPr>
            <a:stCxn id="6361" idx="4"/>
            <a:endCxn id="6374" idx="1"/>
          </p:cNvCxnSpPr>
          <p:nvPr/>
        </p:nvCxnSpPr>
        <p:spPr>
          <a:xfrm>
            <a:off x="1529315" y="1863083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86" name="Google Shape;6386;p176"/>
          <p:cNvCxnSpPr>
            <a:stCxn id="6361" idx="4"/>
            <a:endCxn id="6370" idx="0"/>
          </p:cNvCxnSpPr>
          <p:nvPr/>
        </p:nvCxnSpPr>
        <p:spPr>
          <a:xfrm flipH="1">
            <a:off x="1177415" y="1863083"/>
            <a:ext cx="351900" cy="7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87" name="Google Shape;6387;p176"/>
          <p:cNvCxnSpPr>
            <a:stCxn id="6364" idx="4"/>
            <a:endCxn id="6365" idx="0"/>
          </p:cNvCxnSpPr>
          <p:nvPr/>
        </p:nvCxnSpPr>
        <p:spPr>
          <a:xfrm>
            <a:off x="461088" y="2365028"/>
            <a:ext cx="14940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88" name="Google Shape;6388;p176"/>
          <p:cNvCxnSpPr>
            <a:stCxn id="6364" idx="5"/>
            <a:endCxn id="6373" idx="2"/>
          </p:cNvCxnSpPr>
          <p:nvPr/>
        </p:nvCxnSpPr>
        <p:spPr>
          <a:xfrm>
            <a:off x="566729" y="2321401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89" name="Google Shape;6389;p176"/>
          <p:cNvCxnSpPr>
            <a:stCxn id="6365" idx="6"/>
            <a:endCxn id="6370" idx="2"/>
          </p:cNvCxnSpPr>
          <p:nvPr/>
        </p:nvCxnSpPr>
        <p:spPr>
          <a:xfrm>
            <a:off x="759835" y="2718022"/>
            <a:ext cx="268200" cy="74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90" name="Google Shape;6390;p176"/>
          <p:cNvCxnSpPr>
            <a:stCxn id="6374" idx="3"/>
            <a:endCxn id="6370" idx="6"/>
          </p:cNvCxnSpPr>
          <p:nvPr/>
        </p:nvCxnSpPr>
        <p:spPr>
          <a:xfrm flipH="1">
            <a:off x="1326747" y="2249528"/>
            <a:ext cx="395700" cy="5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91" name="Google Shape;6391;p176"/>
          <p:cNvCxnSpPr>
            <a:stCxn id="6374" idx="4"/>
            <a:endCxn id="6373" idx="0"/>
          </p:cNvCxnSpPr>
          <p:nvPr/>
        </p:nvCxnSpPr>
        <p:spPr>
          <a:xfrm>
            <a:off x="1828089" y="2293154"/>
            <a:ext cx="0" cy="2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92" name="Google Shape;6392;p176"/>
          <p:cNvCxnSpPr>
            <a:stCxn id="6375" idx="6"/>
            <a:endCxn id="6383" idx="3"/>
          </p:cNvCxnSpPr>
          <p:nvPr/>
        </p:nvCxnSpPr>
        <p:spPr>
          <a:xfrm>
            <a:off x="1379584" y="3573076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93" name="Google Shape;6393;p176"/>
          <p:cNvCxnSpPr>
            <a:stCxn id="6375" idx="5"/>
            <a:endCxn id="6378" idx="1"/>
          </p:cNvCxnSpPr>
          <p:nvPr/>
        </p:nvCxnSpPr>
        <p:spPr>
          <a:xfrm>
            <a:off x="1335826" y="3678399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94" name="Google Shape;6394;p176"/>
          <p:cNvCxnSpPr>
            <a:stCxn id="6383" idx="3"/>
            <a:endCxn id="6377" idx="7"/>
          </p:cNvCxnSpPr>
          <p:nvPr/>
        </p:nvCxnSpPr>
        <p:spPr>
          <a:xfrm flipH="1">
            <a:off x="865450" y="3620149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95" name="Google Shape;6395;p176"/>
          <p:cNvSpPr/>
          <p:nvPr/>
        </p:nvSpPr>
        <p:spPr>
          <a:xfrm>
            <a:off x="5440655" y="1201841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6396" name="Google Shape;6396;p176"/>
          <p:cNvSpPr/>
          <p:nvPr/>
        </p:nvSpPr>
        <p:spPr>
          <a:xfrm>
            <a:off x="5942022" y="15856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6397" name="Google Shape;6397;p176"/>
          <p:cNvSpPr/>
          <p:nvPr/>
        </p:nvSpPr>
        <p:spPr>
          <a:xfrm>
            <a:off x="4873795" y="15856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6398" name="Google Shape;6398;p176"/>
          <p:cNvSpPr/>
          <p:nvPr/>
        </p:nvSpPr>
        <p:spPr>
          <a:xfrm>
            <a:off x="5440655" y="188331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6399" name="Google Shape;6399;p176"/>
          <p:cNvSpPr/>
          <p:nvPr/>
        </p:nvSpPr>
        <p:spPr>
          <a:xfrm>
            <a:off x="4873795" y="208758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cxnSp>
        <p:nvCxnSpPr>
          <p:cNvPr id="6400" name="Google Shape;6400;p176"/>
          <p:cNvCxnSpPr>
            <a:endCxn id="6397" idx="7"/>
          </p:cNvCxnSpPr>
          <p:nvPr/>
        </p:nvCxnSpPr>
        <p:spPr>
          <a:xfrm flipH="1">
            <a:off x="5128837" y="1456171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01" name="Google Shape;6401;p176"/>
          <p:cNvCxnSpPr>
            <a:stCxn id="6399" idx="0"/>
            <a:endCxn id="6397" idx="4"/>
          </p:cNvCxnSpPr>
          <p:nvPr/>
        </p:nvCxnSpPr>
        <p:spPr>
          <a:xfrm rot="10800000">
            <a:off x="5023195" y="1883589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02" name="Google Shape;6402;p176"/>
          <p:cNvCxnSpPr>
            <a:stCxn id="6396" idx="1"/>
            <a:endCxn id="6395" idx="5"/>
          </p:cNvCxnSpPr>
          <p:nvPr/>
        </p:nvCxnSpPr>
        <p:spPr>
          <a:xfrm rot="10800000">
            <a:off x="5695681" y="1456171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03" name="Google Shape;6403;p176"/>
          <p:cNvCxnSpPr>
            <a:stCxn id="6398" idx="0"/>
            <a:endCxn id="6395" idx="4"/>
          </p:cNvCxnSpPr>
          <p:nvPr/>
        </p:nvCxnSpPr>
        <p:spPr>
          <a:xfrm rot="10800000">
            <a:off x="5590055" y="1499615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04" name="Google Shape;6404;p176"/>
          <p:cNvCxnSpPr>
            <a:stCxn id="6398" idx="5"/>
            <a:endCxn id="6405" idx="1"/>
          </p:cNvCxnSpPr>
          <p:nvPr/>
        </p:nvCxnSpPr>
        <p:spPr>
          <a:xfrm>
            <a:off x="5695697" y="2137589"/>
            <a:ext cx="588900" cy="461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06" name="Google Shape;6406;p176"/>
          <p:cNvSpPr/>
          <p:nvPr/>
        </p:nvSpPr>
        <p:spPr>
          <a:xfrm>
            <a:off x="6240797" y="2015716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6405" name="Google Shape;6405;p176"/>
          <p:cNvSpPr/>
          <p:nvPr/>
        </p:nvSpPr>
        <p:spPr>
          <a:xfrm>
            <a:off x="6240797" y="255563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6407" name="Google Shape;6407;p176"/>
          <p:cNvSpPr/>
          <p:nvPr/>
        </p:nvSpPr>
        <p:spPr>
          <a:xfrm>
            <a:off x="5642892" y="344458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6408" name="Google Shape;6408;p176"/>
          <p:cNvSpPr/>
          <p:nvPr/>
        </p:nvSpPr>
        <p:spPr>
          <a:xfrm>
            <a:off x="4873795" y="3529757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6409" name="Google Shape;6409;p176"/>
          <p:cNvSpPr/>
          <p:nvPr/>
        </p:nvSpPr>
        <p:spPr>
          <a:xfrm>
            <a:off x="5172530" y="41943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6410" name="Google Shape;6410;p176"/>
          <p:cNvSpPr/>
          <p:nvPr/>
        </p:nvSpPr>
        <p:spPr>
          <a:xfrm>
            <a:off x="6240555" y="4033544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6411" name="Google Shape;6411;p176"/>
          <p:cNvCxnSpPr>
            <a:stCxn id="6409" idx="2"/>
            <a:endCxn id="6408" idx="5"/>
          </p:cNvCxnSpPr>
          <p:nvPr/>
        </p:nvCxnSpPr>
        <p:spPr>
          <a:xfrm rot="10800000">
            <a:off x="5128730" y="3784095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12" name="Google Shape;6412;p176"/>
          <p:cNvCxnSpPr>
            <a:stCxn id="6407" idx="2"/>
            <a:endCxn id="6408" idx="6"/>
          </p:cNvCxnSpPr>
          <p:nvPr/>
        </p:nvCxnSpPr>
        <p:spPr>
          <a:xfrm flipH="1">
            <a:off x="5172492" y="3593538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13" name="Google Shape;6413;p176"/>
          <p:cNvCxnSpPr>
            <a:stCxn id="6409" idx="6"/>
            <a:endCxn id="6410" idx="3"/>
          </p:cNvCxnSpPr>
          <p:nvPr/>
        </p:nvCxnSpPr>
        <p:spPr>
          <a:xfrm flipH="1" rot="10800000">
            <a:off x="5471330" y="4292295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14" name="Google Shape;6414;p176"/>
          <p:cNvCxnSpPr>
            <a:stCxn id="6415" idx="4"/>
            <a:endCxn id="6410" idx="0"/>
          </p:cNvCxnSpPr>
          <p:nvPr/>
        </p:nvCxnSpPr>
        <p:spPr>
          <a:xfrm>
            <a:off x="6390105" y="3684984"/>
            <a:ext cx="0" cy="348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15" name="Google Shape;6415;p176"/>
          <p:cNvSpPr/>
          <p:nvPr/>
        </p:nvSpPr>
        <p:spPr>
          <a:xfrm>
            <a:off x="6240555" y="3381984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6416" name="Google Shape;6416;p176"/>
          <p:cNvCxnSpPr>
            <a:stCxn id="6396" idx="4"/>
            <a:endCxn id="6406" idx="1"/>
          </p:cNvCxnSpPr>
          <p:nvPr/>
        </p:nvCxnSpPr>
        <p:spPr>
          <a:xfrm>
            <a:off x="6091422" y="1883545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17" name="Google Shape;6417;p176"/>
          <p:cNvCxnSpPr>
            <a:stCxn id="6399" idx="5"/>
            <a:endCxn id="6405" idx="2"/>
          </p:cNvCxnSpPr>
          <p:nvPr/>
        </p:nvCxnSpPr>
        <p:spPr>
          <a:xfrm>
            <a:off x="5128837" y="2341863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18" name="Google Shape;6418;p176"/>
          <p:cNvCxnSpPr>
            <a:stCxn id="6406" idx="4"/>
            <a:endCxn id="6405" idx="0"/>
          </p:cNvCxnSpPr>
          <p:nvPr/>
        </p:nvCxnSpPr>
        <p:spPr>
          <a:xfrm>
            <a:off x="6390197" y="2313616"/>
            <a:ext cx="0" cy="2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19" name="Google Shape;6419;p176"/>
          <p:cNvCxnSpPr>
            <a:stCxn id="6407" idx="6"/>
            <a:endCxn id="6415" idx="3"/>
          </p:cNvCxnSpPr>
          <p:nvPr/>
        </p:nvCxnSpPr>
        <p:spPr>
          <a:xfrm>
            <a:off x="5941692" y="3593538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20" name="Google Shape;6420;p176"/>
          <p:cNvCxnSpPr>
            <a:stCxn id="6407" idx="5"/>
            <a:endCxn id="6410" idx="1"/>
          </p:cNvCxnSpPr>
          <p:nvPr/>
        </p:nvCxnSpPr>
        <p:spPr>
          <a:xfrm>
            <a:off x="5897934" y="3698861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21" name="Google Shape;6421;p176"/>
          <p:cNvCxnSpPr>
            <a:stCxn id="6415" idx="3"/>
            <a:endCxn id="6409" idx="7"/>
          </p:cNvCxnSpPr>
          <p:nvPr/>
        </p:nvCxnSpPr>
        <p:spPr>
          <a:xfrm flipH="1">
            <a:off x="5427557" y="3640611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22" name="Google Shape;6422;p176"/>
          <p:cNvSpPr/>
          <p:nvPr/>
        </p:nvSpPr>
        <p:spPr>
          <a:xfrm>
            <a:off x="3208059" y="1201845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6423" name="Google Shape;6423;p176"/>
          <p:cNvSpPr/>
          <p:nvPr/>
        </p:nvSpPr>
        <p:spPr>
          <a:xfrm>
            <a:off x="3709426" y="158564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6424" name="Google Shape;6424;p176"/>
          <p:cNvSpPr/>
          <p:nvPr/>
        </p:nvSpPr>
        <p:spPr>
          <a:xfrm>
            <a:off x="2641199" y="158564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6425" name="Google Shape;6425;p176"/>
          <p:cNvSpPr/>
          <p:nvPr/>
        </p:nvSpPr>
        <p:spPr>
          <a:xfrm>
            <a:off x="3208059" y="188331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6426" name="Google Shape;6426;p176"/>
          <p:cNvSpPr/>
          <p:nvPr/>
        </p:nvSpPr>
        <p:spPr>
          <a:xfrm>
            <a:off x="2641199" y="208759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6427" name="Google Shape;6427;p176"/>
          <p:cNvSpPr/>
          <p:nvPr/>
        </p:nvSpPr>
        <p:spPr>
          <a:xfrm>
            <a:off x="2790547" y="2589537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cxnSp>
        <p:nvCxnSpPr>
          <p:cNvPr id="6428" name="Google Shape;6428;p176"/>
          <p:cNvCxnSpPr>
            <a:endCxn id="6424" idx="7"/>
          </p:cNvCxnSpPr>
          <p:nvPr/>
        </p:nvCxnSpPr>
        <p:spPr>
          <a:xfrm flipH="1">
            <a:off x="2896241" y="1456175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29" name="Google Shape;6429;p176"/>
          <p:cNvCxnSpPr>
            <a:stCxn id="6426" idx="0"/>
            <a:endCxn id="6424" idx="4"/>
          </p:cNvCxnSpPr>
          <p:nvPr/>
        </p:nvCxnSpPr>
        <p:spPr>
          <a:xfrm rot="10800000">
            <a:off x="2790599" y="1883593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30" name="Google Shape;6430;p176"/>
          <p:cNvCxnSpPr>
            <a:stCxn id="6423" idx="1"/>
            <a:endCxn id="6422" idx="5"/>
          </p:cNvCxnSpPr>
          <p:nvPr/>
        </p:nvCxnSpPr>
        <p:spPr>
          <a:xfrm rot="10800000">
            <a:off x="3463085" y="1456175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31" name="Google Shape;6431;p176"/>
          <p:cNvCxnSpPr>
            <a:stCxn id="6425" idx="0"/>
            <a:endCxn id="6422" idx="4"/>
          </p:cNvCxnSpPr>
          <p:nvPr/>
        </p:nvCxnSpPr>
        <p:spPr>
          <a:xfrm rot="10800000">
            <a:off x="3357459" y="1499619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32" name="Google Shape;6432;p176"/>
          <p:cNvCxnSpPr>
            <a:stCxn id="6425" idx="5"/>
            <a:endCxn id="6433" idx="1"/>
          </p:cNvCxnSpPr>
          <p:nvPr/>
        </p:nvCxnSpPr>
        <p:spPr>
          <a:xfrm>
            <a:off x="3463101" y="2137592"/>
            <a:ext cx="588900" cy="461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34" name="Google Shape;6434;p176"/>
          <p:cNvSpPr/>
          <p:nvPr/>
        </p:nvSpPr>
        <p:spPr>
          <a:xfrm>
            <a:off x="4008201" y="2015719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6433" name="Google Shape;6433;p176"/>
          <p:cNvSpPr/>
          <p:nvPr/>
        </p:nvSpPr>
        <p:spPr>
          <a:xfrm>
            <a:off x="4008201" y="2555642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6435" name="Google Shape;6435;p176"/>
          <p:cNvSpPr/>
          <p:nvPr/>
        </p:nvSpPr>
        <p:spPr>
          <a:xfrm>
            <a:off x="3410296" y="3444591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6436" name="Google Shape;6436;p176"/>
          <p:cNvSpPr/>
          <p:nvPr/>
        </p:nvSpPr>
        <p:spPr>
          <a:xfrm>
            <a:off x="2641199" y="352976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6437" name="Google Shape;6437;p176"/>
          <p:cNvSpPr/>
          <p:nvPr/>
        </p:nvSpPr>
        <p:spPr>
          <a:xfrm>
            <a:off x="2939934" y="4194348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6438" name="Google Shape;6438;p176"/>
          <p:cNvSpPr/>
          <p:nvPr/>
        </p:nvSpPr>
        <p:spPr>
          <a:xfrm>
            <a:off x="4007959" y="4033547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6439" name="Google Shape;6439;p176"/>
          <p:cNvCxnSpPr>
            <a:stCxn id="6437" idx="2"/>
            <a:endCxn id="6436" idx="5"/>
          </p:cNvCxnSpPr>
          <p:nvPr/>
        </p:nvCxnSpPr>
        <p:spPr>
          <a:xfrm rot="10800000">
            <a:off x="2896134" y="3784098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40" name="Google Shape;6440;p176"/>
          <p:cNvCxnSpPr>
            <a:stCxn id="6435" idx="2"/>
            <a:endCxn id="6436" idx="6"/>
          </p:cNvCxnSpPr>
          <p:nvPr/>
        </p:nvCxnSpPr>
        <p:spPr>
          <a:xfrm flipH="1">
            <a:off x="2939896" y="3593541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41" name="Google Shape;6441;p176"/>
          <p:cNvCxnSpPr>
            <a:stCxn id="6437" idx="6"/>
            <a:endCxn id="6438" idx="3"/>
          </p:cNvCxnSpPr>
          <p:nvPr/>
        </p:nvCxnSpPr>
        <p:spPr>
          <a:xfrm flipH="1" rot="10800000">
            <a:off x="3238734" y="4292298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42" name="Google Shape;6442;p176"/>
          <p:cNvCxnSpPr>
            <a:stCxn id="6443" idx="4"/>
            <a:endCxn id="6438" idx="0"/>
          </p:cNvCxnSpPr>
          <p:nvPr/>
        </p:nvCxnSpPr>
        <p:spPr>
          <a:xfrm>
            <a:off x="4157509" y="3684988"/>
            <a:ext cx="0" cy="348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43" name="Google Shape;6443;p176"/>
          <p:cNvSpPr/>
          <p:nvPr/>
        </p:nvSpPr>
        <p:spPr>
          <a:xfrm>
            <a:off x="4007959" y="3381988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6444" name="Google Shape;6444;p176"/>
          <p:cNvCxnSpPr>
            <a:stCxn id="6425" idx="3"/>
            <a:endCxn id="6427" idx="7"/>
          </p:cNvCxnSpPr>
          <p:nvPr/>
        </p:nvCxnSpPr>
        <p:spPr>
          <a:xfrm flipH="1">
            <a:off x="3045718" y="2137592"/>
            <a:ext cx="206100" cy="495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45" name="Google Shape;6445;p176"/>
          <p:cNvCxnSpPr>
            <a:stCxn id="6423" idx="4"/>
            <a:endCxn id="6434" idx="1"/>
          </p:cNvCxnSpPr>
          <p:nvPr/>
        </p:nvCxnSpPr>
        <p:spPr>
          <a:xfrm>
            <a:off x="3858826" y="1883548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46" name="Google Shape;6446;p176"/>
          <p:cNvCxnSpPr>
            <a:stCxn id="6426" idx="4"/>
            <a:endCxn id="6427" idx="0"/>
          </p:cNvCxnSpPr>
          <p:nvPr/>
        </p:nvCxnSpPr>
        <p:spPr>
          <a:xfrm>
            <a:off x="2790599" y="2385493"/>
            <a:ext cx="14940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47" name="Google Shape;6447;p176"/>
          <p:cNvCxnSpPr>
            <a:stCxn id="6426" idx="5"/>
            <a:endCxn id="6433" idx="2"/>
          </p:cNvCxnSpPr>
          <p:nvPr/>
        </p:nvCxnSpPr>
        <p:spPr>
          <a:xfrm>
            <a:off x="2896241" y="2341866"/>
            <a:ext cx="1112100" cy="362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48" name="Google Shape;6448;p176"/>
          <p:cNvCxnSpPr>
            <a:stCxn id="6434" idx="4"/>
            <a:endCxn id="6433" idx="0"/>
          </p:cNvCxnSpPr>
          <p:nvPr/>
        </p:nvCxnSpPr>
        <p:spPr>
          <a:xfrm>
            <a:off x="4157601" y="2313619"/>
            <a:ext cx="0" cy="2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49" name="Google Shape;6449;p176"/>
          <p:cNvCxnSpPr>
            <a:stCxn id="6435" idx="6"/>
            <a:endCxn id="6443" idx="3"/>
          </p:cNvCxnSpPr>
          <p:nvPr/>
        </p:nvCxnSpPr>
        <p:spPr>
          <a:xfrm>
            <a:off x="3709096" y="3593541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50" name="Google Shape;6450;p176"/>
          <p:cNvCxnSpPr>
            <a:stCxn id="6435" idx="5"/>
            <a:endCxn id="6438" idx="1"/>
          </p:cNvCxnSpPr>
          <p:nvPr/>
        </p:nvCxnSpPr>
        <p:spPr>
          <a:xfrm>
            <a:off x="3665338" y="3698865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51" name="Google Shape;6451;p176"/>
          <p:cNvCxnSpPr>
            <a:stCxn id="6443" idx="3"/>
            <a:endCxn id="6437" idx="7"/>
          </p:cNvCxnSpPr>
          <p:nvPr/>
        </p:nvCxnSpPr>
        <p:spPr>
          <a:xfrm flipH="1">
            <a:off x="3194961" y="3640614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52" name="Google Shape;6452;p176"/>
          <p:cNvSpPr/>
          <p:nvPr/>
        </p:nvSpPr>
        <p:spPr>
          <a:xfrm>
            <a:off x="7699155" y="1147216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6453" name="Google Shape;6453;p176"/>
          <p:cNvSpPr/>
          <p:nvPr/>
        </p:nvSpPr>
        <p:spPr>
          <a:xfrm>
            <a:off x="8200522" y="153102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6454" name="Google Shape;6454;p176"/>
          <p:cNvSpPr/>
          <p:nvPr/>
        </p:nvSpPr>
        <p:spPr>
          <a:xfrm>
            <a:off x="7132295" y="153102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6455" name="Google Shape;6455;p176"/>
          <p:cNvSpPr/>
          <p:nvPr/>
        </p:nvSpPr>
        <p:spPr>
          <a:xfrm>
            <a:off x="7699155" y="182869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6456" name="Google Shape;6456;p176"/>
          <p:cNvSpPr/>
          <p:nvPr/>
        </p:nvSpPr>
        <p:spPr>
          <a:xfrm>
            <a:off x="7132295" y="2032964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cxnSp>
        <p:nvCxnSpPr>
          <p:cNvPr id="6457" name="Google Shape;6457;p176"/>
          <p:cNvCxnSpPr>
            <a:endCxn id="6454" idx="7"/>
          </p:cNvCxnSpPr>
          <p:nvPr/>
        </p:nvCxnSpPr>
        <p:spPr>
          <a:xfrm flipH="1">
            <a:off x="7387337" y="1401546"/>
            <a:ext cx="3552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58" name="Google Shape;6458;p176"/>
          <p:cNvCxnSpPr>
            <a:stCxn id="6456" idx="0"/>
            <a:endCxn id="6454" idx="4"/>
          </p:cNvCxnSpPr>
          <p:nvPr/>
        </p:nvCxnSpPr>
        <p:spPr>
          <a:xfrm rot="10800000">
            <a:off x="7281695" y="1828964"/>
            <a:ext cx="0" cy="20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59" name="Google Shape;6459;p176"/>
          <p:cNvCxnSpPr>
            <a:stCxn id="6453" idx="1"/>
            <a:endCxn id="6452" idx="5"/>
          </p:cNvCxnSpPr>
          <p:nvPr/>
        </p:nvCxnSpPr>
        <p:spPr>
          <a:xfrm rot="10800000">
            <a:off x="7954181" y="1401546"/>
            <a:ext cx="290100" cy="17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60" name="Google Shape;6460;p176"/>
          <p:cNvCxnSpPr>
            <a:stCxn id="6455" idx="0"/>
            <a:endCxn id="6452" idx="4"/>
          </p:cNvCxnSpPr>
          <p:nvPr/>
        </p:nvCxnSpPr>
        <p:spPr>
          <a:xfrm rot="10800000">
            <a:off x="7848555" y="1444990"/>
            <a:ext cx="0" cy="38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61" name="Google Shape;6461;p176"/>
          <p:cNvSpPr/>
          <p:nvPr/>
        </p:nvSpPr>
        <p:spPr>
          <a:xfrm>
            <a:off x="8499297" y="1961091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6462" name="Google Shape;6462;p176"/>
          <p:cNvSpPr/>
          <p:nvPr/>
        </p:nvSpPr>
        <p:spPr>
          <a:xfrm>
            <a:off x="7901392" y="3389963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6463" name="Google Shape;6463;p176"/>
          <p:cNvSpPr/>
          <p:nvPr/>
        </p:nvSpPr>
        <p:spPr>
          <a:xfrm>
            <a:off x="7132295" y="3475132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6464" name="Google Shape;6464;p176"/>
          <p:cNvSpPr/>
          <p:nvPr/>
        </p:nvSpPr>
        <p:spPr>
          <a:xfrm>
            <a:off x="7431030" y="4139720"/>
            <a:ext cx="298800" cy="2979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6465" name="Google Shape;6465;p176"/>
          <p:cNvSpPr/>
          <p:nvPr/>
        </p:nvSpPr>
        <p:spPr>
          <a:xfrm>
            <a:off x="8499055" y="3978919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cxnSp>
        <p:nvCxnSpPr>
          <p:cNvPr id="6466" name="Google Shape;6466;p176"/>
          <p:cNvCxnSpPr>
            <a:stCxn id="6464" idx="2"/>
            <a:endCxn id="6463" idx="5"/>
          </p:cNvCxnSpPr>
          <p:nvPr/>
        </p:nvCxnSpPr>
        <p:spPr>
          <a:xfrm rot="10800000">
            <a:off x="7387230" y="3729470"/>
            <a:ext cx="43800" cy="55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67" name="Google Shape;6467;p176"/>
          <p:cNvCxnSpPr>
            <a:stCxn id="6462" idx="2"/>
            <a:endCxn id="6463" idx="6"/>
          </p:cNvCxnSpPr>
          <p:nvPr/>
        </p:nvCxnSpPr>
        <p:spPr>
          <a:xfrm flipH="1">
            <a:off x="7430992" y="3538913"/>
            <a:ext cx="470400" cy="8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68" name="Google Shape;6468;p176"/>
          <p:cNvCxnSpPr>
            <a:stCxn id="6464" idx="6"/>
            <a:endCxn id="6465" idx="3"/>
          </p:cNvCxnSpPr>
          <p:nvPr/>
        </p:nvCxnSpPr>
        <p:spPr>
          <a:xfrm flipH="1" rot="10800000">
            <a:off x="7729830" y="4237670"/>
            <a:ext cx="813000" cy="5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69" name="Google Shape;6469;p176"/>
          <p:cNvSpPr/>
          <p:nvPr/>
        </p:nvSpPr>
        <p:spPr>
          <a:xfrm>
            <a:off x="8499055" y="3327359"/>
            <a:ext cx="299100" cy="303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cxnSp>
        <p:nvCxnSpPr>
          <p:cNvPr id="6470" name="Google Shape;6470;p176"/>
          <p:cNvCxnSpPr>
            <a:stCxn id="6453" idx="4"/>
            <a:endCxn id="6461" idx="1"/>
          </p:cNvCxnSpPr>
          <p:nvPr/>
        </p:nvCxnSpPr>
        <p:spPr>
          <a:xfrm>
            <a:off x="8349922" y="1828920"/>
            <a:ext cx="193200" cy="175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71" name="Google Shape;6471;p176"/>
          <p:cNvCxnSpPr>
            <a:stCxn id="6462" idx="6"/>
            <a:endCxn id="6469" idx="3"/>
          </p:cNvCxnSpPr>
          <p:nvPr/>
        </p:nvCxnSpPr>
        <p:spPr>
          <a:xfrm>
            <a:off x="8200192" y="3538913"/>
            <a:ext cx="342600" cy="4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72" name="Google Shape;6472;p176"/>
          <p:cNvCxnSpPr>
            <a:stCxn id="6462" idx="5"/>
            <a:endCxn id="6465" idx="1"/>
          </p:cNvCxnSpPr>
          <p:nvPr/>
        </p:nvCxnSpPr>
        <p:spPr>
          <a:xfrm>
            <a:off x="8156434" y="3644236"/>
            <a:ext cx="386400" cy="379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73" name="Google Shape;6473;p176"/>
          <p:cNvCxnSpPr>
            <a:stCxn id="6469" idx="3"/>
            <a:endCxn id="6464" idx="7"/>
          </p:cNvCxnSpPr>
          <p:nvPr/>
        </p:nvCxnSpPr>
        <p:spPr>
          <a:xfrm flipH="1">
            <a:off x="7686057" y="3585986"/>
            <a:ext cx="856800" cy="597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74" name="Google Shape;6474;p176"/>
          <p:cNvSpPr txBox="1"/>
          <p:nvPr/>
        </p:nvSpPr>
        <p:spPr>
          <a:xfrm>
            <a:off x="734725" y="4664625"/>
            <a:ext cx="990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K = 0</a:t>
            </a:r>
            <a:endParaRPr b="1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75" name="Google Shape;6475;p176"/>
          <p:cNvSpPr txBox="1"/>
          <p:nvPr/>
        </p:nvSpPr>
        <p:spPr>
          <a:xfrm>
            <a:off x="3064250" y="4685100"/>
            <a:ext cx="990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K = 1</a:t>
            </a:r>
            <a:endParaRPr b="1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76" name="Google Shape;6476;p176"/>
          <p:cNvSpPr txBox="1"/>
          <p:nvPr/>
        </p:nvSpPr>
        <p:spPr>
          <a:xfrm>
            <a:off x="5296850" y="4729575"/>
            <a:ext cx="990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K = 2</a:t>
            </a:r>
            <a:endParaRPr b="1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77" name="Google Shape;6477;p176"/>
          <p:cNvSpPr txBox="1"/>
          <p:nvPr/>
        </p:nvSpPr>
        <p:spPr>
          <a:xfrm>
            <a:off x="7603775" y="4729575"/>
            <a:ext cx="990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K = 3</a:t>
            </a:r>
            <a:endParaRPr b="1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78" name="Google Shape;6478;p176"/>
          <p:cNvSpPr txBox="1"/>
          <p:nvPr/>
        </p:nvSpPr>
        <p:spPr>
          <a:xfrm>
            <a:off x="2977725" y="2996863"/>
            <a:ext cx="13350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disconnected!</a:t>
            </a:r>
            <a:endParaRPr b="1"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79" name="Google Shape;6479;p176"/>
          <p:cNvSpPr txBox="1"/>
          <p:nvPr/>
        </p:nvSpPr>
        <p:spPr>
          <a:xfrm>
            <a:off x="5055200" y="2979900"/>
            <a:ext cx="13350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disconnected!</a:t>
            </a:r>
            <a:endParaRPr b="1"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80" name="Google Shape;6480;p176"/>
          <p:cNvSpPr txBox="1"/>
          <p:nvPr/>
        </p:nvSpPr>
        <p:spPr>
          <a:xfrm>
            <a:off x="7181050" y="2956588"/>
            <a:ext cx="13350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disconnected!</a:t>
            </a:r>
            <a:endParaRPr b="1"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81" name="Google Shape;6481;p17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connectivity: Cutsets</a:t>
            </a:r>
            <a:endParaRPr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5" name="Shape 6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6" name="Google Shape;6486;p17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Cohesive Blocking </a:t>
            </a:r>
            <a:endParaRPr/>
          </a:p>
        </p:txBody>
      </p:sp>
      <p:sp>
        <p:nvSpPr>
          <p:cNvPr id="6487" name="Google Shape;6487;p17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idea of cutsets leads to the </a:t>
            </a:r>
            <a:r>
              <a:rPr b="1" lang="en"/>
              <a:t>Cohesive Blocking</a:t>
            </a:r>
            <a:r>
              <a:rPr lang="en"/>
              <a:t> approach for the identification of nested cohesive subgroups (</a:t>
            </a:r>
            <a:r>
              <a:rPr lang="en" u="sng">
                <a:solidFill>
                  <a:schemeClr val="hlink"/>
                </a:solidFill>
                <a:hlinkClick r:id="rId3"/>
              </a:rPr>
              <a:t>Moody and White 2003</a:t>
            </a:r>
            <a:r>
              <a:rPr lang="en"/>
              <a:t>):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Identify the k-connectivity of the input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Remove the k-cutset (vertices)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 the same on the resulting subgraphs until no more subdivisions can be obtained 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88" name="Google Shape;6488;p177"/>
          <p:cNvPicPr preferRelativeResize="0"/>
          <p:nvPr/>
        </p:nvPicPr>
        <p:blipFill rotWithShape="1">
          <a:blip r:embed="rId4">
            <a:alphaModFix/>
          </a:blip>
          <a:srcRect b="8822" l="15423" r="5080" t="11127"/>
          <a:stretch/>
        </p:blipFill>
        <p:spPr>
          <a:xfrm>
            <a:off x="665000" y="2835335"/>
            <a:ext cx="2417050" cy="20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89" name="Google Shape;6489;p177"/>
          <p:cNvPicPr preferRelativeResize="0"/>
          <p:nvPr/>
        </p:nvPicPr>
        <p:blipFill rotWithShape="1">
          <a:blip r:embed="rId5">
            <a:alphaModFix/>
          </a:blip>
          <a:srcRect b="17073" l="0" r="0" t="6299"/>
          <a:stretch/>
        </p:blipFill>
        <p:spPr>
          <a:xfrm>
            <a:off x="6475925" y="3065812"/>
            <a:ext cx="2095775" cy="160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90" name="Google Shape;6490;p1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34450" y="2895325"/>
            <a:ext cx="2923736" cy="209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4" name="Shape 6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5" name="Google Shape;6495;p178"/>
          <p:cNvSpPr/>
          <p:nvPr/>
        </p:nvSpPr>
        <p:spPr>
          <a:xfrm>
            <a:off x="913295" y="1147225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6496" name="Google Shape;6496;p178"/>
          <p:cNvSpPr/>
          <p:nvPr/>
        </p:nvSpPr>
        <p:spPr>
          <a:xfrm>
            <a:off x="1445385" y="1546133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6497" name="Google Shape;6497;p178"/>
          <p:cNvSpPr/>
          <p:nvPr/>
        </p:nvSpPr>
        <p:spPr>
          <a:xfrm>
            <a:off x="311700" y="1546133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6498" name="Google Shape;6498;p178"/>
          <p:cNvSpPr/>
          <p:nvPr/>
        </p:nvSpPr>
        <p:spPr>
          <a:xfrm>
            <a:off x="913295" y="1855519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6499" name="Google Shape;6499;p178"/>
          <p:cNvSpPr/>
          <p:nvPr/>
        </p:nvSpPr>
        <p:spPr>
          <a:xfrm>
            <a:off x="311700" y="2164904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6500" name="Google Shape;6500;p178"/>
          <p:cNvSpPr/>
          <p:nvPr/>
        </p:nvSpPr>
        <p:spPr>
          <a:xfrm>
            <a:off x="913295" y="2434838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6501" name="Google Shape;6501;p178"/>
          <p:cNvSpPr/>
          <p:nvPr/>
        </p:nvSpPr>
        <p:spPr>
          <a:xfrm>
            <a:off x="1445758" y="2165711"/>
            <a:ext cx="317400" cy="315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cxnSp>
        <p:nvCxnSpPr>
          <p:cNvPr id="6502" name="Google Shape;6502;p178"/>
          <p:cNvCxnSpPr>
            <a:endCxn id="6497" idx="7"/>
          </p:cNvCxnSpPr>
          <p:nvPr/>
        </p:nvCxnSpPr>
        <p:spPr>
          <a:xfrm flipH="1">
            <a:off x="582362" y="1411129"/>
            <a:ext cx="377400" cy="1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03" name="Google Shape;6503;p178"/>
          <p:cNvCxnSpPr>
            <a:stCxn id="6499" idx="0"/>
            <a:endCxn id="6497" idx="4"/>
          </p:cNvCxnSpPr>
          <p:nvPr/>
        </p:nvCxnSpPr>
        <p:spPr>
          <a:xfrm rot="10800000">
            <a:off x="470250" y="1855304"/>
            <a:ext cx="0" cy="3096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04" name="Google Shape;6504;p178"/>
          <p:cNvCxnSpPr>
            <a:stCxn id="6500" idx="2"/>
            <a:endCxn id="6499" idx="5"/>
          </p:cNvCxnSpPr>
          <p:nvPr/>
        </p:nvCxnSpPr>
        <p:spPr>
          <a:xfrm rot="10800000">
            <a:off x="582395" y="2428988"/>
            <a:ext cx="330900" cy="16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05" name="Google Shape;6505;p178"/>
          <p:cNvCxnSpPr>
            <a:stCxn id="6498" idx="2"/>
            <a:endCxn id="6499" idx="6"/>
          </p:cNvCxnSpPr>
          <p:nvPr/>
        </p:nvCxnSpPr>
        <p:spPr>
          <a:xfrm flipH="1">
            <a:off x="628895" y="2010169"/>
            <a:ext cx="284400" cy="30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06" name="Google Shape;6506;p178"/>
          <p:cNvCxnSpPr>
            <a:stCxn id="6500" idx="2"/>
            <a:endCxn id="6497" idx="4"/>
          </p:cNvCxnSpPr>
          <p:nvPr/>
        </p:nvCxnSpPr>
        <p:spPr>
          <a:xfrm rot="10800000">
            <a:off x="470195" y="1855388"/>
            <a:ext cx="443100" cy="734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07" name="Google Shape;6507;p178"/>
          <p:cNvCxnSpPr>
            <a:stCxn id="6496" idx="2"/>
            <a:endCxn id="6498" idx="7"/>
          </p:cNvCxnSpPr>
          <p:nvPr/>
        </p:nvCxnSpPr>
        <p:spPr>
          <a:xfrm flipH="1">
            <a:off x="1184085" y="1700783"/>
            <a:ext cx="261300" cy="20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08" name="Google Shape;6508;p178"/>
          <p:cNvCxnSpPr>
            <a:stCxn id="6496" idx="2"/>
            <a:endCxn id="6497" idx="6"/>
          </p:cNvCxnSpPr>
          <p:nvPr/>
        </p:nvCxnSpPr>
        <p:spPr>
          <a:xfrm rot="10800000">
            <a:off x="628785" y="1700783"/>
            <a:ext cx="8166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09" name="Google Shape;6509;p178"/>
          <p:cNvCxnSpPr>
            <a:stCxn id="6496" idx="0"/>
            <a:endCxn id="6495" idx="5"/>
          </p:cNvCxnSpPr>
          <p:nvPr/>
        </p:nvCxnSpPr>
        <p:spPr>
          <a:xfrm rot="10800000">
            <a:off x="1183935" y="1411133"/>
            <a:ext cx="420000" cy="13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10" name="Google Shape;6510;p178"/>
          <p:cNvCxnSpPr>
            <a:stCxn id="6501" idx="7"/>
            <a:endCxn id="6496" idx="4"/>
          </p:cNvCxnSpPr>
          <p:nvPr/>
        </p:nvCxnSpPr>
        <p:spPr>
          <a:xfrm rot="10800000">
            <a:off x="1603876" y="1855441"/>
            <a:ext cx="112800" cy="35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11" name="Google Shape;6511;p178"/>
          <p:cNvCxnSpPr>
            <a:stCxn id="6501" idx="2"/>
            <a:endCxn id="6498" idx="6"/>
          </p:cNvCxnSpPr>
          <p:nvPr/>
        </p:nvCxnSpPr>
        <p:spPr>
          <a:xfrm rot="10800000">
            <a:off x="1230358" y="2010311"/>
            <a:ext cx="215400" cy="31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12" name="Google Shape;6512;p178"/>
          <p:cNvCxnSpPr>
            <a:stCxn id="6500" idx="0"/>
            <a:endCxn id="6498" idx="4"/>
          </p:cNvCxnSpPr>
          <p:nvPr/>
        </p:nvCxnSpPr>
        <p:spPr>
          <a:xfrm rot="10800000">
            <a:off x="1071845" y="2164838"/>
            <a:ext cx="0" cy="270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13" name="Google Shape;6513;p178"/>
          <p:cNvCxnSpPr>
            <a:stCxn id="6500" idx="6"/>
            <a:endCxn id="6501" idx="3"/>
          </p:cNvCxnSpPr>
          <p:nvPr/>
        </p:nvCxnSpPr>
        <p:spPr>
          <a:xfrm flipH="1" rot="10800000">
            <a:off x="1230395" y="2434688"/>
            <a:ext cx="261900" cy="15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14" name="Google Shape;6514;p178"/>
          <p:cNvCxnSpPr>
            <a:stCxn id="6499" idx="6"/>
            <a:endCxn id="6501" idx="2"/>
          </p:cNvCxnSpPr>
          <p:nvPr/>
        </p:nvCxnSpPr>
        <p:spPr>
          <a:xfrm>
            <a:off x="628800" y="2319554"/>
            <a:ext cx="816900" cy="3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15" name="Google Shape;6515;p178"/>
          <p:cNvCxnSpPr>
            <a:stCxn id="6499" idx="6"/>
            <a:endCxn id="6495" idx="4"/>
          </p:cNvCxnSpPr>
          <p:nvPr/>
        </p:nvCxnSpPr>
        <p:spPr>
          <a:xfrm flipH="1" rot="10800000">
            <a:off x="628800" y="1456454"/>
            <a:ext cx="443100" cy="86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16" name="Google Shape;6516;p178"/>
          <p:cNvCxnSpPr>
            <a:stCxn id="6498" idx="0"/>
            <a:endCxn id="6495" idx="4"/>
          </p:cNvCxnSpPr>
          <p:nvPr/>
        </p:nvCxnSpPr>
        <p:spPr>
          <a:xfrm rot="10800000">
            <a:off x="1071845" y="1456519"/>
            <a:ext cx="0" cy="39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17" name="Google Shape;6517;p178"/>
          <p:cNvCxnSpPr>
            <a:stCxn id="6495" idx="4"/>
            <a:endCxn id="6501" idx="1"/>
          </p:cNvCxnSpPr>
          <p:nvPr/>
        </p:nvCxnSpPr>
        <p:spPr>
          <a:xfrm>
            <a:off x="1071845" y="1456525"/>
            <a:ext cx="420300" cy="755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18" name="Google Shape;6518;p178"/>
          <p:cNvCxnSpPr>
            <a:stCxn id="6500" idx="6"/>
            <a:endCxn id="6496" idx="3"/>
          </p:cNvCxnSpPr>
          <p:nvPr/>
        </p:nvCxnSpPr>
        <p:spPr>
          <a:xfrm flipH="1" rot="10800000">
            <a:off x="1230395" y="1810088"/>
            <a:ext cx="261300" cy="77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19" name="Google Shape;6519;p178"/>
          <p:cNvCxnSpPr>
            <a:stCxn id="6498" idx="1"/>
            <a:endCxn id="6497" idx="6"/>
          </p:cNvCxnSpPr>
          <p:nvPr/>
        </p:nvCxnSpPr>
        <p:spPr>
          <a:xfrm rot="10800000">
            <a:off x="628834" y="1700715"/>
            <a:ext cx="330900" cy="20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20" name="Google Shape;6520;p178"/>
          <p:cNvSpPr/>
          <p:nvPr/>
        </p:nvSpPr>
        <p:spPr>
          <a:xfrm>
            <a:off x="1128323" y="3117776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17</a:t>
            </a:r>
            <a:endParaRPr/>
          </a:p>
        </p:txBody>
      </p:sp>
      <p:sp>
        <p:nvSpPr>
          <p:cNvPr id="6521" name="Google Shape;6521;p178"/>
          <p:cNvSpPr/>
          <p:nvPr/>
        </p:nvSpPr>
        <p:spPr>
          <a:xfrm>
            <a:off x="1660413" y="3516685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</a:t>
            </a:r>
            <a:endParaRPr/>
          </a:p>
        </p:txBody>
      </p:sp>
      <p:sp>
        <p:nvSpPr>
          <p:cNvPr id="6522" name="Google Shape;6522;p178"/>
          <p:cNvSpPr/>
          <p:nvPr/>
        </p:nvSpPr>
        <p:spPr>
          <a:xfrm>
            <a:off x="596234" y="3516685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18</a:t>
            </a:r>
            <a:endParaRPr/>
          </a:p>
        </p:txBody>
      </p:sp>
      <p:sp>
        <p:nvSpPr>
          <p:cNvPr id="6523" name="Google Shape;6523;p178"/>
          <p:cNvSpPr/>
          <p:nvPr/>
        </p:nvSpPr>
        <p:spPr>
          <a:xfrm>
            <a:off x="1128323" y="3826070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</a:t>
            </a:r>
            <a:endParaRPr/>
          </a:p>
        </p:txBody>
      </p:sp>
      <p:sp>
        <p:nvSpPr>
          <p:cNvPr id="6524" name="Google Shape;6524;p178"/>
          <p:cNvSpPr/>
          <p:nvPr/>
        </p:nvSpPr>
        <p:spPr>
          <a:xfrm>
            <a:off x="526728" y="4135456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</a:t>
            </a:r>
            <a:endParaRPr/>
          </a:p>
        </p:txBody>
      </p:sp>
      <p:sp>
        <p:nvSpPr>
          <p:cNvPr id="6525" name="Google Shape;6525;p178"/>
          <p:cNvSpPr/>
          <p:nvPr/>
        </p:nvSpPr>
        <p:spPr>
          <a:xfrm>
            <a:off x="1128323" y="4405390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23</a:t>
            </a:r>
            <a:endParaRPr/>
          </a:p>
        </p:txBody>
      </p:sp>
      <p:sp>
        <p:nvSpPr>
          <p:cNvPr id="6526" name="Google Shape;6526;p178"/>
          <p:cNvSpPr/>
          <p:nvPr/>
        </p:nvSpPr>
        <p:spPr>
          <a:xfrm>
            <a:off x="1660786" y="4136262"/>
            <a:ext cx="317400" cy="315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</a:t>
            </a:r>
            <a:endParaRPr/>
          </a:p>
        </p:txBody>
      </p:sp>
      <p:cxnSp>
        <p:nvCxnSpPr>
          <p:cNvPr id="6527" name="Google Shape;6527;p178"/>
          <p:cNvCxnSpPr>
            <a:stCxn id="6520" idx="3"/>
            <a:endCxn id="6522" idx="7"/>
          </p:cNvCxnSpPr>
          <p:nvPr/>
        </p:nvCxnSpPr>
        <p:spPr>
          <a:xfrm flipH="1">
            <a:off x="866962" y="3381780"/>
            <a:ext cx="307800" cy="1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28" name="Google Shape;6528;p178"/>
          <p:cNvCxnSpPr>
            <a:stCxn id="6525" idx="2"/>
            <a:endCxn id="6524" idx="5"/>
          </p:cNvCxnSpPr>
          <p:nvPr/>
        </p:nvCxnSpPr>
        <p:spPr>
          <a:xfrm rot="10800000">
            <a:off x="797423" y="4399540"/>
            <a:ext cx="330900" cy="16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29" name="Google Shape;6529;p178"/>
          <p:cNvCxnSpPr>
            <a:stCxn id="6523" idx="2"/>
            <a:endCxn id="6524" idx="6"/>
          </p:cNvCxnSpPr>
          <p:nvPr/>
        </p:nvCxnSpPr>
        <p:spPr>
          <a:xfrm flipH="1">
            <a:off x="843923" y="3980720"/>
            <a:ext cx="284400" cy="30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30" name="Google Shape;6530;p178"/>
          <p:cNvCxnSpPr>
            <a:stCxn id="6524" idx="0"/>
            <a:endCxn id="6522" idx="4"/>
          </p:cNvCxnSpPr>
          <p:nvPr/>
        </p:nvCxnSpPr>
        <p:spPr>
          <a:xfrm flipH="1" rot="10800000">
            <a:off x="685278" y="3825856"/>
            <a:ext cx="69600" cy="30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31" name="Google Shape;6531;p178"/>
          <p:cNvCxnSpPr>
            <a:stCxn id="6521" idx="2"/>
            <a:endCxn id="6523" idx="7"/>
          </p:cNvCxnSpPr>
          <p:nvPr/>
        </p:nvCxnSpPr>
        <p:spPr>
          <a:xfrm flipH="1">
            <a:off x="1399113" y="3671335"/>
            <a:ext cx="261300" cy="20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32" name="Google Shape;6532;p178"/>
          <p:cNvCxnSpPr>
            <a:stCxn id="6521" idx="0"/>
            <a:endCxn id="6520" idx="5"/>
          </p:cNvCxnSpPr>
          <p:nvPr/>
        </p:nvCxnSpPr>
        <p:spPr>
          <a:xfrm rot="10800000">
            <a:off x="1398963" y="3381685"/>
            <a:ext cx="420000" cy="13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33" name="Google Shape;6533;p178"/>
          <p:cNvCxnSpPr>
            <a:stCxn id="6526" idx="0"/>
            <a:endCxn id="6521" idx="4"/>
          </p:cNvCxnSpPr>
          <p:nvPr/>
        </p:nvCxnSpPr>
        <p:spPr>
          <a:xfrm rot="10800000">
            <a:off x="1818886" y="3826062"/>
            <a:ext cx="600" cy="31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34" name="Google Shape;6534;p178"/>
          <p:cNvCxnSpPr>
            <a:stCxn id="6525" idx="6"/>
            <a:endCxn id="6526" idx="3"/>
          </p:cNvCxnSpPr>
          <p:nvPr/>
        </p:nvCxnSpPr>
        <p:spPr>
          <a:xfrm flipH="1" rot="10800000">
            <a:off x="1445423" y="4405240"/>
            <a:ext cx="261900" cy="15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35" name="Google Shape;6535;p178"/>
          <p:cNvCxnSpPr>
            <a:stCxn id="6524" idx="6"/>
            <a:endCxn id="6526" idx="2"/>
          </p:cNvCxnSpPr>
          <p:nvPr/>
        </p:nvCxnSpPr>
        <p:spPr>
          <a:xfrm>
            <a:off x="843828" y="4290106"/>
            <a:ext cx="816900" cy="3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36" name="Google Shape;6536;p178"/>
          <p:cNvCxnSpPr>
            <a:stCxn id="6523" idx="0"/>
            <a:endCxn id="6520" idx="4"/>
          </p:cNvCxnSpPr>
          <p:nvPr/>
        </p:nvCxnSpPr>
        <p:spPr>
          <a:xfrm rot="10800000">
            <a:off x="1286873" y="3427070"/>
            <a:ext cx="0" cy="39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37" name="Google Shape;6537;p178"/>
          <p:cNvCxnSpPr>
            <a:stCxn id="6525" idx="6"/>
            <a:endCxn id="6521" idx="3"/>
          </p:cNvCxnSpPr>
          <p:nvPr/>
        </p:nvCxnSpPr>
        <p:spPr>
          <a:xfrm flipH="1" rot="10800000">
            <a:off x="1445423" y="3780640"/>
            <a:ext cx="261300" cy="77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38" name="Google Shape;6538;p178"/>
          <p:cNvCxnSpPr>
            <a:stCxn id="6523" idx="1"/>
            <a:endCxn id="6522" idx="6"/>
          </p:cNvCxnSpPr>
          <p:nvPr/>
        </p:nvCxnSpPr>
        <p:spPr>
          <a:xfrm rot="10800000">
            <a:off x="913462" y="3671266"/>
            <a:ext cx="261300" cy="20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39" name="Google Shape;6539;p178"/>
          <p:cNvCxnSpPr>
            <a:stCxn id="6524" idx="1"/>
            <a:endCxn id="6499" idx="4"/>
          </p:cNvCxnSpPr>
          <p:nvPr/>
        </p:nvCxnSpPr>
        <p:spPr>
          <a:xfrm rot="10800000">
            <a:off x="470266" y="2474352"/>
            <a:ext cx="102900" cy="170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40" name="Google Shape;6540;p178"/>
          <p:cNvCxnSpPr>
            <a:stCxn id="6521" idx="0"/>
            <a:endCxn id="6501" idx="4"/>
          </p:cNvCxnSpPr>
          <p:nvPr/>
        </p:nvCxnSpPr>
        <p:spPr>
          <a:xfrm rot="10800000">
            <a:off x="1604463" y="2480785"/>
            <a:ext cx="214500" cy="103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41" name="Google Shape;6541;p178"/>
          <p:cNvSpPr/>
          <p:nvPr/>
        </p:nvSpPr>
        <p:spPr>
          <a:xfrm>
            <a:off x="2195893" y="1855625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6542" name="Google Shape;6542;p178"/>
          <p:cNvSpPr/>
          <p:nvPr/>
        </p:nvSpPr>
        <p:spPr>
          <a:xfrm>
            <a:off x="2195893" y="2713004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6543" name="Google Shape;6543;p178"/>
          <p:cNvSpPr/>
          <p:nvPr/>
        </p:nvSpPr>
        <p:spPr>
          <a:xfrm>
            <a:off x="2563793" y="2299999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6544" name="Google Shape;6544;p178"/>
          <p:cNvSpPr/>
          <p:nvPr/>
        </p:nvSpPr>
        <p:spPr>
          <a:xfrm>
            <a:off x="2880801" y="1546133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6545" name="Google Shape;6545;p178"/>
          <p:cNvSpPr/>
          <p:nvPr/>
        </p:nvSpPr>
        <p:spPr>
          <a:xfrm>
            <a:off x="3749082" y="1679501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6546" name="Google Shape;6546;p178"/>
          <p:cNvSpPr/>
          <p:nvPr/>
        </p:nvSpPr>
        <p:spPr>
          <a:xfrm>
            <a:off x="3274403" y="2299999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sp>
        <p:nvSpPr>
          <p:cNvPr id="6547" name="Google Shape;6547;p178"/>
          <p:cNvSpPr/>
          <p:nvPr/>
        </p:nvSpPr>
        <p:spPr>
          <a:xfrm>
            <a:off x="4341627" y="2211777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sp>
        <p:nvSpPr>
          <p:cNvPr id="6548" name="Google Shape;6548;p178"/>
          <p:cNvSpPr/>
          <p:nvPr/>
        </p:nvSpPr>
        <p:spPr>
          <a:xfrm>
            <a:off x="3374610" y="2915806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</a:t>
            </a:r>
            <a:endParaRPr/>
          </a:p>
        </p:txBody>
      </p:sp>
      <p:sp>
        <p:nvSpPr>
          <p:cNvPr id="6549" name="Google Shape;6549;p178"/>
          <p:cNvSpPr/>
          <p:nvPr/>
        </p:nvSpPr>
        <p:spPr>
          <a:xfrm>
            <a:off x="4223529" y="3072460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</a:t>
            </a:r>
            <a:endParaRPr/>
          </a:p>
        </p:txBody>
      </p:sp>
      <p:cxnSp>
        <p:nvCxnSpPr>
          <p:cNvPr id="6550" name="Google Shape;6550;p178"/>
          <p:cNvCxnSpPr>
            <a:stCxn id="6501" idx="6"/>
            <a:endCxn id="6541" idx="3"/>
          </p:cNvCxnSpPr>
          <p:nvPr/>
        </p:nvCxnSpPr>
        <p:spPr>
          <a:xfrm flipH="1" rot="10800000">
            <a:off x="1763158" y="2119511"/>
            <a:ext cx="479100" cy="20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51" name="Google Shape;6551;p178"/>
          <p:cNvCxnSpPr>
            <a:stCxn id="6542" idx="2"/>
            <a:endCxn id="6501" idx="6"/>
          </p:cNvCxnSpPr>
          <p:nvPr/>
        </p:nvCxnSpPr>
        <p:spPr>
          <a:xfrm rot="10800000">
            <a:off x="1763293" y="2323154"/>
            <a:ext cx="432600" cy="54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52" name="Google Shape;6552;p178"/>
          <p:cNvCxnSpPr>
            <a:stCxn id="6543" idx="2"/>
            <a:endCxn id="6501" idx="6"/>
          </p:cNvCxnSpPr>
          <p:nvPr/>
        </p:nvCxnSpPr>
        <p:spPr>
          <a:xfrm rot="10800000">
            <a:off x="1763093" y="2323249"/>
            <a:ext cx="800700" cy="131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53" name="Google Shape;6553;p178"/>
          <p:cNvCxnSpPr>
            <a:stCxn id="6542" idx="0"/>
            <a:endCxn id="6541" idx="4"/>
          </p:cNvCxnSpPr>
          <p:nvPr/>
        </p:nvCxnSpPr>
        <p:spPr>
          <a:xfrm rot="10800000">
            <a:off x="2354443" y="2164904"/>
            <a:ext cx="0" cy="548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54" name="Google Shape;6554;p178"/>
          <p:cNvCxnSpPr>
            <a:stCxn id="6543" idx="0"/>
            <a:endCxn id="6541" idx="5"/>
          </p:cNvCxnSpPr>
          <p:nvPr/>
        </p:nvCxnSpPr>
        <p:spPr>
          <a:xfrm rot="10800000">
            <a:off x="2466443" y="2119699"/>
            <a:ext cx="255900" cy="1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55" name="Google Shape;6555;p178"/>
          <p:cNvCxnSpPr>
            <a:stCxn id="6542" idx="6"/>
            <a:endCxn id="6543" idx="4"/>
          </p:cNvCxnSpPr>
          <p:nvPr/>
        </p:nvCxnSpPr>
        <p:spPr>
          <a:xfrm flipH="1" rot="10800000">
            <a:off x="2512993" y="2609354"/>
            <a:ext cx="209400" cy="258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56" name="Google Shape;6556;p178"/>
          <p:cNvCxnSpPr>
            <a:stCxn id="6541" idx="6"/>
            <a:endCxn id="6544" idx="2"/>
          </p:cNvCxnSpPr>
          <p:nvPr/>
        </p:nvCxnSpPr>
        <p:spPr>
          <a:xfrm flipH="1" rot="10800000">
            <a:off x="2512993" y="1700675"/>
            <a:ext cx="367800" cy="30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57" name="Google Shape;6557;p178"/>
          <p:cNvCxnSpPr>
            <a:stCxn id="6545" idx="2"/>
            <a:endCxn id="6544" idx="6"/>
          </p:cNvCxnSpPr>
          <p:nvPr/>
        </p:nvCxnSpPr>
        <p:spPr>
          <a:xfrm rot="10800000">
            <a:off x="3197982" y="1700651"/>
            <a:ext cx="551100" cy="13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58" name="Google Shape;6558;p178"/>
          <p:cNvCxnSpPr>
            <a:stCxn id="6547" idx="1"/>
            <a:endCxn id="6545" idx="5"/>
          </p:cNvCxnSpPr>
          <p:nvPr/>
        </p:nvCxnSpPr>
        <p:spPr>
          <a:xfrm rot="10800000">
            <a:off x="4019665" y="1943573"/>
            <a:ext cx="368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59" name="Google Shape;6559;p178"/>
          <p:cNvCxnSpPr>
            <a:stCxn id="6546" idx="7"/>
            <a:endCxn id="6545" idx="4"/>
          </p:cNvCxnSpPr>
          <p:nvPr/>
        </p:nvCxnSpPr>
        <p:spPr>
          <a:xfrm flipH="1" rot="10800000">
            <a:off x="3545065" y="1988895"/>
            <a:ext cx="362700" cy="35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60" name="Google Shape;6560;p178"/>
          <p:cNvCxnSpPr>
            <a:stCxn id="6549" idx="1"/>
            <a:endCxn id="6546" idx="5"/>
          </p:cNvCxnSpPr>
          <p:nvPr/>
        </p:nvCxnSpPr>
        <p:spPr>
          <a:xfrm rot="10800000">
            <a:off x="3545168" y="2563956"/>
            <a:ext cx="724800" cy="55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61" name="Google Shape;6561;p178"/>
          <p:cNvCxnSpPr>
            <a:stCxn id="6549" idx="2"/>
            <a:endCxn id="6548" idx="5"/>
          </p:cNvCxnSpPr>
          <p:nvPr/>
        </p:nvCxnSpPr>
        <p:spPr>
          <a:xfrm rot="10800000">
            <a:off x="3645129" y="3179710"/>
            <a:ext cx="578400" cy="4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62" name="Google Shape;6562;p178"/>
          <p:cNvCxnSpPr>
            <a:stCxn id="6548" idx="2"/>
            <a:endCxn id="6542" idx="6"/>
          </p:cNvCxnSpPr>
          <p:nvPr/>
        </p:nvCxnSpPr>
        <p:spPr>
          <a:xfrm rot="10800000">
            <a:off x="2513010" y="2867656"/>
            <a:ext cx="861600" cy="202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63" name="Google Shape;6563;p178"/>
          <p:cNvCxnSpPr>
            <a:stCxn id="6549" idx="0"/>
            <a:endCxn id="6547" idx="4"/>
          </p:cNvCxnSpPr>
          <p:nvPr/>
        </p:nvCxnSpPr>
        <p:spPr>
          <a:xfrm flipH="1" rot="10800000">
            <a:off x="4382079" y="2521060"/>
            <a:ext cx="118200" cy="551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64" name="Google Shape;6564;p178"/>
          <p:cNvCxnSpPr>
            <a:stCxn id="6546" idx="2"/>
            <a:endCxn id="6543" idx="6"/>
          </p:cNvCxnSpPr>
          <p:nvPr/>
        </p:nvCxnSpPr>
        <p:spPr>
          <a:xfrm rot="10800000">
            <a:off x="2880803" y="2454649"/>
            <a:ext cx="3936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65" name="Google Shape;6565;p178"/>
          <p:cNvSpPr txBox="1"/>
          <p:nvPr>
            <p:ph type="title"/>
          </p:nvPr>
        </p:nvSpPr>
        <p:spPr>
          <a:xfrm>
            <a:off x="311700" y="315925"/>
            <a:ext cx="54051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Cohesive Blocking </a:t>
            </a:r>
            <a:endParaRPr/>
          </a:p>
        </p:txBody>
      </p:sp>
      <p:sp>
        <p:nvSpPr>
          <p:cNvPr id="6566" name="Google Shape;6566;p178"/>
          <p:cNvSpPr/>
          <p:nvPr/>
        </p:nvSpPr>
        <p:spPr>
          <a:xfrm>
            <a:off x="6584850" y="1958150"/>
            <a:ext cx="863100" cy="4179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</a:t>
            </a:r>
            <a:endParaRPr b="1"/>
          </a:p>
        </p:txBody>
      </p:sp>
      <p:sp>
        <p:nvSpPr>
          <p:cNvPr id="6567" name="Google Shape;6567;p178"/>
          <p:cNvSpPr txBox="1"/>
          <p:nvPr>
            <p:ph idx="4294967295" type="body"/>
          </p:nvPr>
        </p:nvSpPr>
        <p:spPr>
          <a:xfrm>
            <a:off x="5342550" y="315925"/>
            <a:ext cx="3913500" cy="19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n" sz="1400">
                <a:solidFill>
                  <a:srgbClr val="000000"/>
                </a:solidFill>
              </a:rPr>
              <a:t>Identify the k-connectivity of the input graph (G)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n" sz="1400">
                <a:solidFill>
                  <a:srgbClr val="000000"/>
                </a:solidFill>
              </a:rPr>
              <a:t>Remove the minimum node cutset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n" sz="1400">
                <a:solidFill>
                  <a:srgbClr val="000000"/>
                </a:solidFill>
              </a:rPr>
              <a:t>Do the same on the resulting subgraphs until no more subdivisions can be obtained </a:t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1" name="Shape 6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2" name="Google Shape;6572;p179"/>
          <p:cNvSpPr/>
          <p:nvPr/>
        </p:nvSpPr>
        <p:spPr>
          <a:xfrm>
            <a:off x="913295" y="1147225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6573" name="Google Shape;6573;p179"/>
          <p:cNvSpPr/>
          <p:nvPr/>
        </p:nvSpPr>
        <p:spPr>
          <a:xfrm>
            <a:off x="1445385" y="1546133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6574" name="Google Shape;6574;p179"/>
          <p:cNvSpPr/>
          <p:nvPr/>
        </p:nvSpPr>
        <p:spPr>
          <a:xfrm>
            <a:off x="311700" y="1546133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6575" name="Google Shape;6575;p179"/>
          <p:cNvSpPr/>
          <p:nvPr/>
        </p:nvSpPr>
        <p:spPr>
          <a:xfrm>
            <a:off x="913295" y="1855519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6576" name="Google Shape;6576;p179"/>
          <p:cNvSpPr/>
          <p:nvPr/>
        </p:nvSpPr>
        <p:spPr>
          <a:xfrm>
            <a:off x="311700" y="2164904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6577" name="Google Shape;6577;p179"/>
          <p:cNvSpPr/>
          <p:nvPr/>
        </p:nvSpPr>
        <p:spPr>
          <a:xfrm>
            <a:off x="913295" y="2434838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6578" name="Google Shape;6578;p179"/>
          <p:cNvSpPr/>
          <p:nvPr/>
        </p:nvSpPr>
        <p:spPr>
          <a:xfrm>
            <a:off x="1445758" y="2165711"/>
            <a:ext cx="317400" cy="315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cxnSp>
        <p:nvCxnSpPr>
          <p:cNvPr id="6579" name="Google Shape;6579;p179"/>
          <p:cNvCxnSpPr>
            <a:endCxn id="6574" idx="7"/>
          </p:cNvCxnSpPr>
          <p:nvPr/>
        </p:nvCxnSpPr>
        <p:spPr>
          <a:xfrm flipH="1">
            <a:off x="582362" y="1411129"/>
            <a:ext cx="377400" cy="1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80" name="Google Shape;6580;p179"/>
          <p:cNvCxnSpPr>
            <a:stCxn id="6576" idx="0"/>
            <a:endCxn id="6574" idx="4"/>
          </p:cNvCxnSpPr>
          <p:nvPr/>
        </p:nvCxnSpPr>
        <p:spPr>
          <a:xfrm rot="10800000">
            <a:off x="470250" y="1855304"/>
            <a:ext cx="0" cy="3096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81" name="Google Shape;6581;p179"/>
          <p:cNvCxnSpPr>
            <a:stCxn id="6577" idx="2"/>
            <a:endCxn id="6576" idx="5"/>
          </p:cNvCxnSpPr>
          <p:nvPr/>
        </p:nvCxnSpPr>
        <p:spPr>
          <a:xfrm rot="10800000">
            <a:off x="582395" y="2428988"/>
            <a:ext cx="330900" cy="16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82" name="Google Shape;6582;p179"/>
          <p:cNvCxnSpPr>
            <a:stCxn id="6575" idx="2"/>
            <a:endCxn id="6576" idx="6"/>
          </p:cNvCxnSpPr>
          <p:nvPr/>
        </p:nvCxnSpPr>
        <p:spPr>
          <a:xfrm flipH="1">
            <a:off x="628895" y="2010169"/>
            <a:ext cx="284400" cy="30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83" name="Google Shape;6583;p179"/>
          <p:cNvCxnSpPr>
            <a:stCxn id="6577" idx="2"/>
            <a:endCxn id="6574" idx="4"/>
          </p:cNvCxnSpPr>
          <p:nvPr/>
        </p:nvCxnSpPr>
        <p:spPr>
          <a:xfrm rot="10800000">
            <a:off x="470195" y="1855388"/>
            <a:ext cx="443100" cy="734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84" name="Google Shape;6584;p179"/>
          <p:cNvCxnSpPr>
            <a:stCxn id="6573" idx="2"/>
            <a:endCxn id="6575" idx="7"/>
          </p:cNvCxnSpPr>
          <p:nvPr/>
        </p:nvCxnSpPr>
        <p:spPr>
          <a:xfrm flipH="1">
            <a:off x="1184085" y="1700783"/>
            <a:ext cx="261300" cy="20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85" name="Google Shape;6585;p179"/>
          <p:cNvCxnSpPr>
            <a:stCxn id="6573" idx="2"/>
            <a:endCxn id="6574" idx="6"/>
          </p:cNvCxnSpPr>
          <p:nvPr/>
        </p:nvCxnSpPr>
        <p:spPr>
          <a:xfrm rot="10800000">
            <a:off x="628785" y="1700783"/>
            <a:ext cx="8166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86" name="Google Shape;6586;p179"/>
          <p:cNvCxnSpPr>
            <a:stCxn id="6573" idx="0"/>
            <a:endCxn id="6572" idx="5"/>
          </p:cNvCxnSpPr>
          <p:nvPr/>
        </p:nvCxnSpPr>
        <p:spPr>
          <a:xfrm rot="10800000">
            <a:off x="1183935" y="1411133"/>
            <a:ext cx="420000" cy="13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87" name="Google Shape;6587;p179"/>
          <p:cNvCxnSpPr>
            <a:stCxn id="6578" idx="7"/>
            <a:endCxn id="6573" idx="4"/>
          </p:cNvCxnSpPr>
          <p:nvPr/>
        </p:nvCxnSpPr>
        <p:spPr>
          <a:xfrm rot="10800000">
            <a:off x="1603876" y="1855441"/>
            <a:ext cx="112800" cy="35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88" name="Google Shape;6588;p179"/>
          <p:cNvCxnSpPr>
            <a:stCxn id="6578" idx="2"/>
            <a:endCxn id="6575" idx="6"/>
          </p:cNvCxnSpPr>
          <p:nvPr/>
        </p:nvCxnSpPr>
        <p:spPr>
          <a:xfrm rot="10800000">
            <a:off x="1230358" y="2010311"/>
            <a:ext cx="215400" cy="31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89" name="Google Shape;6589;p179"/>
          <p:cNvCxnSpPr>
            <a:stCxn id="6577" idx="0"/>
            <a:endCxn id="6575" idx="4"/>
          </p:cNvCxnSpPr>
          <p:nvPr/>
        </p:nvCxnSpPr>
        <p:spPr>
          <a:xfrm rot="10800000">
            <a:off x="1071845" y="2164838"/>
            <a:ext cx="0" cy="270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90" name="Google Shape;6590;p179"/>
          <p:cNvCxnSpPr>
            <a:stCxn id="6577" idx="6"/>
            <a:endCxn id="6578" idx="3"/>
          </p:cNvCxnSpPr>
          <p:nvPr/>
        </p:nvCxnSpPr>
        <p:spPr>
          <a:xfrm flipH="1" rot="10800000">
            <a:off x="1230395" y="2434688"/>
            <a:ext cx="261900" cy="15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91" name="Google Shape;6591;p179"/>
          <p:cNvCxnSpPr>
            <a:stCxn id="6576" idx="6"/>
            <a:endCxn id="6578" idx="2"/>
          </p:cNvCxnSpPr>
          <p:nvPr/>
        </p:nvCxnSpPr>
        <p:spPr>
          <a:xfrm>
            <a:off x="628800" y="2319554"/>
            <a:ext cx="816900" cy="3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92" name="Google Shape;6592;p179"/>
          <p:cNvCxnSpPr>
            <a:stCxn id="6576" idx="6"/>
            <a:endCxn id="6572" idx="4"/>
          </p:cNvCxnSpPr>
          <p:nvPr/>
        </p:nvCxnSpPr>
        <p:spPr>
          <a:xfrm flipH="1" rot="10800000">
            <a:off x="628800" y="1456454"/>
            <a:ext cx="443100" cy="86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93" name="Google Shape;6593;p179"/>
          <p:cNvCxnSpPr>
            <a:stCxn id="6575" idx="0"/>
            <a:endCxn id="6572" idx="4"/>
          </p:cNvCxnSpPr>
          <p:nvPr/>
        </p:nvCxnSpPr>
        <p:spPr>
          <a:xfrm rot="10800000">
            <a:off x="1071845" y="1456519"/>
            <a:ext cx="0" cy="39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94" name="Google Shape;6594;p179"/>
          <p:cNvCxnSpPr>
            <a:stCxn id="6572" idx="4"/>
            <a:endCxn id="6578" idx="1"/>
          </p:cNvCxnSpPr>
          <p:nvPr/>
        </p:nvCxnSpPr>
        <p:spPr>
          <a:xfrm>
            <a:off x="1071845" y="1456525"/>
            <a:ext cx="420300" cy="755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95" name="Google Shape;6595;p179"/>
          <p:cNvCxnSpPr>
            <a:stCxn id="6577" idx="6"/>
            <a:endCxn id="6573" idx="3"/>
          </p:cNvCxnSpPr>
          <p:nvPr/>
        </p:nvCxnSpPr>
        <p:spPr>
          <a:xfrm flipH="1" rot="10800000">
            <a:off x="1230395" y="1810088"/>
            <a:ext cx="261300" cy="77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96" name="Google Shape;6596;p179"/>
          <p:cNvCxnSpPr>
            <a:stCxn id="6575" idx="1"/>
            <a:endCxn id="6574" idx="6"/>
          </p:cNvCxnSpPr>
          <p:nvPr/>
        </p:nvCxnSpPr>
        <p:spPr>
          <a:xfrm rot="10800000">
            <a:off x="628834" y="1700715"/>
            <a:ext cx="330900" cy="20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97" name="Google Shape;6597;p179"/>
          <p:cNvSpPr/>
          <p:nvPr/>
        </p:nvSpPr>
        <p:spPr>
          <a:xfrm>
            <a:off x="1128323" y="3117776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17</a:t>
            </a:r>
            <a:endParaRPr/>
          </a:p>
        </p:txBody>
      </p:sp>
      <p:sp>
        <p:nvSpPr>
          <p:cNvPr id="6598" name="Google Shape;6598;p179"/>
          <p:cNvSpPr/>
          <p:nvPr/>
        </p:nvSpPr>
        <p:spPr>
          <a:xfrm>
            <a:off x="1660413" y="3516685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</a:t>
            </a:r>
            <a:endParaRPr/>
          </a:p>
        </p:txBody>
      </p:sp>
      <p:sp>
        <p:nvSpPr>
          <p:cNvPr id="6599" name="Google Shape;6599;p179"/>
          <p:cNvSpPr/>
          <p:nvPr/>
        </p:nvSpPr>
        <p:spPr>
          <a:xfrm>
            <a:off x="596234" y="3516685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18</a:t>
            </a:r>
            <a:endParaRPr/>
          </a:p>
        </p:txBody>
      </p:sp>
      <p:sp>
        <p:nvSpPr>
          <p:cNvPr id="6600" name="Google Shape;6600;p179"/>
          <p:cNvSpPr/>
          <p:nvPr/>
        </p:nvSpPr>
        <p:spPr>
          <a:xfrm>
            <a:off x="1128323" y="3826070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</a:t>
            </a:r>
            <a:endParaRPr/>
          </a:p>
        </p:txBody>
      </p:sp>
      <p:sp>
        <p:nvSpPr>
          <p:cNvPr id="6601" name="Google Shape;6601;p179"/>
          <p:cNvSpPr/>
          <p:nvPr/>
        </p:nvSpPr>
        <p:spPr>
          <a:xfrm>
            <a:off x="526728" y="4135456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</a:t>
            </a:r>
            <a:endParaRPr/>
          </a:p>
        </p:txBody>
      </p:sp>
      <p:sp>
        <p:nvSpPr>
          <p:cNvPr id="6602" name="Google Shape;6602;p179"/>
          <p:cNvSpPr/>
          <p:nvPr/>
        </p:nvSpPr>
        <p:spPr>
          <a:xfrm>
            <a:off x="1128323" y="4405390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23</a:t>
            </a:r>
            <a:endParaRPr/>
          </a:p>
        </p:txBody>
      </p:sp>
      <p:sp>
        <p:nvSpPr>
          <p:cNvPr id="6603" name="Google Shape;6603;p179"/>
          <p:cNvSpPr/>
          <p:nvPr/>
        </p:nvSpPr>
        <p:spPr>
          <a:xfrm>
            <a:off x="1660786" y="4136262"/>
            <a:ext cx="317400" cy="315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</a:t>
            </a:r>
            <a:endParaRPr/>
          </a:p>
        </p:txBody>
      </p:sp>
      <p:cxnSp>
        <p:nvCxnSpPr>
          <p:cNvPr id="6604" name="Google Shape;6604;p179"/>
          <p:cNvCxnSpPr>
            <a:stCxn id="6597" idx="3"/>
            <a:endCxn id="6599" idx="7"/>
          </p:cNvCxnSpPr>
          <p:nvPr/>
        </p:nvCxnSpPr>
        <p:spPr>
          <a:xfrm flipH="1">
            <a:off x="866962" y="3381780"/>
            <a:ext cx="307800" cy="1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05" name="Google Shape;6605;p179"/>
          <p:cNvCxnSpPr>
            <a:stCxn id="6602" idx="2"/>
            <a:endCxn id="6601" idx="5"/>
          </p:cNvCxnSpPr>
          <p:nvPr/>
        </p:nvCxnSpPr>
        <p:spPr>
          <a:xfrm rot="10800000">
            <a:off x="797423" y="4399540"/>
            <a:ext cx="330900" cy="16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06" name="Google Shape;6606;p179"/>
          <p:cNvCxnSpPr>
            <a:stCxn id="6600" idx="2"/>
            <a:endCxn id="6601" idx="6"/>
          </p:cNvCxnSpPr>
          <p:nvPr/>
        </p:nvCxnSpPr>
        <p:spPr>
          <a:xfrm flipH="1">
            <a:off x="843923" y="3980720"/>
            <a:ext cx="284400" cy="30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07" name="Google Shape;6607;p179"/>
          <p:cNvCxnSpPr>
            <a:stCxn id="6601" idx="0"/>
            <a:endCxn id="6599" idx="4"/>
          </p:cNvCxnSpPr>
          <p:nvPr/>
        </p:nvCxnSpPr>
        <p:spPr>
          <a:xfrm flipH="1" rot="10800000">
            <a:off x="685278" y="3825856"/>
            <a:ext cx="69600" cy="30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08" name="Google Shape;6608;p179"/>
          <p:cNvCxnSpPr>
            <a:stCxn id="6598" idx="2"/>
            <a:endCxn id="6600" idx="7"/>
          </p:cNvCxnSpPr>
          <p:nvPr/>
        </p:nvCxnSpPr>
        <p:spPr>
          <a:xfrm flipH="1">
            <a:off x="1399113" y="3671335"/>
            <a:ext cx="261300" cy="20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09" name="Google Shape;6609;p179"/>
          <p:cNvCxnSpPr>
            <a:stCxn id="6598" idx="0"/>
            <a:endCxn id="6597" idx="5"/>
          </p:cNvCxnSpPr>
          <p:nvPr/>
        </p:nvCxnSpPr>
        <p:spPr>
          <a:xfrm rot="10800000">
            <a:off x="1398963" y="3381685"/>
            <a:ext cx="420000" cy="13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10" name="Google Shape;6610;p179"/>
          <p:cNvCxnSpPr>
            <a:stCxn id="6603" idx="0"/>
            <a:endCxn id="6598" idx="4"/>
          </p:cNvCxnSpPr>
          <p:nvPr/>
        </p:nvCxnSpPr>
        <p:spPr>
          <a:xfrm rot="10800000">
            <a:off x="1818886" y="3826062"/>
            <a:ext cx="600" cy="31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11" name="Google Shape;6611;p179"/>
          <p:cNvCxnSpPr>
            <a:stCxn id="6602" idx="6"/>
            <a:endCxn id="6603" idx="3"/>
          </p:cNvCxnSpPr>
          <p:nvPr/>
        </p:nvCxnSpPr>
        <p:spPr>
          <a:xfrm flipH="1" rot="10800000">
            <a:off x="1445423" y="4405240"/>
            <a:ext cx="261900" cy="15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12" name="Google Shape;6612;p179"/>
          <p:cNvCxnSpPr>
            <a:stCxn id="6601" idx="6"/>
            <a:endCxn id="6603" idx="2"/>
          </p:cNvCxnSpPr>
          <p:nvPr/>
        </p:nvCxnSpPr>
        <p:spPr>
          <a:xfrm>
            <a:off x="843828" y="4290106"/>
            <a:ext cx="816900" cy="3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13" name="Google Shape;6613;p179"/>
          <p:cNvCxnSpPr>
            <a:stCxn id="6600" idx="0"/>
            <a:endCxn id="6597" idx="4"/>
          </p:cNvCxnSpPr>
          <p:nvPr/>
        </p:nvCxnSpPr>
        <p:spPr>
          <a:xfrm rot="10800000">
            <a:off x="1286873" y="3427070"/>
            <a:ext cx="0" cy="39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14" name="Google Shape;6614;p179"/>
          <p:cNvCxnSpPr>
            <a:stCxn id="6602" idx="6"/>
            <a:endCxn id="6598" idx="3"/>
          </p:cNvCxnSpPr>
          <p:nvPr/>
        </p:nvCxnSpPr>
        <p:spPr>
          <a:xfrm flipH="1" rot="10800000">
            <a:off x="1445423" y="3780640"/>
            <a:ext cx="261300" cy="77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15" name="Google Shape;6615;p179"/>
          <p:cNvCxnSpPr>
            <a:stCxn id="6600" idx="1"/>
            <a:endCxn id="6599" idx="6"/>
          </p:cNvCxnSpPr>
          <p:nvPr/>
        </p:nvCxnSpPr>
        <p:spPr>
          <a:xfrm rot="10800000">
            <a:off x="913462" y="3671266"/>
            <a:ext cx="261300" cy="20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16" name="Google Shape;6616;p179"/>
          <p:cNvCxnSpPr>
            <a:stCxn id="6601" idx="1"/>
            <a:endCxn id="6576" idx="4"/>
          </p:cNvCxnSpPr>
          <p:nvPr/>
        </p:nvCxnSpPr>
        <p:spPr>
          <a:xfrm rot="10800000">
            <a:off x="470266" y="2474352"/>
            <a:ext cx="102900" cy="170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17" name="Google Shape;6617;p179"/>
          <p:cNvCxnSpPr>
            <a:stCxn id="6598" idx="0"/>
            <a:endCxn id="6578" idx="4"/>
          </p:cNvCxnSpPr>
          <p:nvPr/>
        </p:nvCxnSpPr>
        <p:spPr>
          <a:xfrm rot="10800000">
            <a:off x="1604463" y="2480785"/>
            <a:ext cx="214500" cy="103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18" name="Google Shape;6618;p179"/>
          <p:cNvSpPr/>
          <p:nvPr/>
        </p:nvSpPr>
        <p:spPr>
          <a:xfrm>
            <a:off x="2195893" y="1855625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6619" name="Google Shape;6619;p179"/>
          <p:cNvSpPr/>
          <p:nvPr/>
        </p:nvSpPr>
        <p:spPr>
          <a:xfrm>
            <a:off x="2195893" y="2713004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6620" name="Google Shape;6620;p179"/>
          <p:cNvSpPr/>
          <p:nvPr/>
        </p:nvSpPr>
        <p:spPr>
          <a:xfrm>
            <a:off x="2563793" y="2299999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6621" name="Google Shape;6621;p179"/>
          <p:cNvSpPr/>
          <p:nvPr/>
        </p:nvSpPr>
        <p:spPr>
          <a:xfrm>
            <a:off x="2880801" y="1546133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6622" name="Google Shape;6622;p179"/>
          <p:cNvSpPr/>
          <p:nvPr/>
        </p:nvSpPr>
        <p:spPr>
          <a:xfrm>
            <a:off x="3749082" y="1679501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6623" name="Google Shape;6623;p179"/>
          <p:cNvSpPr/>
          <p:nvPr/>
        </p:nvSpPr>
        <p:spPr>
          <a:xfrm>
            <a:off x="3274403" y="2299999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sp>
        <p:nvSpPr>
          <p:cNvPr id="6624" name="Google Shape;6624;p179"/>
          <p:cNvSpPr/>
          <p:nvPr/>
        </p:nvSpPr>
        <p:spPr>
          <a:xfrm>
            <a:off x="4341627" y="2211777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sp>
        <p:nvSpPr>
          <p:cNvPr id="6625" name="Google Shape;6625;p179"/>
          <p:cNvSpPr/>
          <p:nvPr/>
        </p:nvSpPr>
        <p:spPr>
          <a:xfrm>
            <a:off x="3374610" y="2915806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</a:t>
            </a:r>
            <a:endParaRPr/>
          </a:p>
        </p:txBody>
      </p:sp>
      <p:sp>
        <p:nvSpPr>
          <p:cNvPr id="6626" name="Google Shape;6626;p179"/>
          <p:cNvSpPr/>
          <p:nvPr/>
        </p:nvSpPr>
        <p:spPr>
          <a:xfrm>
            <a:off x="4223529" y="3072460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</a:t>
            </a:r>
            <a:endParaRPr/>
          </a:p>
        </p:txBody>
      </p:sp>
      <p:cxnSp>
        <p:nvCxnSpPr>
          <p:cNvPr id="6627" name="Google Shape;6627;p179"/>
          <p:cNvCxnSpPr>
            <a:stCxn id="6578" idx="6"/>
            <a:endCxn id="6618" idx="3"/>
          </p:cNvCxnSpPr>
          <p:nvPr/>
        </p:nvCxnSpPr>
        <p:spPr>
          <a:xfrm flipH="1" rot="10800000">
            <a:off x="1763158" y="2119511"/>
            <a:ext cx="479100" cy="20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28" name="Google Shape;6628;p179"/>
          <p:cNvCxnSpPr>
            <a:stCxn id="6619" idx="2"/>
            <a:endCxn id="6578" idx="6"/>
          </p:cNvCxnSpPr>
          <p:nvPr/>
        </p:nvCxnSpPr>
        <p:spPr>
          <a:xfrm rot="10800000">
            <a:off x="1763293" y="2323154"/>
            <a:ext cx="432600" cy="54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29" name="Google Shape;6629;p179"/>
          <p:cNvCxnSpPr>
            <a:stCxn id="6620" idx="2"/>
            <a:endCxn id="6578" idx="6"/>
          </p:cNvCxnSpPr>
          <p:nvPr/>
        </p:nvCxnSpPr>
        <p:spPr>
          <a:xfrm rot="10800000">
            <a:off x="1763093" y="2323249"/>
            <a:ext cx="800700" cy="131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30" name="Google Shape;6630;p179"/>
          <p:cNvCxnSpPr>
            <a:stCxn id="6619" idx="0"/>
            <a:endCxn id="6618" idx="4"/>
          </p:cNvCxnSpPr>
          <p:nvPr/>
        </p:nvCxnSpPr>
        <p:spPr>
          <a:xfrm rot="10800000">
            <a:off x="2354443" y="2164904"/>
            <a:ext cx="0" cy="548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31" name="Google Shape;6631;p179"/>
          <p:cNvCxnSpPr>
            <a:stCxn id="6620" idx="0"/>
            <a:endCxn id="6618" idx="5"/>
          </p:cNvCxnSpPr>
          <p:nvPr/>
        </p:nvCxnSpPr>
        <p:spPr>
          <a:xfrm rot="10800000">
            <a:off x="2466443" y="2119699"/>
            <a:ext cx="255900" cy="1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32" name="Google Shape;6632;p179"/>
          <p:cNvCxnSpPr>
            <a:stCxn id="6619" idx="6"/>
            <a:endCxn id="6620" idx="4"/>
          </p:cNvCxnSpPr>
          <p:nvPr/>
        </p:nvCxnSpPr>
        <p:spPr>
          <a:xfrm flipH="1" rot="10800000">
            <a:off x="2512993" y="2609354"/>
            <a:ext cx="209400" cy="258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33" name="Google Shape;6633;p179"/>
          <p:cNvCxnSpPr>
            <a:stCxn id="6618" idx="6"/>
            <a:endCxn id="6621" idx="2"/>
          </p:cNvCxnSpPr>
          <p:nvPr/>
        </p:nvCxnSpPr>
        <p:spPr>
          <a:xfrm flipH="1" rot="10800000">
            <a:off x="2512993" y="1700675"/>
            <a:ext cx="367800" cy="30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34" name="Google Shape;6634;p179"/>
          <p:cNvCxnSpPr>
            <a:stCxn id="6622" idx="2"/>
            <a:endCxn id="6621" idx="6"/>
          </p:cNvCxnSpPr>
          <p:nvPr/>
        </p:nvCxnSpPr>
        <p:spPr>
          <a:xfrm rot="10800000">
            <a:off x="3197982" y="1700651"/>
            <a:ext cx="551100" cy="13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35" name="Google Shape;6635;p179"/>
          <p:cNvCxnSpPr>
            <a:stCxn id="6624" idx="1"/>
            <a:endCxn id="6622" idx="5"/>
          </p:cNvCxnSpPr>
          <p:nvPr/>
        </p:nvCxnSpPr>
        <p:spPr>
          <a:xfrm rot="10800000">
            <a:off x="4019665" y="1943573"/>
            <a:ext cx="368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36" name="Google Shape;6636;p179"/>
          <p:cNvCxnSpPr>
            <a:stCxn id="6623" idx="7"/>
            <a:endCxn id="6622" idx="4"/>
          </p:cNvCxnSpPr>
          <p:nvPr/>
        </p:nvCxnSpPr>
        <p:spPr>
          <a:xfrm flipH="1" rot="10800000">
            <a:off x="3545065" y="1988895"/>
            <a:ext cx="362700" cy="35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37" name="Google Shape;6637;p179"/>
          <p:cNvCxnSpPr>
            <a:stCxn id="6626" idx="1"/>
            <a:endCxn id="6623" idx="5"/>
          </p:cNvCxnSpPr>
          <p:nvPr/>
        </p:nvCxnSpPr>
        <p:spPr>
          <a:xfrm rot="10800000">
            <a:off x="3545168" y="2563956"/>
            <a:ext cx="724800" cy="55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38" name="Google Shape;6638;p179"/>
          <p:cNvCxnSpPr>
            <a:stCxn id="6626" idx="2"/>
            <a:endCxn id="6625" idx="5"/>
          </p:cNvCxnSpPr>
          <p:nvPr/>
        </p:nvCxnSpPr>
        <p:spPr>
          <a:xfrm rot="10800000">
            <a:off x="3645129" y="3179710"/>
            <a:ext cx="578400" cy="4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39" name="Google Shape;6639;p179"/>
          <p:cNvCxnSpPr>
            <a:stCxn id="6625" idx="2"/>
            <a:endCxn id="6619" idx="6"/>
          </p:cNvCxnSpPr>
          <p:nvPr/>
        </p:nvCxnSpPr>
        <p:spPr>
          <a:xfrm rot="10800000">
            <a:off x="2513010" y="2867656"/>
            <a:ext cx="861600" cy="202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40" name="Google Shape;6640;p179"/>
          <p:cNvCxnSpPr>
            <a:stCxn id="6626" idx="0"/>
            <a:endCxn id="6624" idx="4"/>
          </p:cNvCxnSpPr>
          <p:nvPr/>
        </p:nvCxnSpPr>
        <p:spPr>
          <a:xfrm flipH="1" rot="10800000">
            <a:off x="4382079" y="2521060"/>
            <a:ext cx="118200" cy="551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41" name="Google Shape;6641;p179"/>
          <p:cNvCxnSpPr>
            <a:stCxn id="6623" idx="2"/>
            <a:endCxn id="6620" idx="6"/>
          </p:cNvCxnSpPr>
          <p:nvPr/>
        </p:nvCxnSpPr>
        <p:spPr>
          <a:xfrm rot="10800000">
            <a:off x="2880803" y="2454649"/>
            <a:ext cx="3936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42" name="Google Shape;6642;p179"/>
          <p:cNvSpPr txBox="1"/>
          <p:nvPr>
            <p:ph type="title"/>
          </p:nvPr>
        </p:nvSpPr>
        <p:spPr>
          <a:xfrm>
            <a:off x="311700" y="315925"/>
            <a:ext cx="54051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Cohesive Blocking </a:t>
            </a:r>
            <a:endParaRPr/>
          </a:p>
        </p:txBody>
      </p:sp>
      <p:sp>
        <p:nvSpPr>
          <p:cNvPr id="6643" name="Google Shape;6643;p179"/>
          <p:cNvSpPr txBox="1"/>
          <p:nvPr/>
        </p:nvSpPr>
        <p:spPr>
          <a:xfrm>
            <a:off x="2691175" y="3706850"/>
            <a:ext cx="2476200" cy="11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This graph is 1-node connected! Can you tell which node we need to remove?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44" name="Google Shape;6644;p179"/>
          <p:cNvSpPr/>
          <p:nvPr/>
        </p:nvSpPr>
        <p:spPr>
          <a:xfrm>
            <a:off x="6584850" y="1958150"/>
            <a:ext cx="863100" cy="4179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</a:t>
            </a:r>
            <a:endParaRPr b="1"/>
          </a:p>
        </p:txBody>
      </p:sp>
      <p:sp>
        <p:nvSpPr>
          <p:cNvPr id="6645" name="Google Shape;6645;p179"/>
          <p:cNvSpPr txBox="1"/>
          <p:nvPr>
            <p:ph idx="4294967295" type="body"/>
          </p:nvPr>
        </p:nvSpPr>
        <p:spPr>
          <a:xfrm>
            <a:off x="5342550" y="315925"/>
            <a:ext cx="3913500" cy="19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b="1" lang="en" sz="1400">
                <a:solidFill>
                  <a:srgbClr val="000000"/>
                </a:solidFill>
              </a:rPr>
              <a:t>Identify the k-connectivity of the input graph (G)</a:t>
            </a:r>
            <a:endParaRPr b="1"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n" sz="1400">
                <a:solidFill>
                  <a:srgbClr val="000000"/>
                </a:solidFill>
              </a:rPr>
              <a:t>Remove the minimum node cutset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n" sz="1400">
                <a:solidFill>
                  <a:srgbClr val="000000"/>
                </a:solidFill>
              </a:rPr>
              <a:t>Do the same on the resulting subgraphs until no more subdivisions can be obtained </a:t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9" name="Shape 6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0" name="Google Shape;6650;p180"/>
          <p:cNvSpPr/>
          <p:nvPr/>
        </p:nvSpPr>
        <p:spPr>
          <a:xfrm>
            <a:off x="913295" y="1147225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6651" name="Google Shape;6651;p180"/>
          <p:cNvSpPr/>
          <p:nvPr/>
        </p:nvSpPr>
        <p:spPr>
          <a:xfrm>
            <a:off x="1445385" y="1546133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6652" name="Google Shape;6652;p180"/>
          <p:cNvSpPr/>
          <p:nvPr/>
        </p:nvSpPr>
        <p:spPr>
          <a:xfrm>
            <a:off x="311700" y="1546133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6653" name="Google Shape;6653;p180"/>
          <p:cNvSpPr/>
          <p:nvPr/>
        </p:nvSpPr>
        <p:spPr>
          <a:xfrm>
            <a:off x="913295" y="1855519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6654" name="Google Shape;6654;p180"/>
          <p:cNvSpPr/>
          <p:nvPr/>
        </p:nvSpPr>
        <p:spPr>
          <a:xfrm>
            <a:off x="311700" y="2164904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6655" name="Google Shape;6655;p180"/>
          <p:cNvSpPr/>
          <p:nvPr/>
        </p:nvSpPr>
        <p:spPr>
          <a:xfrm>
            <a:off x="913295" y="2434838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6656" name="Google Shape;6656;p180"/>
          <p:cNvSpPr/>
          <p:nvPr/>
        </p:nvSpPr>
        <p:spPr>
          <a:xfrm>
            <a:off x="1445758" y="2165711"/>
            <a:ext cx="317400" cy="3150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cxnSp>
        <p:nvCxnSpPr>
          <p:cNvPr id="6657" name="Google Shape;6657;p180"/>
          <p:cNvCxnSpPr>
            <a:endCxn id="6652" idx="7"/>
          </p:cNvCxnSpPr>
          <p:nvPr/>
        </p:nvCxnSpPr>
        <p:spPr>
          <a:xfrm flipH="1">
            <a:off x="582362" y="1411129"/>
            <a:ext cx="377400" cy="1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58" name="Google Shape;6658;p180"/>
          <p:cNvCxnSpPr>
            <a:stCxn id="6654" idx="0"/>
            <a:endCxn id="6652" idx="4"/>
          </p:cNvCxnSpPr>
          <p:nvPr/>
        </p:nvCxnSpPr>
        <p:spPr>
          <a:xfrm rot="10800000">
            <a:off x="470250" y="1855304"/>
            <a:ext cx="0" cy="3096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59" name="Google Shape;6659;p180"/>
          <p:cNvCxnSpPr>
            <a:stCxn id="6655" idx="2"/>
            <a:endCxn id="6654" idx="5"/>
          </p:cNvCxnSpPr>
          <p:nvPr/>
        </p:nvCxnSpPr>
        <p:spPr>
          <a:xfrm rot="10800000">
            <a:off x="582395" y="2428988"/>
            <a:ext cx="330900" cy="16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60" name="Google Shape;6660;p180"/>
          <p:cNvCxnSpPr>
            <a:stCxn id="6653" idx="2"/>
            <a:endCxn id="6654" idx="6"/>
          </p:cNvCxnSpPr>
          <p:nvPr/>
        </p:nvCxnSpPr>
        <p:spPr>
          <a:xfrm flipH="1">
            <a:off x="628895" y="2010169"/>
            <a:ext cx="284400" cy="30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61" name="Google Shape;6661;p180"/>
          <p:cNvCxnSpPr>
            <a:stCxn id="6655" idx="2"/>
            <a:endCxn id="6652" idx="4"/>
          </p:cNvCxnSpPr>
          <p:nvPr/>
        </p:nvCxnSpPr>
        <p:spPr>
          <a:xfrm rot="10800000">
            <a:off x="470195" y="1855388"/>
            <a:ext cx="443100" cy="734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62" name="Google Shape;6662;p180"/>
          <p:cNvCxnSpPr>
            <a:stCxn id="6651" idx="2"/>
            <a:endCxn id="6653" idx="7"/>
          </p:cNvCxnSpPr>
          <p:nvPr/>
        </p:nvCxnSpPr>
        <p:spPr>
          <a:xfrm flipH="1">
            <a:off x="1184085" y="1700783"/>
            <a:ext cx="261300" cy="20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63" name="Google Shape;6663;p180"/>
          <p:cNvCxnSpPr>
            <a:stCxn id="6651" idx="2"/>
            <a:endCxn id="6652" idx="6"/>
          </p:cNvCxnSpPr>
          <p:nvPr/>
        </p:nvCxnSpPr>
        <p:spPr>
          <a:xfrm rot="10800000">
            <a:off x="628785" y="1700783"/>
            <a:ext cx="8166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64" name="Google Shape;6664;p180"/>
          <p:cNvCxnSpPr>
            <a:stCxn id="6651" idx="0"/>
            <a:endCxn id="6650" idx="5"/>
          </p:cNvCxnSpPr>
          <p:nvPr/>
        </p:nvCxnSpPr>
        <p:spPr>
          <a:xfrm rot="10800000">
            <a:off x="1183935" y="1411133"/>
            <a:ext cx="420000" cy="13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65" name="Google Shape;6665;p180"/>
          <p:cNvCxnSpPr>
            <a:stCxn id="6656" idx="7"/>
            <a:endCxn id="6651" idx="4"/>
          </p:cNvCxnSpPr>
          <p:nvPr/>
        </p:nvCxnSpPr>
        <p:spPr>
          <a:xfrm rot="10800000">
            <a:off x="1603876" y="1855441"/>
            <a:ext cx="112800" cy="35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66" name="Google Shape;6666;p180"/>
          <p:cNvCxnSpPr>
            <a:stCxn id="6656" idx="2"/>
            <a:endCxn id="6653" idx="6"/>
          </p:cNvCxnSpPr>
          <p:nvPr/>
        </p:nvCxnSpPr>
        <p:spPr>
          <a:xfrm rot="10800000">
            <a:off x="1230358" y="2010311"/>
            <a:ext cx="215400" cy="312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67" name="Google Shape;6667;p180"/>
          <p:cNvCxnSpPr>
            <a:stCxn id="6655" idx="0"/>
            <a:endCxn id="6653" idx="4"/>
          </p:cNvCxnSpPr>
          <p:nvPr/>
        </p:nvCxnSpPr>
        <p:spPr>
          <a:xfrm rot="10800000">
            <a:off x="1071845" y="2164838"/>
            <a:ext cx="0" cy="270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68" name="Google Shape;6668;p180"/>
          <p:cNvCxnSpPr>
            <a:stCxn id="6655" idx="6"/>
            <a:endCxn id="6656" idx="3"/>
          </p:cNvCxnSpPr>
          <p:nvPr/>
        </p:nvCxnSpPr>
        <p:spPr>
          <a:xfrm flipH="1" rot="10800000">
            <a:off x="1230395" y="2434688"/>
            <a:ext cx="261900" cy="15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69" name="Google Shape;6669;p180"/>
          <p:cNvCxnSpPr>
            <a:stCxn id="6654" idx="6"/>
            <a:endCxn id="6656" idx="2"/>
          </p:cNvCxnSpPr>
          <p:nvPr/>
        </p:nvCxnSpPr>
        <p:spPr>
          <a:xfrm>
            <a:off x="628800" y="2319554"/>
            <a:ext cx="816900" cy="3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70" name="Google Shape;6670;p180"/>
          <p:cNvCxnSpPr>
            <a:stCxn id="6654" idx="6"/>
            <a:endCxn id="6650" idx="4"/>
          </p:cNvCxnSpPr>
          <p:nvPr/>
        </p:nvCxnSpPr>
        <p:spPr>
          <a:xfrm flipH="1" rot="10800000">
            <a:off x="628800" y="1456454"/>
            <a:ext cx="443100" cy="86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71" name="Google Shape;6671;p180"/>
          <p:cNvCxnSpPr>
            <a:stCxn id="6653" idx="0"/>
            <a:endCxn id="6650" idx="4"/>
          </p:cNvCxnSpPr>
          <p:nvPr/>
        </p:nvCxnSpPr>
        <p:spPr>
          <a:xfrm rot="10800000">
            <a:off x="1071845" y="1456519"/>
            <a:ext cx="0" cy="39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72" name="Google Shape;6672;p180"/>
          <p:cNvCxnSpPr>
            <a:stCxn id="6650" idx="4"/>
            <a:endCxn id="6656" idx="1"/>
          </p:cNvCxnSpPr>
          <p:nvPr/>
        </p:nvCxnSpPr>
        <p:spPr>
          <a:xfrm>
            <a:off x="1071845" y="1456525"/>
            <a:ext cx="420300" cy="755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73" name="Google Shape;6673;p180"/>
          <p:cNvCxnSpPr>
            <a:stCxn id="6655" idx="6"/>
            <a:endCxn id="6651" idx="3"/>
          </p:cNvCxnSpPr>
          <p:nvPr/>
        </p:nvCxnSpPr>
        <p:spPr>
          <a:xfrm flipH="1" rot="10800000">
            <a:off x="1230395" y="1810088"/>
            <a:ext cx="261300" cy="77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74" name="Google Shape;6674;p180"/>
          <p:cNvCxnSpPr>
            <a:stCxn id="6653" idx="1"/>
            <a:endCxn id="6652" idx="6"/>
          </p:cNvCxnSpPr>
          <p:nvPr/>
        </p:nvCxnSpPr>
        <p:spPr>
          <a:xfrm rot="10800000">
            <a:off x="628834" y="1700715"/>
            <a:ext cx="330900" cy="20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75" name="Google Shape;6675;p180"/>
          <p:cNvSpPr/>
          <p:nvPr/>
        </p:nvSpPr>
        <p:spPr>
          <a:xfrm>
            <a:off x="1128323" y="3117776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17</a:t>
            </a:r>
            <a:endParaRPr/>
          </a:p>
        </p:txBody>
      </p:sp>
      <p:sp>
        <p:nvSpPr>
          <p:cNvPr id="6676" name="Google Shape;6676;p180"/>
          <p:cNvSpPr/>
          <p:nvPr/>
        </p:nvSpPr>
        <p:spPr>
          <a:xfrm>
            <a:off x="1660413" y="3516685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</a:t>
            </a:r>
            <a:endParaRPr/>
          </a:p>
        </p:txBody>
      </p:sp>
      <p:sp>
        <p:nvSpPr>
          <p:cNvPr id="6677" name="Google Shape;6677;p180"/>
          <p:cNvSpPr/>
          <p:nvPr/>
        </p:nvSpPr>
        <p:spPr>
          <a:xfrm>
            <a:off x="596234" y="3516685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18</a:t>
            </a:r>
            <a:endParaRPr/>
          </a:p>
        </p:txBody>
      </p:sp>
      <p:sp>
        <p:nvSpPr>
          <p:cNvPr id="6678" name="Google Shape;6678;p180"/>
          <p:cNvSpPr/>
          <p:nvPr/>
        </p:nvSpPr>
        <p:spPr>
          <a:xfrm>
            <a:off x="1128323" y="3826070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</a:t>
            </a:r>
            <a:endParaRPr/>
          </a:p>
        </p:txBody>
      </p:sp>
      <p:sp>
        <p:nvSpPr>
          <p:cNvPr id="6679" name="Google Shape;6679;p180"/>
          <p:cNvSpPr/>
          <p:nvPr/>
        </p:nvSpPr>
        <p:spPr>
          <a:xfrm>
            <a:off x="526728" y="4135456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</a:t>
            </a:r>
            <a:endParaRPr/>
          </a:p>
        </p:txBody>
      </p:sp>
      <p:sp>
        <p:nvSpPr>
          <p:cNvPr id="6680" name="Google Shape;6680;p180"/>
          <p:cNvSpPr/>
          <p:nvPr/>
        </p:nvSpPr>
        <p:spPr>
          <a:xfrm>
            <a:off x="1128323" y="4405390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23</a:t>
            </a:r>
            <a:endParaRPr/>
          </a:p>
        </p:txBody>
      </p:sp>
      <p:sp>
        <p:nvSpPr>
          <p:cNvPr id="6681" name="Google Shape;6681;p180"/>
          <p:cNvSpPr/>
          <p:nvPr/>
        </p:nvSpPr>
        <p:spPr>
          <a:xfrm>
            <a:off x="1660786" y="4136262"/>
            <a:ext cx="317400" cy="315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</a:t>
            </a:r>
            <a:endParaRPr/>
          </a:p>
        </p:txBody>
      </p:sp>
      <p:cxnSp>
        <p:nvCxnSpPr>
          <p:cNvPr id="6682" name="Google Shape;6682;p180"/>
          <p:cNvCxnSpPr>
            <a:stCxn id="6675" idx="3"/>
            <a:endCxn id="6677" idx="7"/>
          </p:cNvCxnSpPr>
          <p:nvPr/>
        </p:nvCxnSpPr>
        <p:spPr>
          <a:xfrm flipH="1">
            <a:off x="866962" y="3381780"/>
            <a:ext cx="307800" cy="1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83" name="Google Shape;6683;p180"/>
          <p:cNvCxnSpPr>
            <a:stCxn id="6680" idx="2"/>
            <a:endCxn id="6679" idx="5"/>
          </p:cNvCxnSpPr>
          <p:nvPr/>
        </p:nvCxnSpPr>
        <p:spPr>
          <a:xfrm rot="10800000">
            <a:off x="797423" y="4399540"/>
            <a:ext cx="330900" cy="16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84" name="Google Shape;6684;p180"/>
          <p:cNvCxnSpPr>
            <a:stCxn id="6678" idx="2"/>
            <a:endCxn id="6679" idx="6"/>
          </p:cNvCxnSpPr>
          <p:nvPr/>
        </p:nvCxnSpPr>
        <p:spPr>
          <a:xfrm flipH="1">
            <a:off x="843923" y="3980720"/>
            <a:ext cx="284400" cy="30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85" name="Google Shape;6685;p180"/>
          <p:cNvCxnSpPr>
            <a:stCxn id="6679" idx="0"/>
            <a:endCxn id="6677" idx="4"/>
          </p:cNvCxnSpPr>
          <p:nvPr/>
        </p:nvCxnSpPr>
        <p:spPr>
          <a:xfrm flipH="1" rot="10800000">
            <a:off x="685278" y="3825856"/>
            <a:ext cx="69600" cy="30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86" name="Google Shape;6686;p180"/>
          <p:cNvCxnSpPr>
            <a:stCxn id="6676" idx="2"/>
            <a:endCxn id="6678" idx="7"/>
          </p:cNvCxnSpPr>
          <p:nvPr/>
        </p:nvCxnSpPr>
        <p:spPr>
          <a:xfrm flipH="1">
            <a:off x="1399113" y="3671335"/>
            <a:ext cx="261300" cy="20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87" name="Google Shape;6687;p180"/>
          <p:cNvCxnSpPr>
            <a:stCxn id="6676" idx="0"/>
            <a:endCxn id="6675" idx="5"/>
          </p:cNvCxnSpPr>
          <p:nvPr/>
        </p:nvCxnSpPr>
        <p:spPr>
          <a:xfrm rot="10800000">
            <a:off x="1398963" y="3381685"/>
            <a:ext cx="420000" cy="13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88" name="Google Shape;6688;p180"/>
          <p:cNvCxnSpPr>
            <a:stCxn id="6681" idx="0"/>
            <a:endCxn id="6676" idx="4"/>
          </p:cNvCxnSpPr>
          <p:nvPr/>
        </p:nvCxnSpPr>
        <p:spPr>
          <a:xfrm rot="10800000">
            <a:off x="1818886" y="3826062"/>
            <a:ext cx="600" cy="31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89" name="Google Shape;6689;p180"/>
          <p:cNvCxnSpPr>
            <a:stCxn id="6680" idx="6"/>
            <a:endCxn id="6681" idx="3"/>
          </p:cNvCxnSpPr>
          <p:nvPr/>
        </p:nvCxnSpPr>
        <p:spPr>
          <a:xfrm flipH="1" rot="10800000">
            <a:off x="1445423" y="4405240"/>
            <a:ext cx="261900" cy="15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90" name="Google Shape;6690;p180"/>
          <p:cNvCxnSpPr>
            <a:stCxn id="6679" idx="6"/>
            <a:endCxn id="6681" idx="2"/>
          </p:cNvCxnSpPr>
          <p:nvPr/>
        </p:nvCxnSpPr>
        <p:spPr>
          <a:xfrm>
            <a:off x="843828" y="4290106"/>
            <a:ext cx="816900" cy="3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91" name="Google Shape;6691;p180"/>
          <p:cNvCxnSpPr>
            <a:stCxn id="6678" idx="0"/>
            <a:endCxn id="6675" idx="4"/>
          </p:cNvCxnSpPr>
          <p:nvPr/>
        </p:nvCxnSpPr>
        <p:spPr>
          <a:xfrm rot="10800000">
            <a:off x="1286873" y="3427070"/>
            <a:ext cx="0" cy="39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92" name="Google Shape;6692;p180"/>
          <p:cNvCxnSpPr>
            <a:stCxn id="6680" idx="6"/>
            <a:endCxn id="6676" idx="3"/>
          </p:cNvCxnSpPr>
          <p:nvPr/>
        </p:nvCxnSpPr>
        <p:spPr>
          <a:xfrm flipH="1" rot="10800000">
            <a:off x="1445423" y="3780640"/>
            <a:ext cx="261300" cy="77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93" name="Google Shape;6693;p180"/>
          <p:cNvCxnSpPr>
            <a:stCxn id="6678" idx="1"/>
            <a:endCxn id="6677" idx="6"/>
          </p:cNvCxnSpPr>
          <p:nvPr/>
        </p:nvCxnSpPr>
        <p:spPr>
          <a:xfrm rot="10800000">
            <a:off x="913462" y="3671266"/>
            <a:ext cx="261300" cy="20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94" name="Google Shape;6694;p180"/>
          <p:cNvCxnSpPr>
            <a:stCxn id="6679" idx="1"/>
            <a:endCxn id="6654" idx="4"/>
          </p:cNvCxnSpPr>
          <p:nvPr/>
        </p:nvCxnSpPr>
        <p:spPr>
          <a:xfrm rot="10800000">
            <a:off x="470266" y="2474352"/>
            <a:ext cx="102900" cy="170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95" name="Google Shape;6695;p180"/>
          <p:cNvCxnSpPr>
            <a:stCxn id="6676" idx="0"/>
            <a:endCxn id="6656" idx="4"/>
          </p:cNvCxnSpPr>
          <p:nvPr/>
        </p:nvCxnSpPr>
        <p:spPr>
          <a:xfrm rot="10800000">
            <a:off x="1604463" y="2480785"/>
            <a:ext cx="214500" cy="103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96" name="Google Shape;6696;p180"/>
          <p:cNvSpPr/>
          <p:nvPr/>
        </p:nvSpPr>
        <p:spPr>
          <a:xfrm>
            <a:off x="2195893" y="1855625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6697" name="Google Shape;6697;p180"/>
          <p:cNvSpPr/>
          <p:nvPr/>
        </p:nvSpPr>
        <p:spPr>
          <a:xfrm>
            <a:off x="2195893" y="2713004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6698" name="Google Shape;6698;p180"/>
          <p:cNvSpPr/>
          <p:nvPr/>
        </p:nvSpPr>
        <p:spPr>
          <a:xfrm>
            <a:off x="2563793" y="2299999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6699" name="Google Shape;6699;p180"/>
          <p:cNvSpPr/>
          <p:nvPr/>
        </p:nvSpPr>
        <p:spPr>
          <a:xfrm>
            <a:off x="2880801" y="1546133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6700" name="Google Shape;6700;p180"/>
          <p:cNvSpPr/>
          <p:nvPr/>
        </p:nvSpPr>
        <p:spPr>
          <a:xfrm>
            <a:off x="3749082" y="1679501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6701" name="Google Shape;6701;p180"/>
          <p:cNvSpPr/>
          <p:nvPr/>
        </p:nvSpPr>
        <p:spPr>
          <a:xfrm>
            <a:off x="3274403" y="2299999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sp>
        <p:nvSpPr>
          <p:cNvPr id="6702" name="Google Shape;6702;p180"/>
          <p:cNvSpPr/>
          <p:nvPr/>
        </p:nvSpPr>
        <p:spPr>
          <a:xfrm>
            <a:off x="4341627" y="2211777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sp>
        <p:nvSpPr>
          <p:cNvPr id="6703" name="Google Shape;6703;p180"/>
          <p:cNvSpPr/>
          <p:nvPr/>
        </p:nvSpPr>
        <p:spPr>
          <a:xfrm>
            <a:off x="3374610" y="2915806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</a:t>
            </a:r>
            <a:endParaRPr/>
          </a:p>
        </p:txBody>
      </p:sp>
      <p:sp>
        <p:nvSpPr>
          <p:cNvPr id="6704" name="Google Shape;6704;p180"/>
          <p:cNvSpPr/>
          <p:nvPr/>
        </p:nvSpPr>
        <p:spPr>
          <a:xfrm>
            <a:off x="4223529" y="3072460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</a:t>
            </a:r>
            <a:endParaRPr/>
          </a:p>
        </p:txBody>
      </p:sp>
      <p:cxnSp>
        <p:nvCxnSpPr>
          <p:cNvPr id="6705" name="Google Shape;6705;p180"/>
          <p:cNvCxnSpPr>
            <a:stCxn id="6656" idx="6"/>
            <a:endCxn id="6696" idx="3"/>
          </p:cNvCxnSpPr>
          <p:nvPr/>
        </p:nvCxnSpPr>
        <p:spPr>
          <a:xfrm flipH="1" rot="10800000">
            <a:off x="1763158" y="2119511"/>
            <a:ext cx="479100" cy="20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06" name="Google Shape;6706;p180"/>
          <p:cNvCxnSpPr>
            <a:stCxn id="6697" idx="2"/>
            <a:endCxn id="6656" idx="6"/>
          </p:cNvCxnSpPr>
          <p:nvPr/>
        </p:nvCxnSpPr>
        <p:spPr>
          <a:xfrm rot="10800000">
            <a:off x="1763293" y="2323154"/>
            <a:ext cx="432600" cy="544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07" name="Google Shape;6707;p180"/>
          <p:cNvCxnSpPr>
            <a:stCxn id="6698" idx="2"/>
            <a:endCxn id="6656" idx="6"/>
          </p:cNvCxnSpPr>
          <p:nvPr/>
        </p:nvCxnSpPr>
        <p:spPr>
          <a:xfrm rot="10800000">
            <a:off x="1763093" y="2323249"/>
            <a:ext cx="800700" cy="131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08" name="Google Shape;6708;p180"/>
          <p:cNvCxnSpPr>
            <a:stCxn id="6697" idx="0"/>
            <a:endCxn id="6696" idx="4"/>
          </p:cNvCxnSpPr>
          <p:nvPr/>
        </p:nvCxnSpPr>
        <p:spPr>
          <a:xfrm rot="10800000">
            <a:off x="2354443" y="2164904"/>
            <a:ext cx="0" cy="548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09" name="Google Shape;6709;p180"/>
          <p:cNvCxnSpPr>
            <a:stCxn id="6698" idx="0"/>
            <a:endCxn id="6696" idx="5"/>
          </p:cNvCxnSpPr>
          <p:nvPr/>
        </p:nvCxnSpPr>
        <p:spPr>
          <a:xfrm rot="10800000">
            <a:off x="2466443" y="2119699"/>
            <a:ext cx="255900" cy="1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10" name="Google Shape;6710;p180"/>
          <p:cNvCxnSpPr>
            <a:stCxn id="6697" idx="6"/>
            <a:endCxn id="6698" idx="4"/>
          </p:cNvCxnSpPr>
          <p:nvPr/>
        </p:nvCxnSpPr>
        <p:spPr>
          <a:xfrm flipH="1" rot="10800000">
            <a:off x="2512993" y="2609354"/>
            <a:ext cx="209400" cy="258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11" name="Google Shape;6711;p180"/>
          <p:cNvCxnSpPr>
            <a:stCxn id="6696" idx="6"/>
            <a:endCxn id="6699" idx="2"/>
          </p:cNvCxnSpPr>
          <p:nvPr/>
        </p:nvCxnSpPr>
        <p:spPr>
          <a:xfrm flipH="1" rot="10800000">
            <a:off x="2512993" y="1700675"/>
            <a:ext cx="367800" cy="30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12" name="Google Shape;6712;p180"/>
          <p:cNvCxnSpPr>
            <a:stCxn id="6700" idx="2"/>
            <a:endCxn id="6699" idx="6"/>
          </p:cNvCxnSpPr>
          <p:nvPr/>
        </p:nvCxnSpPr>
        <p:spPr>
          <a:xfrm rot="10800000">
            <a:off x="3197982" y="1700651"/>
            <a:ext cx="551100" cy="13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13" name="Google Shape;6713;p180"/>
          <p:cNvCxnSpPr>
            <a:stCxn id="6702" idx="1"/>
            <a:endCxn id="6700" idx="5"/>
          </p:cNvCxnSpPr>
          <p:nvPr/>
        </p:nvCxnSpPr>
        <p:spPr>
          <a:xfrm rot="10800000">
            <a:off x="4019665" y="1943573"/>
            <a:ext cx="368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14" name="Google Shape;6714;p180"/>
          <p:cNvCxnSpPr>
            <a:stCxn id="6701" idx="7"/>
            <a:endCxn id="6700" idx="4"/>
          </p:cNvCxnSpPr>
          <p:nvPr/>
        </p:nvCxnSpPr>
        <p:spPr>
          <a:xfrm flipH="1" rot="10800000">
            <a:off x="3545065" y="1988895"/>
            <a:ext cx="362700" cy="35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15" name="Google Shape;6715;p180"/>
          <p:cNvCxnSpPr>
            <a:stCxn id="6704" idx="1"/>
            <a:endCxn id="6701" idx="5"/>
          </p:cNvCxnSpPr>
          <p:nvPr/>
        </p:nvCxnSpPr>
        <p:spPr>
          <a:xfrm rot="10800000">
            <a:off x="3545168" y="2563956"/>
            <a:ext cx="724800" cy="55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16" name="Google Shape;6716;p180"/>
          <p:cNvCxnSpPr>
            <a:stCxn id="6704" idx="2"/>
            <a:endCxn id="6703" idx="5"/>
          </p:cNvCxnSpPr>
          <p:nvPr/>
        </p:nvCxnSpPr>
        <p:spPr>
          <a:xfrm rot="10800000">
            <a:off x="3645129" y="3179710"/>
            <a:ext cx="578400" cy="4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17" name="Google Shape;6717;p180"/>
          <p:cNvCxnSpPr>
            <a:stCxn id="6703" idx="2"/>
            <a:endCxn id="6697" idx="6"/>
          </p:cNvCxnSpPr>
          <p:nvPr/>
        </p:nvCxnSpPr>
        <p:spPr>
          <a:xfrm rot="10800000">
            <a:off x="2513010" y="2867656"/>
            <a:ext cx="861600" cy="202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18" name="Google Shape;6718;p180"/>
          <p:cNvCxnSpPr>
            <a:stCxn id="6704" idx="0"/>
            <a:endCxn id="6702" idx="4"/>
          </p:cNvCxnSpPr>
          <p:nvPr/>
        </p:nvCxnSpPr>
        <p:spPr>
          <a:xfrm flipH="1" rot="10800000">
            <a:off x="4382079" y="2521060"/>
            <a:ext cx="118200" cy="551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19" name="Google Shape;6719;p180"/>
          <p:cNvCxnSpPr>
            <a:stCxn id="6701" idx="2"/>
            <a:endCxn id="6698" idx="6"/>
          </p:cNvCxnSpPr>
          <p:nvPr/>
        </p:nvCxnSpPr>
        <p:spPr>
          <a:xfrm rot="10800000">
            <a:off x="2880803" y="2454649"/>
            <a:ext cx="3936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20" name="Google Shape;6720;p180"/>
          <p:cNvSpPr txBox="1"/>
          <p:nvPr>
            <p:ph type="title"/>
          </p:nvPr>
        </p:nvSpPr>
        <p:spPr>
          <a:xfrm>
            <a:off x="311700" y="315925"/>
            <a:ext cx="54051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Cohesive Blocking </a:t>
            </a:r>
            <a:endParaRPr/>
          </a:p>
        </p:txBody>
      </p:sp>
      <p:sp>
        <p:nvSpPr>
          <p:cNvPr id="6721" name="Google Shape;6721;p180"/>
          <p:cNvSpPr txBox="1"/>
          <p:nvPr/>
        </p:nvSpPr>
        <p:spPr>
          <a:xfrm>
            <a:off x="2691175" y="3706850"/>
            <a:ext cx="2476200" cy="11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This graph is 1-node connected! Can you tell which node we need to remove?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22" name="Google Shape;6722;p180"/>
          <p:cNvSpPr/>
          <p:nvPr/>
        </p:nvSpPr>
        <p:spPr>
          <a:xfrm>
            <a:off x="6584850" y="1958150"/>
            <a:ext cx="863100" cy="4179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</a:t>
            </a:r>
            <a:endParaRPr b="1"/>
          </a:p>
        </p:txBody>
      </p:sp>
      <p:sp>
        <p:nvSpPr>
          <p:cNvPr id="6723" name="Google Shape;6723;p180"/>
          <p:cNvSpPr txBox="1"/>
          <p:nvPr>
            <p:ph idx="4294967295" type="body"/>
          </p:nvPr>
        </p:nvSpPr>
        <p:spPr>
          <a:xfrm>
            <a:off x="5342550" y="315925"/>
            <a:ext cx="3913500" cy="19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n" sz="1400">
                <a:solidFill>
                  <a:srgbClr val="000000"/>
                </a:solidFill>
              </a:rPr>
              <a:t>Identify the k-connectivity of the input graph (G)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b="1" lang="en" sz="1400">
                <a:solidFill>
                  <a:srgbClr val="000000"/>
                </a:solidFill>
              </a:rPr>
              <a:t>Remove the minimum node cutset</a:t>
            </a:r>
            <a:endParaRPr b="1"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n" sz="1400">
                <a:solidFill>
                  <a:srgbClr val="000000"/>
                </a:solidFill>
              </a:rPr>
              <a:t>Do the same on the resulting subgraphs until no more subdivisions can be obtained </a:t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7" name="Shape 6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8" name="Google Shape;6728;p181"/>
          <p:cNvSpPr/>
          <p:nvPr/>
        </p:nvSpPr>
        <p:spPr>
          <a:xfrm>
            <a:off x="913295" y="1147225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6729" name="Google Shape;6729;p181"/>
          <p:cNvSpPr/>
          <p:nvPr/>
        </p:nvSpPr>
        <p:spPr>
          <a:xfrm>
            <a:off x="1445385" y="1546133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6730" name="Google Shape;6730;p181"/>
          <p:cNvSpPr/>
          <p:nvPr/>
        </p:nvSpPr>
        <p:spPr>
          <a:xfrm>
            <a:off x="311700" y="1546133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6731" name="Google Shape;6731;p181"/>
          <p:cNvSpPr/>
          <p:nvPr/>
        </p:nvSpPr>
        <p:spPr>
          <a:xfrm>
            <a:off x="913295" y="1855519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6732" name="Google Shape;6732;p181"/>
          <p:cNvSpPr/>
          <p:nvPr/>
        </p:nvSpPr>
        <p:spPr>
          <a:xfrm>
            <a:off x="311700" y="2164904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6733" name="Google Shape;6733;p181"/>
          <p:cNvSpPr/>
          <p:nvPr/>
        </p:nvSpPr>
        <p:spPr>
          <a:xfrm>
            <a:off x="913295" y="2434838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cxnSp>
        <p:nvCxnSpPr>
          <p:cNvPr id="6734" name="Google Shape;6734;p181"/>
          <p:cNvCxnSpPr>
            <a:endCxn id="6730" idx="7"/>
          </p:cNvCxnSpPr>
          <p:nvPr/>
        </p:nvCxnSpPr>
        <p:spPr>
          <a:xfrm flipH="1">
            <a:off x="582362" y="1411129"/>
            <a:ext cx="377400" cy="1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35" name="Google Shape;6735;p181"/>
          <p:cNvCxnSpPr>
            <a:stCxn id="6732" idx="0"/>
            <a:endCxn id="6730" idx="4"/>
          </p:cNvCxnSpPr>
          <p:nvPr/>
        </p:nvCxnSpPr>
        <p:spPr>
          <a:xfrm rot="10800000">
            <a:off x="470250" y="1855304"/>
            <a:ext cx="0" cy="3096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36" name="Google Shape;6736;p181"/>
          <p:cNvCxnSpPr>
            <a:stCxn id="6733" idx="2"/>
            <a:endCxn id="6732" idx="5"/>
          </p:cNvCxnSpPr>
          <p:nvPr/>
        </p:nvCxnSpPr>
        <p:spPr>
          <a:xfrm rot="10800000">
            <a:off x="582395" y="2428988"/>
            <a:ext cx="330900" cy="16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37" name="Google Shape;6737;p181"/>
          <p:cNvCxnSpPr>
            <a:stCxn id="6731" idx="2"/>
            <a:endCxn id="6732" idx="6"/>
          </p:cNvCxnSpPr>
          <p:nvPr/>
        </p:nvCxnSpPr>
        <p:spPr>
          <a:xfrm flipH="1">
            <a:off x="628895" y="2010169"/>
            <a:ext cx="284400" cy="30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38" name="Google Shape;6738;p181"/>
          <p:cNvCxnSpPr>
            <a:stCxn id="6733" idx="2"/>
            <a:endCxn id="6730" idx="4"/>
          </p:cNvCxnSpPr>
          <p:nvPr/>
        </p:nvCxnSpPr>
        <p:spPr>
          <a:xfrm rot="10800000">
            <a:off x="470195" y="1855388"/>
            <a:ext cx="443100" cy="734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39" name="Google Shape;6739;p181"/>
          <p:cNvCxnSpPr>
            <a:stCxn id="6729" idx="2"/>
            <a:endCxn id="6731" idx="7"/>
          </p:cNvCxnSpPr>
          <p:nvPr/>
        </p:nvCxnSpPr>
        <p:spPr>
          <a:xfrm flipH="1">
            <a:off x="1184085" y="1700783"/>
            <a:ext cx="261300" cy="20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40" name="Google Shape;6740;p181"/>
          <p:cNvCxnSpPr>
            <a:stCxn id="6729" idx="2"/>
            <a:endCxn id="6730" idx="6"/>
          </p:cNvCxnSpPr>
          <p:nvPr/>
        </p:nvCxnSpPr>
        <p:spPr>
          <a:xfrm rot="10800000">
            <a:off x="628785" y="1700783"/>
            <a:ext cx="8166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41" name="Google Shape;6741;p181"/>
          <p:cNvCxnSpPr>
            <a:stCxn id="6729" idx="0"/>
            <a:endCxn id="6728" idx="5"/>
          </p:cNvCxnSpPr>
          <p:nvPr/>
        </p:nvCxnSpPr>
        <p:spPr>
          <a:xfrm rot="10800000">
            <a:off x="1183935" y="1411133"/>
            <a:ext cx="420000" cy="13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42" name="Google Shape;6742;p181"/>
          <p:cNvCxnSpPr>
            <a:stCxn id="6733" idx="0"/>
            <a:endCxn id="6731" idx="4"/>
          </p:cNvCxnSpPr>
          <p:nvPr/>
        </p:nvCxnSpPr>
        <p:spPr>
          <a:xfrm rot="10800000">
            <a:off x="1071845" y="2164838"/>
            <a:ext cx="0" cy="270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43" name="Google Shape;6743;p181"/>
          <p:cNvCxnSpPr>
            <a:stCxn id="6732" idx="6"/>
            <a:endCxn id="6728" idx="4"/>
          </p:cNvCxnSpPr>
          <p:nvPr/>
        </p:nvCxnSpPr>
        <p:spPr>
          <a:xfrm flipH="1" rot="10800000">
            <a:off x="628800" y="1456454"/>
            <a:ext cx="443100" cy="86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44" name="Google Shape;6744;p181"/>
          <p:cNvCxnSpPr>
            <a:stCxn id="6731" idx="0"/>
            <a:endCxn id="6728" idx="4"/>
          </p:cNvCxnSpPr>
          <p:nvPr/>
        </p:nvCxnSpPr>
        <p:spPr>
          <a:xfrm rot="10800000">
            <a:off x="1071845" y="1456519"/>
            <a:ext cx="0" cy="39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45" name="Google Shape;6745;p181"/>
          <p:cNvCxnSpPr>
            <a:stCxn id="6733" idx="6"/>
            <a:endCxn id="6729" idx="3"/>
          </p:cNvCxnSpPr>
          <p:nvPr/>
        </p:nvCxnSpPr>
        <p:spPr>
          <a:xfrm flipH="1" rot="10800000">
            <a:off x="1230395" y="1810088"/>
            <a:ext cx="261300" cy="77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46" name="Google Shape;6746;p181"/>
          <p:cNvCxnSpPr>
            <a:stCxn id="6731" idx="1"/>
            <a:endCxn id="6730" idx="6"/>
          </p:cNvCxnSpPr>
          <p:nvPr/>
        </p:nvCxnSpPr>
        <p:spPr>
          <a:xfrm rot="10800000">
            <a:off x="628834" y="1700715"/>
            <a:ext cx="330900" cy="20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47" name="Google Shape;6747;p181"/>
          <p:cNvSpPr/>
          <p:nvPr/>
        </p:nvSpPr>
        <p:spPr>
          <a:xfrm>
            <a:off x="1128323" y="3117776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17</a:t>
            </a:r>
            <a:endParaRPr/>
          </a:p>
        </p:txBody>
      </p:sp>
      <p:sp>
        <p:nvSpPr>
          <p:cNvPr id="6748" name="Google Shape;6748;p181"/>
          <p:cNvSpPr/>
          <p:nvPr/>
        </p:nvSpPr>
        <p:spPr>
          <a:xfrm>
            <a:off x="1660413" y="3516685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</a:t>
            </a:r>
            <a:endParaRPr/>
          </a:p>
        </p:txBody>
      </p:sp>
      <p:sp>
        <p:nvSpPr>
          <p:cNvPr id="6749" name="Google Shape;6749;p181"/>
          <p:cNvSpPr/>
          <p:nvPr/>
        </p:nvSpPr>
        <p:spPr>
          <a:xfrm>
            <a:off x="596234" y="3516685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18</a:t>
            </a:r>
            <a:endParaRPr/>
          </a:p>
        </p:txBody>
      </p:sp>
      <p:sp>
        <p:nvSpPr>
          <p:cNvPr id="6750" name="Google Shape;6750;p181"/>
          <p:cNvSpPr/>
          <p:nvPr/>
        </p:nvSpPr>
        <p:spPr>
          <a:xfrm>
            <a:off x="1128323" y="3826070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</a:t>
            </a:r>
            <a:endParaRPr/>
          </a:p>
        </p:txBody>
      </p:sp>
      <p:sp>
        <p:nvSpPr>
          <p:cNvPr id="6751" name="Google Shape;6751;p181"/>
          <p:cNvSpPr/>
          <p:nvPr/>
        </p:nvSpPr>
        <p:spPr>
          <a:xfrm>
            <a:off x="526728" y="4135456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</a:t>
            </a:r>
            <a:endParaRPr/>
          </a:p>
        </p:txBody>
      </p:sp>
      <p:sp>
        <p:nvSpPr>
          <p:cNvPr id="6752" name="Google Shape;6752;p181"/>
          <p:cNvSpPr/>
          <p:nvPr/>
        </p:nvSpPr>
        <p:spPr>
          <a:xfrm>
            <a:off x="1128323" y="4405390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23</a:t>
            </a:r>
            <a:endParaRPr/>
          </a:p>
        </p:txBody>
      </p:sp>
      <p:sp>
        <p:nvSpPr>
          <p:cNvPr id="6753" name="Google Shape;6753;p181"/>
          <p:cNvSpPr/>
          <p:nvPr/>
        </p:nvSpPr>
        <p:spPr>
          <a:xfrm>
            <a:off x="1660786" y="4136262"/>
            <a:ext cx="317400" cy="315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</a:t>
            </a:r>
            <a:endParaRPr/>
          </a:p>
        </p:txBody>
      </p:sp>
      <p:cxnSp>
        <p:nvCxnSpPr>
          <p:cNvPr id="6754" name="Google Shape;6754;p181"/>
          <p:cNvCxnSpPr>
            <a:stCxn id="6747" idx="3"/>
            <a:endCxn id="6749" idx="7"/>
          </p:cNvCxnSpPr>
          <p:nvPr/>
        </p:nvCxnSpPr>
        <p:spPr>
          <a:xfrm flipH="1">
            <a:off x="866962" y="3381780"/>
            <a:ext cx="307800" cy="1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55" name="Google Shape;6755;p181"/>
          <p:cNvCxnSpPr>
            <a:stCxn id="6752" idx="2"/>
            <a:endCxn id="6751" idx="5"/>
          </p:cNvCxnSpPr>
          <p:nvPr/>
        </p:nvCxnSpPr>
        <p:spPr>
          <a:xfrm rot="10800000">
            <a:off x="797423" y="4399540"/>
            <a:ext cx="330900" cy="16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56" name="Google Shape;6756;p181"/>
          <p:cNvCxnSpPr>
            <a:stCxn id="6750" idx="2"/>
            <a:endCxn id="6751" idx="6"/>
          </p:cNvCxnSpPr>
          <p:nvPr/>
        </p:nvCxnSpPr>
        <p:spPr>
          <a:xfrm flipH="1">
            <a:off x="843923" y="3980720"/>
            <a:ext cx="284400" cy="30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57" name="Google Shape;6757;p181"/>
          <p:cNvCxnSpPr>
            <a:stCxn id="6751" idx="0"/>
            <a:endCxn id="6749" idx="4"/>
          </p:cNvCxnSpPr>
          <p:nvPr/>
        </p:nvCxnSpPr>
        <p:spPr>
          <a:xfrm flipH="1" rot="10800000">
            <a:off x="685278" y="3825856"/>
            <a:ext cx="69600" cy="30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58" name="Google Shape;6758;p181"/>
          <p:cNvCxnSpPr>
            <a:stCxn id="6748" idx="2"/>
            <a:endCxn id="6750" idx="7"/>
          </p:cNvCxnSpPr>
          <p:nvPr/>
        </p:nvCxnSpPr>
        <p:spPr>
          <a:xfrm flipH="1">
            <a:off x="1399113" y="3671335"/>
            <a:ext cx="261300" cy="20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59" name="Google Shape;6759;p181"/>
          <p:cNvCxnSpPr>
            <a:stCxn id="6748" idx="0"/>
            <a:endCxn id="6747" idx="5"/>
          </p:cNvCxnSpPr>
          <p:nvPr/>
        </p:nvCxnSpPr>
        <p:spPr>
          <a:xfrm rot="10800000">
            <a:off x="1398963" y="3381685"/>
            <a:ext cx="420000" cy="13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60" name="Google Shape;6760;p181"/>
          <p:cNvCxnSpPr>
            <a:stCxn id="6753" idx="0"/>
            <a:endCxn id="6748" idx="4"/>
          </p:cNvCxnSpPr>
          <p:nvPr/>
        </p:nvCxnSpPr>
        <p:spPr>
          <a:xfrm rot="10800000">
            <a:off x="1818886" y="3826062"/>
            <a:ext cx="600" cy="31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61" name="Google Shape;6761;p181"/>
          <p:cNvCxnSpPr>
            <a:stCxn id="6752" idx="6"/>
            <a:endCxn id="6753" idx="3"/>
          </p:cNvCxnSpPr>
          <p:nvPr/>
        </p:nvCxnSpPr>
        <p:spPr>
          <a:xfrm flipH="1" rot="10800000">
            <a:off x="1445423" y="4405240"/>
            <a:ext cx="261900" cy="15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62" name="Google Shape;6762;p181"/>
          <p:cNvCxnSpPr>
            <a:stCxn id="6751" idx="6"/>
            <a:endCxn id="6753" idx="2"/>
          </p:cNvCxnSpPr>
          <p:nvPr/>
        </p:nvCxnSpPr>
        <p:spPr>
          <a:xfrm>
            <a:off x="843828" y="4290106"/>
            <a:ext cx="816900" cy="3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63" name="Google Shape;6763;p181"/>
          <p:cNvCxnSpPr>
            <a:stCxn id="6750" idx="0"/>
            <a:endCxn id="6747" idx="4"/>
          </p:cNvCxnSpPr>
          <p:nvPr/>
        </p:nvCxnSpPr>
        <p:spPr>
          <a:xfrm rot="10800000">
            <a:off x="1286873" y="3427070"/>
            <a:ext cx="0" cy="39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64" name="Google Shape;6764;p181"/>
          <p:cNvCxnSpPr>
            <a:stCxn id="6752" idx="6"/>
            <a:endCxn id="6748" idx="3"/>
          </p:cNvCxnSpPr>
          <p:nvPr/>
        </p:nvCxnSpPr>
        <p:spPr>
          <a:xfrm flipH="1" rot="10800000">
            <a:off x="1445423" y="3780640"/>
            <a:ext cx="261300" cy="77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65" name="Google Shape;6765;p181"/>
          <p:cNvCxnSpPr>
            <a:stCxn id="6750" idx="1"/>
            <a:endCxn id="6749" idx="6"/>
          </p:cNvCxnSpPr>
          <p:nvPr/>
        </p:nvCxnSpPr>
        <p:spPr>
          <a:xfrm rot="10800000">
            <a:off x="913462" y="3671266"/>
            <a:ext cx="261300" cy="20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66" name="Google Shape;6766;p181"/>
          <p:cNvCxnSpPr>
            <a:stCxn id="6751" idx="1"/>
            <a:endCxn id="6732" idx="4"/>
          </p:cNvCxnSpPr>
          <p:nvPr/>
        </p:nvCxnSpPr>
        <p:spPr>
          <a:xfrm rot="10800000">
            <a:off x="470266" y="2474352"/>
            <a:ext cx="102900" cy="170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67" name="Google Shape;6767;p181"/>
          <p:cNvSpPr/>
          <p:nvPr/>
        </p:nvSpPr>
        <p:spPr>
          <a:xfrm>
            <a:off x="2195893" y="1855625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6768" name="Google Shape;6768;p181"/>
          <p:cNvSpPr/>
          <p:nvPr/>
        </p:nvSpPr>
        <p:spPr>
          <a:xfrm>
            <a:off x="2195893" y="2713004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6769" name="Google Shape;6769;p181"/>
          <p:cNvSpPr/>
          <p:nvPr/>
        </p:nvSpPr>
        <p:spPr>
          <a:xfrm>
            <a:off x="2563793" y="2299999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6770" name="Google Shape;6770;p181"/>
          <p:cNvSpPr/>
          <p:nvPr/>
        </p:nvSpPr>
        <p:spPr>
          <a:xfrm>
            <a:off x="2880801" y="1546133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6771" name="Google Shape;6771;p181"/>
          <p:cNvSpPr/>
          <p:nvPr/>
        </p:nvSpPr>
        <p:spPr>
          <a:xfrm>
            <a:off x="3749082" y="1679501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6772" name="Google Shape;6772;p181"/>
          <p:cNvSpPr/>
          <p:nvPr/>
        </p:nvSpPr>
        <p:spPr>
          <a:xfrm>
            <a:off x="3274403" y="2299999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sp>
        <p:nvSpPr>
          <p:cNvPr id="6773" name="Google Shape;6773;p181"/>
          <p:cNvSpPr/>
          <p:nvPr/>
        </p:nvSpPr>
        <p:spPr>
          <a:xfrm>
            <a:off x="4341627" y="2211777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sp>
        <p:nvSpPr>
          <p:cNvPr id="6774" name="Google Shape;6774;p181"/>
          <p:cNvSpPr/>
          <p:nvPr/>
        </p:nvSpPr>
        <p:spPr>
          <a:xfrm>
            <a:off x="3374610" y="2915806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</a:t>
            </a:r>
            <a:endParaRPr/>
          </a:p>
        </p:txBody>
      </p:sp>
      <p:sp>
        <p:nvSpPr>
          <p:cNvPr id="6775" name="Google Shape;6775;p181"/>
          <p:cNvSpPr/>
          <p:nvPr/>
        </p:nvSpPr>
        <p:spPr>
          <a:xfrm>
            <a:off x="4223529" y="3072460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</a:t>
            </a:r>
            <a:endParaRPr/>
          </a:p>
        </p:txBody>
      </p:sp>
      <p:cxnSp>
        <p:nvCxnSpPr>
          <p:cNvPr id="6776" name="Google Shape;6776;p181"/>
          <p:cNvCxnSpPr>
            <a:stCxn id="6768" idx="0"/>
            <a:endCxn id="6767" idx="4"/>
          </p:cNvCxnSpPr>
          <p:nvPr/>
        </p:nvCxnSpPr>
        <p:spPr>
          <a:xfrm rot="10800000">
            <a:off x="2354443" y="2164904"/>
            <a:ext cx="0" cy="548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77" name="Google Shape;6777;p181"/>
          <p:cNvCxnSpPr>
            <a:stCxn id="6769" idx="0"/>
            <a:endCxn id="6767" idx="5"/>
          </p:cNvCxnSpPr>
          <p:nvPr/>
        </p:nvCxnSpPr>
        <p:spPr>
          <a:xfrm rot="10800000">
            <a:off x="2466443" y="2119699"/>
            <a:ext cx="255900" cy="1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78" name="Google Shape;6778;p181"/>
          <p:cNvCxnSpPr>
            <a:stCxn id="6768" idx="6"/>
            <a:endCxn id="6769" idx="4"/>
          </p:cNvCxnSpPr>
          <p:nvPr/>
        </p:nvCxnSpPr>
        <p:spPr>
          <a:xfrm flipH="1" rot="10800000">
            <a:off x="2512993" y="2609354"/>
            <a:ext cx="209400" cy="258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79" name="Google Shape;6779;p181"/>
          <p:cNvCxnSpPr>
            <a:stCxn id="6767" idx="6"/>
            <a:endCxn id="6770" idx="2"/>
          </p:cNvCxnSpPr>
          <p:nvPr/>
        </p:nvCxnSpPr>
        <p:spPr>
          <a:xfrm flipH="1" rot="10800000">
            <a:off x="2512993" y="1700675"/>
            <a:ext cx="367800" cy="30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80" name="Google Shape;6780;p181"/>
          <p:cNvCxnSpPr>
            <a:stCxn id="6771" idx="2"/>
            <a:endCxn id="6770" idx="6"/>
          </p:cNvCxnSpPr>
          <p:nvPr/>
        </p:nvCxnSpPr>
        <p:spPr>
          <a:xfrm rot="10800000">
            <a:off x="3197982" y="1700651"/>
            <a:ext cx="551100" cy="13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81" name="Google Shape;6781;p181"/>
          <p:cNvCxnSpPr>
            <a:stCxn id="6773" idx="1"/>
            <a:endCxn id="6771" idx="5"/>
          </p:cNvCxnSpPr>
          <p:nvPr/>
        </p:nvCxnSpPr>
        <p:spPr>
          <a:xfrm rot="10800000">
            <a:off x="4019665" y="1943573"/>
            <a:ext cx="368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82" name="Google Shape;6782;p181"/>
          <p:cNvCxnSpPr>
            <a:stCxn id="6772" idx="7"/>
            <a:endCxn id="6771" idx="4"/>
          </p:cNvCxnSpPr>
          <p:nvPr/>
        </p:nvCxnSpPr>
        <p:spPr>
          <a:xfrm flipH="1" rot="10800000">
            <a:off x="3545065" y="1988895"/>
            <a:ext cx="362700" cy="35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83" name="Google Shape;6783;p181"/>
          <p:cNvCxnSpPr>
            <a:stCxn id="6775" idx="1"/>
            <a:endCxn id="6772" idx="5"/>
          </p:cNvCxnSpPr>
          <p:nvPr/>
        </p:nvCxnSpPr>
        <p:spPr>
          <a:xfrm rot="10800000">
            <a:off x="3545168" y="2563956"/>
            <a:ext cx="724800" cy="55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84" name="Google Shape;6784;p181"/>
          <p:cNvCxnSpPr>
            <a:stCxn id="6775" idx="2"/>
            <a:endCxn id="6774" idx="5"/>
          </p:cNvCxnSpPr>
          <p:nvPr/>
        </p:nvCxnSpPr>
        <p:spPr>
          <a:xfrm rot="10800000">
            <a:off x="3645129" y="3179710"/>
            <a:ext cx="578400" cy="4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85" name="Google Shape;6785;p181"/>
          <p:cNvCxnSpPr>
            <a:stCxn id="6774" idx="2"/>
            <a:endCxn id="6768" idx="6"/>
          </p:cNvCxnSpPr>
          <p:nvPr/>
        </p:nvCxnSpPr>
        <p:spPr>
          <a:xfrm rot="10800000">
            <a:off x="2513010" y="2867656"/>
            <a:ext cx="861600" cy="202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86" name="Google Shape;6786;p181"/>
          <p:cNvCxnSpPr>
            <a:stCxn id="6775" idx="0"/>
            <a:endCxn id="6773" idx="4"/>
          </p:cNvCxnSpPr>
          <p:nvPr/>
        </p:nvCxnSpPr>
        <p:spPr>
          <a:xfrm flipH="1" rot="10800000">
            <a:off x="4382079" y="2521060"/>
            <a:ext cx="118200" cy="551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87" name="Google Shape;6787;p181"/>
          <p:cNvCxnSpPr>
            <a:stCxn id="6772" idx="2"/>
            <a:endCxn id="6769" idx="6"/>
          </p:cNvCxnSpPr>
          <p:nvPr/>
        </p:nvCxnSpPr>
        <p:spPr>
          <a:xfrm rot="10800000">
            <a:off x="2880803" y="2454649"/>
            <a:ext cx="3936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88" name="Google Shape;6788;p181"/>
          <p:cNvSpPr txBox="1"/>
          <p:nvPr>
            <p:ph type="title"/>
          </p:nvPr>
        </p:nvSpPr>
        <p:spPr>
          <a:xfrm>
            <a:off x="311700" y="315925"/>
            <a:ext cx="54051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Cohesive Blocking </a:t>
            </a:r>
            <a:endParaRPr/>
          </a:p>
        </p:txBody>
      </p:sp>
      <p:sp>
        <p:nvSpPr>
          <p:cNvPr id="6789" name="Google Shape;6789;p181"/>
          <p:cNvSpPr/>
          <p:nvPr/>
        </p:nvSpPr>
        <p:spPr>
          <a:xfrm>
            <a:off x="6584850" y="1958150"/>
            <a:ext cx="863100" cy="4179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</a:t>
            </a:r>
            <a:endParaRPr b="1"/>
          </a:p>
        </p:txBody>
      </p:sp>
      <p:cxnSp>
        <p:nvCxnSpPr>
          <p:cNvPr id="6790" name="Google Shape;6790;p181"/>
          <p:cNvCxnSpPr>
            <a:stCxn id="6789" idx="4"/>
            <a:endCxn id="6791" idx="0"/>
          </p:cNvCxnSpPr>
          <p:nvPr/>
        </p:nvCxnSpPr>
        <p:spPr>
          <a:xfrm flipH="1">
            <a:off x="6296100" y="2376050"/>
            <a:ext cx="720300" cy="770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92" name="Google Shape;6792;p181"/>
          <p:cNvCxnSpPr>
            <a:stCxn id="6789" idx="4"/>
            <a:endCxn id="6793" idx="0"/>
          </p:cNvCxnSpPr>
          <p:nvPr/>
        </p:nvCxnSpPr>
        <p:spPr>
          <a:xfrm>
            <a:off x="7016400" y="2376050"/>
            <a:ext cx="902700" cy="738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93" name="Google Shape;6793;p181"/>
          <p:cNvSpPr/>
          <p:nvPr/>
        </p:nvSpPr>
        <p:spPr>
          <a:xfrm>
            <a:off x="7318725" y="3114100"/>
            <a:ext cx="1200600" cy="606000"/>
          </a:xfrm>
          <a:prstGeom prst="bracePair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</a:rPr>
              <a:t>7</a:t>
            </a:r>
            <a:r>
              <a:rPr lang="en" sz="1200"/>
              <a:t>, 8, 9, 10, 11, 12, 13, 14, 15, 16</a:t>
            </a:r>
            <a:endParaRPr sz="1200"/>
          </a:p>
        </p:txBody>
      </p:sp>
      <p:sp>
        <p:nvSpPr>
          <p:cNvPr id="6791" name="Google Shape;6791;p181"/>
          <p:cNvSpPr/>
          <p:nvPr/>
        </p:nvSpPr>
        <p:spPr>
          <a:xfrm>
            <a:off x="5581050" y="3146455"/>
            <a:ext cx="1429800" cy="606000"/>
          </a:xfrm>
          <a:prstGeom prst="bracePair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1, 2, 3, 4, 5, 6, 7, 17, 18, 19, 20, 21, 22, 23</a:t>
            </a:r>
            <a:endParaRPr sz="1200"/>
          </a:p>
        </p:txBody>
      </p:sp>
      <p:sp>
        <p:nvSpPr>
          <p:cNvPr id="6794" name="Google Shape;6794;p181"/>
          <p:cNvSpPr txBox="1"/>
          <p:nvPr>
            <p:ph idx="4294967295" type="body"/>
          </p:nvPr>
        </p:nvSpPr>
        <p:spPr>
          <a:xfrm>
            <a:off x="5342550" y="315925"/>
            <a:ext cx="3913500" cy="19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n" sz="1400">
                <a:solidFill>
                  <a:srgbClr val="000000"/>
                </a:solidFill>
              </a:rPr>
              <a:t>Identify the k-connectivity of the input graph (G)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b="1" lang="en" sz="1400">
                <a:solidFill>
                  <a:srgbClr val="000000"/>
                </a:solidFill>
              </a:rPr>
              <a:t>Remove the minimum node cutset</a:t>
            </a:r>
            <a:endParaRPr b="1"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n" sz="1400">
                <a:solidFill>
                  <a:srgbClr val="000000"/>
                </a:solidFill>
              </a:rPr>
              <a:t>Do the same on the resulting subgraphs until no more subdivisions can be obtained </a:t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8" name="Shape 6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9" name="Google Shape;6799;p182"/>
          <p:cNvSpPr/>
          <p:nvPr/>
        </p:nvSpPr>
        <p:spPr>
          <a:xfrm>
            <a:off x="913295" y="1147225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6800" name="Google Shape;6800;p182"/>
          <p:cNvSpPr/>
          <p:nvPr/>
        </p:nvSpPr>
        <p:spPr>
          <a:xfrm>
            <a:off x="1445385" y="1546133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6801" name="Google Shape;6801;p182"/>
          <p:cNvSpPr/>
          <p:nvPr/>
        </p:nvSpPr>
        <p:spPr>
          <a:xfrm>
            <a:off x="311700" y="1546133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6802" name="Google Shape;6802;p182"/>
          <p:cNvSpPr/>
          <p:nvPr/>
        </p:nvSpPr>
        <p:spPr>
          <a:xfrm>
            <a:off x="913295" y="1855519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6803" name="Google Shape;6803;p182"/>
          <p:cNvSpPr/>
          <p:nvPr/>
        </p:nvSpPr>
        <p:spPr>
          <a:xfrm>
            <a:off x="311700" y="2164904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6804" name="Google Shape;6804;p182"/>
          <p:cNvSpPr/>
          <p:nvPr/>
        </p:nvSpPr>
        <p:spPr>
          <a:xfrm>
            <a:off x="913295" y="2434838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cxnSp>
        <p:nvCxnSpPr>
          <p:cNvPr id="6805" name="Google Shape;6805;p182"/>
          <p:cNvCxnSpPr>
            <a:endCxn id="6801" idx="7"/>
          </p:cNvCxnSpPr>
          <p:nvPr/>
        </p:nvCxnSpPr>
        <p:spPr>
          <a:xfrm flipH="1">
            <a:off x="582362" y="1411129"/>
            <a:ext cx="377400" cy="1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06" name="Google Shape;6806;p182"/>
          <p:cNvCxnSpPr>
            <a:stCxn id="6803" idx="0"/>
            <a:endCxn id="6801" idx="4"/>
          </p:cNvCxnSpPr>
          <p:nvPr/>
        </p:nvCxnSpPr>
        <p:spPr>
          <a:xfrm rot="10800000">
            <a:off x="470250" y="1855304"/>
            <a:ext cx="0" cy="3096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07" name="Google Shape;6807;p182"/>
          <p:cNvCxnSpPr>
            <a:stCxn id="6804" idx="2"/>
            <a:endCxn id="6803" idx="5"/>
          </p:cNvCxnSpPr>
          <p:nvPr/>
        </p:nvCxnSpPr>
        <p:spPr>
          <a:xfrm rot="10800000">
            <a:off x="582395" y="2428988"/>
            <a:ext cx="330900" cy="16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08" name="Google Shape;6808;p182"/>
          <p:cNvCxnSpPr>
            <a:stCxn id="6802" idx="2"/>
            <a:endCxn id="6803" idx="6"/>
          </p:cNvCxnSpPr>
          <p:nvPr/>
        </p:nvCxnSpPr>
        <p:spPr>
          <a:xfrm flipH="1">
            <a:off x="628895" y="2010169"/>
            <a:ext cx="284400" cy="30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09" name="Google Shape;6809;p182"/>
          <p:cNvCxnSpPr>
            <a:stCxn id="6804" idx="2"/>
            <a:endCxn id="6801" idx="4"/>
          </p:cNvCxnSpPr>
          <p:nvPr/>
        </p:nvCxnSpPr>
        <p:spPr>
          <a:xfrm rot="10800000">
            <a:off x="470195" y="1855388"/>
            <a:ext cx="443100" cy="734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10" name="Google Shape;6810;p182"/>
          <p:cNvCxnSpPr>
            <a:stCxn id="6800" idx="2"/>
            <a:endCxn id="6802" idx="7"/>
          </p:cNvCxnSpPr>
          <p:nvPr/>
        </p:nvCxnSpPr>
        <p:spPr>
          <a:xfrm flipH="1">
            <a:off x="1184085" y="1700783"/>
            <a:ext cx="261300" cy="20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11" name="Google Shape;6811;p182"/>
          <p:cNvCxnSpPr>
            <a:stCxn id="6800" idx="2"/>
            <a:endCxn id="6801" idx="6"/>
          </p:cNvCxnSpPr>
          <p:nvPr/>
        </p:nvCxnSpPr>
        <p:spPr>
          <a:xfrm rot="10800000">
            <a:off x="628785" y="1700783"/>
            <a:ext cx="8166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12" name="Google Shape;6812;p182"/>
          <p:cNvCxnSpPr>
            <a:stCxn id="6800" idx="0"/>
            <a:endCxn id="6799" idx="5"/>
          </p:cNvCxnSpPr>
          <p:nvPr/>
        </p:nvCxnSpPr>
        <p:spPr>
          <a:xfrm rot="10800000">
            <a:off x="1183935" y="1411133"/>
            <a:ext cx="420000" cy="13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13" name="Google Shape;6813;p182"/>
          <p:cNvCxnSpPr>
            <a:stCxn id="6804" idx="0"/>
            <a:endCxn id="6802" idx="4"/>
          </p:cNvCxnSpPr>
          <p:nvPr/>
        </p:nvCxnSpPr>
        <p:spPr>
          <a:xfrm rot="10800000">
            <a:off x="1071845" y="2164838"/>
            <a:ext cx="0" cy="270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14" name="Google Shape;6814;p182"/>
          <p:cNvCxnSpPr>
            <a:stCxn id="6803" idx="6"/>
            <a:endCxn id="6799" idx="4"/>
          </p:cNvCxnSpPr>
          <p:nvPr/>
        </p:nvCxnSpPr>
        <p:spPr>
          <a:xfrm flipH="1" rot="10800000">
            <a:off x="628800" y="1456454"/>
            <a:ext cx="443100" cy="86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15" name="Google Shape;6815;p182"/>
          <p:cNvCxnSpPr>
            <a:stCxn id="6802" idx="0"/>
            <a:endCxn id="6799" idx="4"/>
          </p:cNvCxnSpPr>
          <p:nvPr/>
        </p:nvCxnSpPr>
        <p:spPr>
          <a:xfrm rot="10800000">
            <a:off x="1071845" y="1456519"/>
            <a:ext cx="0" cy="39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16" name="Google Shape;6816;p182"/>
          <p:cNvCxnSpPr>
            <a:stCxn id="6804" idx="6"/>
            <a:endCxn id="6800" idx="3"/>
          </p:cNvCxnSpPr>
          <p:nvPr/>
        </p:nvCxnSpPr>
        <p:spPr>
          <a:xfrm flipH="1" rot="10800000">
            <a:off x="1230395" y="1810088"/>
            <a:ext cx="261300" cy="77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17" name="Google Shape;6817;p182"/>
          <p:cNvCxnSpPr>
            <a:stCxn id="6802" idx="1"/>
            <a:endCxn id="6801" idx="6"/>
          </p:cNvCxnSpPr>
          <p:nvPr/>
        </p:nvCxnSpPr>
        <p:spPr>
          <a:xfrm rot="10800000">
            <a:off x="628834" y="1700715"/>
            <a:ext cx="330900" cy="20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18" name="Google Shape;6818;p182"/>
          <p:cNvSpPr/>
          <p:nvPr/>
        </p:nvSpPr>
        <p:spPr>
          <a:xfrm>
            <a:off x="1128323" y="3117776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17</a:t>
            </a:r>
            <a:endParaRPr/>
          </a:p>
        </p:txBody>
      </p:sp>
      <p:sp>
        <p:nvSpPr>
          <p:cNvPr id="6819" name="Google Shape;6819;p182"/>
          <p:cNvSpPr/>
          <p:nvPr/>
        </p:nvSpPr>
        <p:spPr>
          <a:xfrm>
            <a:off x="1660413" y="3516685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</a:t>
            </a:r>
            <a:endParaRPr/>
          </a:p>
        </p:txBody>
      </p:sp>
      <p:sp>
        <p:nvSpPr>
          <p:cNvPr id="6820" name="Google Shape;6820;p182"/>
          <p:cNvSpPr/>
          <p:nvPr/>
        </p:nvSpPr>
        <p:spPr>
          <a:xfrm>
            <a:off x="596234" y="3516685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18</a:t>
            </a:r>
            <a:endParaRPr/>
          </a:p>
        </p:txBody>
      </p:sp>
      <p:sp>
        <p:nvSpPr>
          <p:cNvPr id="6821" name="Google Shape;6821;p182"/>
          <p:cNvSpPr/>
          <p:nvPr/>
        </p:nvSpPr>
        <p:spPr>
          <a:xfrm>
            <a:off x="1128323" y="3826070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</a:t>
            </a:r>
            <a:endParaRPr/>
          </a:p>
        </p:txBody>
      </p:sp>
      <p:sp>
        <p:nvSpPr>
          <p:cNvPr id="6822" name="Google Shape;6822;p182"/>
          <p:cNvSpPr/>
          <p:nvPr/>
        </p:nvSpPr>
        <p:spPr>
          <a:xfrm>
            <a:off x="526728" y="4135456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</a:t>
            </a:r>
            <a:endParaRPr/>
          </a:p>
        </p:txBody>
      </p:sp>
      <p:sp>
        <p:nvSpPr>
          <p:cNvPr id="6823" name="Google Shape;6823;p182"/>
          <p:cNvSpPr/>
          <p:nvPr/>
        </p:nvSpPr>
        <p:spPr>
          <a:xfrm>
            <a:off x="1128323" y="4405390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23</a:t>
            </a:r>
            <a:endParaRPr/>
          </a:p>
        </p:txBody>
      </p:sp>
      <p:sp>
        <p:nvSpPr>
          <p:cNvPr id="6824" name="Google Shape;6824;p182"/>
          <p:cNvSpPr/>
          <p:nvPr/>
        </p:nvSpPr>
        <p:spPr>
          <a:xfrm>
            <a:off x="1660786" y="4136262"/>
            <a:ext cx="317400" cy="315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</a:t>
            </a:r>
            <a:endParaRPr/>
          </a:p>
        </p:txBody>
      </p:sp>
      <p:cxnSp>
        <p:nvCxnSpPr>
          <p:cNvPr id="6825" name="Google Shape;6825;p182"/>
          <p:cNvCxnSpPr>
            <a:stCxn id="6818" idx="3"/>
            <a:endCxn id="6820" idx="7"/>
          </p:cNvCxnSpPr>
          <p:nvPr/>
        </p:nvCxnSpPr>
        <p:spPr>
          <a:xfrm flipH="1">
            <a:off x="866962" y="3381780"/>
            <a:ext cx="307800" cy="1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26" name="Google Shape;6826;p182"/>
          <p:cNvCxnSpPr>
            <a:stCxn id="6823" idx="2"/>
            <a:endCxn id="6822" idx="5"/>
          </p:cNvCxnSpPr>
          <p:nvPr/>
        </p:nvCxnSpPr>
        <p:spPr>
          <a:xfrm rot="10800000">
            <a:off x="797423" y="4399540"/>
            <a:ext cx="330900" cy="16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27" name="Google Shape;6827;p182"/>
          <p:cNvCxnSpPr>
            <a:stCxn id="6821" idx="2"/>
            <a:endCxn id="6822" idx="6"/>
          </p:cNvCxnSpPr>
          <p:nvPr/>
        </p:nvCxnSpPr>
        <p:spPr>
          <a:xfrm flipH="1">
            <a:off x="843923" y="3980720"/>
            <a:ext cx="284400" cy="30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28" name="Google Shape;6828;p182"/>
          <p:cNvCxnSpPr>
            <a:stCxn id="6822" idx="0"/>
            <a:endCxn id="6820" idx="4"/>
          </p:cNvCxnSpPr>
          <p:nvPr/>
        </p:nvCxnSpPr>
        <p:spPr>
          <a:xfrm flipH="1" rot="10800000">
            <a:off x="685278" y="3825856"/>
            <a:ext cx="69600" cy="30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29" name="Google Shape;6829;p182"/>
          <p:cNvCxnSpPr>
            <a:stCxn id="6819" idx="2"/>
            <a:endCxn id="6821" idx="7"/>
          </p:cNvCxnSpPr>
          <p:nvPr/>
        </p:nvCxnSpPr>
        <p:spPr>
          <a:xfrm flipH="1">
            <a:off x="1399113" y="3671335"/>
            <a:ext cx="261300" cy="20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30" name="Google Shape;6830;p182"/>
          <p:cNvCxnSpPr>
            <a:stCxn id="6819" idx="0"/>
            <a:endCxn id="6818" idx="5"/>
          </p:cNvCxnSpPr>
          <p:nvPr/>
        </p:nvCxnSpPr>
        <p:spPr>
          <a:xfrm rot="10800000">
            <a:off x="1398963" y="3381685"/>
            <a:ext cx="420000" cy="13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31" name="Google Shape;6831;p182"/>
          <p:cNvCxnSpPr>
            <a:stCxn id="6824" idx="0"/>
            <a:endCxn id="6819" idx="4"/>
          </p:cNvCxnSpPr>
          <p:nvPr/>
        </p:nvCxnSpPr>
        <p:spPr>
          <a:xfrm rot="10800000">
            <a:off x="1818886" y="3826062"/>
            <a:ext cx="600" cy="31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32" name="Google Shape;6832;p182"/>
          <p:cNvCxnSpPr>
            <a:stCxn id="6823" idx="6"/>
            <a:endCxn id="6824" idx="3"/>
          </p:cNvCxnSpPr>
          <p:nvPr/>
        </p:nvCxnSpPr>
        <p:spPr>
          <a:xfrm flipH="1" rot="10800000">
            <a:off x="1445423" y="4405240"/>
            <a:ext cx="261900" cy="15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33" name="Google Shape;6833;p182"/>
          <p:cNvCxnSpPr>
            <a:stCxn id="6822" idx="6"/>
            <a:endCxn id="6824" idx="2"/>
          </p:cNvCxnSpPr>
          <p:nvPr/>
        </p:nvCxnSpPr>
        <p:spPr>
          <a:xfrm>
            <a:off x="843828" y="4290106"/>
            <a:ext cx="816900" cy="3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34" name="Google Shape;6834;p182"/>
          <p:cNvCxnSpPr>
            <a:stCxn id="6821" idx="0"/>
            <a:endCxn id="6818" idx="4"/>
          </p:cNvCxnSpPr>
          <p:nvPr/>
        </p:nvCxnSpPr>
        <p:spPr>
          <a:xfrm rot="10800000">
            <a:off x="1286873" y="3427070"/>
            <a:ext cx="0" cy="39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35" name="Google Shape;6835;p182"/>
          <p:cNvCxnSpPr>
            <a:stCxn id="6823" idx="6"/>
            <a:endCxn id="6819" idx="3"/>
          </p:cNvCxnSpPr>
          <p:nvPr/>
        </p:nvCxnSpPr>
        <p:spPr>
          <a:xfrm flipH="1" rot="10800000">
            <a:off x="1445423" y="3780640"/>
            <a:ext cx="261300" cy="77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36" name="Google Shape;6836;p182"/>
          <p:cNvCxnSpPr>
            <a:stCxn id="6821" idx="1"/>
            <a:endCxn id="6820" idx="6"/>
          </p:cNvCxnSpPr>
          <p:nvPr/>
        </p:nvCxnSpPr>
        <p:spPr>
          <a:xfrm rot="10800000">
            <a:off x="913462" y="3671266"/>
            <a:ext cx="261300" cy="20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37" name="Google Shape;6837;p182"/>
          <p:cNvCxnSpPr>
            <a:stCxn id="6822" idx="1"/>
            <a:endCxn id="6803" idx="4"/>
          </p:cNvCxnSpPr>
          <p:nvPr/>
        </p:nvCxnSpPr>
        <p:spPr>
          <a:xfrm rot="10800000">
            <a:off x="470266" y="2474352"/>
            <a:ext cx="102900" cy="170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38" name="Google Shape;6838;p182"/>
          <p:cNvSpPr/>
          <p:nvPr/>
        </p:nvSpPr>
        <p:spPr>
          <a:xfrm>
            <a:off x="2195893" y="1855625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6839" name="Google Shape;6839;p182"/>
          <p:cNvSpPr/>
          <p:nvPr/>
        </p:nvSpPr>
        <p:spPr>
          <a:xfrm>
            <a:off x="2195893" y="2713004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6840" name="Google Shape;6840;p182"/>
          <p:cNvSpPr/>
          <p:nvPr/>
        </p:nvSpPr>
        <p:spPr>
          <a:xfrm>
            <a:off x="2563793" y="2299999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6841" name="Google Shape;6841;p182"/>
          <p:cNvSpPr/>
          <p:nvPr/>
        </p:nvSpPr>
        <p:spPr>
          <a:xfrm>
            <a:off x="2880801" y="1546133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6842" name="Google Shape;6842;p182"/>
          <p:cNvSpPr/>
          <p:nvPr/>
        </p:nvSpPr>
        <p:spPr>
          <a:xfrm>
            <a:off x="3749082" y="1679501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6843" name="Google Shape;6843;p182"/>
          <p:cNvSpPr/>
          <p:nvPr/>
        </p:nvSpPr>
        <p:spPr>
          <a:xfrm>
            <a:off x="3274403" y="2299999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sp>
        <p:nvSpPr>
          <p:cNvPr id="6844" name="Google Shape;6844;p182"/>
          <p:cNvSpPr/>
          <p:nvPr/>
        </p:nvSpPr>
        <p:spPr>
          <a:xfrm>
            <a:off x="4341627" y="2211777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sp>
        <p:nvSpPr>
          <p:cNvPr id="6845" name="Google Shape;6845;p182"/>
          <p:cNvSpPr/>
          <p:nvPr/>
        </p:nvSpPr>
        <p:spPr>
          <a:xfrm>
            <a:off x="3374610" y="2915806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</a:t>
            </a:r>
            <a:endParaRPr/>
          </a:p>
        </p:txBody>
      </p:sp>
      <p:sp>
        <p:nvSpPr>
          <p:cNvPr id="6846" name="Google Shape;6846;p182"/>
          <p:cNvSpPr/>
          <p:nvPr/>
        </p:nvSpPr>
        <p:spPr>
          <a:xfrm>
            <a:off x="4223529" y="3072460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</a:t>
            </a:r>
            <a:endParaRPr/>
          </a:p>
        </p:txBody>
      </p:sp>
      <p:cxnSp>
        <p:nvCxnSpPr>
          <p:cNvPr id="6847" name="Google Shape;6847;p182"/>
          <p:cNvCxnSpPr>
            <a:stCxn id="6839" idx="0"/>
            <a:endCxn id="6838" idx="4"/>
          </p:cNvCxnSpPr>
          <p:nvPr/>
        </p:nvCxnSpPr>
        <p:spPr>
          <a:xfrm rot="10800000">
            <a:off x="2354443" y="2164904"/>
            <a:ext cx="0" cy="548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48" name="Google Shape;6848;p182"/>
          <p:cNvCxnSpPr>
            <a:stCxn id="6840" idx="0"/>
            <a:endCxn id="6838" idx="5"/>
          </p:cNvCxnSpPr>
          <p:nvPr/>
        </p:nvCxnSpPr>
        <p:spPr>
          <a:xfrm rot="10800000">
            <a:off x="2466443" y="2119699"/>
            <a:ext cx="255900" cy="1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49" name="Google Shape;6849;p182"/>
          <p:cNvCxnSpPr>
            <a:stCxn id="6839" idx="6"/>
            <a:endCxn id="6840" idx="4"/>
          </p:cNvCxnSpPr>
          <p:nvPr/>
        </p:nvCxnSpPr>
        <p:spPr>
          <a:xfrm flipH="1" rot="10800000">
            <a:off x="2512993" y="2609354"/>
            <a:ext cx="209400" cy="258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50" name="Google Shape;6850;p182"/>
          <p:cNvCxnSpPr>
            <a:stCxn id="6838" idx="6"/>
            <a:endCxn id="6841" idx="2"/>
          </p:cNvCxnSpPr>
          <p:nvPr/>
        </p:nvCxnSpPr>
        <p:spPr>
          <a:xfrm flipH="1" rot="10800000">
            <a:off x="2512993" y="1700675"/>
            <a:ext cx="367800" cy="30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51" name="Google Shape;6851;p182"/>
          <p:cNvCxnSpPr>
            <a:stCxn id="6842" idx="2"/>
            <a:endCxn id="6841" idx="6"/>
          </p:cNvCxnSpPr>
          <p:nvPr/>
        </p:nvCxnSpPr>
        <p:spPr>
          <a:xfrm rot="10800000">
            <a:off x="3197982" y="1700651"/>
            <a:ext cx="551100" cy="13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52" name="Google Shape;6852;p182"/>
          <p:cNvCxnSpPr>
            <a:stCxn id="6844" idx="1"/>
            <a:endCxn id="6842" idx="5"/>
          </p:cNvCxnSpPr>
          <p:nvPr/>
        </p:nvCxnSpPr>
        <p:spPr>
          <a:xfrm rot="10800000">
            <a:off x="4019665" y="1943573"/>
            <a:ext cx="368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53" name="Google Shape;6853;p182"/>
          <p:cNvCxnSpPr>
            <a:stCxn id="6843" idx="7"/>
            <a:endCxn id="6842" idx="4"/>
          </p:cNvCxnSpPr>
          <p:nvPr/>
        </p:nvCxnSpPr>
        <p:spPr>
          <a:xfrm flipH="1" rot="10800000">
            <a:off x="3545065" y="1988895"/>
            <a:ext cx="362700" cy="35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54" name="Google Shape;6854;p182"/>
          <p:cNvCxnSpPr>
            <a:stCxn id="6846" idx="1"/>
            <a:endCxn id="6843" idx="5"/>
          </p:cNvCxnSpPr>
          <p:nvPr/>
        </p:nvCxnSpPr>
        <p:spPr>
          <a:xfrm rot="10800000">
            <a:off x="3545168" y="2563956"/>
            <a:ext cx="724800" cy="55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55" name="Google Shape;6855;p182"/>
          <p:cNvCxnSpPr>
            <a:stCxn id="6846" idx="2"/>
            <a:endCxn id="6845" idx="5"/>
          </p:cNvCxnSpPr>
          <p:nvPr/>
        </p:nvCxnSpPr>
        <p:spPr>
          <a:xfrm rot="10800000">
            <a:off x="3645129" y="3179710"/>
            <a:ext cx="578400" cy="4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56" name="Google Shape;6856;p182"/>
          <p:cNvCxnSpPr>
            <a:stCxn id="6845" idx="2"/>
            <a:endCxn id="6839" idx="6"/>
          </p:cNvCxnSpPr>
          <p:nvPr/>
        </p:nvCxnSpPr>
        <p:spPr>
          <a:xfrm rot="10800000">
            <a:off x="2513010" y="2867656"/>
            <a:ext cx="861600" cy="202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57" name="Google Shape;6857;p182"/>
          <p:cNvCxnSpPr>
            <a:stCxn id="6846" idx="0"/>
            <a:endCxn id="6844" idx="4"/>
          </p:cNvCxnSpPr>
          <p:nvPr/>
        </p:nvCxnSpPr>
        <p:spPr>
          <a:xfrm flipH="1" rot="10800000">
            <a:off x="4382079" y="2521060"/>
            <a:ext cx="118200" cy="551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58" name="Google Shape;6858;p182"/>
          <p:cNvCxnSpPr>
            <a:stCxn id="6843" idx="2"/>
            <a:endCxn id="6840" idx="6"/>
          </p:cNvCxnSpPr>
          <p:nvPr/>
        </p:nvCxnSpPr>
        <p:spPr>
          <a:xfrm rot="10800000">
            <a:off x="2880803" y="2454649"/>
            <a:ext cx="3936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59" name="Google Shape;6859;p182"/>
          <p:cNvSpPr txBox="1"/>
          <p:nvPr>
            <p:ph type="title"/>
          </p:nvPr>
        </p:nvSpPr>
        <p:spPr>
          <a:xfrm>
            <a:off x="311700" y="315925"/>
            <a:ext cx="54051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Cohesive Blocking </a:t>
            </a:r>
            <a:endParaRPr/>
          </a:p>
        </p:txBody>
      </p:sp>
      <p:sp>
        <p:nvSpPr>
          <p:cNvPr id="6860" name="Google Shape;6860;p182"/>
          <p:cNvSpPr txBox="1"/>
          <p:nvPr/>
        </p:nvSpPr>
        <p:spPr>
          <a:xfrm>
            <a:off x="2691175" y="3706850"/>
            <a:ext cx="2476200" cy="11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Who’s next?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61" name="Google Shape;6861;p182"/>
          <p:cNvSpPr/>
          <p:nvPr/>
        </p:nvSpPr>
        <p:spPr>
          <a:xfrm>
            <a:off x="6584850" y="1958150"/>
            <a:ext cx="863100" cy="4179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</a:t>
            </a:r>
            <a:endParaRPr b="1"/>
          </a:p>
        </p:txBody>
      </p:sp>
      <p:cxnSp>
        <p:nvCxnSpPr>
          <p:cNvPr id="6862" name="Google Shape;6862;p182"/>
          <p:cNvCxnSpPr>
            <a:stCxn id="6861" idx="4"/>
            <a:endCxn id="6863" idx="0"/>
          </p:cNvCxnSpPr>
          <p:nvPr/>
        </p:nvCxnSpPr>
        <p:spPr>
          <a:xfrm flipH="1">
            <a:off x="6296100" y="2376050"/>
            <a:ext cx="720300" cy="770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64" name="Google Shape;6864;p182"/>
          <p:cNvCxnSpPr>
            <a:stCxn id="6861" idx="4"/>
            <a:endCxn id="6865" idx="0"/>
          </p:cNvCxnSpPr>
          <p:nvPr/>
        </p:nvCxnSpPr>
        <p:spPr>
          <a:xfrm>
            <a:off x="7016400" y="2376050"/>
            <a:ext cx="902700" cy="738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65" name="Google Shape;6865;p182"/>
          <p:cNvSpPr/>
          <p:nvPr/>
        </p:nvSpPr>
        <p:spPr>
          <a:xfrm>
            <a:off x="7318725" y="3114100"/>
            <a:ext cx="1200600" cy="606000"/>
          </a:xfrm>
          <a:prstGeom prst="bracePair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</a:rPr>
              <a:t>7</a:t>
            </a:r>
            <a:r>
              <a:rPr lang="en" sz="1200"/>
              <a:t>, 8, 9, 10, 11, 12, 13, 14, 15, 16</a:t>
            </a:r>
            <a:endParaRPr sz="1200"/>
          </a:p>
        </p:txBody>
      </p:sp>
      <p:sp>
        <p:nvSpPr>
          <p:cNvPr id="6863" name="Google Shape;6863;p182"/>
          <p:cNvSpPr/>
          <p:nvPr/>
        </p:nvSpPr>
        <p:spPr>
          <a:xfrm>
            <a:off x="5581050" y="3146455"/>
            <a:ext cx="1429800" cy="606000"/>
          </a:xfrm>
          <a:prstGeom prst="bracePair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1, 2, 3, 4, 5, 6, 7, 17, 18, 19, 20, 21, 22, 23</a:t>
            </a:r>
            <a:endParaRPr sz="1200"/>
          </a:p>
        </p:txBody>
      </p:sp>
      <p:sp>
        <p:nvSpPr>
          <p:cNvPr id="6866" name="Google Shape;6866;p182"/>
          <p:cNvSpPr/>
          <p:nvPr/>
        </p:nvSpPr>
        <p:spPr>
          <a:xfrm>
            <a:off x="97925" y="996050"/>
            <a:ext cx="2047200" cy="39075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67" name="Google Shape;6867;p182"/>
          <p:cNvSpPr txBox="1"/>
          <p:nvPr>
            <p:ph idx="4294967295" type="body"/>
          </p:nvPr>
        </p:nvSpPr>
        <p:spPr>
          <a:xfrm>
            <a:off x="5342550" y="315925"/>
            <a:ext cx="3913500" cy="19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n" sz="1400">
                <a:solidFill>
                  <a:srgbClr val="000000"/>
                </a:solidFill>
              </a:rPr>
              <a:t>Identify the k-connectivity of the input graph (G)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n" sz="1400">
                <a:solidFill>
                  <a:srgbClr val="000000"/>
                </a:solidFill>
              </a:rPr>
              <a:t>Remove the minimum node cutset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b="1" lang="en" sz="1400">
                <a:solidFill>
                  <a:srgbClr val="000000"/>
                </a:solidFill>
              </a:rPr>
              <a:t>Do the same on the resulting subgraphs until no more subdivisions can be obtained </a:t>
            </a:r>
            <a:endParaRPr b="1" sz="1400">
              <a:solidFill>
                <a:srgbClr val="000000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1" name="Shape 6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2" name="Google Shape;6872;p183"/>
          <p:cNvSpPr/>
          <p:nvPr/>
        </p:nvSpPr>
        <p:spPr>
          <a:xfrm>
            <a:off x="913295" y="1147225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6873" name="Google Shape;6873;p183"/>
          <p:cNvSpPr/>
          <p:nvPr/>
        </p:nvSpPr>
        <p:spPr>
          <a:xfrm>
            <a:off x="1445385" y="1546133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6874" name="Google Shape;6874;p183"/>
          <p:cNvSpPr/>
          <p:nvPr/>
        </p:nvSpPr>
        <p:spPr>
          <a:xfrm>
            <a:off x="311700" y="1546133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6875" name="Google Shape;6875;p183"/>
          <p:cNvSpPr/>
          <p:nvPr/>
        </p:nvSpPr>
        <p:spPr>
          <a:xfrm>
            <a:off x="913295" y="1855519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6876" name="Google Shape;6876;p183"/>
          <p:cNvSpPr/>
          <p:nvPr/>
        </p:nvSpPr>
        <p:spPr>
          <a:xfrm>
            <a:off x="311700" y="2164904"/>
            <a:ext cx="317100" cy="3093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6877" name="Google Shape;6877;p183"/>
          <p:cNvSpPr/>
          <p:nvPr/>
        </p:nvSpPr>
        <p:spPr>
          <a:xfrm>
            <a:off x="913295" y="2434838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cxnSp>
        <p:nvCxnSpPr>
          <p:cNvPr id="6878" name="Google Shape;6878;p183"/>
          <p:cNvCxnSpPr>
            <a:endCxn id="6874" idx="7"/>
          </p:cNvCxnSpPr>
          <p:nvPr/>
        </p:nvCxnSpPr>
        <p:spPr>
          <a:xfrm flipH="1">
            <a:off x="582362" y="1411129"/>
            <a:ext cx="377400" cy="1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79" name="Google Shape;6879;p183"/>
          <p:cNvCxnSpPr>
            <a:stCxn id="6876" idx="0"/>
            <a:endCxn id="6874" idx="4"/>
          </p:cNvCxnSpPr>
          <p:nvPr/>
        </p:nvCxnSpPr>
        <p:spPr>
          <a:xfrm rot="10800000">
            <a:off x="470250" y="1855304"/>
            <a:ext cx="0" cy="3096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80" name="Google Shape;6880;p183"/>
          <p:cNvCxnSpPr>
            <a:stCxn id="6877" idx="2"/>
            <a:endCxn id="6876" idx="5"/>
          </p:cNvCxnSpPr>
          <p:nvPr/>
        </p:nvCxnSpPr>
        <p:spPr>
          <a:xfrm rot="10800000">
            <a:off x="582395" y="2428988"/>
            <a:ext cx="330900" cy="16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81" name="Google Shape;6881;p183"/>
          <p:cNvCxnSpPr>
            <a:stCxn id="6875" idx="2"/>
            <a:endCxn id="6876" idx="6"/>
          </p:cNvCxnSpPr>
          <p:nvPr/>
        </p:nvCxnSpPr>
        <p:spPr>
          <a:xfrm flipH="1">
            <a:off x="628895" y="2010169"/>
            <a:ext cx="284400" cy="30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82" name="Google Shape;6882;p183"/>
          <p:cNvCxnSpPr>
            <a:stCxn id="6877" idx="2"/>
            <a:endCxn id="6874" idx="4"/>
          </p:cNvCxnSpPr>
          <p:nvPr/>
        </p:nvCxnSpPr>
        <p:spPr>
          <a:xfrm rot="10800000">
            <a:off x="470195" y="1855388"/>
            <a:ext cx="443100" cy="734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83" name="Google Shape;6883;p183"/>
          <p:cNvCxnSpPr>
            <a:stCxn id="6873" idx="2"/>
            <a:endCxn id="6875" idx="7"/>
          </p:cNvCxnSpPr>
          <p:nvPr/>
        </p:nvCxnSpPr>
        <p:spPr>
          <a:xfrm flipH="1">
            <a:off x="1184085" y="1700783"/>
            <a:ext cx="261300" cy="20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84" name="Google Shape;6884;p183"/>
          <p:cNvCxnSpPr>
            <a:stCxn id="6873" idx="2"/>
            <a:endCxn id="6874" idx="6"/>
          </p:cNvCxnSpPr>
          <p:nvPr/>
        </p:nvCxnSpPr>
        <p:spPr>
          <a:xfrm rot="10800000">
            <a:off x="628785" y="1700783"/>
            <a:ext cx="8166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85" name="Google Shape;6885;p183"/>
          <p:cNvCxnSpPr>
            <a:stCxn id="6873" idx="0"/>
            <a:endCxn id="6872" idx="5"/>
          </p:cNvCxnSpPr>
          <p:nvPr/>
        </p:nvCxnSpPr>
        <p:spPr>
          <a:xfrm rot="10800000">
            <a:off x="1183935" y="1411133"/>
            <a:ext cx="420000" cy="13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86" name="Google Shape;6886;p183"/>
          <p:cNvCxnSpPr>
            <a:stCxn id="6877" idx="0"/>
            <a:endCxn id="6875" idx="4"/>
          </p:cNvCxnSpPr>
          <p:nvPr/>
        </p:nvCxnSpPr>
        <p:spPr>
          <a:xfrm rot="10800000">
            <a:off x="1071845" y="2164838"/>
            <a:ext cx="0" cy="270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87" name="Google Shape;6887;p183"/>
          <p:cNvCxnSpPr>
            <a:stCxn id="6876" idx="6"/>
            <a:endCxn id="6872" idx="4"/>
          </p:cNvCxnSpPr>
          <p:nvPr/>
        </p:nvCxnSpPr>
        <p:spPr>
          <a:xfrm flipH="1" rot="10800000">
            <a:off x="628800" y="1456454"/>
            <a:ext cx="443100" cy="86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88" name="Google Shape;6888;p183"/>
          <p:cNvCxnSpPr>
            <a:stCxn id="6875" idx="0"/>
            <a:endCxn id="6872" idx="4"/>
          </p:cNvCxnSpPr>
          <p:nvPr/>
        </p:nvCxnSpPr>
        <p:spPr>
          <a:xfrm rot="10800000">
            <a:off x="1071845" y="1456519"/>
            <a:ext cx="0" cy="39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89" name="Google Shape;6889;p183"/>
          <p:cNvCxnSpPr>
            <a:stCxn id="6877" idx="6"/>
            <a:endCxn id="6873" idx="3"/>
          </p:cNvCxnSpPr>
          <p:nvPr/>
        </p:nvCxnSpPr>
        <p:spPr>
          <a:xfrm flipH="1" rot="10800000">
            <a:off x="1230395" y="1810088"/>
            <a:ext cx="261300" cy="77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90" name="Google Shape;6890;p183"/>
          <p:cNvCxnSpPr>
            <a:stCxn id="6875" idx="1"/>
            <a:endCxn id="6874" idx="6"/>
          </p:cNvCxnSpPr>
          <p:nvPr/>
        </p:nvCxnSpPr>
        <p:spPr>
          <a:xfrm rot="10800000">
            <a:off x="628834" y="1700715"/>
            <a:ext cx="330900" cy="20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91" name="Google Shape;6891;p183"/>
          <p:cNvSpPr/>
          <p:nvPr/>
        </p:nvSpPr>
        <p:spPr>
          <a:xfrm>
            <a:off x="1128323" y="3117776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17</a:t>
            </a:r>
            <a:endParaRPr/>
          </a:p>
        </p:txBody>
      </p:sp>
      <p:sp>
        <p:nvSpPr>
          <p:cNvPr id="6892" name="Google Shape;6892;p183"/>
          <p:cNvSpPr/>
          <p:nvPr/>
        </p:nvSpPr>
        <p:spPr>
          <a:xfrm>
            <a:off x="1660413" y="3516685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</a:t>
            </a:r>
            <a:endParaRPr/>
          </a:p>
        </p:txBody>
      </p:sp>
      <p:sp>
        <p:nvSpPr>
          <p:cNvPr id="6893" name="Google Shape;6893;p183"/>
          <p:cNvSpPr/>
          <p:nvPr/>
        </p:nvSpPr>
        <p:spPr>
          <a:xfrm>
            <a:off x="596234" y="3516685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18</a:t>
            </a:r>
            <a:endParaRPr/>
          </a:p>
        </p:txBody>
      </p:sp>
      <p:sp>
        <p:nvSpPr>
          <p:cNvPr id="6894" name="Google Shape;6894;p183"/>
          <p:cNvSpPr/>
          <p:nvPr/>
        </p:nvSpPr>
        <p:spPr>
          <a:xfrm>
            <a:off x="1128323" y="3826070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</a:t>
            </a:r>
            <a:endParaRPr/>
          </a:p>
        </p:txBody>
      </p:sp>
      <p:sp>
        <p:nvSpPr>
          <p:cNvPr id="6895" name="Google Shape;6895;p183"/>
          <p:cNvSpPr/>
          <p:nvPr/>
        </p:nvSpPr>
        <p:spPr>
          <a:xfrm>
            <a:off x="526728" y="4135456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</a:t>
            </a:r>
            <a:endParaRPr/>
          </a:p>
        </p:txBody>
      </p:sp>
      <p:sp>
        <p:nvSpPr>
          <p:cNvPr id="6896" name="Google Shape;6896;p183"/>
          <p:cNvSpPr/>
          <p:nvPr/>
        </p:nvSpPr>
        <p:spPr>
          <a:xfrm>
            <a:off x="1128323" y="4405390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23</a:t>
            </a:r>
            <a:endParaRPr/>
          </a:p>
        </p:txBody>
      </p:sp>
      <p:sp>
        <p:nvSpPr>
          <p:cNvPr id="6897" name="Google Shape;6897;p183"/>
          <p:cNvSpPr/>
          <p:nvPr/>
        </p:nvSpPr>
        <p:spPr>
          <a:xfrm>
            <a:off x="1660786" y="4136262"/>
            <a:ext cx="317400" cy="315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</a:t>
            </a:r>
            <a:endParaRPr/>
          </a:p>
        </p:txBody>
      </p:sp>
      <p:cxnSp>
        <p:nvCxnSpPr>
          <p:cNvPr id="6898" name="Google Shape;6898;p183"/>
          <p:cNvCxnSpPr>
            <a:stCxn id="6891" idx="3"/>
            <a:endCxn id="6893" idx="7"/>
          </p:cNvCxnSpPr>
          <p:nvPr/>
        </p:nvCxnSpPr>
        <p:spPr>
          <a:xfrm flipH="1">
            <a:off x="866962" y="3381780"/>
            <a:ext cx="307800" cy="1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99" name="Google Shape;6899;p183"/>
          <p:cNvCxnSpPr>
            <a:stCxn id="6896" idx="2"/>
            <a:endCxn id="6895" idx="5"/>
          </p:cNvCxnSpPr>
          <p:nvPr/>
        </p:nvCxnSpPr>
        <p:spPr>
          <a:xfrm rot="10800000">
            <a:off x="797423" y="4399540"/>
            <a:ext cx="330900" cy="16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00" name="Google Shape;6900;p183"/>
          <p:cNvCxnSpPr>
            <a:stCxn id="6894" idx="2"/>
            <a:endCxn id="6895" idx="6"/>
          </p:cNvCxnSpPr>
          <p:nvPr/>
        </p:nvCxnSpPr>
        <p:spPr>
          <a:xfrm flipH="1">
            <a:off x="843923" y="3980720"/>
            <a:ext cx="284400" cy="30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01" name="Google Shape;6901;p183"/>
          <p:cNvCxnSpPr>
            <a:stCxn id="6895" idx="0"/>
            <a:endCxn id="6893" idx="4"/>
          </p:cNvCxnSpPr>
          <p:nvPr/>
        </p:nvCxnSpPr>
        <p:spPr>
          <a:xfrm flipH="1" rot="10800000">
            <a:off x="685278" y="3825856"/>
            <a:ext cx="69600" cy="30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02" name="Google Shape;6902;p183"/>
          <p:cNvCxnSpPr>
            <a:stCxn id="6892" idx="2"/>
            <a:endCxn id="6894" idx="7"/>
          </p:cNvCxnSpPr>
          <p:nvPr/>
        </p:nvCxnSpPr>
        <p:spPr>
          <a:xfrm flipH="1">
            <a:off x="1399113" y="3671335"/>
            <a:ext cx="261300" cy="20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03" name="Google Shape;6903;p183"/>
          <p:cNvCxnSpPr>
            <a:stCxn id="6892" idx="0"/>
            <a:endCxn id="6891" idx="5"/>
          </p:cNvCxnSpPr>
          <p:nvPr/>
        </p:nvCxnSpPr>
        <p:spPr>
          <a:xfrm rot="10800000">
            <a:off x="1398963" y="3381685"/>
            <a:ext cx="420000" cy="13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04" name="Google Shape;6904;p183"/>
          <p:cNvCxnSpPr>
            <a:stCxn id="6897" idx="0"/>
            <a:endCxn id="6892" idx="4"/>
          </p:cNvCxnSpPr>
          <p:nvPr/>
        </p:nvCxnSpPr>
        <p:spPr>
          <a:xfrm rot="10800000">
            <a:off x="1818886" y="3826062"/>
            <a:ext cx="600" cy="31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05" name="Google Shape;6905;p183"/>
          <p:cNvCxnSpPr>
            <a:stCxn id="6896" idx="6"/>
            <a:endCxn id="6897" idx="3"/>
          </p:cNvCxnSpPr>
          <p:nvPr/>
        </p:nvCxnSpPr>
        <p:spPr>
          <a:xfrm flipH="1" rot="10800000">
            <a:off x="1445423" y="4405240"/>
            <a:ext cx="261900" cy="15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06" name="Google Shape;6906;p183"/>
          <p:cNvCxnSpPr>
            <a:stCxn id="6895" idx="6"/>
            <a:endCxn id="6897" idx="2"/>
          </p:cNvCxnSpPr>
          <p:nvPr/>
        </p:nvCxnSpPr>
        <p:spPr>
          <a:xfrm>
            <a:off x="843828" y="4290106"/>
            <a:ext cx="816900" cy="3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07" name="Google Shape;6907;p183"/>
          <p:cNvCxnSpPr>
            <a:stCxn id="6894" idx="0"/>
            <a:endCxn id="6891" idx="4"/>
          </p:cNvCxnSpPr>
          <p:nvPr/>
        </p:nvCxnSpPr>
        <p:spPr>
          <a:xfrm rot="10800000">
            <a:off x="1286873" y="3427070"/>
            <a:ext cx="0" cy="39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08" name="Google Shape;6908;p183"/>
          <p:cNvCxnSpPr>
            <a:stCxn id="6896" idx="6"/>
            <a:endCxn id="6892" idx="3"/>
          </p:cNvCxnSpPr>
          <p:nvPr/>
        </p:nvCxnSpPr>
        <p:spPr>
          <a:xfrm flipH="1" rot="10800000">
            <a:off x="1445423" y="3780640"/>
            <a:ext cx="261300" cy="77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09" name="Google Shape;6909;p183"/>
          <p:cNvCxnSpPr>
            <a:stCxn id="6894" idx="1"/>
            <a:endCxn id="6893" idx="6"/>
          </p:cNvCxnSpPr>
          <p:nvPr/>
        </p:nvCxnSpPr>
        <p:spPr>
          <a:xfrm rot="10800000">
            <a:off x="913462" y="3671266"/>
            <a:ext cx="261300" cy="20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10" name="Google Shape;6910;p183"/>
          <p:cNvCxnSpPr>
            <a:stCxn id="6895" idx="1"/>
            <a:endCxn id="6876" idx="4"/>
          </p:cNvCxnSpPr>
          <p:nvPr/>
        </p:nvCxnSpPr>
        <p:spPr>
          <a:xfrm rot="10800000">
            <a:off x="470266" y="2474352"/>
            <a:ext cx="102900" cy="170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11" name="Google Shape;6911;p183"/>
          <p:cNvSpPr/>
          <p:nvPr/>
        </p:nvSpPr>
        <p:spPr>
          <a:xfrm>
            <a:off x="2195893" y="1855625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6912" name="Google Shape;6912;p183"/>
          <p:cNvSpPr/>
          <p:nvPr/>
        </p:nvSpPr>
        <p:spPr>
          <a:xfrm>
            <a:off x="2195893" y="2713004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6913" name="Google Shape;6913;p183"/>
          <p:cNvSpPr/>
          <p:nvPr/>
        </p:nvSpPr>
        <p:spPr>
          <a:xfrm>
            <a:off x="2563793" y="2299999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6914" name="Google Shape;6914;p183"/>
          <p:cNvSpPr/>
          <p:nvPr/>
        </p:nvSpPr>
        <p:spPr>
          <a:xfrm>
            <a:off x="2880801" y="1546133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6915" name="Google Shape;6915;p183"/>
          <p:cNvSpPr/>
          <p:nvPr/>
        </p:nvSpPr>
        <p:spPr>
          <a:xfrm>
            <a:off x="3749082" y="1679501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6916" name="Google Shape;6916;p183"/>
          <p:cNvSpPr/>
          <p:nvPr/>
        </p:nvSpPr>
        <p:spPr>
          <a:xfrm>
            <a:off x="3274403" y="2299999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sp>
        <p:nvSpPr>
          <p:cNvPr id="6917" name="Google Shape;6917;p183"/>
          <p:cNvSpPr/>
          <p:nvPr/>
        </p:nvSpPr>
        <p:spPr>
          <a:xfrm>
            <a:off x="4341627" y="2211777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sp>
        <p:nvSpPr>
          <p:cNvPr id="6918" name="Google Shape;6918;p183"/>
          <p:cNvSpPr/>
          <p:nvPr/>
        </p:nvSpPr>
        <p:spPr>
          <a:xfrm>
            <a:off x="3374610" y="2915806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</a:t>
            </a:r>
            <a:endParaRPr/>
          </a:p>
        </p:txBody>
      </p:sp>
      <p:sp>
        <p:nvSpPr>
          <p:cNvPr id="6919" name="Google Shape;6919;p183"/>
          <p:cNvSpPr/>
          <p:nvPr/>
        </p:nvSpPr>
        <p:spPr>
          <a:xfrm>
            <a:off x="4223529" y="3072460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</a:t>
            </a:r>
            <a:endParaRPr/>
          </a:p>
        </p:txBody>
      </p:sp>
      <p:cxnSp>
        <p:nvCxnSpPr>
          <p:cNvPr id="6920" name="Google Shape;6920;p183"/>
          <p:cNvCxnSpPr>
            <a:stCxn id="6912" idx="0"/>
            <a:endCxn id="6911" idx="4"/>
          </p:cNvCxnSpPr>
          <p:nvPr/>
        </p:nvCxnSpPr>
        <p:spPr>
          <a:xfrm rot="10800000">
            <a:off x="2354443" y="2164904"/>
            <a:ext cx="0" cy="548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21" name="Google Shape;6921;p183"/>
          <p:cNvCxnSpPr>
            <a:stCxn id="6913" idx="0"/>
            <a:endCxn id="6911" idx="5"/>
          </p:cNvCxnSpPr>
          <p:nvPr/>
        </p:nvCxnSpPr>
        <p:spPr>
          <a:xfrm rot="10800000">
            <a:off x="2466443" y="2119699"/>
            <a:ext cx="255900" cy="1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22" name="Google Shape;6922;p183"/>
          <p:cNvCxnSpPr>
            <a:stCxn id="6912" idx="6"/>
            <a:endCxn id="6913" idx="4"/>
          </p:cNvCxnSpPr>
          <p:nvPr/>
        </p:nvCxnSpPr>
        <p:spPr>
          <a:xfrm flipH="1" rot="10800000">
            <a:off x="2512993" y="2609354"/>
            <a:ext cx="209400" cy="258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23" name="Google Shape;6923;p183"/>
          <p:cNvCxnSpPr>
            <a:stCxn id="6911" idx="6"/>
            <a:endCxn id="6914" idx="2"/>
          </p:cNvCxnSpPr>
          <p:nvPr/>
        </p:nvCxnSpPr>
        <p:spPr>
          <a:xfrm flipH="1" rot="10800000">
            <a:off x="2512993" y="1700675"/>
            <a:ext cx="367800" cy="30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24" name="Google Shape;6924;p183"/>
          <p:cNvCxnSpPr>
            <a:stCxn id="6915" idx="2"/>
            <a:endCxn id="6914" idx="6"/>
          </p:cNvCxnSpPr>
          <p:nvPr/>
        </p:nvCxnSpPr>
        <p:spPr>
          <a:xfrm rot="10800000">
            <a:off x="3197982" y="1700651"/>
            <a:ext cx="551100" cy="13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25" name="Google Shape;6925;p183"/>
          <p:cNvCxnSpPr>
            <a:stCxn id="6917" idx="1"/>
            <a:endCxn id="6915" idx="5"/>
          </p:cNvCxnSpPr>
          <p:nvPr/>
        </p:nvCxnSpPr>
        <p:spPr>
          <a:xfrm rot="10800000">
            <a:off x="4019665" y="1943573"/>
            <a:ext cx="368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26" name="Google Shape;6926;p183"/>
          <p:cNvCxnSpPr>
            <a:stCxn id="6916" idx="7"/>
            <a:endCxn id="6915" idx="4"/>
          </p:cNvCxnSpPr>
          <p:nvPr/>
        </p:nvCxnSpPr>
        <p:spPr>
          <a:xfrm flipH="1" rot="10800000">
            <a:off x="3545065" y="1988895"/>
            <a:ext cx="362700" cy="35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27" name="Google Shape;6927;p183"/>
          <p:cNvCxnSpPr>
            <a:stCxn id="6919" idx="1"/>
            <a:endCxn id="6916" idx="5"/>
          </p:cNvCxnSpPr>
          <p:nvPr/>
        </p:nvCxnSpPr>
        <p:spPr>
          <a:xfrm rot="10800000">
            <a:off x="3545168" y="2563956"/>
            <a:ext cx="724800" cy="55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28" name="Google Shape;6928;p183"/>
          <p:cNvCxnSpPr>
            <a:stCxn id="6919" idx="2"/>
            <a:endCxn id="6918" idx="5"/>
          </p:cNvCxnSpPr>
          <p:nvPr/>
        </p:nvCxnSpPr>
        <p:spPr>
          <a:xfrm rot="10800000">
            <a:off x="3645129" y="3179710"/>
            <a:ext cx="578400" cy="4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29" name="Google Shape;6929;p183"/>
          <p:cNvCxnSpPr>
            <a:stCxn id="6918" idx="2"/>
            <a:endCxn id="6912" idx="6"/>
          </p:cNvCxnSpPr>
          <p:nvPr/>
        </p:nvCxnSpPr>
        <p:spPr>
          <a:xfrm rot="10800000">
            <a:off x="2513010" y="2867656"/>
            <a:ext cx="861600" cy="202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30" name="Google Shape;6930;p183"/>
          <p:cNvCxnSpPr>
            <a:stCxn id="6919" idx="0"/>
            <a:endCxn id="6917" idx="4"/>
          </p:cNvCxnSpPr>
          <p:nvPr/>
        </p:nvCxnSpPr>
        <p:spPr>
          <a:xfrm flipH="1" rot="10800000">
            <a:off x="4382079" y="2521060"/>
            <a:ext cx="118200" cy="551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31" name="Google Shape;6931;p183"/>
          <p:cNvCxnSpPr>
            <a:stCxn id="6916" idx="2"/>
            <a:endCxn id="6913" idx="6"/>
          </p:cNvCxnSpPr>
          <p:nvPr/>
        </p:nvCxnSpPr>
        <p:spPr>
          <a:xfrm rot="10800000">
            <a:off x="2880803" y="2454649"/>
            <a:ext cx="3936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32" name="Google Shape;6932;p183"/>
          <p:cNvSpPr txBox="1"/>
          <p:nvPr>
            <p:ph idx="4294967295" type="body"/>
          </p:nvPr>
        </p:nvSpPr>
        <p:spPr>
          <a:xfrm>
            <a:off x="5342550" y="315925"/>
            <a:ext cx="3580800" cy="17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n" sz="1400">
                <a:solidFill>
                  <a:srgbClr val="000000"/>
                </a:solidFill>
              </a:rPr>
              <a:t>Identify the k-connectivity of the input graph (G)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Remove the vertex cutset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AutoNum type="arabicPeriod"/>
            </a:pPr>
            <a:r>
              <a:rPr b="1" lang="en" sz="1400">
                <a:solidFill>
                  <a:srgbClr val="FF0000"/>
                </a:solidFill>
              </a:rPr>
              <a:t>Do the same on the resulting subgraphs until no more subdivisions can be obtained </a:t>
            </a:r>
            <a:endParaRPr b="1" sz="1400">
              <a:solidFill>
                <a:srgbClr val="FF0000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6933" name="Google Shape;6933;p183"/>
          <p:cNvSpPr txBox="1"/>
          <p:nvPr>
            <p:ph type="title"/>
          </p:nvPr>
        </p:nvSpPr>
        <p:spPr>
          <a:xfrm>
            <a:off x="311700" y="315925"/>
            <a:ext cx="54051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Cohesive Blocking </a:t>
            </a:r>
            <a:endParaRPr/>
          </a:p>
        </p:txBody>
      </p:sp>
      <p:sp>
        <p:nvSpPr>
          <p:cNvPr id="6934" name="Google Shape;6934;p183"/>
          <p:cNvSpPr txBox="1"/>
          <p:nvPr/>
        </p:nvSpPr>
        <p:spPr>
          <a:xfrm>
            <a:off x="2691175" y="3706850"/>
            <a:ext cx="2476200" cy="11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That’s right! 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35" name="Google Shape;6935;p183"/>
          <p:cNvSpPr/>
          <p:nvPr/>
        </p:nvSpPr>
        <p:spPr>
          <a:xfrm>
            <a:off x="6584850" y="1958150"/>
            <a:ext cx="863100" cy="4179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</a:t>
            </a:r>
            <a:endParaRPr b="1"/>
          </a:p>
        </p:txBody>
      </p:sp>
      <p:cxnSp>
        <p:nvCxnSpPr>
          <p:cNvPr id="6936" name="Google Shape;6936;p183"/>
          <p:cNvCxnSpPr>
            <a:stCxn id="6935" idx="4"/>
            <a:endCxn id="6937" idx="0"/>
          </p:cNvCxnSpPr>
          <p:nvPr/>
        </p:nvCxnSpPr>
        <p:spPr>
          <a:xfrm flipH="1">
            <a:off x="6296100" y="2376050"/>
            <a:ext cx="720300" cy="770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38" name="Google Shape;6938;p183"/>
          <p:cNvCxnSpPr>
            <a:stCxn id="6935" idx="4"/>
            <a:endCxn id="6939" idx="0"/>
          </p:cNvCxnSpPr>
          <p:nvPr/>
        </p:nvCxnSpPr>
        <p:spPr>
          <a:xfrm>
            <a:off x="7016400" y="2376050"/>
            <a:ext cx="902700" cy="738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39" name="Google Shape;6939;p183"/>
          <p:cNvSpPr/>
          <p:nvPr/>
        </p:nvSpPr>
        <p:spPr>
          <a:xfrm>
            <a:off x="7318725" y="3114100"/>
            <a:ext cx="1200600" cy="606000"/>
          </a:xfrm>
          <a:prstGeom prst="bracePair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</a:rPr>
              <a:t>7</a:t>
            </a:r>
            <a:r>
              <a:rPr lang="en" sz="1200"/>
              <a:t>, 8, 9, 10, 11, 12, 13, 14, 15, 16</a:t>
            </a:r>
            <a:endParaRPr sz="1200"/>
          </a:p>
        </p:txBody>
      </p:sp>
      <p:sp>
        <p:nvSpPr>
          <p:cNvPr id="6937" name="Google Shape;6937;p183"/>
          <p:cNvSpPr/>
          <p:nvPr/>
        </p:nvSpPr>
        <p:spPr>
          <a:xfrm>
            <a:off x="5581050" y="3146455"/>
            <a:ext cx="1429800" cy="606000"/>
          </a:xfrm>
          <a:prstGeom prst="bracePair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1, 2, 3, 4, 5, 6, 7, 17, 18, 19, 20, 21, 22, 23</a:t>
            </a:r>
            <a:endParaRPr sz="1200"/>
          </a:p>
        </p:txBody>
      </p:sp>
      <p:sp>
        <p:nvSpPr>
          <p:cNvPr id="6940" name="Google Shape;6940;p183"/>
          <p:cNvSpPr/>
          <p:nvPr/>
        </p:nvSpPr>
        <p:spPr>
          <a:xfrm>
            <a:off x="97925" y="996050"/>
            <a:ext cx="2047200" cy="39075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4" name="Shape 6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5" name="Google Shape;6945;p184"/>
          <p:cNvSpPr/>
          <p:nvPr/>
        </p:nvSpPr>
        <p:spPr>
          <a:xfrm>
            <a:off x="913295" y="1147225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6946" name="Google Shape;6946;p184"/>
          <p:cNvSpPr/>
          <p:nvPr/>
        </p:nvSpPr>
        <p:spPr>
          <a:xfrm>
            <a:off x="1445385" y="1546133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6947" name="Google Shape;6947;p184"/>
          <p:cNvSpPr/>
          <p:nvPr/>
        </p:nvSpPr>
        <p:spPr>
          <a:xfrm>
            <a:off x="311700" y="1546133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6948" name="Google Shape;6948;p184"/>
          <p:cNvSpPr/>
          <p:nvPr/>
        </p:nvSpPr>
        <p:spPr>
          <a:xfrm>
            <a:off x="913295" y="1855519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6949" name="Google Shape;6949;p184"/>
          <p:cNvSpPr/>
          <p:nvPr/>
        </p:nvSpPr>
        <p:spPr>
          <a:xfrm>
            <a:off x="913295" y="2434838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cxnSp>
        <p:nvCxnSpPr>
          <p:cNvPr id="6950" name="Google Shape;6950;p184"/>
          <p:cNvCxnSpPr>
            <a:endCxn id="6947" idx="7"/>
          </p:cNvCxnSpPr>
          <p:nvPr/>
        </p:nvCxnSpPr>
        <p:spPr>
          <a:xfrm flipH="1">
            <a:off x="582362" y="1411129"/>
            <a:ext cx="377400" cy="1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1" name="Google Shape;6951;p184"/>
          <p:cNvCxnSpPr>
            <a:stCxn id="6949" idx="2"/>
            <a:endCxn id="6947" idx="4"/>
          </p:cNvCxnSpPr>
          <p:nvPr/>
        </p:nvCxnSpPr>
        <p:spPr>
          <a:xfrm rot="10800000">
            <a:off x="470195" y="1855388"/>
            <a:ext cx="443100" cy="734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2" name="Google Shape;6952;p184"/>
          <p:cNvCxnSpPr>
            <a:stCxn id="6946" idx="2"/>
            <a:endCxn id="6948" idx="7"/>
          </p:cNvCxnSpPr>
          <p:nvPr/>
        </p:nvCxnSpPr>
        <p:spPr>
          <a:xfrm flipH="1">
            <a:off x="1184085" y="1700783"/>
            <a:ext cx="261300" cy="20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3" name="Google Shape;6953;p184"/>
          <p:cNvCxnSpPr>
            <a:stCxn id="6946" idx="2"/>
            <a:endCxn id="6947" idx="6"/>
          </p:cNvCxnSpPr>
          <p:nvPr/>
        </p:nvCxnSpPr>
        <p:spPr>
          <a:xfrm rot="10800000">
            <a:off x="628785" y="1700783"/>
            <a:ext cx="8166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4" name="Google Shape;6954;p184"/>
          <p:cNvCxnSpPr>
            <a:stCxn id="6946" idx="0"/>
            <a:endCxn id="6945" idx="5"/>
          </p:cNvCxnSpPr>
          <p:nvPr/>
        </p:nvCxnSpPr>
        <p:spPr>
          <a:xfrm rot="10800000">
            <a:off x="1183935" y="1411133"/>
            <a:ext cx="420000" cy="13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5" name="Google Shape;6955;p184"/>
          <p:cNvCxnSpPr>
            <a:stCxn id="6949" idx="0"/>
            <a:endCxn id="6948" idx="4"/>
          </p:cNvCxnSpPr>
          <p:nvPr/>
        </p:nvCxnSpPr>
        <p:spPr>
          <a:xfrm rot="10800000">
            <a:off x="1071845" y="2164838"/>
            <a:ext cx="0" cy="270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6" name="Google Shape;6956;p184"/>
          <p:cNvCxnSpPr>
            <a:stCxn id="6948" idx="0"/>
            <a:endCxn id="6945" idx="4"/>
          </p:cNvCxnSpPr>
          <p:nvPr/>
        </p:nvCxnSpPr>
        <p:spPr>
          <a:xfrm rot="10800000">
            <a:off x="1071845" y="1456519"/>
            <a:ext cx="0" cy="39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7" name="Google Shape;6957;p184"/>
          <p:cNvCxnSpPr>
            <a:stCxn id="6949" idx="6"/>
            <a:endCxn id="6946" idx="3"/>
          </p:cNvCxnSpPr>
          <p:nvPr/>
        </p:nvCxnSpPr>
        <p:spPr>
          <a:xfrm flipH="1" rot="10800000">
            <a:off x="1230395" y="1810088"/>
            <a:ext cx="261300" cy="77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8" name="Google Shape;6958;p184"/>
          <p:cNvCxnSpPr>
            <a:stCxn id="6948" idx="1"/>
            <a:endCxn id="6947" idx="6"/>
          </p:cNvCxnSpPr>
          <p:nvPr/>
        </p:nvCxnSpPr>
        <p:spPr>
          <a:xfrm rot="10800000">
            <a:off x="628834" y="1700715"/>
            <a:ext cx="330900" cy="20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59" name="Google Shape;6959;p184"/>
          <p:cNvSpPr/>
          <p:nvPr/>
        </p:nvSpPr>
        <p:spPr>
          <a:xfrm>
            <a:off x="1128323" y="3117776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17</a:t>
            </a:r>
            <a:endParaRPr/>
          </a:p>
        </p:txBody>
      </p:sp>
      <p:sp>
        <p:nvSpPr>
          <p:cNvPr id="6960" name="Google Shape;6960;p184"/>
          <p:cNvSpPr/>
          <p:nvPr/>
        </p:nvSpPr>
        <p:spPr>
          <a:xfrm>
            <a:off x="1660413" y="3516685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</a:t>
            </a:r>
            <a:endParaRPr/>
          </a:p>
        </p:txBody>
      </p:sp>
      <p:sp>
        <p:nvSpPr>
          <p:cNvPr id="6961" name="Google Shape;6961;p184"/>
          <p:cNvSpPr/>
          <p:nvPr/>
        </p:nvSpPr>
        <p:spPr>
          <a:xfrm>
            <a:off x="596234" y="3516685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18</a:t>
            </a:r>
            <a:endParaRPr/>
          </a:p>
        </p:txBody>
      </p:sp>
      <p:sp>
        <p:nvSpPr>
          <p:cNvPr id="6962" name="Google Shape;6962;p184"/>
          <p:cNvSpPr/>
          <p:nvPr/>
        </p:nvSpPr>
        <p:spPr>
          <a:xfrm>
            <a:off x="1128323" y="3826070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</a:t>
            </a:r>
            <a:endParaRPr/>
          </a:p>
        </p:txBody>
      </p:sp>
      <p:sp>
        <p:nvSpPr>
          <p:cNvPr id="6963" name="Google Shape;6963;p184"/>
          <p:cNvSpPr/>
          <p:nvPr/>
        </p:nvSpPr>
        <p:spPr>
          <a:xfrm>
            <a:off x="526728" y="4135456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21</a:t>
            </a:r>
            <a:endParaRPr/>
          </a:p>
        </p:txBody>
      </p:sp>
      <p:sp>
        <p:nvSpPr>
          <p:cNvPr id="6964" name="Google Shape;6964;p184"/>
          <p:cNvSpPr/>
          <p:nvPr/>
        </p:nvSpPr>
        <p:spPr>
          <a:xfrm>
            <a:off x="1128323" y="4405390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23</a:t>
            </a:r>
            <a:endParaRPr/>
          </a:p>
        </p:txBody>
      </p:sp>
      <p:sp>
        <p:nvSpPr>
          <p:cNvPr id="6965" name="Google Shape;6965;p184"/>
          <p:cNvSpPr/>
          <p:nvPr/>
        </p:nvSpPr>
        <p:spPr>
          <a:xfrm>
            <a:off x="1660786" y="4136262"/>
            <a:ext cx="317400" cy="3150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22</a:t>
            </a:r>
            <a:endParaRPr/>
          </a:p>
        </p:txBody>
      </p:sp>
      <p:cxnSp>
        <p:nvCxnSpPr>
          <p:cNvPr id="6966" name="Google Shape;6966;p184"/>
          <p:cNvCxnSpPr>
            <a:stCxn id="6959" idx="3"/>
            <a:endCxn id="6961" idx="7"/>
          </p:cNvCxnSpPr>
          <p:nvPr/>
        </p:nvCxnSpPr>
        <p:spPr>
          <a:xfrm flipH="1">
            <a:off x="866962" y="3381780"/>
            <a:ext cx="307800" cy="1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67" name="Google Shape;6967;p184"/>
          <p:cNvCxnSpPr>
            <a:stCxn id="6964" idx="2"/>
            <a:endCxn id="6963" idx="5"/>
          </p:cNvCxnSpPr>
          <p:nvPr/>
        </p:nvCxnSpPr>
        <p:spPr>
          <a:xfrm rot="10800000">
            <a:off x="797423" y="4399540"/>
            <a:ext cx="330900" cy="160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68" name="Google Shape;6968;p184"/>
          <p:cNvCxnSpPr>
            <a:stCxn id="6962" idx="2"/>
            <a:endCxn id="6963" idx="6"/>
          </p:cNvCxnSpPr>
          <p:nvPr/>
        </p:nvCxnSpPr>
        <p:spPr>
          <a:xfrm flipH="1">
            <a:off x="843923" y="3980720"/>
            <a:ext cx="284400" cy="30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69" name="Google Shape;6969;p184"/>
          <p:cNvCxnSpPr>
            <a:stCxn id="6963" idx="0"/>
            <a:endCxn id="6961" idx="4"/>
          </p:cNvCxnSpPr>
          <p:nvPr/>
        </p:nvCxnSpPr>
        <p:spPr>
          <a:xfrm flipH="1" rot="10800000">
            <a:off x="685278" y="3825856"/>
            <a:ext cx="69600" cy="30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70" name="Google Shape;6970;p184"/>
          <p:cNvCxnSpPr>
            <a:stCxn id="6960" idx="2"/>
            <a:endCxn id="6962" idx="7"/>
          </p:cNvCxnSpPr>
          <p:nvPr/>
        </p:nvCxnSpPr>
        <p:spPr>
          <a:xfrm flipH="1">
            <a:off x="1399113" y="3671335"/>
            <a:ext cx="261300" cy="20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71" name="Google Shape;6971;p184"/>
          <p:cNvCxnSpPr>
            <a:stCxn id="6960" idx="0"/>
            <a:endCxn id="6959" idx="5"/>
          </p:cNvCxnSpPr>
          <p:nvPr/>
        </p:nvCxnSpPr>
        <p:spPr>
          <a:xfrm rot="10800000">
            <a:off x="1398963" y="3381685"/>
            <a:ext cx="420000" cy="13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72" name="Google Shape;6972;p184"/>
          <p:cNvCxnSpPr>
            <a:stCxn id="6965" idx="0"/>
            <a:endCxn id="6960" idx="4"/>
          </p:cNvCxnSpPr>
          <p:nvPr/>
        </p:nvCxnSpPr>
        <p:spPr>
          <a:xfrm rot="10800000">
            <a:off x="1818886" y="3826062"/>
            <a:ext cx="600" cy="31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73" name="Google Shape;6973;p184"/>
          <p:cNvCxnSpPr>
            <a:stCxn id="6964" idx="6"/>
            <a:endCxn id="6965" idx="3"/>
          </p:cNvCxnSpPr>
          <p:nvPr/>
        </p:nvCxnSpPr>
        <p:spPr>
          <a:xfrm flipH="1" rot="10800000">
            <a:off x="1445423" y="4405240"/>
            <a:ext cx="261900" cy="154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74" name="Google Shape;6974;p184"/>
          <p:cNvCxnSpPr>
            <a:stCxn id="6963" idx="6"/>
            <a:endCxn id="6965" idx="2"/>
          </p:cNvCxnSpPr>
          <p:nvPr/>
        </p:nvCxnSpPr>
        <p:spPr>
          <a:xfrm>
            <a:off x="843828" y="4290106"/>
            <a:ext cx="816900" cy="3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75" name="Google Shape;6975;p184"/>
          <p:cNvCxnSpPr>
            <a:stCxn id="6962" idx="0"/>
            <a:endCxn id="6959" idx="4"/>
          </p:cNvCxnSpPr>
          <p:nvPr/>
        </p:nvCxnSpPr>
        <p:spPr>
          <a:xfrm rot="10800000">
            <a:off x="1286873" y="3427070"/>
            <a:ext cx="0" cy="39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76" name="Google Shape;6976;p184"/>
          <p:cNvCxnSpPr>
            <a:stCxn id="6964" idx="6"/>
            <a:endCxn id="6960" idx="3"/>
          </p:cNvCxnSpPr>
          <p:nvPr/>
        </p:nvCxnSpPr>
        <p:spPr>
          <a:xfrm flipH="1" rot="10800000">
            <a:off x="1445423" y="3780640"/>
            <a:ext cx="261300" cy="77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77" name="Google Shape;6977;p184"/>
          <p:cNvCxnSpPr>
            <a:stCxn id="6962" idx="1"/>
            <a:endCxn id="6961" idx="6"/>
          </p:cNvCxnSpPr>
          <p:nvPr/>
        </p:nvCxnSpPr>
        <p:spPr>
          <a:xfrm rot="10800000">
            <a:off x="913462" y="3671266"/>
            <a:ext cx="261300" cy="20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78" name="Google Shape;6978;p184"/>
          <p:cNvSpPr/>
          <p:nvPr/>
        </p:nvSpPr>
        <p:spPr>
          <a:xfrm>
            <a:off x="2195893" y="1855625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6979" name="Google Shape;6979;p184"/>
          <p:cNvSpPr/>
          <p:nvPr/>
        </p:nvSpPr>
        <p:spPr>
          <a:xfrm>
            <a:off x="2195893" y="2713004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6980" name="Google Shape;6980;p184"/>
          <p:cNvSpPr/>
          <p:nvPr/>
        </p:nvSpPr>
        <p:spPr>
          <a:xfrm>
            <a:off x="2563793" y="2299999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6981" name="Google Shape;6981;p184"/>
          <p:cNvSpPr/>
          <p:nvPr/>
        </p:nvSpPr>
        <p:spPr>
          <a:xfrm>
            <a:off x="2880801" y="1546133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6982" name="Google Shape;6982;p184"/>
          <p:cNvSpPr/>
          <p:nvPr/>
        </p:nvSpPr>
        <p:spPr>
          <a:xfrm>
            <a:off x="3749082" y="1679501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6983" name="Google Shape;6983;p184"/>
          <p:cNvSpPr/>
          <p:nvPr/>
        </p:nvSpPr>
        <p:spPr>
          <a:xfrm>
            <a:off x="3274403" y="2299999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sp>
        <p:nvSpPr>
          <p:cNvPr id="6984" name="Google Shape;6984;p184"/>
          <p:cNvSpPr/>
          <p:nvPr/>
        </p:nvSpPr>
        <p:spPr>
          <a:xfrm>
            <a:off x="4341627" y="2211777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sp>
        <p:nvSpPr>
          <p:cNvPr id="6985" name="Google Shape;6985;p184"/>
          <p:cNvSpPr/>
          <p:nvPr/>
        </p:nvSpPr>
        <p:spPr>
          <a:xfrm>
            <a:off x="3374610" y="2915806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</a:t>
            </a:r>
            <a:endParaRPr/>
          </a:p>
        </p:txBody>
      </p:sp>
      <p:sp>
        <p:nvSpPr>
          <p:cNvPr id="6986" name="Google Shape;6986;p184"/>
          <p:cNvSpPr/>
          <p:nvPr/>
        </p:nvSpPr>
        <p:spPr>
          <a:xfrm>
            <a:off x="4223529" y="3072460"/>
            <a:ext cx="317100" cy="3093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</a:t>
            </a:r>
            <a:endParaRPr/>
          </a:p>
        </p:txBody>
      </p:sp>
      <p:cxnSp>
        <p:nvCxnSpPr>
          <p:cNvPr id="6987" name="Google Shape;6987;p184"/>
          <p:cNvCxnSpPr>
            <a:stCxn id="6979" idx="0"/>
            <a:endCxn id="6978" idx="4"/>
          </p:cNvCxnSpPr>
          <p:nvPr/>
        </p:nvCxnSpPr>
        <p:spPr>
          <a:xfrm rot="10800000">
            <a:off x="2354443" y="2164904"/>
            <a:ext cx="0" cy="548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88" name="Google Shape;6988;p184"/>
          <p:cNvCxnSpPr>
            <a:stCxn id="6980" idx="0"/>
            <a:endCxn id="6978" idx="5"/>
          </p:cNvCxnSpPr>
          <p:nvPr/>
        </p:nvCxnSpPr>
        <p:spPr>
          <a:xfrm rot="10800000">
            <a:off x="2466443" y="2119699"/>
            <a:ext cx="255900" cy="18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89" name="Google Shape;6989;p184"/>
          <p:cNvCxnSpPr>
            <a:stCxn id="6979" idx="6"/>
            <a:endCxn id="6980" idx="4"/>
          </p:cNvCxnSpPr>
          <p:nvPr/>
        </p:nvCxnSpPr>
        <p:spPr>
          <a:xfrm flipH="1" rot="10800000">
            <a:off x="2512993" y="2609354"/>
            <a:ext cx="209400" cy="258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90" name="Google Shape;6990;p184"/>
          <p:cNvCxnSpPr>
            <a:stCxn id="6978" idx="6"/>
            <a:endCxn id="6981" idx="2"/>
          </p:cNvCxnSpPr>
          <p:nvPr/>
        </p:nvCxnSpPr>
        <p:spPr>
          <a:xfrm flipH="1" rot="10800000">
            <a:off x="2512993" y="1700675"/>
            <a:ext cx="367800" cy="30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91" name="Google Shape;6991;p184"/>
          <p:cNvCxnSpPr>
            <a:stCxn id="6982" idx="2"/>
            <a:endCxn id="6981" idx="6"/>
          </p:cNvCxnSpPr>
          <p:nvPr/>
        </p:nvCxnSpPr>
        <p:spPr>
          <a:xfrm rot="10800000">
            <a:off x="3197982" y="1700651"/>
            <a:ext cx="551100" cy="13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92" name="Google Shape;6992;p184"/>
          <p:cNvCxnSpPr>
            <a:stCxn id="6984" idx="1"/>
            <a:endCxn id="6982" idx="5"/>
          </p:cNvCxnSpPr>
          <p:nvPr/>
        </p:nvCxnSpPr>
        <p:spPr>
          <a:xfrm rot="10800000">
            <a:off x="4019665" y="1943573"/>
            <a:ext cx="368400" cy="313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93" name="Google Shape;6993;p184"/>
          <p:cNvCxnSpPr>
            <a:stCxn id="6983" idx="7"/>
            <a:endCxn id="6982" idx="4"/>
          </p:cNvCxnSpPr>
          <p:nvPr/>
        </p:nvCxnSpPr>
        <p:spPr>
          <a:xfrm flipH="1" rot="10800000">
            <a:off x="3545065" y="1988895"/>
            <a:ext cx="362700" cy="356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94" name="Google Shape;6994;p184"/>
          <p:cNvCxnSpPr>
            <a:stCxn id="6986" idx="1"/>
            <a:endCxn id="6983" idx="5"/>
          </p:cNvCxnSpPr>
          <p:nvPr/>
        </p:nvCxnSpPr>
        <p:spPr>
          <a:xfrm rot="10800000">
            <a:off x="3545168" y="2563956"/>
            <a:ext cx="724800" cy="55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95" name="Google Shape;6995;p184"/>
          <p:cNvCxnSpPr>
            <a:stCxn id="6986" idx="2"/>
            <a:endCxn id="6985" idx="5"/>
          </p:cNvCxnSpPr>
          <p:nvPr/>
        </p:nvCxnSpPr>
        <p:spPr>
          <a:xfrm rot="10800000">
            <a:off x="3645129" y="3179710"/>
            <a:ext cx="578400" cy="4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96" name="Google Shape;6996;p184"/>
          <p:cNvCxnSpPr>
            <a:stCxn id="6985" idx="2"/>
            <a:endCxn id="6979" idx="6"/>
          </p:cNvCxnSpPr>
          <p:nvPr/>
        </p:nvCxnSpPr>
        <p:spPr>
          <a:xfrm rot="10800000">
            <a:off x="2513010" y="2867656"/>
            <a:ext cx="861600" cy="202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97" name="Google Shape;6997;p184"/>
          <p:cNvCxnSpPr>
            <a:stCxn id="6986" idx="0"/>
            <a:endCxn id="6984" idx="4"/>
          </p:cNvCxnSpPr>
          <p:nvPr/>
        </p:nvCxnSpPr>
        <p:spPr>
          <a:xfrm flipH="1" rot="10800000">
            <a:off x="4382079" y="2521060"/>
            <a:ext cx="118200" cy="551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98" name="Google Shape;6998;p184"/>
          <p:cNvCxnSpPr>
            <a:stCxn id="6983" idx="2"/>
            <a:endCxn id="6980" idx="6"/>
          </p:cNvCxnSpPr>
          <p:nvPr/>
        </p:nvCxnSpPr>
        <p:spPr>
          <a:xfrm rot="10800000">
            <a:off x="2880803" y="2454649"/>
            <a:ext cx="3936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99" name="Google Shape;6999;p184"/>
          <p:cNvSpPr txBox="1"/>
          <p:nvPr>
            <p:ph idx="4294967295" type="body"/>
          </p:nvPr>
        </p:nvSpPr>
        <p:spPr>
          <a:xfrm>
            <a:off x="5342550" y="315925"/>
            <a:ext cx="3580800" cy="17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n" sz="1400">
                <a:solidFill>
                  <a:srgbClr val="000000"/>
                </a:solidFill>
              </a:rPr>
              <a:t>Identify the k-connectivity of the input graph (G)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n" sz="1400">
                <a:solidFill>
                  <a:srgbClr val="000000"/>
                </a:solidFill>
              </a:rPr>
              <a:t>Remove the k-cutset (vertices)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AutoNum type="arabicPeriod"/>
            </a:pPr>
            <a:r>
              <a:rPr b="1" lang="en" sz="1400">
                <a:solidFill>
                  <a:srgbClr val="FF0000"/>
                </a:solidFill>
              </a:rPr>
              <a:t>Do the same on the resulting subgraphs until no more subdivisions can be obtained </a:t>
            </a:r>
            <a:endParaRPr b="1" sz="1400">
              <a:solidFill>
                <a:srgbClr val="FF0000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7000" name="Google Shape;7000;p184"/>
          <p:cNvSpPr txBox="1"/>
          <p:nvPr>
            <p:ph type="title"/>
          </p:nvPr>
        </p:nvSpPr>
        <p:spPr>
          <a:xfrm>
            <a:off x="311700" y="315925"/>
            <a:ext cx="54051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Cohesive Blocking </a:t>
            </a:r>
            <a:endParaRPr/>
          </a:p>
        </p:txBody>
      </p:sp>
      <p:sp>
        <p:nvSpPr>
          <p:cNvPr id="7001" name="Google Shape;7001;p184"/>
          <p:cNvSpPr/>
          <p:nvPr/>
        </p:nvSpPr>
        <p:spPr>
          <a:xfrm>
            <a:off x="6584850" y="1958150"/>
            <a:ext cx="863100" cy="4179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</a:t>
            </a:r>
            <a:endParaRPr b="1"/>
          </a:p>
        </p:txBody>
      </p:sp>
      <p:cxnSp>
        <p:nvCxnSpPr>
          <p:cNvPr id="7002" name="Google Shape;7002;p184"/>
          <p:cNvCxnSpPr>
            <a:stCxn id="7001" idx="4"/>
            <a:endCxn id="7003" idx="0"/>
          </p:cNvCxnSpPr>
          <p:nvPr/>
        </p:nvCxnSpPr>
        <p:spPr>
          <a:xfrm flipH="1">
            <a:off x="6296100" y="2376050"/>
            <a:ext cx="720300" cy="770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04" name="Google Shape;7004;p184"/>
          <p:cNvCxnSpPr>
            <a:stCxn id="7001" idx="4"/>
            <a:endCxn id="7005" idx="0"/>
          </p:cNvCxnSpPr>
          <p:nvPr/>
        </p:nvCxnSpPr>
        <p:spPr>
          <a:xfrm>
            <a:off x="7016400" y="2376050"/>
            <a:ext cx="902700" cy="738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05" name="Google Shape;7005;p184"/>
          <p:cNvSpPr/>
          <p:nvPr/>
        </p:nvSpPr>
        <p:spPr>
          <a:xfrm>
            <a:off x="7318725" y="3114100"/>
            <a:ext cx="1200600" cy="606000"/>
          </a:xfrm>
          <a:prstGeom prst="bracePair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</a:rPr>
              <a:t>7</a:t>
            </a:r>
            <a:r>
              <a:rPr lang="en" sz="1200"/>
              <a:t>, 8, 9, 10, 11, 12, 13, 14, 15, 16</a:t>
            </a:r>
            <a:endParaRPr sz="1200"/>
          </a:p>
        </p:txBody>
      </p:sp>
      <p:sp>
        <p:nvSpPr>
          <p:cNvPr id="7003" name="Google Shape;7003;p184"/>
          <p:cNvSpPr/>
          <p:nvPr/>
        </p:nvSpPr>
        <p:spPr>
          <a:xfrm>
            <a:off x="5581050" y="3146455"/>
            <a:ext cx="1429800" cy="606000"/>
          </a:xfrm>
          <a:prstGeom prst="bracePair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1, 2, 3, 4, 5, 6, 7, 17, 18, 19, 20, 21, 22, 23</a:t>
            </a:r>
            <a:endParaRPr sz="1200"/>
          </a:p>
        </p:txBody>
      </p:sp>
      <p:cxnSp>
        <p:nvCxnSpPr>
          <p:cNvPr id="7006" name="Google Shape;7006;p184"/>
          <p:cNvCxnSpPr>
            <a:stCxn id="7003" idx="2"/>
            <a:endCxn id="7007" idx="0"/>
          </p:cNvCxnSpPr>
          <p:nvPr/>
        </p:nvCxnSpPr>
        <p:spPr>
          <a:xfrm flipH="1">
            <a:off x="5767350" y="3752455"/>
            <a:ext cx="528600" cy="5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08" name="Google Shape;7008;p184"/>
          <p:cNvCxnSpPr>
            <a:stCxn id="7003" idx="2"/>
            <a:endCxn id="7009" idx="0"/>
          </p:cNvCxnSpPr>
          <p:nvPr/>
        </p:nvCxnSpPr>
        <p:spPr>
          <a:xfrm>
            <a:off x="6295950" y="3752455"/>
            <a:ext cx="579000" cy="57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07" name="Google Shape;7007;p184"/>
          <p:cNvSpPr/>
          <p:nvPr/>
        </p:nvSpPr>
        <p:spPr>
          <a:xfrm>
            <a:off x="5359175" y="4325375"/>
            <a:ext cx="816600" cy="634800"/>
          </a:xfrm>
          <a:prstGeom prst="bracePair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1, 2, 3, 4, </a:t>
            </a:r>
            <a:r>
              <a:rPr b="1" lang="en" sz="1200">
                <a:solidFill>
                  <a:srgbClr val="FF0000"/>
                </a:solidFill>
              </a:rPr>
              <a:t>5</a:t>
            </a:r>
            <a:r>
              <a:rPr lang="en" sz="1200"/>
              <a:t>, 6</a:t>
            </a:r>
            <a:endParaRPr sz="1200"/>
          </a:p>
        </p:txBody>
      </p:sp>
      <p:sp>
        <p:nvSpPr>
          <p:cNvPr id="7009" name="Google Shape;7009;p184"/>
          <p:cNvSpPr/>
          <p:nvPr/>
        </p:nvSpPr>
        <p:spPr>
          <a:xfrm>
            <a:off x="6367575" y="4325375"/>
            <a:ext cx="1014900" cy="634800"/>
          </a:xfrm>
          <a:prstGeom prst="bracePair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17, 18, 19, 20, 21, 22, 23</a:t>
            </a:r>
            <a:endParaRPr sz="120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7013" name="Shape 7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4" name="Google Shape;7014;p18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K-Core Decomposition</a:t>
            </a:r>
            <a:endParaRPr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8" name="Shape 7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9" name="Google Shape;7019;p18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and Periphery</a:t>
            </a:r>
            <a:endParaRPr/>
          </a:p>
        </p:txBody>
      </p:sp>
      <p:sp>
        <p:nvSpPr>
          <p:cNvPr id="7020" name="Google Shape;7020;p186"/>
          <p:cNvSpPr txBox="1"/>
          <p:nvPr>
            <p:ph idx="1" type="body"/>
          </p:nvPr>
        </p:nvSpPr>
        <p:spPr>
          <a:xfrm>
            <a:off x="311700" y="1225225"/>
            <a:ext cx="4620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networks are organized so that there is a cohesive subgroup hidden inside a set of less well-connected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cohesive subgroup is </a:t>
            </a:r>
            <a:r>
              <a:rPr lang="en"/>
              <a:t>called</a:t>
            </a:r>
            <a:r>
              <a:rPr lang="en"/>
              <a:t> the </a:t>
            </a:r>
            <a:r>
              <a:rPr b="1" lang="en"/>
              <a:t>core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other nodes are called the </a:t>
            </a:r>
            <a:r>
              <a:rPr b="1" lang="en"/>
              <a:t>periphery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These are called </a:t>
            </a:r>
            <a:r>
              <a:rPr b="1" lang="en"/>
              <a:t>core-periphery </a:t>
            </a:r>
            <a:r>
              <a:rPr lang="en"/>
              <a:t>structures</a:t>
            </a:r>
            <a:endParaRPr/>
          </a:p>
        </p:txBody>
      </p:sp>
      <p:sp>
        <p:nvSpPr>
          <p:cNvPr id="7021" name="Google Shape;7021;p186"/>
          <p:cNvSpPr/>
          <p:nvPr/>
        </p:nvSpPr>
        <p:spPr>
          <a:xfrm>
            <a:off x="7544021" y="1509718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B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022" name="Google Shape;7022;p186"/>
          <p:cNvSpPr/>
          <p:nvPr/>
        </p:nvSpPr>
        <p:spPr>
          <a:xfrm>
            <a:off x="6781065" y="1913465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A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023" name="Google Shape;7023;p186"/>
          <p:cNvSpPr/>
          <p:nvPr/>
        </p:nvSpPr>
        <p:spPr>
          <a:xfrm>
            <a:off x="8060540" y="2213625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C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024" name="Google Shape;7024;p186"/>
          <p:cNvSpPr/>
          <p:nvPr/>
        </p:nvSpPr>
        <p:spPr>
          <a:xfrm>
            <a:off x="6820510" y="2786174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E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7025" name="Google Shape;7025;p186"/>
          <p:cNvCxnSpPr>
            <a:stCxn id="7021" idx="2"/>
            <a:endCxn id="7022" idx="7"/>
          </p:cNvCxnSpPr>
          <p:nvPr/>
        </p:nvCxnSpPr>
        <p:spPr>
          <a:xfrm flipH="1">
            <a:off x="7018421" y="1649068"/>
            <a:ext cx="525600" cy="305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26" name="Google Shape;7026;p186"/>
          <p:cNvCxnSpPr>
            <a:stCxn id="7024" idx="0"/>
            <a:endCxn id="7022" idx="4"/>
          </p:cNvCxnSpPr>
          <p:nvPr/>
        </p:nvCxnSpPr>
        <p:spPr>
          <a:xfrm rot="10800000">
            <a:off x="6920260" y="2192174"/>
            <a:ext cx="39300" cy="59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27" name="Google Shape;7027;p186"/>
          <p:cNvCxnSpPr>
            <a:stCxn id="7021" idx="5"/>
            <a:endCxn id="7023" idx="1"/>
          </p:cNvCxnSpPr>
          <p:nvPr/>
        </p:nvCxnSpPr>
        <p:spPr>
          <a:xfrm>
            <a:off x="7781395" y="1747603"/>
            <a:ext cx="319800" cy="506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28" name="Google Shape;7028;p186"/>
          <p:cNvCxnSpPr>
            <a:stCxn id="7023" idx="2"/>
            <a:endCxn id="7022" idx="6"/>
          </p:cNvCxnSpPr>
          <p:nvPr/>
        </p:nvCxnSpPr>
        <p:spPr>
          <a:xfrm rot="10800000">
            <a:off x="7059140" y="2052675"/>
            <a:ext cx="1001400" cy="30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29" name="Google Shape;7029;p186"/>
          <p:cNvSpPr/>
          <p:nvPr/>
        </p:nvSpPr>
        <p:spPr>
          <a:xfrm>
            <a:off x="7544021" y="3384585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D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7030" name="Google Shape;7030;p186"/>
          <p:cNvCxnSpPr>
            <a:stCxn id="7029" idx="0"/>
            <a:endCxn id="7022" idx="5"/>
          </p:cNvCxnSpPr>
          <p:nvPr/>
        </p:nvCxnSpPr>
        <p:spPr>
          <a:xfrm rot="10800000">
            <a:off x="7018571" y="2151285"/>
            <a:ext cx="664500" cy="123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31" name="Google Shape;7031;p186"/>
          <p:cNvCxnSpPr>
            <a:stCxn id="7023" idx="2"/>
            <a:endCxn id="7024" idx="6"/>
          </p:cNvCxnSpPr>
          <p:nvPr/>
        </p:nvCxnSpPr>
        <p:spPr>
          <a:xfrm flipH="1">
            <a:off x="7098740" y="2352975"/>
            <a:ext cx="961800" cy="5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32" name="Google Shape;7032;p186"/>
          <p:cNvCxnSpPr>
            <a:stCxn id="7023" idx="3"/>
            <a:endCxn id="7029" idx="7"/>
          </p:cNvCxnSpPr>
          <p:nvPr/>
        </p:nvCxnSpPr>
        <p:spPr>
          <a:xfrm flipH="1">
            <a:off x="7781467" y="2451511"/>
            <a:ext cx="319800" cy="97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33" name="Google Shape;7033;p186"/>
          <p:cNvCxnSpPr>
            <a:stCxn id="7021" idx="4"/>
            <a:endCxn id="7029" idx="0"/>
          </p:cNvCxnSpPr>
          <p:nvPr/>
        </p:nvCxnSpPr>
        <p:spPr>
          <a:xfrm>
            <a:off x="7683071" y="1788418"/>
            <a:ext cx="0" cy="1596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34" name="Google Shape;7034;p186"/>
          <p:cNvCxnSpPr>
            <a:stCxn id="7024" idx="6"/>
            <a:endCxn id="7029" idx="1"/>
          </p:cNvCxnSpPr>
          <p:nvPr/>
        </p:nvCxnSpPr>
        <p:spPr>
          <a:xfrm>
            <a:off x="7098610" y="2925524"/>
            <a:ext cx="486000" cy="49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35" name="Google Shape;7035;p186"/>
          <p:cNvCxnSpPr>
            <a:stCxn id="7021" idx="3"/>
            <a:endCxn id="7024" idx="7"/>
          </p:cNvCxnSpPr>
          <p:nvPr/>
        </p:nvCxnSpPr>
        <p:spPr>
          <a:xfrm flipH="1">
            <a:off x="7057948" y="1747603"/>
            <a:ext cx="526800" cy="107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36" name="Google Shape;7036;p186"/>
          <p:cNvSpPr/>
          <p:nvPr/>
        </p:nvSpPr>
        <p:spPr>
          <a:xfrm>
            <a:off x="5677688" y="2213921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F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037" name="Google Shape;7037;p186"/>
          <p:cNvSpPr/>
          <p:nvPr/>
        </p:nvSpPr>
        <p:spPr>
          <a:xfrm>
            <a:off x="6561523" y="3585971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G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7038" name="Google Shape;7038;p186"/>
          <p:cNvCxnSpPr>
            <a:stCxn id="7022" idx="2"/>
            <a:endCxn id="7036" idx="6"/>
          </p:cNvCxnSpPr>
          <p:nvPr/>
        </p:nvCxnSpPr>
        <p:spPr>
          <a:xfrm flipH="1">
            <a:off x="5955765" y="2052815"/>
            <a:ext cx="825300" cy="300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39" name="Google Shape;7039;p186"/>
          <p:cNvCxnSpPr>
            <a:stCxn id="7024" idx="1"/>
            <a:endCxn id="7036" idx="6"/>
          </p:cNvCxnSpPr>
          <p:nvPr/>
        </p:nvCxnSpPr>
        <p:spPr>
          <a:xfrm rot="10800000">
            <a:off x="5955836" y="2353289"/>
            <a:ext cx="905400" cy="47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40" name="Google Shape;7040;p186"/>
          <p:cNvCxnSpPr>
            <a:stCxn id="7023" idx="2"/>
            <a:endCxn id="7036" idx="6"/>
          </p:cNvCxnSpPr>
          <p:nvPr/>
        </p:nvCxnSpPr>
        <p:spPr>
          <a:xfrm flipH="1">
            <a:off x="5955740" y="2352975"/>
            <a:ext cx="2104800" cy="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41" name="Google Shape;7041;p186"/>
          <p:cNvCxnSpPr>
            <a:stCxn id="7037" idx="6"/>
            <a:endCxn id="7029" idx="2"/>
          </p:cNvCxnSpPr>
          <p:nvPr/>
        </p:nvCxnSpPr>
        <p:spPr>
          <a:xfrm flipH="1" rot="10800000">
            <a:off x="6839623" y="3524021"/>
            <a:ext cx="704400" cy="20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42" name="Google Shape;7042;p186"/>
          <p:cNvCxnSpPr>
            <a:stCxn id="7024" idx="3"/>
            <a:endCxn id="7037" idx="0"/>
          </p:cNvCxnSpPr>
          <p:nvPr/>
        </p:nvCxnSpPr>
        <p:spPr>
          <a:xfrm flipH="1">
            <a:off x="6700436" y="3024060"/>
            <a:ext cx="160800" cy="56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43" name="Google Shape;7043;p186"/>
          <p:cNvCxnSpPr>
            <a:stCxn id="7036" idx="5"/>
            <a:endCxn id="7037" idx="1"/>
          </p:cNvCxnSpPr>
          <p:nvPr/>
        </p:nvCxnSpPr>
        <p:spPr>
          <a:xfrm>
            <a:off x="5915061" y="2451806"/>
            <a:ext cx="687300" cy="1175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44" name="Google Shape;7044;p186"/>
          <p:cNvSpPr/>
          <p:nvPr/>
        </p:nvSpPr>
        <p:spPr>
          <a:xfrm>
            <a:off x="6674696" y="804739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H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7045" name="Google Shape;7045;p186"/>
          <p:cNvCxnSpPr>
            <a:stCxn id="7021" idx="1"/>
            <a:endCxn id="7044" idx="5"/>
          </p:cNvCxnSpPr>
          <p:nvPr/>
        </p:nvCxnSpPr>
        <p:spPr>
          <a:xfrm rot="10800000">
            <a:off x="6912148" y="1042633"/>
            <a:ext cx="672600" cy="50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46" name="Google Shape;7046;p186"/>
          <p:cNvCxnSpPr>
            <a:stCxn id="7022" idx="0"/>
            <a:endCxn id="7044" idx="4"/>
          </p:cNvCxnSpPr>
          <p:nvPr/>
        </p:nvCxnSpPr>
        <p:spPr>
          <a:xfrm rot="10800000">
            <a:off x="6813615" y="1083365"/>
            <a:ext cx="106500" cy="83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47" name="Google Shape;7047;p186"/>
          <p:cNvCxnSpPr>
            <a:stCxn id="7036" idx="7"/>
            <a:endCxn id="7044" idx="3"/>
          </p:cNvCxnSpPr>
          <p:nvPr/>
        </p:nvCxnSpPr>
        <p:spPr>
          <a:xfrm flipH="1" rot="10800000">
            <a:off x="5915061" y="1042736"/>
            <a:ext cx="800400" cy="121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48" name="Google Shape;7048;p186"/>
          <p:cNvSpPr/>
          <p:nvPr/>
        </p:nvSpPr>
        <p:spPr>
          <a:xfrm>
            <a:off x="8450564" y="2894658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K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049" name="Google Shape;7049;p186"/>
          <p:cNvSpPr/>
          <p:nvPr/>
        </p:nvSpPr>
        <p:spPr>
          <a:xfrm>
            <a:off x="7062871" y="4300519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L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050" name="Google Shape;7050;p186"/>
          <p:cNvSpPr/>
          <p:nvPr/>
        </p:nvSpPr>
        <p:spPr>
          <a:xfrm>
            <a:off x="5369332" y="3101640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N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051" name="Google Shape;7051;p186"/>
          <p:cNvSpPr/>
          <p:nvPr/>
        </p:nvSpPr>
        <p:spPr>
          <a:xfrm>
            <a:off x="5718454" y="3663291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M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052" name="Google Shape;7052;p186"/>
          <p:cNvSpPr/>
          <p:nvPr/>
        </p:nvSpPr>
        <p:spPr>
          <a:xfrm>
            <a:off x="8311520" y="804742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J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053" name="Google Shape;7053;p186"/>
          <p:cNvSpPr/>
          <p:nvPr/>
        </p:nvSpPr>
        <p:spPr>
          <a:xfrm>
            <a:off x="7543995" y="804738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I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7054" name="Google Shape;7054;p186"/>
          <p:cNvCxnSpPr>
            <a:stCxn id="7021" idx="0"/>
            <a:endCxn id="7053" idx="4"/>
          </p:cNvCxnSpPr>
          <p:nvPr/>
        </p:nvCxnSpPr>
        <p:spPr>
          <a:xfrm rot="10800000">
            <a:off x="7683071" y="1083418"/>
            <a:ext cx="0" cy="426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55" name="Google Shape;7055;p186"/>
          <p:cNvCxnSpPr>
            <a:stCxn id="7044" idx="6"/>
            <a:endCxn id="7053" idx="2"/>
          </p:cNvCxnSpPr>
          <p:nvPr/>
        </p:nvCxnSpPr>
        <p:spPr>
          <a:xfrm>
            <a:off x="6952796" y="944089"/>
            <a:ext cx="591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56" name="Google Shape;7056;p186"/>
          <p:cNvCxnSpPr>
            <a:stCxn id="7021" idx="7"/>
            <a:endCxn id="7052" idx="3"/>
          </p:cNvCxnSpPr>
          <p:nvPr/>
        </p:nvCxnSpPr>
        <p:spPr>
          <a:xfrm flipH="1" rot="10800000">
            <a:off x="7781395" y="1042633"/>
            <a:ext cx="570900" cy="50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57" name="Google Shape;7057;p186"/>
          <p:cNvCxnSpPr>
            <a:stCxn id="7052" idx="4"/>
            <a:endCxn id="7023" idx="0"/>
          </p:cNvCxnSpPr>
          <p:nvPr/>
        </p:nvCxnSpPr>
        <p:spPr>
          <a:xfrm flipH="1">
            <a:off x="8199470" y="1083442"/>
            <a:ext cx="251100" cy="113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58" name="Google Shape;7058;p186"/>
          <p:cNvCxnSpPr>
            <a:stCxn id="7048" idx="1"/>
            <a:endCxn id="7023" idx="5"/>
          </p:cNvCxnSpPr>
          <p:nvPr/>
        </p:nvCxnSpPr>
        <p:spPr>
          <a:xfrm rot="10800000">
            <a:off x="8297791" y="2451573"/>
            <a:ext cx="193500" cy="48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59" name="Google Shape;7059;p186"/>
          <p:cNvCxnSpPr>
            <a:stCxn id="7048" idx="3"/>
            <a:endCxn id="7029" idx="6"/>
          </p:cNvCxnSpPr>
          <p:nvPr/>
        </p:nvCxnSpPr>
        <p:spPr>
          <a:xfrm flipH="1">
            <a:off x="7821991" y="3132544"/>
            <a:ext cx="669300" cy="39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60" name="Google Shape;7060;p186"/>
          <p:cNvCxnSpPr>
            <a:stCxn id="7049" idx="0"/>
            <a:endCxn id="7037" idx="5"/>
          </p:cNvCxnSpPr>
          <p:nvPr/>
        </p:nvCxnSpPr>
        <p:spPr>
          <a:xfrm rot="10800000">
            <a:off x="6799021" y="3823819"/>
            <a:ext cx="402900" cy="476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61" name="Google Shape;7061;p186"/>
          <p:cNvCxnSpPr>
            <a:stCxn id="7049" idx="0"/>
            <a:endCxn id="7029" idx="4"/>
          </p:cNvCxnSpPr>
          <p:nvPr/>
        </p:nvCxnSpPr>
        <p:spPr>
          <a:xfrm flipH="1" rot="10800000">
            <a:off x="7201921" y="3663319"/>
            <a:ext cx="481200" cy="637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62" name="Google Shape;7062;p186"/>
          <p:cNvCxnSpPr>
            <a:stCxn id="7050" idx="6"/>
            <a:endCxn id="7024" idx="2"/>
          </p:cNvCxnSpPr>
          <p:nvPr/>
        </p:nvCxnSpPr>
        <p:spPr>
          <a:xfrm flipH="1" rot="10800000">
            <a:off x="5647432" y="2925390"/>
            <a:ext cx="1173000" cy="315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63" name="Google Shape;7063;p186"/>
          <p:cNvCxnSpPr>
            <a:stCxn id="7024" idx="3"/>
            <a:endCxn id="7051" idx="7"/>
          </p:cNvCxnSpPr>
          <p:nvPr/>
        </p:nvCxnSpPr>
        <p:spPr>
          <a:xfrm flipH="1">
            <a:off x="5955836" y="3024060"/>
            <a:ext cx="905400" cy="68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64" name="Google Shape;7064;p186"/>
          <p:cNvCxnSpPr>
            <a:stCxn id="7050" idx="7"/>
            <a:endCxn id="7022" idx="3"/>
          </p:cNvCxnSpPr>
          <p:nvPr/>
        </p:nvCxnSpPr>
        <p:spPr>
          <a:xfrm flipH="1" rot="10800000">
            <a:off x="5606706" y="2151255"/>
            <a:ext cx="1215000" cy="991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65" name="Google Shape;7065;p186"/>
          <p:cNvCxnSpPr>
            <a:stCxn id="7022" idx="4"/>
            <a:endCxn id="7051" idx="7"/>
          </p:cNvCxnSpPr>
          <p:nvPr/>
        </p:nvCxnSpPr>
        <p:spPr>
          <a:xfrm flipH="1">
            <a:off x="5955915" y="2192165"/>
            <a:ext cx="964200" cy="151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66" name="Google Shape;7066;p186"/>
          <p:cNvSpPr/>
          <p:nvPr/>
        </p:nvSpPr>
        <p:spPr>
          <a:xfrm>
            <a:off x="8417799" y="3794984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S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067" name="Google Shape;7067;p186"/>
          <p:cNvSpPr/>
          <p:nvPr/>
        </p:nvSpPr>
        <p:spPr>
          <a:xfrm>
            <a:off x="8646762" y="2213913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P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068" name="Google Shape;7068;p186"/>
          <p:cNvSpPr/>
          <p:nvPr/>
        </p:nvSpPr>
        <p:spPr>
          <a:xfrm>
            <a:off x="7639656" y="4205517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U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069" name="Google Shape;7069;p186"/>
          <p:cNvSpPr/>
          <p:nvPr/>
        </p:nvSpPr>
        <p:spPr>
          <a:xfrm>
            <a:off x="6054638" y="877173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T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070" name="Google Shape;7070;p186"/>
          <p:cNvSpPr/>
          <p:nvPr/>
        </p:nvSpPr>
        <p:spPr>
          <a:xfrm>
            <a:off x="5181422" y="2213925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R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071" name="Google Shape;7071;p186"/>
          <p:cNvSpPr/>
          <p:nvPr/>
        </p:nvSpPr>
        <p:spPr>
          <a:xfrm>
            <a:off x="6176194" y="4300524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Q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072" name="Google Shape;7072;p186"/>
          <p:cNvSpPr/>
          <p:nvPr/>
        </p:nvSpPr>
        <p:spPr>
          <a:xfrm>
            <a:off x="5664026" y="1550545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O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7073" name="Google Shape;7073;p186"/>
          <p:cNvCxnSpPr>
            <a:stCxn id="7022" idx="1"/>
            <a:endCxn id="7069" idx="5"/>
          </p:cNvCxnSpPr>
          <p:nvPr/>
        </p:nvCxnSpPr>
        <p:spPr>
          <a:xfrm rot="10800000">
            <a:off x="6291992" y="1115180"/>
            <a:ext cx="529800" cy="839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74" name="Google Shape;7074;p186"/>
          <p:cNvCxnSpPr>
            <a:stCxn id="7068" idx="0"/>
            <a:endCxn id="7029" idx="4"/>
          </p:cNvCxnSpPr>
          <p:nvPr/>
        </p:nvCxnSpPr>
        <p:spPr>
          <a:xfrm rot="10800000">
            <a:off x="7683006" y="3663417"/>
            <a:ext cx="95700" cy="5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75" name="Google Shape;7075;p186"/>
          <p:cNvCxnSpPr>
            <a:stCxn id="7023" idx="6"/>
            <a:endCxn id="7067" idx="2"/>
          </p:cNvCxnSpPr>
          <p:nvPr/>
        </p:nvCxnSpPr>
        <p:spPr>
          <a:xfrm>
            <a:off x="8338640" y="2352975"/>
            <a:ext cx="308100" cy="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76" name="Google Shape;7076;p186"/>
          <p:cNvCxnSpPr>
            <a:stCxn id="7029" idx="6"/>
            <a:endCxn id="7066" idx="2"/>
          </p:cNvCxnSpPr>
          <p:nvPr/>
        </p:nvCxnSpPr>
        <p:spPr>
          <a:xfrm>
            <a:off x="7822121" y="3523935"/>
            <a:ext cx="595800" cy="410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77" name="Google Shape;7077;p186"/>
          <p:cNvCxnSpPr>
            <a:stCxn id="7037" idx="3"/>
            <a:endCxn id="7071" idx="0"/>
          </p:cNvCxnSpPr>
          <p:nvPr/>
        </p:nvCxnSpPr>
        <p:spPr>
          <a:xfrm flipH="1">
            <a:off x="6315149" y="3823856"/>
            <a:ext cx="287100" cy="476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78" name="Google Shape;7078;p186"/>
          <p:cNvCxnSpPr>
            <a:stCxn id="7036" idx="2"/>
            <a:endCxn id="7070" idx="6"/>
          </p:cNvCxnSpPr>
          <p:nvPr/>
        </p:nvCxnSpPr>
        <p:spPr>
          <a:xfrm rot="10800000">
            <a:off x="5459588" y="2353271"/>
            <a:ext cx="2181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79" name="Google Shape;7079;p186"/>
          <p:cNvCxnSpPr>
            <a:stCxn id="7022" idx="2"/>
            <a:endCxn id="7072" idx="6"/>
          </p:cNvCxnSpPr>
          <p:nvPr/>
        </p:nvCxnSpPr>
        <p:spPr>
          <a:xfrm rot="10800000">
            <a:off x="5942265" y="1689815"/>
            <a:ext cx="838800" cy="36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80" name="Google Shape;7080;p186"/>
          <p:cNvSpPr txBox="1"/>
          <p:nvPr/>
        </p:nvSpPr>
        <p:spPr>
          <a:xfrm>
            <a:off x="6828600" y="4655725"/>
            <a:ext cx="8394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k = 0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4" name="Shape 7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5" name="Google Shape;7085;p18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and Periphery</a:t>
            </a:r>
            <a:endParaRPr/>
          </a:p>
        </p:txBody>
      </p:sp>
      <p:sp>
        <p:nvSpPr>
          <p:cNvPr id="7086" name="Google Shape;7086;p187"/>
          <p:cNvSpPr txBox="1"/>
          <p:nvPr>
            <p:ph idx="1" type="body"/>
          </p:nvPr>
        </p:nvSpPr>
        <p:spPr>
          <a:xfrm>
            <a:off x="311700" y="1225225"/>
            <a:ext cx="4620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method of </a:t>
            </a:r>
            <a:r>
              <a:rPr b="1" lang="en"/>
              <a:t>k-core decomposition</a:t>
            </a:r>
            <a:r>
              <a:rPr lang="en"/>
              <a:t> helps us find well-connected cores in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Begin with the less well-connected nodes (e.g., Degree = 1)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Remove those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Continue removing nodes </a:t>
            </a:r>
            <a:r>
              <a:rPr lang="en"/>
              <a:t>based</a:t>
            </a:r>
            <a:r>
              <a:rPr lang="en"/>
              <a:t> on degree to reveal deeper “shells” (like an onion)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Find the hidden core!</a:t>
            </a:r>
            <a:endParaRPr/>
          </a:p>
        </p:txBody>
      </p:sp>
      <p:sp>
        <p:nvSpPr>
          <p:cNvPr id="7087" name="Google Shape;7087;p187"/>
          <p:cNvSpPr/>
          <p:nvPr/>
        </p:nvSpPr>
        <p:spPr>
          <a:xfrm>
            <a:off x="7544021" y="1509718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B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088" name="Google Shape;7088;p187"/>
          <p:cNvSpPr/>
          <p:nvPr/>
        </p:nvSpPr>
        <p:spPr>
          <a:xfrm>
            <a:off x="6781065" y="1913465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A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089" name="Google Shape;7089;p187"/>
          <p:cNvSpPr/>
          <p:nvPr/>
        </p:nvSpPr>
        <p:spPr>
          <a:xfrm>
            <a:off x="8060540" y="2213625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C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090" name="Google Shape;7090;p187"/>
          <p:cNvSpPr/>
          <p:nvPr/>
        </p:nvSpPr>
        <p:spPr>
          <a:xfrm>
            <a:off x="6820510" y="2786174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E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7091" name="Google Shape;7091;p187"/>
          <p:cNvCxnSpPr>
            <a:stCxn id="7087" idx="2"/>
            <a:endCxn id="7088" idx="7"/>
          </p:cNvCxnSpPr>
          <p:nvPr/>
        </p:nvCxnSpPr>
        <p:spPr>
          <a:xfrm flipH="1">
            <a:off x="7018421" y="1649068"/>
            <a:ext cx="525600" cy="305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92" name="Google Shape;7092;p187"/>
          <p:cNvCxnSpPr>
            <a:stCxn id="7090" idx="0"/>
            <a:endCxn id="7088" idx="4"/>
          </p:cNvCxnSpPr>
          <p:nvPr/>
        </p:nvCxnSpPr>
        <p:spPr>
          <a:xfrm rot="10800000">
            <a:off x="6920260" y="2192174"/>
            <a:ext cx="39300" cy="59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93" name="Google Shape;7093;p187"/>
          <p:cNvCxnSpPr>
            <a:stCxn id="7087" idx="5"/>
            <a:endCxn id="7089" idx="1"/>
          </p:cNvCxnSpPr>
          <p:nvPr/>
        </p:nvCxnSpPr>
        <p:spPr>
          <a:xfrm>
            <a:off x="7781395" y="1747603"/>
            <a:ext cx="319800" cy="506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94" name="Google Shape;7094;p187"/>
          <p:cNvCxnSpPr>
            <a:stCxn id="7089" idx="2"/>
            <a:endCxn id="7088" idx="6"/>
          </p:cNvCxnSpPr>
          <p:nvPr/>
        </p:nvCxnSpPr>
        <p:spPr>
          <a:xfrm rot="10800000">
            <a:off x="7059140" y="2052675"/>
            <a:ext cx="1001400" cy="30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95" name="Google Shape;7095;p187"/>
          <p:cNvSpPr/>
          <p:nvPr/>
        </p:nvSpPr>
        <p:spPr>
          <a:xfrm>
            <a:off x="7544021" y="3384585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D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7096" name="Google Shape;7096;p187"/>
          <p:cNvCxnSpPr>
            <a:stCxn id="7095" idx="0"/>
            <a:endCxn id="7088" idx="5"/>
          </p:cNvCxnSpPr>
          <p:nvPr/>
        </p:nvCxnSpPr>
        <p:spPr>
          <a:xfrm rot="10800000">
            <a:off x="7018571" y="2151285"/>
            <a:ext cx="664500" cy="123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97" name="Google Shape;7097;p187"/>
          <p:cNvCxnSpPr>
            <a:stCxn id="7089" idx="2"/>
            <a:endCxn id="7090" idx="6"/>
          </p:cNvCxnSpPr>
          <p:nvPr/>
        </p:nvCxnSpPr>
        <p:spPr>
          <a:xfrm flipH="1">
            <a:off x="7098740" y="2352975"/>
            <a:ext cx="961800" cy="5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98" name="Google Shape;7098;p187"/>
          <p:cNvCxnSpPr>
            <a:stCxn id="7089" idx="3"/>
            <a:endCxn id="7095" idx="7"/>
          </p:cNvCxnSpPr>
          <p:nvPr/>
        </p:nvCxnSpPr>
        <p:spPr>
          <a:xfrm flipH="1">
            <a:off x="7781467" y="2451511"/>
            <a:ext cx="319800" cy="97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99" name="Google Shape;7099;p187"/>
          <p:cNvCxnSpPr>
            <a:stCxn id="7087" idx="4"/>
            <a:endCxn id="7095" idx="0"/>
          </p:cNvCxnSpPr>
          <p:nvPr/>
        </p:nvCxnSpPr>
        <p:spPr>
          <a:xfrm>
            <a:off x="7683071" y="1788418"/>
            <a:ext cx="0" cy="1596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00" name="Google Shape;7100;p187"/>
          <p:cNvCxnSpPr>
            <a:stCxn id="7090" idx="6"/>
            <a:endCxn id="7095" idx="1"/>
          </p:cNvCxnSpPr>
          <p:nvPr/>
        </p:nvCxnSpPr>
        <p:spPr>
          <a:xfrm>
            <a:off x="7098610" y="2925524"/>
            <a:ext cx="486000" cy="49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01" name="Google Shape;7101;p187"/>
          <p:cNvCxnSpPr>
            <a:stCxn id="7087" idx="3"/>
            <a:endCxn id="7090" idx="7"/>
          </p:cNvCxnSpPr>
          <p:nvPr/>
        </p:nvCxnSpPr>
        <p:spPr>
          <a:xfrm flipH="1">
            <a:off x="7057948" y="1747603"/>
            <a:ext cx="526800" cy="107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02" name="Google Shape;7102;p187"/>
          <p:cNvSpPr/>
          <p:nvPr/>
        </p:nvSpPr>
        <p:spPr>
          <a:xfrm>
            <a:off x="5677688" y="2213921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F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103" name="Google Shape;7103;p187"/>
          <p:cNvSpPr/>
          <p:nvPr/>
        </p:nvSpPr>
        <p:spPr>
          <a:xfrm>
            <a:off x="6561523" y="3585971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G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7104" name="Google Shape;7104;p187"/>
          <p:cNvCxnSpPr>
            <a:stCxn id="7088" idx="2"/>
            <a:endCxn id="7102" idx="6"/>
          </p:cNvCxnSpPr>
          <p:nvPr/>
        </p:nvCxnSpPr>
        <p:spPr>
          <a:xfrm flipH="1">
            <a:off x="5955765" y="2052815"/>
            <a:ext cx="825300" cy="300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05" name="Google Shape;7105;p187"/>
          <p:cNvCxnSpPr>
            <a:stCxn id="7090" idx="1"/>
            <a:endCxn id="7102" idx="6"/>
          </p:cNvCxnSpPr>
          <p:nvPr/>
        </p:nvCxnSpPr>
        <p:spPr>
          <a:xfrm rot="10800000">
            <a:off x="5955836" y="2353289"/>
            <a:ext cx="905400" cy="47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06" name="Google Shape;7106;p187"/>
          <p:cNvCxnSpPr>
            <a:stCxn id="7089" idx="2"/>
            <a:endCxn id="7102" idx="6"/>
          </p:cNvCxnSpPr>
          <p:nvPr/>
        </p:nvCxnSpPr>
        <p:spPr>
          <a:xfrm flipH="1">
            <a:off x="5955740" y="2352975"/>
            <a:ext cx="2104800" cy="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07" name="Google Shape;7107;p187"/>
          <p:cNvCxnSpPr>
            <a:stCxn id="7103" idx="6"/>
            <a:endCxn id="7095" idx="2"/>
          </p:cNvCxnSpPr>
          <p:nvPr/>
        </p:nvCxnSpPr>
        <p:spPr>
          <a:xfrm flipH="1" rot="10800000">
            <a:off x="6839623" y="3524021"/>
            <a:ext cx="704400" cy="20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08" name="Google Shape;7108;p187"/>
          <p:cNvCxnSpPr>
            <a:stCxn id="7090" idx="3"/>
            <a:endCxn id="7103" idx="0"/>
          </p:cNvCxnSpPr>
          <p:nvPr/>
        </p:nvCxnSpPr>
        <p:spPr>
          <a:xfrm flipH="1">
            <a:off x="6700436" y="3024060"/>
            <a:ext cx="160800" cy="56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09" name="Google Shape;7109;p187"/>
          <p:cNvCxnSpPr>
            <a:stCxn id="7102" idx="5"/>
            <a:endCxn id="7103" idx="1"/>
          </p:cNvCxnSpPr>
          <p:nvPr/>
        </p:nvCxnSpPr>
        <p:spPr>
          <a:xfrm>
            <a:off x="5915061" y="2451806"/>
            <a:ext cx="687300" cy="1175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10" name="Google Shape;7110;p187"/>
          <p:cNvSpPr/>
          <p:nvPr/>
        </p:nvSpPr>
        <p:spPr>
          <a:xfrm>
            <a:off x="6674696" y="804739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H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7111" name="Google Shape;7111;p187"/>
          <p:cNvCxnSpPr>
            <a:stCxn id="7087" idx="1"/>
            <a:endCxn id="7110" idx="5"/>
          </p:cNvCxnSpPr>
          <p:nvPr/>
        </p:nvCxnSpPr>
        <p:spPr>
          <a:xfrm rot="10800000">
            <a:off x="6912148" y="1042633"/>
            <a:ext cx="672600" cy="50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12" name="Google Shape;7112;p187"/>
          <p:cNvCxnSpPr>
            <a:stCxn id="7088" idx="0"/>
            <a:endCxn id="7110" idx="4"/>
          </p:cNvCxnSpPr>
          <p:nvPr/>
        </p:nvCxnSpPr>
        <p:spPr>
          <a:xfrm rot="10800000">
            <a:off x="6813615" y="1083365"/>
            <a:ext cx="106500" cy="83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13" name="Google Shape;7113;p187"/>
          <p:cNvCxnSpPr>
            <a:stCxn id="7102" idx="7"/>
            <a:endCxn id="7110" idx="3"/>
          </p:cNvCxnSpPr>
          <p:nvPr/>
        </p:nvCxnSpPr>
        <p:spPr>
          <a:xfrm flipH="1" rot="10800000">
            <a:off x="5915061" y="1042736"/>
            <a:ext cx="800400" cy="121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14" name="Google Shape;7114;p187"/>
          <p:cNvSpPr/>
          <p:nvPr/>
        </p:nvSpPr>
        <p:spPr>
          <a:xfrm>
            <a:off x="8450564" y="2894658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K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115" name="Google Shape;7115;p187"/>
          <p:cNvSpPr/>
          <p:nvPr/>
        </p:nvSpPr>
        <p:spPr>
          <a:xfrm>
            <a:off x="7062871" y="4300519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L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116" name="Google Shape;7116;p187"/>
          <p:cNvSpPr/>
          <p:nvPr/>
        </p:nvSpPr>
        <p:spPr>
          <a:xfrm>
            <a:off x="5369332" y="3101640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N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117" name="Google Shape;7117;p187"/>
          <p:cNvSpPr/>
          <p:nvPr/>
        </p:nvSpPr>
        <p:spPr>
          <a:xfrm>
            <a:off x="5718454" y="3663291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M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118" name="Google Shape;7118;p187"/>
          <p:cNvSpPr/>
          <p:nvPr/>
        </p:nvSpPr>
        <p:spPr>
          <a:xfrm>
            <a:off x="8311520" y="804742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J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119" name="Google Shape;7119;p187"/>
          <p:cNvSpPr/>
          <p:nvPr/>
        </p:nvSpPr>
        <p:spPr>
          <a:xfrm>
            <a:off x="7543995" y="804738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I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7120" name="Google Shape;7120;p187"/>
          <p:cNvCxnSpPr>
            <a:stCxn id="7087" idx="0"/>
            <a:endCxn id="7119" idx="4"/>
          </p:cNvCxnSpPr>
          <p:nvPr/>
        </p:nvCxnSpPr>
        <p:spPr>
          <a:xfrm rot="10800000">
            <a:off x="7683071" y="1083418"/>
            <a:ext cx="0" cy="426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21" name="Google Shape;7121;p187"/>
          <p:cNvCxnSpPr>
            <a:stCxn id="7110" idx="6"/>
            <a:endCxn id="7119" idx="2"/>
          </p:cNvCxnSpPr>
          <p:nvPr/>
        </p:nvCxnSpPr>
        <p:spPr>
          <a:xfrm>
            <a:off x="6952796" y="944089"/>
            <a:ext cx="591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22" name="Google Shape;7122;p187"/>
          <p:cNvCxnSpPr>
            <a:stCxn id="7087" idx="7"/>
            <a:endCxn id="7118" idx="3"/>
          </p:cNvCxnSpPr>
          <p:nvPr/>
        </p:nvCxnSpPr>
        <p:spPr>
          <a:xfrm flipH="1" rot="10800000">
            <a:off x="7781395" y="1042633"/>
            <a:ext cx="570900" cy="50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23" name="Google Shape;7123;p187"/>
          <p:cNvCxnSpPr>
            <a:stCxn id="7118" idx="4"/>
            <a:endCxn id="7089" idx="0"/>
          </p:cNvCxnSpPr>
          <p:nvPr/>
        </p:nvCxnSpPr>
        <p:spPr>
          <a:xfrm flipH="1">
            <a:off x="8199470" y="1083442"/>
            <a:ext cx="251100" cy="113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24" name="Google Shape;7124;p187"/>
          <p:cNvCxnSpPr>
            <a:stCxn id="7114" idx="1"/>
            <a:endCxn id="7089" idx="5"/>
          </p:cNvCxnSpPr>
          <p:nvPr/>
        </p:nvCxnSpPr>
        <p:spPr>
          <a:xfrm rot="10800000">
            <a:off x="8297791" y="2451573"/>
            <a:ext cx="193500" cy="48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25" name="Google Shape;7125;p187"/>
          <p:cNvCxnSpPr>
            <a:stCxn id="7114" idx="3"/>
            <a:endCxn id="7095" idx="6"/>
          </p:cNvCxnSpPr>
          <p:nvPr/>
        </p:nvCxnSpPr>
        <p:spPr>
          <a:xfrm flipH="1">
            <a:off x="7821991" y="3132544"/>
            <a:ext cx="669300" cy="39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26" name="Google Shape;7126;p187"/>
          <p:cNvCxnSpPr>
            <a:stCxn id="7115" idx="0"/>
            <a:endCxn id="7103" idx="5"/>
          </p:cNvCxnSpPr>
          <p:nvPr/>
        </p:nvCxnSpPr>
        <p:spPr>
          <a:xfrm rot="10800000">
            <a:off x="6799021" y="3823819"/>
            <a:ext cx="402900" cy="476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27" name="Google Shape;7127;p187"/>
          <p:cNvCxnSpPr>
            <a:stCxn id="7115" idx="0"/>
            <a:endCxn id="7095" idx="4"/>
          </p:cNvCxnSpPr>
          <p:nvPr/>
        </p:nvCxnSpPr>
        <p:spPr>
          <a:xfrm flipH="1" rot="10800000">
            <a:off x="7201921" y="3663319"/>
            <a:ext cx="481200" cy="637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28" name="Google Shape;7128;p187"/>
          <p:cNvCxnSpPr>
            <a:stCxn id="7116" idx="6"/>
            <a:endCxn id="7090" idx="2"/>
          </p:cNvCxnSpPr>
          <p:nvPr/>
        </p:nvCxnSpPr>
        <p:spPr>
          <a:xfrm flipH="1" rot="10800000">
            <a:off x="5647432" y="2925390"/>
            <a:ext cx="1173000" cy="315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29" name="Google Shape;7129;p187"/>
          <p:cNvCxnSpPr>
            <a:stCxn id="7090" idx="3"/>
            <a:endCxn id="7117" idx="7"/>
          </p:cNvCxnSpPr>
          <p:nvPr/>
        </p:nvCxnSpPr>
        <p:spPr>
          <a:xfrm flipH="1">
            <a:off x="5955836" y="3024060"/>
            <a:ext cx="905400" cy="68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30" name="Google Shape;7130;p187"/>
          <p:cNvCxnSpPr>
            <a:stCxn id="7116" idx="7"/>
            <a:endCxn id="7088" idx="3"/>
          </p:cNvCxnSpPr>
          <p:nvPr/>
        </p:nvCxnSpPr>
        <p:spPr>
          <a:xfrm flipH="1" rot="10800000">
            <a:off x="5606706" y="2151255"/>
            <a:ext cx="1215000" cy="991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31" name="Google Shape;7131;p187"/>
          <p:cNvCxnSpPr>
            <a:stCxn id="7088" idx="4"/>
            <a:endCxn id="7117" idx="7"/>
          </p:cNvCxnSpPr>
          <p:nvPr/>
        </p:nvCxnSpPr>
        <p:spPr>
          <a:xfrm flipH="1">
            <a:off x="5955915" y="2192165"/>
            <a:ext cx="964200" cy="151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32" name="Google Shape;7132;p187"/>
          <p:cNvSpPr/>
          <p:nvPr/>
        </p:nvSpPr>
        <p:spPr>
          <a:xfrm>
            <a:off x="8417799" y="3794984"/>
            <a:ext cx="278100" cy="278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S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133" name="Google Shape;7133;p187"/>
          <p:cNvSpPr/>
          <p:nvPr/>
        </p:nvSpPr>
        <p:spPr>
          <a:xfrm>
            <a:off x="8646762" y="2213913"/>
            <a:ext cx="278100" cy="278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P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134" name="Google Shape;7134;p187"/>
          <p:cNvSpPr/>
          <p:nvPr/>
        </p:nvSpPr>
        <p:spPr>
          <a:xfrm>
            <a:off x="7639656" y="4205517"/>
            <a:ext cx="278100" cy="278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U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135" name="Google Shape;7135;p187"/>
          <p:cNvSpPr/>
          <p:nvPr/>
        </p:nvSpPr>
        <p:spPr>
          <a:xfrm>
            <a:off x="6054638" y="877173"/>
            <a:ext cx="278100" cy="278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T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136" name="Google Shape;7136;p187"/>
          <p:cNvSpPr/>
          <p:nvPr/>
        </p:nvSpPr>
        <p:spPr>
          <a:xfrm>
            <a:off x="5181422" y="2213925"/>
            <a:ext cx="278100" cy="278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R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137" name="Google Shape;7137;p187"/>
          <p:cNvSpPr/>
          <p:nvPr/>
        </p:nvSpPr>
        <p:spPr>
          <a:xfrm>
            <a:off x="6176194" y="4300524"/>
            <a:ext cx="278100" cy="278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Q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138" name="Google Shape;7138;p187"/>
          <p:cNvSpPr/>
          <p:nvPr/>
        </p:nvSpPr>
        <p:spPr>
          <a:xfrm>
            <a:off x="5664026" y="1550545"/>
            <a:ext cx="278100" cy="278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O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7139" name="Google Shape;7139;p187"/>
          <p:cNvCxnSpPr>
            <a:stCxn id="7088" idx="1"/>
            <a:endCxn id="7135" idx="5"/>
          </p:cNvCxnSpPr>
          <p:nvPr/>
        </p:nvCxnSpPr>
        <p:spPr>
          <a:xfrm rot="10800000">
            <a:off x="6291992" y="1115180"/>
            <a:ext cx="529800" cy="839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40" name="Google Shape;7140;p187"/>
          <p:cNvCxnSpPr>
            <a:stCxn id="7134" idx="0"/>
            <a:endCxn id="7095" idx="4"/>
          </p:cNvCxnSpPr>
          <p:nvPr/>
        </p:nvCxnSpPr>
        <p:spPr>
          <a:xfrm rot="10800000">
            <a:off x="7683006" y="3663417"/>
            <a:ext cx="95700" cy="5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41" name="Google Shape;7141;p187"/>
          <p:cNvCxnSpPr>
            <a:stCxn id="7089" idx="6"/>
            <a:endCxn id="7133" idx="2"/>
          </p:cNvCxnSpPr>
          <p:nvPr/>
        </p:nvCxnSpPr>
        <p:spPr>
          <a:xfrm>
            <a:off x="8338640" y="2352975"/>
            <a:ext cx="308100" cy="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42" name="Google Shape;7142;p187"/>
          <p:cNvCxnSpPr>
            <a:stCxn id="7095" idx="6"/>
            <a:endCxn id="7132" idx="2"/>
          </p:cNvCxnSpPr>
          <p:nvPr/>
        </p:nvCxnSpPr>
        <p:spPr>
          <a:xfrm>
            <a:off x="7822121" y="3523935"/>
            <a:ext cx="595800" cy="410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43" name="Google Shape;7143;p187"/>
          <p:cNvCxnSpPr>
            <a:stCxn id="7103" idx="3"/>
            <a:endCxn id="7137" idx="0"/>
          </p:cNvCxnSpPr>
          <p:nvPr/>
        </p:nvCxnSpPr>
        <p:spPr>
          <a:xfrm flipH="1">
            <a:off x="6315149" y="3823856"/>
            <a:ext cx="287100" cy="476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44" name="Google Shape;7144;p187"/>
          <p:cNvCxnSpPr>
            <a:stCxn id="7102" idx="2"/>
            <a:endCxn id="7136" idx="6"/>
          </p:cNvCxnSpPr>
          <p:nvPr/>
        </p:nvCxnSpPr>
        <p:spPr>
          <a:xfrm rot="10800000">
            <a:off x="5459588" y="2353271"/>
            <a:ext cx="2181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45" name="Google Shape;7145;p187"/>
          <p:cNvCxnSpPr>
            <a:stCxn id="7088" idx="2"/>
            <a:endCxn id="7138" idx="6"/>
          </p:cNvCxnSpPr>
          <p:nvPr/>
        </p:nvCxnSpPr>
        <p:spPr>
          <a:xfrm rot="10800000">
            <a:off x="5942265" y="1689815"/>
            <a:ext cx="838800" cy="36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46" name="Google Shape;7146;p187"/>
          <p:cNvSpPr txBox="1"/>
          <p:nvPr/>
        </p:nvSpPr>
        <p:spPr>
          <a:xfrm>
            <a:off x="6828600" y="4655725"/>
            <a:ext cx="8394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k = 1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0" name="Shape 7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1" name="Google Shape;7151;p18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and Periphery</a:t>
            </a:r>
            <a:endParaRPr/>
          </a:p>
        </p:txBody>
      </p:sp>
      <p:sp>
        <p:nvSpPr>
          <p:cNvPr id="7152" name="Google Shape;7152;p188"/>
          <p:cNvSpPr txBox="1"/>
          <p:nvPr>
            <p:ph idx="1" type="body"/>
          </p:nvPr>
        </p:nvSpPr>
        <p:spPr>
          <a:xfrm>
            <a:off x="311700" y="1225225"/>
            <a:ext cx="4620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method of </a:t>
            </a:r>
            <a:r>
              <a:rPr b="1" lang="en"/>
              <a:t>k-core decomposition</a:t>
            </a:r>
            <a:r>
              <a:rPr lang="en"/>
              <a:t> helps us find well-connected cores in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Begin with the less well-connected nodes (e.g., Degree = 1)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Remove those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Continue removing nodes based on degree to reveal deeper “shells” (like an onion)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Find the hidden core!</a:t>
            </a:r>
            <a:endParaRPr/>
          </a:p>
        </p:txBody>
      </p:sp>
      <p:sp>
        <p:nvSpPr>
          <p:cNvPr id="7153" name="Google Shape;7153;p188"/>
          <p:cNvSpPr/>
          <p:nvPr/>
        </p:nvSpPr>
        <p:spPr>
          <a:xfrm>
            <a:off x="7544021" y="1509718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B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154" name="Google Shape;7154;p188"/>
          <p:cNvSpPr/>
          <p:nvPr/>
        </p:nvSpPr>
        <p:spPr>
          <a:xfrm>
            <a:off x="6781065" y="1913465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A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155" name="Google Shape;7155;p188"/>
          <p:cNvSpPr/>
          <p:nvPr/>
        </p:nvSpPr>
        <p:spPr>
          <a:xfrm>
            <a:off x="8060540" y="2213625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C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156" name="Google Shape;7156;p188"/>
          <p:cNvSpPr/>
          <p:nvPr/>
        </p:nvSpPr>
        <p:spPr>
          <a:xfrm>
            <a:off x="6820510" y="2786174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E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7157" name="Google Shape;7157;p188"/>
          <p:cNvCxnSpPr>
            <a:stCxn id="7153" idx="2"/>
            <a:endCxn id="7154" idx="7"/>
          </p:cNvCxnSpPr>
          <p:nvPr/>
        </p:nvCxnSpPr>
        <p:spPr>
          <a:xfrm flipH="1">
            <a:off x="7018421" y="1649068"/>
            <a:ext cx="525600" cy="305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58" name="Google Shape;7158;p188"/>
          <p:cNvCxnSpPr>
            <a:stCxn id="7156" idx="0"/>
            <a:endCxn id="7154" idx="4"/>
          </p:cNvCxnSpPr>
          <p:nvPr/>
        </p:nvCxnSpPr>
        <p:spPr>
          <a:xfrm rot="10800000">
            <a:off x="6920260" y="2192174"/>
            <a:ext cx="39300" cy="59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59" name="Google Shape;7159;p188"/>
          <p:cNvCxnSpPr>
            <a:stCxn id="7153" idx="5"/>
            <a:endCxn id="7155" idx="1"/>
          </p:cNvCxnSpPr>
          <p:nvPr/>
        </p:nvCxnSpPr>
        <p:spPr>
          <a:xfrm>
            <a:off x="7781395" y="1747603"/>
            <a:ext cx="319800" cy="506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60" name="Google Shape;7160;p188"/>
          <p:cNvCxnSpPr>
            <a:stCxn id="7155" idx="2"/>
            <a:endCxn id="7154" idx="6"/>
          </p:cNvCxnSpPr>
          <p:nvPr/>
        </p:nvCxnSpPr>
        <p:spPr>
          <a:xfrm rot="10800000">
            <a:off x="7059140" y="2052675"/>
            <a:ext cx="1001400" cy="30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61" name="Google Shape;7161;p188"/>
          <p:cNvSpPr/>
          <p:nvPr/>
        </p:nvSpPr>
        <p:spPr>
          <a:xfrm>
            <a:off x="7544021" y="3384585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D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7162" name="Google Shape;7162;p188"/>
          <p:cNvCxnSpPr>
            <a:stCxn id="7161" idx="0"/>
            <a:endCxn id="7154" idx="5"/>
          </p:cNvCxnSpPr>
          <p:nvPr/>
        </p:nvCxnSpPr>
        <p:spPr>
          <a:xfrm rot="10800000">
            <a:off x="7018571" y="2151285"/>
            <a:ext cx="664500" cy="123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63" name="Google Shape;7163;p188"/>
          <p:cNvCxnSpPr>
            <a:stCxn id="7155" idx="2"/>
            <a:endCxn id="7156" idx="6"/>
          </p:cNvCxnSpPr>
          <p:nvPr/>
        </p:nvCxnSpPr>
        <p:spPr>
          <a:xfrm flipH="1">
            <a:off x="7098740" y="2352975"/>
            <a:ext cx="961800" cy="5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64" name="Google Shape;7164;p188"/>
          <p:cNvCxnSpPr>
            <a:stCxn id="7155" idx="3"/>
            <a:endCxn id="7161" idx="7"/>
          </p:cNvCxnSpPr>
          <p:nvPr/>
        </p:nvCxnSpPr>
        <p:spPr>
          <a:xfrm flipH="1">
            <a:off x="7781467" y="2451511"/>
            <a:ext cx="319800" cy="97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65" name="Google Shape;7165;p188"/>
          <p:cNvCxnSpPr>
            <a:stCxn id="7153" idx="4"/>
            <a:endCxn id="7161" idx="0"/>
          </p:cNvCxnSpPr>
          <p:nvPr/>
        </p:nvCxnSpPr>
        <p:spPr>
          <a:xfrm>
            <a:off x="7683071" y="1788418"/>
            <a:ext cx="0" cy="1596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66" name="Google Shape;7166;p188"/>
          <p:cNvCxnSpPr>
            <a:stCxn id="7156" idx="6"/>
            <a:endCxn id="7161" idx="1"/>
          </p:cNvCxnSpPr>
          <p:nvPr/>
        </p:nvCxnSpPr>
        <p:spPr>
          <a:xfrm>
            <a:off x="7098610" y="2925524"/>
            <a:ext cx="486000" cy="49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67" name="Google Shape;7167;p188"/>
          <p:cNvCxnSpPr>
            <a:stCxn id="7153" idx="3"/>
            <a:endCxn id="7156" idx="7"/>
          </p:cNvCxnSpPr>
          <p:nvPr/>
        </p:nvCxnSpPr>
        <p:spPr>
          <a:xfrm flipH="1">
            <a:off x="7057948" y="1747603"/>
            <a:ext cx="526800" cy="107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68" name="Google Shape;7168;p188"/>
          <p:cNvSpPr/>
          <p:nvPr/>
        </p:nvSpPr>
        <p:spPr>
          <a:xfrm>
            <a:off x="5677688" y="2213921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F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169" name="Google Shape;7169;p188"/>
          <p:cNvSpPr/>
          <p:nvPr/>
        </p:nvSpPr>
        <p:spPr>
          <a:xfrm>
            <a:off x="6561523" y="3585971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G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7170" name="Google Shape;7170;p188"/>
          <p:cNvCxnSpPr>
            <a:stCxn id="7154" idx="2"/>
            <a:endCxn id="7168" idx="6"/>
          </p:cNvCxnSpPr>
          <p:nvPr/>
        </p:nvCxnSpPr>
        <p:spPr>
          <a:xfrm flipH="1">
            <a:off x="5955765" y="2052815"/>
            <a:ext cx="825300" cy="300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71" name="Google Shape;7171;p188"/>
          <p:cNvCxnSpPr>
            <a:stCxn id="7156" idx="1"/>
            <a:endCxn id="7168" idx="6"/>
          </p:cNvCxnSpPr>
          <p:nvPr/>
        </p:nvCxnSpPr>
        <p:spPr>
          <a:xfrm rot="10800000">
            <a:off x="5955836" y="2353289"/>
            <a:ext cx="905400" cy="47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72" name="Google Shape;7172;p188"/>
          <p:cNvCxnSpPr>
            <a:stCxn id="7155" idx="2"/>
            <a:endCxn id="7168" idx="6"/>
          </p:cNvCxnSpPr>
          <p:nvPr/>
        </p:nvCxnSpPr>
        <p:spPr>
          <a:xfrm flipH="1">
            <a:off x="5955740" y="2352975"/>
            <a:ext cx="2104800" cy="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73" name="Google Shape;7173;p188"/>
          <p:cNvCxnSpPr>
            <a:stCxn id="7169" idx="6"/>
            <a:endCxn id="7161" idx="2"/>
          </p:cNvCxnSpPr>
          <p:nvPr/>
        </p:nvCxnSpPr>
        <p:spPr>
          <a:xfrm flipH="1" rot="10800000">
            <a:off x="6839623" y="3524021"/>
            <a:ext cx="704400" cy="20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74" name="Google Shape;7174;p188"/>
          <p:cNvCxnSpPr>
            <a:stCxn id="7156" idx="3"/>
            <a:endCxn id="7169" idx="0"/>
          </p:cNvCxnSpPr>
          <p:nvPr/>
        </p:nvCxnSpPr>
        <p:spPr>
          <a:xfrm flipH="1">
            <a:off x="6700436" y="3024060"/>
            <a:ext cx="160800" cy="56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75" name="Google Shape;7175;p188"/>
          <p:cNvCxnSpPr>
            <a:stCxn id="7168" idx="5"/>
            <a:endCxn id="7169" idx="1"/>
          </p:cNvCxnSpPr>
          <p:nvPr/>
        </p:nvCxnSpPr>
        <p:spPr>
          <a:xfrm>
            <a:off x="5915061" y="2451806"/>
            <a:ext cx="687300" cy="1175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76" name="Google Shape;7176;p188"/>
          <p:cNvSpPr/>
          <p:nvPr/>
        </p:nvSpPr>
        <p:spPr>
          <a:xfrm>
            <a:off x="6674696" y="804739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H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7177" name="Google Shape;7177;p188"/>
          <p:cNvCxnSpPr>
            <a:stCxn id="7153" idx="1"/>
            <a:endCxn id="7176" idx="5"/>
          </p:cNvCxnSpPr>
          <p:nvPr/>
        </p:nvCxnSpPr>
        <p:spPr>
          <a:xfrm rot="10800000">
            <a:off x="6912148" y="1042633"/>
            <a:ext cx="672600" cy="50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78" name="Google Shape;7178;p188"/>
          <p:cNvCxnSpPr>
            <a:stCxn id="7154" idx="0"/>
            <a:endCxn id="7176" idx="4"/>
          </p:cNvCxnSpPr>
          <p:nvPr/>
        </p:nvCxnSpPr>
        <p:spPr>
          <a:xfrm rot="10800000">
            <a:off x="6813615" y="1083365"/>
            <a:ext cx="106500" cy="83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79" name="Google Shape;7179;p188"/>
          <p:cNvCxnSpPr>
            <a:stCxn id="7168" idx="7"/>
            <a:endCxn id="7176" idx="3"/>
          </p:cNvCxnSpPr>
          <p:nvPr/>
        </p:nvCxnSpPr>
        <p:spPr>
          <a:xfrm flipH="1" rot="10800000">
            <a:off x="5915061" y="1042736"/>
            <a:ext cx="800400" cy="121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80" name="Google Shape;7180;p188"/>
          <p:cNvSpPr/>
          <p:nvPr/>
        </p:nvSpPr>
        <p:spPr>
          <a:xfrm>
            <a:off x="8450564" y="2894658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K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181" name="Google Shape;7181;p188"/>
          <p:cNvSpPr/>
          <p:nvPr/>
        </p:nvSpPr>
        <p:spPr>
          <a:xfrm>
            <a:off x="7062871" y="4300519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L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182" name="Google Shape;7182;p188"/>
          <p:cNvSpPr/>
          <p:nvPr/>
        </p:nvSpPr>
        <p:spPr>
          <a:xfrm>
            <a:off x="5369332" y="3101640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N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183" name="Google Shape;7183;p188"/>
          <p:cNvSpPr/>
          <p:nvPr/>
        </p:nvSpPr>
        <p:spPr>
          <a:xfrm>
            <a:off x="5718454" y="3663291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M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184" name="Google Shape;7184;p188"/>
          <p:cNvSpPr/>
          <p:nvPr/>
        </p:nvSpPr>
        <p:spPr>
          <a:xfrm>
            <a:off x="8311520" y="804742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J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185" name="Google Shape;7185;p188"/>
          <p:cNvSpPr/>
          <p:nvPr/>
        </p:nvSpPr>
        <p:spPr>
          <a:xfrm>
            <a:off x="7543995" y="804738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I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7186" name="Google Shape;7186;p188"/>
          <p:cNvCxnSpPr>
            <a:stCxn id="7153" idx="0"/>
            <a:endCxn id="7185" idx="4"/>
          </p:cNvCxnSpPr>
          <p:nvPr/>
        </p:nvCxnSpPr>
        <p:spPr>
          <a:xfrm rot="10800000">
            <a:off x="7683071" y="1083418"/>
            <a:ext cx="0" cy="426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87" name="Google Shape;7187;p188"/>
          <p:cNvCxnSpPr>
            <a:stCxn id="7176" idx="6"/>
            <a:endCxn id="7185" idx="2"/>
          </p:cNvCxnSpPr>
          <p:nvPr/>
        </p:nvCxnSpPr>
        <p:spPr>
          <a:xfrm>
            <a:off x="6952796" y="944089"/>
            <a:ext cx="591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88" name="Google Shape;7188;p188"/>
          <p:cNvCxnSpPr>
            <a:stCxn id="7153" idx="7"/>
            <a:endCxn id="7184" idx="3"/>
          </p:cNvCxnSpPr>
          <p:nvPr/>
        </p:nvCxnSpPr>
        <p:spPr>
          <a:xfrm flipH="1" rot="10800000">
            <a:off x="7781395" y="1042633"/>
            <a:ext cx="570900" cy="50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89" name="Google Shape;7189;p188"/>
          <p:cNvCxnSpPr>
            <a:stCxn id="7184" idx="4"/>
            <a:endCxn id="7155" idx="0"/>
          </p:cNvCxnSpPr>
          <p:nvPr/>
        </p:nvCxnSpPr>
        <p:spPr>
          <a:xfrm flipH="1">
            <a:off x="8199470" y="1083442"/>
            <a:ext cx="251100" cy="113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90" name="Google Shape;7190;p188"/>
          <p:cNvCxnSpPr>
            <a:stCxn id="7180" idx="1"/>
            <a:endCxn id="7155" idx="5"/>
          </p:cNvCxnSpPr>
          <p:nvPr/>
        </p:nvCxnSpPr>
        <p:spPr>
          <a:xfrm rot="10800000">
            <a:off x="8297791" y="2451573"/>
            <a:ext cx="193500" cy="48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91" name="Google Shape;7191;p188"/>
          <p:cNvCxnSpPr>
            <a:stCxn id="7180" idx="3"/>
            <a:endCxn id="7161" idx="6"/>
          </p:cNvCxnSpPr>
          <p:nvPr/>
        </p:nvCxnSpPr>
        <p:spPr>
          <a:xfrm flipH="1">
            <a:off x="7821991" y="3132544"/>
            <a:ext cx="669300" cy="39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92" name="Google Shape;7192;p188"/>
          <p:cNvCxnSpPr>
            <a:stCxn id="7181" idx="0"/>
            <a:endCxn id="7169" idx="5"/>
          </p:cNvCxnSpPr>
          <p:nvPr/>
        </p:nvCxnSpPr>
        <p:spPr>
          <a:xfrm rot="10800000">
            <a:off x="6799021" y="3823819"/>
            <a:ext cx="402900" cy="476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93" name="Google Shape;7193;p188"/>
          <p:cNvCxnSpPr>
            <a:stCxn id="7181" idx="0"/>
            <a:endCxn id="7161" idx="4"/>
          </p:cNvCxnSpPr>
          <p:nvPr/>
        </p:nvCxnSpPr>
        <p:spPr>
          <a:xfrm flipH="1" rot="10800000">
            <a:off x="7201921" y="3663319"/>
            <a:ext cx="481200" cy="637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94" name="Google Shape;7194;p188"/>
          <p:cNvCxnSpPr>
            <a:stCxn id="7182" idx="6"/>
            <a:endCxn id="7156" idx="2"/>
          </p:cNvCxnSpPr>
          <p:nvPr/>
        </p:nvCxnSpPr>
        <p:spPr>
          <a:xfrm flipH="1" rot="10800000">
            <a:off x="5647432" y="2925390"/>
            <a:ext cx="1173000" cy="315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95" name="Google Shape;7195;p188"/>
          <p:cNvCxnSpPr>
            <a:stCxn id="7156" idx="3"/>
            <a:endCxn id="7183" idx="7"/>
          </p:cNvCxnSpPr>
          <p:nvPr/>
        </p:nvCxnSpPr>
        <p:spPr>
          <a:xfrm flipH="1">
            <a:off x="5955836" y="3024060"/>
            <a:ext cx="905400" cy="68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96" name="Google Shape;7196;p188"/>
          <p:cNvCxnSpPr>
            <a:stCxn id="7182" idx="7"/>
            <a:endCxn id="7154" idx="3"/>
          </p:cNvCxnSpPr>
          <p:nvPr/>
        </p:nvCxnSpPr>
        <p:spPr>
          <a:xfrm flipH="1" rot="10800000">
            <a:off x="5606706" y="2151255"/>
            <a:ext cx="1215000" cy="991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97" name="Google Shape;7197;p188"/>
          <p:cNvCxnSpPr>
            <a:stCxn id="7154" idx="4"/>
            <a:endCxn id="7183" idx="7"/>
          </p:cNvCxnSpPr>
          <p:nvPr/>
        </p:nvCxnSpPr>
        <p:spPr>
          <a:xfrm flipH="1">
            <a:off x="5955915" y="2192165"/>
            <a:ext cx="964200" cy="151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98" name="Google Shape;7198;p188"/>
          <p:cNvSpPr txBox="1"/>
          <p:nvPr/>
        </p:nvSpPr>
        <p:spPr>
          <a:xfrm>
            <a:off x="6828600" y="4655725"/>
            <a:ext cx="8394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k = 1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2" name="Shape 7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3" name="Google Shape;7203;p18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and Periphery</a:t>
            </a:r>
            <a:endParaRPr/>
          </a:p>
        </p:txBody>
      </p:sp>
      <p:sp>
        <p:nvSpPr>
          <p:cNvPr id="7204" name="Google Shape;7204;p189"/>
          <p:cNvSpPr txBox="1"/>
          <p:nvPr>
            <p:ph idx="1" type="body"/>
          </p:nvPr>
        </p:nvSpPr>
        <p:spPr>
          <a:xfrm>
            <a:off x="311700" y="1225225"/>
            <a:ext cx="4620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method of </a:t>
            </a:r>
            <a:r>
              <a:rPr b="1" lang="en"/>
              <a:t>k-core decomposition</a:t>
            </a:r>
            <a:r>
              <a:rPr lang="en"/>
              <a:t> helps us find well-connected cores in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Begin with the less well-connected nodes (e.g., Degree = 1)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Remove those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Continue removing nodes based on degree to reveal deeper “shells” (like an onion)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Find the hidden core!</a:t>
            </a:r>
            <a:endParaRPr/>
          </a:p>
        </p:txBody>
      </p:sp>
      <p:sp>
        <p:nvSpPr>
          <p:cNvPr id="7205" name="Google Shape;7205;p189"/>
          <p:cNvSpPr/>
          <p:nvPr/>
        </p:nvSpPr>
        <p:spPr>
          <a:xfrm>
            <a:off x="7544021" y="1509718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B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206" name="Google Shape;7206;p189"/>
          <p:cNvSpPr/>
          <p:nvPr/>
        </p:nvSpPr>
        <p:spPr>
          <a:xfrm>
            <a:off x="6781065" y="1913465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A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207" name="Google Shape;7207;p189"/>
          <p:cNvSpPr/>
          <p:nvPr/>
        </p:nvSpPr>
        <p:spPr>
          <a:xfrm>
            <a:off x="8060540" y="2213625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C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208" name="Google Shape;7208;p189"/>
          <p:cNvSpPr/>
          <p:nvPr/>
        </p:nvSpPr>
        <p:spPr>
          <a:xfrm>
            <a:off x="6820510" y="2786174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E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7209" name="Google Shape;7209;p189"/>
          <p:cNvCxnSpPr>
            <a:stCxn id="7205" idx="2"/>
            <a:endCxn id="7206" idx="7"/>
          </p:cNvCxnSpPr>
          <p:nvPr/>
        </p:nvCxnSpPr>
        <p:spPr>
          <a:xfrm flipH="1">
            <a:off x="7018421" y="1649068"/>
            <a:ext cx="525600" cy="305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10" name="Google Shape;7210;p189"/>
          <p:cNvCxnSpPr>
            <a:stCxn id="7208" idx="0"/>
            <a:endCxn id="7206" idx="4"/>
          </p:cNvCxnSpPr>
          <p:nvPr/>
        </p:nvCxnSpPr>
        <p:spPr>
          <a:xfrm rot="10800000">
            <a:off x="6920260" y="2192174"/>
            <a:ext cx="39300" cy="59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11" name="Google Shape;7211;p189"/>
          <p:cNvCxnSpPr>
            <a:stCxn id="7205" idx="5"/>
            <a:endCxn id="7207" idx="1"/>
          </p:cNvCxnSpPr>
          <p:nvPr/>
        </p:nvCxnSpPr>
        <p:spPr>
          <a:xfrm>
            <a:off x="7781395" y="1747603"/>
            <a:ext cx="319800" cy="506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12" name="Google Shape;7212;p189"/>
          <p:cNvCxnSpPr>
            <a:stCxn id="7207" idx="2"/>
            <a:endCxn id="7206" idx="6"/>
          </p:cNvCxnSpPr>
          <p:nvPr/>
        </p:nvCxnSpPr>
        <p:spPr>
          <a:xfrm rot="10800000">
            <a:off x="7059140" y="2052675"/>
            <a:ext cx="1001400" cy="30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13" name="Google Shape;7213;p189"/>
          <p:cNvSpPr/>
          <p:nvPr/>
        </p:nvSpPr>
        <p:spPr>
          <a:xfrm>
            <a:off x="7544021" y="3384585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D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7214" name="Google Shape;7214;p189"/>
          <p:cNvCxnSpPr>
            <a:stCxn id="7213" idx="0"/>
            <a:endCxn id="7206" idx="5"/>
          </p:cNvCxnSpPr>
          <p:nvPr/>
        </p:nvCxnSpPr>
        <p:spPr>
          <a:xfrm rot="10800000">
            <a:off x="7018571" y="2151285"/>
            <a:ext cx="664500" cy="123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15" name="Google Shape;7215;p189"/>
          <p:cNvCxnSpPr>
            <a:stCxn id="7207" idx="2"/>
            <a:endCxn id="7208" idx="6"/>
          </p:cNvCxnSpPr>
          <p:nvPr/>
        </p:nvCxnSpPr>
        <p:spPr>
          <a:xfrm flipH="1">
            <a:off x="7098740" y="2352975"/>
            <a:ext cx="961800" cy="5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16" name="Google Shape;7216;p189"/>
          <p:cNvCxnSpPr>
            <a:stCxn id="7207" idx="3"/>
            <a:endCxn id="7213" idx="7"/>
          </p:cNvCxnSpPr>
          <p:nvPr/>
        </p:nvCxnSpPr>
        <p:spPr>
          <a:xfrm flipH="1">
            <a:off x="7781467" y="2451511"/>
            <a:ext cx="319800" cy="97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17" name="Google Shape;7217;p189"/>
          <p:cNvCxnSpPr>
            <a:stCxn id="7205" idx="4"/>
            <a:endCxn id="7213" idx="0"/>
          </p:cNvCxnSpPr>
          <p:nvPr/>
        </p:nvCxnSpPr>
        <p:spPr>
          <a:xfrm>
            <a:off x="7683071" y="1788418"/>
            <a:ext cx="0" cy="1596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18" name="Google Shape;7218;p189"/>
          <p:cNvCxnSpPr>
            <a:stCxn id="7208" idx="6"/>
            <a:endCxn id="7213" idx="1"/>
          </p:cNvCxnSpPr>
          <p:nvPr/>
        </p:nvCxnSpPr>
        <p:spPr>
          <a:xfrm>
            <a:off x="7098610" y="2925524"/>
            <a:ext cx="486000" cy="49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19" name="Google Shape;7219;p189"/>
          <p:cNvCxnSpPr>
            <a:stCxn id="7205" idx="3"/>
            <a:endCxn id="7208" idx="7"/>
          </p:cNvCxnSpPr>
          <p:nvPr/>
        </p:nvCxnSpPr>
        <p:spPr>
          <a:xfrm flipH="1">
            <a:off x="7057948" y="1747603"/>
            <a:ext cx="526800" cy="107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20" name="Google Shape;7220;p189"/>
          <p:cNvSpPr/>
          <p:nvPr/>
        </p:nvSpPr>
        <p:spPr>
          <a:xfrm>
            <a:off x="5677688" y="2213921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F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221" name="Google Shape;7221;p189"/>
          <p:cNvSpPr/>
          <p:nvPr/>
        </p:nvSpPr>
        <p:spPr>
          <a:xfrm>
            <a:off x="6561523" y="3585971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G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7222" name="Google Shape;7222;p189"/>
          <p:cNvCxnSpPr>
            <a:stCxn id="7206" idx="2"/>
            <a:endCxn id="7220" idx="6"/>
          </p:cNvCxnSpPr>
          <p:nvPr/>
        </p:nvCxnSpPr>
        <p:spPr>
          <a:xfrm flipH="1">
            <a:off x="5955765" y="2052815"/>
            <a:ext cx="825300" cy="300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23" name="Google Shape;7223;p189"/>
          <p:cNvCxnSpPr>
            <a:stCxn id="7208" idx="1"/>
            <a:endCxn id="7220" idx="6"/>
          </p:cNvCxnSpPr>
          <p:nvPr/>
        </p:nvCxnSpPr>
        <p:spPr>
          <a:xfrm rot="10800000">
            <a:off x="5955836" y="2353289"/>
            <a:ext cx="905400" cy="47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24" name="Google Shape;7224;p189"/>
          <p:cNvCxnSpPr>
            <a:stCxn id="7207" idx="2"/>
            <a:endCxn id="7220" idx="6"/>
          </p:cNvCxnSpPr>
          <p:nvPr/>
        </p:nvCxnSpPr>
        <p:spPr>
          <a:xfrm flipH="1">
            <a:off x="5955740" y="2352975"/>
            <a:ext cx="2104800" cy="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25" name="Google Shape;7225;p189"/>
          <p:cNvCxnSpPr>
            <a:stCxn id="7221" idx="6"/>
            <a:endCxn id="7213" idx="2"/>
          </p:cNvCxnSpPr>
          <p:nvPr/>
        </p:nvCxnSpPr>
        <p:spPr>
          <a:xfrm flipH="1" rot="10800000">
            <a:off x="6839623" y="3524021"/>
            <a:ext cx="704400" cy="20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26" name="Google Shape;7226;p189"/>
          <p:cNvCxnSpPr>
            <a:stCxn id="7208" idx="3"/>
            <a:endCxn id="7221" idx="0"/>
          </p:cNvCxnSpPr>
          <p:nvPr/>
        </p:nvCxnSpPr>
        <p:spPr>
          <a:xfrm flipH="1">
            <a:off x="6700436" y="3024060"/>
            <a:ext cx="160800" cy="56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27" name="Google Shape;7227;p189"/>
          <p:cNvCxnSpPr>
            <a:stCxn id="7220" idx="5"/>
            <a:endCxn id="7221" idx="1"/>
          </p:cNvCxnSpPr>
          <p:nvPr/>
        </p:nvCxnSpPr>
        <p:spPr>
          <a:xfrm>
            <a:off x="5915061" y="2451806"/>
            <a:ext cx="687300" cy="1175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28" name="Google Shape;7228;p189"/>
          <p:cNvSpPr/>
          <p:nvPr/>
        </p:nvSpPr>
        <p:spPr>
          <a:xfrm>
            <a:off x="6674696" y="804739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H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7229" name="Google Shape;7229;p189"/>
          <p:cNvCxnSpPr>
            <a:stCxn id="7205" idx="1"/>
            <a:endCxn id="7228" idx="5"/>
          </p:cNvCxnSpPr>
          <p:nvPr/>
        </p:nvCxnSpPr>
        <p:spPr>
          <a:xfrm rot="10800000">
            <a:off x="6912148" y="1042633"/>
            <a:ext cx="672600" cy="50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0" name="Google Shape;7230;p189"/>
          <p:cNvCxnSpPr>
            <a:stCxn id="7206" idx="0"/>
            <a:endCxn id="7228" idx="4"/>
          </p:cNvCxnSpPr>
          <p:nvPr/>
        </p:nvCxnSpPr>
        <p:spPr>
          <a:xfrm rot="10800000">
            <a:off x="6813615" y="1083365"/>
            <a:ext cx="106500" cy="83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1" name="Google Shape;7231;p189"/>
          <p:cNvCxnSpPr>
            <a:stCxn id="7220" idx="7"/>
            <a:endCxn id="7228" idx="3"/>
          </p:cNvCxnSpPr>
          <p:nvPr/>
        </p:nvCxnSpPr>
        <p:spPr>
          <a:xfrm flipH="1" rot="10800000">
            <a:off x="5915061" y="1042736"/>
            <a:ext cx="800400" cy="121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32" name="Google Shape;7232;p189"/>
          <p:cNvSpPr/>
          <p:nvPr/>
        </p:nvSpPr>
        <p:spPr>
          <a:xfrm>
            <a:off x="8450564" y="2894658"/>
            <a:ext cx="278100" cy="278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K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233" name="Google Shape;7233;p189"/>
          <p:cNvSpPr/>
          <p:nvPr/>
        </p:nvSpPr>
        <p:spPr>
          <a:xfrm>
            <a:off x="7062871" y="4300519"/>
            <a:ext cx="278100" cy="278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L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234" name="Google Shape;7234;p189"/>
          <p:cNvSpPr/>
          <p:nvPr/>
        </p:nvSpPr>
        <p:spPr>
          <a:xfrm>
            <a:off x="5369332" y="3101640"/>
            <a:ext cx="278100" cy="278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N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235" name="Google Shape;7235;p189"/>
          <p:cNvSpPr/>
          <p:nvPr/>
        </p:nvSpPr>
        <p:spPr>
          <a:xfrm>
            <a:off x="5718454" y="3663291"/>
            <a:ext cx="278100" cy="278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M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236" name="Google Shape;7236;p189"/>
          <p:cNvSpPr/>
          <p:nvPr/>
        </p:nvSpPr>
        <p:spPr>
          <a:xfrm>
            <a:off x="8311520" y="804742"/>
            <a:ext cx="278100" cy="278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J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237" name="Google Shape;7237;p189"/>
          <p:cNvSpPr/>
          <p:nvPr/>
        </p:nvSpPr>
        <p:spPr>
          <a:xfrm>
            <a:off x="7543995" y="804738"/>
            <a:ext cx="278100" cy="278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I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7238" name="Google Shape;7238;p189"/>
          <p:cNvCxnSpPr>
            <a:stCxn id="7205" idx="0"/>
            <a:endCxn id="7237" idx="4"/>
          </p:cNvCxnSpPr>
          <p:nvPr/>
        </p:nvCxnSpPr>
        <p:spPr>
          <a:xfrm rot="10800000">
            <a:off x="7683071" y="1083418"/>
            <a:ext cx="0" cy="426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9" name="Google Shape;7239;p189"/>
          <p:cNvCxnSpPr>
            <a:stCxn id="7228" idx="6"/>
            <a:endCxn id="7237" idx="2"/>
          </p:cNvCxnSpPr>
          <p:nvPr/>
        </p:nvCxnSpPr>
        <p:spPr>
          <a:xfrm>
            <a:off x="6952796" y="944089"/>
            <a:ext cx="591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40" name="Google Shape;7240;p189"/>
          <p:cNvCxnSpPr>
            <a:stCxn id="7205" idx="7"/>
            <a:endCxn id="7236" idx="3"/>
          </p:cNvCxnSpPr>
          <p:nvPr/>
        </p:nvCxnSpPr>
        <p:spPr>
          <a:xfrm flipH="1" rot="10800000">
            <a:off x="7781395" y="1042633"/>
            <a:ext cx="570900" cy="50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41" name="Google Shape;7241;p189"/>
          <p:cNvCxnSpPr>
            <a:stCxn id="7236" idx="4"/>
            <a:endCxn id="7207" idx="0"/>
          </p:cNvCxnSpPr>
          <p:nvPr/>
        </p:nvCxnSpPr>
        <p:spPr>
          <a:xfrm flipH="1">
            <a:off x="8199470" y="1083442"/>
            <a:ext cx="251100" cy="113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42" name="Google Shape;7242;p189"/>
          <p:cNvCxnSpPr>
            <a:stCxn id="7232" idx="1"/>
            <a:endCxn id="7207" idx="5"/>
          </p:cNvCxnSpPr>
          <p:nvPr/>
        </p:nvCxnSpPr>
        <p:spPr>
          <a:xfrm rot="10800000">
            <a:off x="8297791" y="2451573"/>
            <a:ext cx="193500" cy="48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43" name="Google Shape;7243;p189"/>
          <p:cNvCxnSpPr>
            <a:stCxn id="7232" idx="3"/>
            <a:endCxn id="7213" idx="6"/>
          </p:cNvCxnSpPr>
          <p:nvPr/>
        </p:nvCxnSpPr>
        <p:spPr>
          <a:xfrm flipH="1">
            <a:off x="7821991" y="3132544"/>
            <a:ext cx="669300" cy="39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44" name="Google Shape;7244;p189"/>
          <p:cNvCxnSpPr>
            <a:stCxn id="7233" idx="0"/>
            <a:endCxn id="7221" idx="5"/>
          </p:cNvCxnSpPr>
          <p:nvPr/>
        </p:nvCxnSpPr>
        <p:spPr>
          <a:xfrm rot="10800000">
            <a:off x="6799021" y="3823819"/>
            <a:ext cx="402900" cy="476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45" name="Google Shape;7245;p189"/>
          <p:cNvCxnSpPr>
            <a:stCxn id="7233" idx="0"/>
            <a:endCxn id="7213" idx="4"/>
          </p:cNvCxnSpPr>
          <p:nvPr/>
        </p:nvCxnSpPr>
        <p:spPr>
          <a:xfrm flipH="1" rot="10800000">
            <a:off x="7201921" y="3663319"/>
            <a:ext cx="481200" cy="637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46" name="Google Shape;7246;p189"/>
          <p:cNvCxnSpPr>
            <a:stCxn id="7234" idx="6"/>
            <a:endCxn id="7208" idx="2"/>
          </p:cNvCxnSpPr>
          <p:nvPr/>
        </p:nvCxnSpPr>
        <p:spPr>
          <a:xfrm flipH="1" rot="10800000">
            <a:off x="5647432" y="2925390"/>
            <a:ext cx="1173000" cy="315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47" name="Google Shape;7247;p189"/>
          <p:cNvCxnSpPr>
            <a:stCxn id="7208" idx="3"/>
            <a:endCxn id="7235" idx="7"/>
          </p:cNvCxnSpPr>
          <p:nvPr/>
        </p:nvCxnSpPr>
        <p:spPr>
          <a:xfrm flipH="1">
            <a:off x="5955836" y="3024060"/>
            <a:ext cx="905400" cy="68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48" name="Google Shape;7248;p189"/>
          <p:cNvCxnSpPr>
            <a:stCxn id="7234" idx="7"/>
            <a:endCxn id="7206" idx="3"/>
          </p:cNvCxnSpPr>
          <p:nvPr/>
        </p:nvCxnSpPr>
        <p:spPr>
          <a:xfrm flipH="1" rot="10800000">
            <a:off x="5606706" y="2151255"/>
            <a:ext cx="1215000" cy="991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49" name="Google Shape;7249;p189"/>
          <p:cNvCxnSpPr>
            <a:stCxn id="7206" idx="4"/>
            <a:endCxn id="7235" idx="7"/>
          </p:cNvCxnSpPr>
          <p:nvPr/>
        </p:nvCxnSpPr>
        <p:spPr>
          <a:xfrm flipH="1">
            <a:off x="5955915" y="2192165"/>
            <a:ext cx="964200" cy="151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50" name="Google Shape;7250;p189"/>
          <p:cNvSpPr txBox="1"/>
          <p:nvPr/>
        </p:nvSpPr>
        <p:spPr>
          <a:xfrm>
            <a:off x="6828600" y="4655725"/>
            <a:ext cx="8394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k = 2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4" name="Shape 7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5" name="Google Shape;7255;p190"/>
          <p:cNvSpPr txBox="1"/>
          <p:nvPr>
            <p:ph type="title"/>
          </p:nvPr>
        </p:nvSpPr>
        <p:spPr>
          <a:xfrm>
            <a:off x="311700" y="315925"/>
            <a:ext cx="58782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and Periphery</a:t>
            </a:r>
            <a:endParaRPr/>
          </a:p>
        </p:txBody>
      </p:sp>
      <p:sp>
        <p:nvSpPr>
          <p:cNvPr id="7256" name="Google Shape;7256;p190"/>
          <p:cNvSpPr txBox="1"/>
          <p:nvPr>
            <p:ph idx="1" type="body"/>
          </p:nvPr>
        </p:nvSpPr>
        <p:spPr>
          <a:xfrm>
            <a:off x="311700" y="1225225"/>
            <a:ext cx="4620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method of </a:t>
            </a:r>
            <a:r>
              <a:rPr b="1" lang="en"/>
              <a:t>k-core decomposition</a:t>
            </a:r>
            <a:r>
              <a:rPr lang="en"/>
              <a:t> helps us find well-connected cores in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Begin with the less well-connected nodes (e.g., Degree = 1)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Remove those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Continue removing nodes based on degree to reveal deeper “shells” (like an onion)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Find the hidden core!</a:t>
            </a:r>
            <a:endParaRPr/>
          </a:p>
        </p:txBody>
      </p:sp>
      <p:sp>
        <p:nvSpPr>
          <p:cNvPr id="7257" name="Google Shape;7257;p190"/>
          <p:cNvSpPr/>
          <p:nvPr/>
        </p:nvSpPr>
        <p:spPr>
          <a:xfrm>
            <a:off x="7544021" y="1509718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B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258" name="Google Shape;7258;p190"/>
          <p:cNvSpPr/>
          <p:nvPr/>
        </p:nvSpPr>
        <p:spPr>
          <a:xfrm>
            <a:off x="6781065" y="1913465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A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259" name="Google Shape;7259;p190"/>
          <p:cNvSpPr/>
          <p:nvPr/>
        </p:nvSpPr>
        <p:spPr>
          <a:xfrm>
            <a:off x="8060540" y="2213625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C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260" name="Google Shape;7260;p190"/>
          <p:cNvSpPr/>
          <p:nvPr/>
        </p:nvSpPr>
        <p:spPr>
          <a:xfrm>
            <a:off x="6820510" y="2786174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E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7261" name="Google Shape;7261;p190"/>
          <p:cNvCxnSpPr>
            <a:stCxn id="7257" idx="2"/>
            <a:endCxn id="7258" idx="7"/>
          </p:cNvCxnSpPr>
          <p:nvPr/>
        </p:nvCxnSpPr>
        <p:spPr>
          <a:xfrm flipH="1">
            <a:off x="7018421" y="1649068"/>
            <a:ext cx="525600" cy="305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62" name="Google Shape;7262;p190"/>
          <p:cNvCxnSpPr>
            <a:stCxn id="7260" idx="0"/>
            <a:endCxn id="7258" idx="4"/>
          </p:cNvCxnSpPr>
          <p:nvPr/>
        </p:nvCxnSpPr>
        <p:spPr>
          <a:xfrm rot="10800000">
            <a:off x="6920260" y="2192174"/>
            <a:ext cx="39300" cy="59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63" name="Google Shape;7263;p190"/>
          <p:cNvCxnSpPr>
            <a:stCxn id="7257" idx="5"/>
            <a:endCxn id="7259" idx="1"/>
          </p:cNvCxnSpPr>
          <p:nvPr/>
        </p:nvCxnSpPr>
        <p:spPr>
          <a:xfrm>
            <a:off x="7781395" y="1747603"/>
            <a:ext cx="319800" cy="506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64" name="Google Shape;7264;p190"/>
          <p:cNvCxnSpPr>
            <a:stCxn id="7259" idx="2"/>
            <a:endCxn id="7258" idx="6"/>
          </p:cNvCxnSpPr>
          <p:nvPr/>
        </p:nvCxnSpPr>
        <p:spPr>
          <a:xfrm rot="10800000">
            <a:off x="7059140" y="2052675"/>
            <a:ext cx="1001400" cy="30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65" name="Google Shape;7265;p190"/>
          <p:cNvSpPr/>
          <p:nvPr/>
        </p:nvSpPr>
        <p:spPr>
          <a:xfrm>
            <a:off x="7544021" y="3384585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D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7266" name="Google Shape;7266;p190"/>
          <p:cNvCxnSpPr>
            <a:stCxn id="7265" idx="0"/>
            <a:endCxn id="7258" idx="5"/>
          </p:cNvCxnSpPr>
          <p:nvPr/>
        </p:nvCxnSpPr>
        <p:spPr>
          <a:xfrm rot="10800000">
            <a:off x="7018571" y="2151285"/>
            <a:ext cx="664500" cy="123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67" name="Google Shape;7267;p190"/>
          <p:cNvCxnSpPr>
            <a:stCxn id="7259" idx="2"/>
            <a:endCxn id="7260" idx="6"/>
          </p:cNvCxnSpPr>
          <p:nvPr/>
        </p:nvCxnSpPr>
        <p:spPr>
          <a:xfrm flipH="1">
            <a:off x="7098740" y="2352975"/>
            <a:ext cx="961800" cy="5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68" name="Google Shape;7268;p190"/>
          <p:cNvCxnSpPr>
            <a:stCxn id="7259" idx="3"/>
            <a:endCxn id="7265" idx="7"/>
          </p:cNvCxnSpPr>
          <p:nvPr/>
        </p:nvCxnSpPr>
        <p:spPr>
          <a:xfrm flipH="1">
            <a:off x="7781467" y="2451511"/>
            <a:ext cx="319800" cy="97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69" name="Google Shape;7269;p190"/>
          <p:cNvCxnSpPr>
            <a:stCxn id="7257" idx="4"/>
            <a:endCxn id="7265" idx="0"/>
          </p:cNvCxnSpPr>
          <p:nvPr/>
        </p:nvCxnSpPr>
        <p:spPr>
          <a:xfrm>
            <a:off x="7683071" y="1788418"/>
            <a:ext cx="0" cy="1596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70" name="Google Shape;7270;p190"/>
          <p:cNvCxnSpPr>
            <a:stCxn id="7260" idx="6"/>
            <a:endCxn id="7265" idx="1"/>
          </p:cNvCxnSpPr>
          <p:nvPr/>
        </p:nvCxnSpPr>
        <p:spPr>
          <a:xfrm>
            <a:off x="7098610" y="2925524"/>
            <a:ext cx="486000" cy="49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71" name="Google Shape;7271;p190"/>
          <p:cNvCxnSpPr>
            <a:stCxn id="7257" idx="3"/>
            <a:endCxn id="7260" idx="7"/>
          </p:cNvCxnSpPr>
          <p:nvPr/>
        </p:nvCxnSpPr>
        <p:spPr>
          <a:xfrm flipH="1">
            <a:off x="7057948" y="1747603"/>
            <a:ext cx="526800" cy="107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72" name="Google Shape;7272;p190"/>
          <p:cNvSpPr/>
          <p:nvPr/>
        </p:nvSpPr>
        <p:spPr>
          <a:xfrm>
            <a:off x="5677688" y="2213921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F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273" name="Google Shape;7273;p190"/>
          <p:cNvSpPr/>
          <p:nvPr/>
        </p:nvSpPr>
        <p:spPr>
          <a:xfrm>
            <a:off x="6561523" y="3585971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G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7274" name="Google Shape;7274;p190"/>
          <p:cNvCxnSpPr>
            <a:stCxn id="7258" idx="2"/>
            <a:endCxn id="7272" idx="6"/>
          </p:cNvCxnSpPr>
          <p:nvPr/>
        </p:nvCxnSpPr>
        <p:spPr>
          <a:xfrm flipH="1">
            <a:off x="5955765" y="2052815"/>
            <a:ext cx="825300" cy="300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75" name="Google Shape;7275;p190"/>
          <p:cNvCxnSpPr>
            <a:stCxn id="7260" idx="1"/>
            <a:endCxn id="7272" idx="6"/>
          </p:cNvCxnSpPr>
          <p:nvPr/>
        </p:nvCxnSpPr>
        <p:spPr>
          <a:xfrm rot="10800000">
            <a:off x="5955836" y="2353289"/>
            <a:ext cx="905400" cy="47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76" name="Google Shape;7276;p190"/>
          <p:cNvCxnSpPr>
            <a:stCxn id="7259" idx="2"/>
            <a:endCxn id="7272" idx="6"/>
          </p:cNvCxnSpPr>
          <p:nvPr/>
        </p:nvCxnSpPr>
        <p:spPr>
          <a:xfrm flipH="1">
            <a:off x="5955740" y="2352975"/>
            <a:ext cx="2104800" cy="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77" name="Google Shape;7277;p190"/>
          <p:cNvCxnSpPr>
            <a:stCxn id="7273" idx="6"/>
            <a:endCxn id="7265" idx="2"/>
          </p:cNvCxnSpPr>
          <p:nvPr/>
        </p:nvCxnSpPr>
        <p:spPr>
          <a:xfrm flipH="1" rot="10800000">
            <a:off x="6839623" y="3524021"/>
            <a:ext cx="704400" cy="20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78" name="Google Shape;7278;p190"/>
          <p:cNvCxnSpPr>
            <a:stCxn id="7260" idx="3"/>
            <a:endCxn id="7273" idx="0"/>
          </p:cNvCxnSpPr>
          <p:nvPr/>
        </p:nvCxnSpPr>
        <p:spPr>
          <a:xfrm flipH="1">
            <a:off x="6700436" y="3024060"/>
            <a:ext cx="160800" cy="56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79" name="Google Shape;7279;p190"/>
          <p:cNvCxnSpPr>
            <a:stCxn id="7272" idx="5"/>
            <a:endCxn id="7273" idx="1"/>
          </p:cNvCxnSpPr>
          <p:nvPr/>
        </p:nvCxnSpPr>
        <p:spPr>
          <a:xfrm>
            <a:off x="5915061" y="2451806"/>
            <a:ext cx="687300" cy="1175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80" name="Google Shape;7280;p190"/>
          <p:cNvSpPr/>
          <p:nvPr/>
        </p:nvSpPr>
        <p:spPr>
          <a:xfrm>
            <a:off x="6674696" y="804739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H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7281" name="Google Shape;7281;p190"/>
          <p:cNvCxnSpPr>
            <a:stCxn id="7257" idx="1"/>
            <a:endCxn id="7280" idx="5"/>
          </p:cNvCxnSpPr>
          <p:nvPr/>
        </p:nvCxnSpPr>
        <p:spPr>
          <a:xfrm rot="10800000">
            <a:off x="6912148" y="1042633"/>
            <a:ext cx="672600" cy="50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82" name="Google Shape;7282;p190"/>
          <p:cNvCxnSpPr>
            <a:stCxn id="7258" idx="0"/>
            <a:endCxn id="7280" idx="4"/>
          </p:cNvCxnSpPr>
          <p:nvPr/>
        </p:nvCxnSpPr>
        <p:spPr>
          <a:xfrm rot="10800000">
            <a:off x="6813615" y="1083365"/>
            <a:ext cx="106500" cy="83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83" name="Google Shape;7283;p190"/>
          <p:cNvCxnSpPr>
            <a:stCxn id="7272" idx="7"/>
            <a:endCxn id="7280" idx="3"/>
          </p:cNvCxnSpPr>
          <p:nvPr/>
        </p:nvCxnSpPr>
        <p:spPr>
          <a:xfrm flipH="1" rot="10800000">
            <a:off x="5915061" y="1042736"/>
            <a:ext cx="800400" cy="121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84" name="Google Shape;7284;p190"/>
          <p:cNvSpPr txBox="1"/>
          <p:nvPr/>
        </p:nvSpPr>
        <p:spPr>
          <a:xfrm>
            <a:off x="6828600" y="4655725"/>
            <a:ext cx="8394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k = 2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8" name="Shape 7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9" name="Google Shape;7289;p191"/>
          <p:cNvSpPr txBox="1"/>
          <p:nvPr>
            <p:ph type="title"/>
          </p:nvPr>
        </p:nvSpPr>
        <p:spPr>
          <a:xfrm>
            <a:off x="311700" y="315925"/>
            <a:ext cx="57717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and Periphery</a:t>
            </a:r>
            <a:endParaRPr/>
          </a:p>
        </p:txBody>
      </p:sp>
      <p:sp>
        <p:nvSpPr>
          <p:cNvPr id="7290" name="Google Shape;7290;p191"/>
          <p:cNvSpPr txBox="1"/>
          <p:nvPr>
            <p:ph idx="1" type="body"/>
          </p:nvPr>
        </p:nvSpPr>
        <p:spPr>
          <a:xfrm>
            <a:off x="311700" y="1225225"/>
            <a:ext cx="4620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method of </a:t>
            </a:r>
            <a:r>
              <a:rPr b="1" lang="en"/>
              <a:t>k-core decomposition</a:t>
            </a:r>
            <a:r>
              <a:rPr lang="en"/>
              <a:t> helps us find well-connected cores in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Begin with the less well-connected nodes (e.g., Degree = 1)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Remove those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Continue removing nodes based on degree to reveal deeper “shells” (like an onion)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Find the hidden core!</a:t>
            </a:r>
            <a:endParaRPr/>
          </a:p>
        </p:txBody>
      </p:sp>
      <p:sp>
        <p:nvSpPr>
          <p:cNvPr id="7291" name="Google Shape;7291;p191"/>
          <p:cNvSpPr/>
          <p:nvPr/>
        </p:nvSpPr>
        <p:spPr>
          <a:xfrm>
            <a:off x="7544021" y="1509718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B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292" name="Google Shape;7292;p191"/>
          <p:cNvSpPr/>
          <p:nvPr/>
        </p:nvSpPr>
        <p:spPr>
          <a:xfrm>
            <a:off x="6781065" y="1913465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A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293" name="Google Shape;7293;p191"/>
          <p:cNvSpPr/>
          <p:nvPr/>
        </p:nvSpPr>
        <p:spPr>
          <a:xfrm>
            <a:off x="8060540" y="2213625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C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294" name="Google Shape;7294;p191"/>
          <p:cNvSpPr/>
          <p:nvPr/>
        </p:nvSpPr>
        <p:spPr>
          <a:xfrm>
            <a:off x="6820510" y="2786174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E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7295" name="Google Shape;7295;p191"/>
          <p:cNvCxnSpPr>
            <a:stCxn id="7291" idx="2"/>
            <a:endCxn id="7292" idx="7"/>
          </p:cNvCxnSpPr>
          <p:nvPr/>
        </p:nvCxnSpPr>
        <p:spPr>
          <a:xfrm flipH="1">
            <a:off x="7018421" y="1649068"/>
            <a:ext cx="525600" cy="305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96" name="Google Shape;7296;p191"/>
          <p:cNvCxnSpPr>
            <a:stCxn id="7294" idx="0"/>
            <a:endCxn id="7292" idx="4"/>
          </p:cNvCxnSpPr>
          <p:nvPr/>
        </p:nvCxnSpPr>
        <p:spPr>
          <a:xfrm rot="10800000">
            <a:off x="6920260" y="2192174"/>
            <a:ext cx="39300" cy="59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97" name="Google Shape;7297;p191"/>
          <p:cNvCxnSpPr>
            <a:stCxn id="7291" idx="5"/>
            <a:endCxn id="7293" idx="1"/>
          </p:cNvCxnSpPr>
          <p:nvPr/>
        </p:nvCxnSpPr>
        <p:spPr>
          <a:xfrm>
            <a:off x="7781395" y="1747603"/>
            <a:ext cx="319800" cy="506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98" name="Google Shape;7298;p191"/>
          <p:cNvCxnSpPr>
            <a:stCxn id="7293" idx="2"/>
            <a:endCxn id="7292" idx="6"/>
          </p:cNvCxnSpPr>
          <p:nvPr/>
        </p:nvCxnSpPr>
        <p:spPr>
          <a:xfrm rot="10800000">
            <a:off x="7059140" y="2052675"/>
            <a:ext cx="1001400" cy="30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99" name="Google Shape;7299;p191"/>
          <p:cNvSpPr/>
          <p:nvPr/>
        </p:nvSpPr>
        <p:spPr>
          <a:xfrm>
            <a:off x="7544021" y="3384585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D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7300" name="Google Shape;7300;p191"/>
          <p:cNvCxnSpPr>
            <a:stCxn id="7299" idx="0"/>
            <a:endCxn id="7292" idx="5"/>
          </p:cNvCxnSpPr>
          <p:nvPr/>
        </p:nvCxnSpPr>
        <p:spPr>
          <a:xfrm rot="10800000">
            <a:off x="7018571" y="2151285"/>
            <a:ext cx="664500" cy="123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01" name="Google Shape;7301;p191"/>
          <p:cNvCxnSpPr>
            <a:stCxn id="7293" idx="2"/>
            <a:endCxn id="7294" idx="6"/>
          </p:cNvCxnSpPr>
          <p:nvPr/>
        </p:nvCxnSpPr>
        <p:spPr>
          <a:xfrm flipH="1">
            <a:off x="7098740" y="2352975"/>
            <a:ext cx="961800" cy="5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02" name="Google Shape;7302;p191"/>
          <p:cNvCxnSpPr>
            <a:stCxn id="7293" idx="3"/>
            <a:endCxn id="7299" idx="7"/>
          </p:cNvCxnSpPr>
          <p:nvPr/>
        </p:nvCxnSpPr>
        <p:spPr>
          <a:xfrm flipH="1">
            <a:off x="7781467" y="2451511"/>
            <a:ext cx="319800" cy="97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03" name="Google Shape;7303;p191"/>
          <p:cNvCxnSpPr>
            <a:stCxn id="7291" idx="4"/>
            <a:endCxn id="7299" idx="0"/>
          </p:cNvCxnSpPr>
          <p:nvPr/>
        </p:nvCxnSpPr>
        <p:spPr>
          <a:xfrm>
            <a:off x="7683071" y="1788418"/>
            <a:ext cx="0" cy="1596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04" name="Google Shape;7304;p191"/>
          <p:cNvCxnSpPr>
            <a:stCxn id="7294" idx="6"/>
            <a:endCxn id="7299" idx="1"/>
          </p:cNvCxnSpPr>
          <p:nvPr/>
        </p:nvCxnSpPr>
        <p:spPr>
          <a:xfrm>
            <a:off x="7098610" y="2925524"/>
            <a:ext cx="486000" cy="49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05" name="Google Shape;7305;p191"/>
          <p:cNvCxnSpPr>
            <a:stCxn id="7291" idx="3"/>
            <a:endCxn id="7294" idx="7"/>
          </p:cNvCxnSpPr>
          <p:nvPr/>
        </p:nvCxnSpPr>
        <p:spPr>
          <a:xfrm flipH="1">
            <a:off x="7057948" y="1747603"/>
            <a:ext cx="526800" cy="107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06" name="Google Shape;7306;p191"/>
          <p:cNvSpPr/>
          <p:nvPr/>
        </p:nvSpPr>
        <p:spPr>
          <a:xfrm>
            <a:off x="5677688" y="2213921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F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307" name="Google Shape;7307;p191"/>
          <p:cNvSpPr/>
          <p:nvPr/>
        </p:nvSpPr>
        <p:spPr>
          <a:xfrm>
            <a:off x="6561523" y="3585971"/>
            <a:ext cx="278100" cy="278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G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7308" name="Google Shape;7308;p191"/>
          <p:cNvCxnSpPr>
            <a:stCxn id="7292" idx="2"/>
            <a:endCxn id="7306" idx="6"/>
          </p:cNvCxnSpPr>
          <p:nvPr/>
        </p:nvCxnSpPr>
        <p:spPr>
          <a:xfrm flipH="1">
            <a:off x="5955765" y="2052815"/>
            <a:ext cx="825300" cy="300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09" name="Google Shape;7309;p191"/>
          <p:cNvCxnSpPr>
            <a:stCxn id="7294" idx="1"/>
            <a:endCxn id="7306" idx="6"/>
          </p:cNvCxnSpPr>
          <p:nvPr/>
        </p:nvCxnSpPr>
        <p:spPr>
          <a:xfrm rot="10800000">
            <a:off x="5955836" y="2353289"/>
            <a:ext cx="905400" cy="47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10" name="Google Shape;7310;p191"/>
          <p:cNvCxnSpPr>
            <a:stCxn id="7293" idx="2"/>
            <a:endCxn id="7306" idx="6"/>
          </p:cNvCxnSpPr>
          <p:nvPr/>
        </p:nvCxnSpPr>
        <p:spPr>
          <a:xfrm flipH="1">
            <a:off x="5955740" y="2352975"/>
            <a:ext cx="2104800" cy="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11" name="Google Shape;7311;p191"/>
          <p:cNvCxnSpPr>
            <a:stCxn id="7307" idx="6"/>
            <a:endCxn id="7299" idx="2"/>
          </p:cNvCxnSpPr>
          <p:nvPr/>
        </p:nvCxnSpPr>
        <p:spPr>
          <a:xfrm flipH="1" rot="10800000">
            <a:off x="6839623" y="3524021"/>
            <a:ext cx="704400" cy="20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12" name="Google Shape;7312;p191"/>
          <p:cNvCxnSpPr>
            <a:stCxn id="7294" idx="3"/>
            <a:endCxn id="7307" idx="0"/>
          </p:cNvCxnSpPr>
          <p:nvPr/>
        </p:nvCxnSpPr>
        <p:spPr>
          <a:xfrm flipH="1">
            <a:off x="6700436" y="3024060"/>
            <a:ext cx="160800" cy="56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13" name="Google Shape;7313;p191"/>
          <p:cNvCxnSpPr>
            <a:stCxn id="7306" idx="5"/>
            <a:endCxn id="7307" idx="1"/>
          </p:cNvCxnSpPr>
          <p:nvPr/>
        </p:nvCxnSpPr>
        <p:spPr>
          <a:xfrm>
            <a:off x="5915061" y="2451806"/>
            <a:ext cx="687300" cy="1175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14" name="Google Shape;7314;p191"/>
          <p:cNvSpPr/>
          <p:nvPr/>
        </p:nvSpPr>
        <p:spPr>
          <a:xfrm>
            <a:off x="6674696" y="804739"/>
            <a:ext cx="278100" cy="278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H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7315" name="Google Shape;7315;p191"/>
          <p:cNvCxnSpPr>
            <a:stCxn id="7291" idx="1"/>
            <a:endCxn id="7314" idx="5"/>
          </p:cNvCxnSpPr>
          <p:nvPr/>
        </p:nvCxnSpPr>
        <p:spPr>
          <a:xfrm rot="10800000">
            <a:off x="6912148" y="1042633"/>
            <a:ext cx="672600" cy="50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16" name="Google Shape;7316;p191"/>
          <p:cNvCxnSpPr>
            <a:stCxn id="7292" idx="0"/>
            <a:endCxn id="7314" idx="4"/>
          </p:cNvCxnSpPr>
          <p:nvPr/>
        </p:nvCxnSpPr>
        <p:spPr>
          <a:xfrm rot="10800000">
            <a:off x="6813615" y="1083365"/>
            <a:ext cx="106500" cy="83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17" name="Google Shape;7317;p191"/>
          <p:cNvCxnSpPr>
            <a:stCxn id="7306" idx="7"/>
            <a:endCxn id="7314" idx="3"/>
          </p:cNvCxnSpPr>
          <p:nvPr/>
        </p:nvCxnSpPr>
        <p:spPr>
          <a:xfrm flipH="1" rot="10800000">
            <a:off x="5915061" y="1042736"/>
            <a:ext cx="800400" cy="121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18" name="Google Shape;7318;p191"/>
          <p:cNvSpPr txBox="1"/>
          <p:nvPr/>
        </p:nvSpPr>
        <p:spPr>
          <a:xfrm>
            <a:off x="6828600" y="4655725"/>
            <a:ext cx="8394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k = 3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2" name="Shape 7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3" name="Google Shape;7323;p192"/>
          <p:cNvSpPr txBox="1"/>
          <p:nvPr>
            <p:ph type="title"/>
          </p:nvPr>
        </p:nvSpPr>
        <p:spPr>
          <a:xfrm>
            <a:off x="311700" y="315925"/>
            <a:ext cx="58422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and Periphery</a:t>
            </a:r>
            <a:endParaRPr/>
          </a:p>
        </p:txBody>
      </p:sp>
      <p:sp>
        <p:nvSpPr>
          <p:cNvPr id="7324" name="Google Shape;7324;p192"/>
          <p:cNvSpPr txBox="1"/>
          <p:nvPr>
            <p:ph idx="1" type="body"/>
          </p:nvPr>
        </p:nvSpPr>
        <p:spPr>
          <a:xfrm>
            <a:off x="311700" y="1225225"/>
            <a:ext cx="4620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method of </a:t>
            </a:r>
            <a:r>
              <a:rPr b="1" lang="en"/>
              <a:t>k-core decomposition</a:t>
            </a:r>
            <a:r>
              <a:rPr lang="en"/>
              <a:t> helps us find well-connected cores in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Begin with the less well-connected nodes (e.g., Degree = 1)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Remove those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Continue removing nodes based on degree to reveal deeper “shells” (like an onion)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Find the hidden core!</a:t>
            </a:r>
            <a:endParaRPr/>
          </a:p>
        </p:txBody>
      </p:sp>
      <p:sp>
        <p:nvSpPr>
          <p:cNvPr id="7325" name="Google Shape;7325;p192"/>
          <p:cNvSpPr/>
          <p:nvPr/>
        </p:nvSpPr>
        <p:spPr>
          <a:xfrm>
            <a:off x="7544021" y="1509718"/>
            <a:ext cx="278100" cy="278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B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326" name="Google Shape;7326;p192"/>
          <p:cNvSpPr/>
          <p:nvPr/>
        </p:nvSpPr>
        <p:spPr>
          <a:xfrm>
            <a:off x="6781065" y="1913465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A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327" name="Google Shape;7327;p192"/>
          <p:cNvSpPr/>
          <p:nvPr/>
        </p:nvSpPr>
        <p:spPr>
          <a:xfrm>
            <a:off x="8060540" y="2213625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C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328" name="Google Shape;7328;p192"/>
          <p:cNvSpPr/>
          <p:nvPr/>
        </p:nvSpPr>
        <p:spPr>
          <a:xfrm>
            <a:off x="6820510" y="2786174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E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7329" name="Google Shape;7329;p192"/>
          <p:cNvCxnSpPr>
            <a:stCxn id="7325" idx="2"/>
            <a:endCxn id="7326" idx="7"/>
          </p:cNvCxnSpPr>
          <p:nvPr/>
        </p:nvCxnSpPr>
        <p:spPr>
          <a:xfrm flipH="1">
            <a:off x="7018421" y="1649068"/>
            <a:ext cx="525600" cy="305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30" name="Google Shape;7330;p192"/>
          <p:cNvCxnSpPr>
            <a:stCxn id="7328" idx="0"/>
            <a:endCxn id="7326" idx="4"/>
          </p:cNvCxnSpPr>
          <p:nvPr/>
        </p:nvCxnSpPr>
        <p:spPr>
          <a:xfrm rot="10800000">
            <a:off x="6920260" y="2192174"/>
            <a:ext cx="39300" cy="59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31" name="Google Shape;7331;p192"/>
          <p:cNvCxnSpPr>
            <a:stCxn id="7325" idx="5"/>
            <a:endCxn id="7327" idx="1"/>
          </p:cNvCxnSpPr>
          <p:nvPr/>
        </p:nvCxnSpPr>
        <p:spPr>
          <a:xfrm>
            <a:off x="7781395" y="1747603"/>
            <a:ext cx="319800" cy="506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32" name="Google Shape;7332;p192"/>
          <p:cNvCxnSpPr>
            <a:stCxn id="7327" idx="2"/>
            <a:endCxn id="7326" idx="6"/>
          </p:cNvCxnSpPr>
          <p:nvPr/>
        </p:nvCxnSpPr>
        <p:spPr>
          <a:xfrm rot="10800000">
            <a:off x="7059140" y="2052675"/>
            <a:ext cx="1001400" cy="30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33" name="Google Shape;7333;p192"/>
          <p:cNvSpPr/>
          <p:nvPr/>
        </p:nvSpPr>
        <p:spPr>
          <a:xfrm>
            <a:off x="7544021" y="3384585"/>
            <a:ext cx="278100" cy="278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D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7334" name="Google Shape;7334;p192"/>
          <p:cNvCxnSpPr>
            <a:stCxn id="7333" idx="0"/>
            <a:endCxn id="7326" idx="5"/>
          </p:cNvCxnSpPr>
          <p:nvPr/>
        </p:nvCxnSpPr>
        <p:spPr>
          <a:xfrm rot="10800000">
            <a:off x="7018571" y="2151285"/>
            <a:ext cx="664500" cy="123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35" name="Google Shape;7335;p192"/>
          <p:cNvCxnSpPr>
            <a:stCxn id="7327" idx="2"/>
            <a:endCxn id="7328" idx="6"/>
          </p:cNvCxnSpPr>
          <p:nvPr/>
        </p:nvCxnSpPr>
        <p:spPr>
          <a:xfrm flipH="1">
            <a:off x="7098740" y="2352975"/>
            <a:ext cx="961800" cy="5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36" name="Google Shape;7336;p192"/>
          <p:cNvCxnSpPr>
            <a:stCxn id="7327" idx="3"/>
            <a:endCxn id="7333" idx="7"/>
          </p:cNvCxnSpPr>
          <p:nvPr/>
        </p:nvCxnSpPr>
        <p:spPr>
          <a:xfrm flipH="1">
            <a:off x="7781467" y="2451511"/>
            <a:ext cx="319800" cy="97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37" name="Google Shape;7337;p192"/>
          <p:cNvCxnSpPr>
            <a:stCxn id="7325" idx="4"/>
            <a:endCxn id="7333" idx="0"/>
          </p:cNvCxnSpPr>
          <p:nvPr/>
        </p:nvCxnSpPr>
        <p:spPr>
          <a:xfrm>
            <a:off x="7683071" y="1788418"/>
            <a:ext cx="0" cy="1596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38" name="Google Shape;7338;p192"/>
          <p:cNvCxnSpPr>
            <a:stCxn id="7328" idx="6"/>
            <a:endCxn id="7333" idx="1"/>
          </p:cNvCxnSpPr>
          <p:nvPr/>
        </p:nvCxnSpPr>
        <p:spPr>
          <a:xfrm>
            <a:off x="7098610" y="2925524"/>
            <a:ext cx="486000" cy="49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39" name="Google Shape;7339;p192"/>
          <p:cNvCxnSpPr>
            <a:stCxn id="7325" idx="3"/>
            <a:endCxn id="7328" idx="7"/>
          </p:cNvCxnSpPr>
          <p:nvPr/>
        </p:nvCxnSpPr>
        <p:spPr>
          <a:xfrm flipH="1">
            <a:off x="7057948" y="1747603"/>
            <a:ext cx="526800" cy="107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40" name="Google Shape;7340;p192"/>
          <p:cNvSpPr/>
          <p:nvPr/>
        </p:nvSpPr>
        <p:spPr>
          <a:xfrm>
            <a:off x="5677688" y="2213921"/>
            <a:ext cx="278100" cy="2787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F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7341" name="Google Shape;7341;p192"/>
          <p:cNvCxnSpPr>
            <a:stCxn id="7326" idx="2"/>
            <a:endCxn id="7340" idx="6"/>
          </p:cNvCxnSpPr>
          <p:nvPr/>
        </p:nvCxnSpPr>
        <p:spPr>
          <a:xfrm flipH="1">
            <a:off x="5955765" y="2052815"/>
            <a:ext cx="825300" cy="300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42" name="Google Shape;7342;p192"/>
          <p:cNvCxnSpPr>
            <a:stCxn id="7328" idx="1"/>
            <a:endCxn id="7340" idx="6"/>
          </p:cNvCxnSpPr>
          <p:nvPr/>
        </p:nvCxnSpPr>
        <p:spPr>
          <a:xfrm rot="10800000">
            <a:off x="5955836" y="2353289"/>
            <a:ext cx="905400" cy="47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43" name="Google Shape;7343;p192"/>
          <p:cNvCxnSpPr>
            <a:stCxn id="7327" idx="2"/>
            <a:endCxn id="7340" idx="6"/>
          </p:cNvCxnSpPr>
          <p:nvPr/>
        </p:nvCxnSpPr>
        <p:spPr>
          <a:xfrm flipH="1">
            <a:off x="5955740" y="2352975"/>
            <a:ext cx="2104800" cy="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44" name="Google Shape;7344;p192"/>
          <p:cNvSpPr txBox="1"/>
          <p:nvPr/>
        </p:nvSpPr>
        <p:spPr>
          <a:xfrm>
            <a:off x="6828600" y="4655725"/>
            <a:ext cx="8394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k = 4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8" name="Shape 7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9" name="Google Shape;7349;p193"/>
          <p:cNvSpPr txBox="1"/>
          <p:nvPr>
            <p:ph type="title"/>
          </p:nvPr>
        </p:nvSpPr>
        <p:spPr>
          <a:xfrm>
            <a:off x="311700" y="315925"/>
            <a:ext cx="58422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and Periphery</a:t>
            </a:r>
            <a:endParaRPr/>
          </a:p>
        </p:txBody>
      </p:sp>
      <p:sp>
        <p:nvSpPr>
          <p:cNvPr id="7350" name="Google Shape;7350;p193"/>
          <p:cNvSpPr txBox="1"/>
          <p:nvPr>
            <p:ph idx="1" type="body"/>
          </p:nvPr>
        </p:nvSpPr>
        <p:spPr>
          <a:xfrm>
            <a:off x="311700" y="1225225"/>
            <a:ext cx="4620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method of </a:t>
            </a:r>
            <a:r>
              <a:rPr b="1" lang="en"/>
              <a:t>k-shell decomposition</a:t>
            </a:r>
            <a:r>
              <a:rPr lang="en"/>
              <a:t> helps us find well-connected cores in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Begin with the less well-connected nodes (e.g., Degree = 1)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Remove those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Continue removing nodes based on degree to reveal deeper “shells” (like an onion)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Find the hidden core!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Nodes A, C, E are the core of this network</a:t>
            </a:r>
            <a:endParaRPr/>
          </a:p>
        </p:txBody>
      </p:sp>
      <p:sp>
        <p:nvSpPr>
          <p:cNvPr id="7351" name="Google Shape;7351;p193"/>
          <p:cNvSpPr/>
          <p:nvPr/>
        </p:nvSpPr>
        <p:spPr>
          <a:xfrm>
            <a:off x="6781065" y="1913465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A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352" name="Google Shape;7352;p193"/>
          <p:cNvSpPr/>
          <p:nvPr/>
        </p:nvSpPr>
        <p:spPr>
          <a:xfrm>
            <a:off x="8060540" y="2213625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C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353" name="Google Shape;7353;p193"/>
          <p:cNvSpPr/>
          <p:nvPr/>
        </p:nvSpPr>
        <p:spPr>
          <a:xfrm>
            <a:off x="6820510" y="2786174"/>
            <a:ext cx="278100" cy="2787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E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7354" name="Google Shape;7354;p193"/>
          <p:cNvCxnSpPr>
            <a:stCxn id="7353" idx="0"/>
            <a:endCxn id="7351" idx="4"/>
          </p:cNvCxnSpPr>
          <p:nvPr/>
        </p:nvCxnSpPr>
        <p:spPr>
          <a:xfrm rot="10800000">
            <a:off x="6920260" y="2192174"/>
            <a:ext cx="39300" cy="59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55" name="Google Shape;7355;p193"/>
          <p:cNvCxnSpPr>
            <a:stCxn id="7352" idx="2"/>
            <a:endCxn id="7351" idx="6"/>
          </p:cNvCxnSpPr>
          <p:nvPr/>
        </p:nvCxnSpPr>
        <p:spPr>
          <a:xfrm rot="10800000">
            <a:off x="7059140" y="2052675"/>
            <a:ext cx="1001400" cy="30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56" name="Google Shape;7356;p193"/>
          <p:cNvCxnSpPr>
            <a:stCxn id="7352" idx="2"/>
            <a:endCxn id="7353" idx="6"/>
          </p:cNvCxnSpPr>
          <p:nvPr/>
        </p:nvCxnSpPr>
        <p:spPr>
          <a:xfrm flipH="1">
            <a:off x="7098740" y="2352975"/>
            <a:ext cx="961800" cy="5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57" name="Google Shape;7357;p193"/>
          <p:cNvSpPr txBox="1"/>
          <p:nvPr/>
        </p:nvSpPr>
        <p:spPr>
          <a:xfrm>
            <a:off x="6828600" y="4655725"/>
            <a:ext cx="8394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k = 4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1" name="Shape 7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2" name="Google Shape;7362;p19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and Periphery</a:t>
            </a:r>
            <a:endParaRPr/>
          </a:p>
        </p:txBody>
      </p:sp>
      <p:sp>
        <p:nvSpPr>
          <p:cNvPr id="7363" name="Google Shape;7363;p194"/>
          <p:cNvSpPr txBox="1"/>
          <p:nvPr>
            <p:ph idx="1" type="body"/>
          </p:nvPr>
        </p:nvSpPr>
        <p:spPr>
          <a:xfrm>
            <a:off x="311700" y="1225225"/>
            <a:ext cx="4620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networks are organized so that there is a cohesive subgroup hidden inside a set of less well-connected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cohesive subgroup is called the </a:t>
            </a:r>
            <a:r>
              <a:rPr b="1" lang="en"/>
              <a:t>core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other nodes are called the </a:t>
            </a:r>
            <a:r>
              <a:rPr b="1" lang="en"/>
              <a:t>periphery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These are called </a:t>
            </a:r>
            <a:r>
              <a:rPr b="1" lang="en"/>
              <a:t>core-periphery </a:t>
            </a:r>
            <a:r>
              <a:rPr lang="en"/>
              <a:t>structures</a:t>
            </a:r>
            <a:endParaRPr/>
          </a:p>
        </p:txBody>
      </p:sp>
      <p:sp>
        <p:nvSpPr>
          <p:cNvPr id="7364" name="Google Shape;7364;p194"/>
          <p:cNvSpPr/>
          <p:nvPr/>
        </p:nvSpPr>
        <p:spPr>
          <a:xfrm>
            <a:off x="7544021" y="1509718"/>
            <a:ext cx="278100" cy="278700"/>
          </a:xfrm>
          <a:prstGeom prst="ellipse">
            <a:avLst/>
          </a:prstGeom>
          <a:solidFill>
            <a:srgbClr val="CC4125"/>
          </a:solidFill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B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365" name="Google Shape;7365;p194"/>
          <p:cNvSpPr/>
          <p:nvPr/>
        </p:nvSpPr>
        <p:spPr>
          <a:xfrm>
            <a:off x="6781065" y="1913465"/>
            <a:ext cx="278100" cy="278700"/>
          </a:xfrm>
          <a:prstGeom prst="ellipse">
            <a:avLst/>
          </a:prstGeom>
          <a:solidFill>
            <a:srgbClr val="85200C"/>
          </a:solidFill>
          <a:ln cap="flat" cmpd="sng" w="19050">
            <a:solidFill>
              <a:srgbClr val="8520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A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366" name="Google Shape;7366;p194"/>
          <p:cNvSpPr/>
          <p:nvPr/>
        </p:nvSpPr>
        <p:spPr>
          <a:xfrm>
            <a:off x="8060540" y="2213625"/>
            <a:ext cx="278100" cy="278700"/>
          </a:xfrm>
          <a:prstGeom prst="ellipse">
            <a:avLst/>
          </a:prstGeom>
          <a:solidFill>
            <a:srgbClr val="85200C"/>
          </a:solidFill>
          <a:ln cap="flat" cmpd="sng" w="19050">
            <a:solidFill>
              <a:srgbClr val="8520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C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367" name="Google Shape;7367;p194"/>
          <p:cNvSpPr/>
          <p:nvPr/>
        </p:nvSpPr>
        <p:spPr>
          <a:xfrm>
            <a:off x="6820510" y="2786174"/>
            <a:ext cx="278100" cy="278700"/>
          </a:xfrm>
          <a:prstGeom prst="ellipse">
            <a:avLst/>
          </a:prstGeom>
          <a:solidFill>
            <a:srgbClr val="85200C"/>
          </a:solidFill>
          <a:ln cap="flat" cmpd="sng" w="19050">
            <a:solidFill>
              <a:srgbClr val="8520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E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7368" name="Google Shape;7368;p194"/>
          <p:cNvCxnSpPr>
            <a:stCxn id="7364" idx="2"/>
            <a:endCxn id="7365" idx="7"/>
          </p:cNvCxnSpPr>
          <p:nvPr/>
        </p:nvCxnSpPr>
        <p:spPr>
          <a:xfrm flipH="1">
            <a:off x="7018421" y="1649068"/>
            <a:ext cx="525600" cy="305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69" name="Google Shape;7369;p194"/>
          <p:cNvCxnSpPr>
            <a:stCxn id="7367" idx="0"/>
            <a:endCxn id="7365" idx="4"/>
          </p:cNvCxnSpPr>
          <p:nvPr/>
        </p:nvCxnSpPr>
        <p:spPr>
          <a:xfrm rot="10800000">
            <a:off x="6920260" y="2192174"/>
            <a:ext cx="39300" cy="59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70" name="Google Shape;7370;p194"/>
          <p:cNvCxnSpPr>
            <a:stCxn id="7364" idx="5"/>
            <a:endCxn id="7366" idx="1"/>
          </p:cNvCxnSpPr>
          <p:nvPr/>
        </p:nvCxnSpPr>
        <p:spPr>
          <a:xfrm>
            <a:off x="7781395" y="1747603"/>
            <a:ext cx="319800" cy="506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71" name="Google Shape;7371;p194"/>
          <p:cNvCxnSpPr>
            <a:stCxn id="7366" idx="2"/>
            <a:endCxn id="7365" idx="6"/>
          </p:cNvCxnSpPr>
          <p:nvPr/>
        </p:nvCxnSpPr>
        <p:spPr>
          <a:xfrm rot="10800000">
            <a:off x="7059140" y="2052675"/>
            <a:ext cx="1001400" cy="300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72" name="Google Shape;7372;p194"/>
          <p:cNvSpPr/>
          <p:nvPr/>
        </p:nvSpPr>
        <p:spPr>
          <a:xfrm>
            <a:off x="7544021" y="3384585"/>
            <a:ext cx="278100" cy="278700"/>
          </a:xfrm>
          <a:prstGeom prst="ellipse">
            <a:avLst/>
          </a:prstGeom>
          <a:solidFill>
            <a:srgbClr val="CC4125"/>
          </a:solidFill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D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7373" name="Google Shape;7373;p194"/>
          <p:cNvCxnSpPr>
            <a:stCxn id="7372" idx="0"/>
            <a:endCxn id="7365" idx="5"/>
          </p:cNvCxnSpPr>
          <p:nvPr/>
        </p:nvCxnSpPr>
        <p:spPr>
          <a:xfrm rot="10800000">
            <a:off x="7018571" y="2151285"/>
            <a:ext cx="664500" cy="1233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74" name="Google Shape;7374;p194"/>
          <p:cNvCxnSpPr>
            <a:stCxn id="7366" idx="2"/>
            <a:endCxn id="7367" idx="6"/>
          </p:cNvCxnSpPr>
          <p:nvPr/>
        </p:nvCxnSpPr>
        <p:spPr>
          <a:xfrm flipH="1">
            <a:off x="7098740" y="2352975"/>
            <a:ext cx="961800" cy="57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75" name="Google Shape;7375;p194"/>
          <p:cNvCxnSpPr>
            <a:stCxn id="7366" idx="3"/>
            <a:endCxn id="7372" idx="7"/>
          </p:cNvCxnSpPr>
          <p:nvPr/>
        </p:nvCxnSpPr>
        <p:spPr>
          <a:xfrm flipH="1">
            <a:off x="7781467" y="2451511"/>
            <a:ext cx="319800" cy="973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76" name="Google Shape;7376;p194"/>
          <p:cNvCxnSpPr>
            <a:stCxn id="7364" idx="4"/>
            <a:endCxn id="7372" idx="0"/>
          </p:cNvCxnSpPr>
          <p:nvPr/>
        </p:nvCxnSpPr>
        <p:spPr>
          <a:xfrm>
            <a:off x="7683071" y="1788418"/>
            <a:ext cx="0" cy="1596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77" name="Google Shape;7377;p194"/>
          <p:cNvCxnSpPr>
            <a:stCxn id="7367" idx="6"/>
            <a:endCxn id="7372" idx="1"/>
          </p:cNvCxnSpPr>
          <p:nvPr/>
        </p:nvCxnSpPr>
        <p:spPr>
          <a:xfrm>
            <a:off x="7098610" y="2925524"/>
            <a:ext cx="486000" cy="49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78" name="Google Shape;7378;p194"/>
          <p:cNvCxnSpPr>
            <a:stCxn id="7364" idx="3"/>
            <a:endCxn id="7367" idx="7"/>
          </p:cNvCxnSpPr>
          <p:nvPr/>
        </p:nvCxnSpPr>
        <p:spPr>
          <a:xfrm flipH="1">
            <a:off x="7057948" y="1747603"/>
            <a:ext cx="526800" cy="107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79" name="Google Shape;7379;p194"/>
          <p:cNvSpPr/>
          <p:nvPr/>
        </p:nvSpPr>
        <p:spPr>
          <a:xfrm>
            <a:off x="5677688" y="2213921"/>
            <a:ext cx="278100" cy="278700"/>
          </a:xfrm>
          <a:prstGeom prst="ellipse">
            <a:avLst/>
          </a:prstGeom>
          <a:solidFill>
            <a:srgbClr val="CC4125"/>
          </a:solidFill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F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380" name="Google Shape;7380;p194"/>
          <p:cNvSpPr/>
          <p:nvPr/>
        </p:nvSpPr>
        <p:spPr>
          <a:xfrm>
            <a:off x="6561523" y="3585971"/>
            <a:ext cx="278100" cy="278700"/>
          </a:xfrm>
          <a:prstGeom prst="ellipse">
            <a:avLst/>
          </a:prstGeom>
          <a:solidFill>
            <a:srgbClr val="EA9999"/>
          </a:solidFill>
          <a:ln cap="flat" cmpd="sng" w="19050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G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7381" name="Google Shape;7381;p194"/>
          <p:cNvCxnSpPr>
            <a:stCxn id="7365" idx="2"/>
            <a:endCxn id="7379" idx="6"/>
          </p:cNvCxnSpPr>
          <p:nvPr/>
        </p:nvCxnSpPr>
        <p:spPr>
          <a:xfrm flipH="1">
            <a:off x="5955765" y="2052815"/>
            <a:ext cx="825300" cy="300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82" name="Google Shape;7382;p194"/>
          <p:cNvCxnSpPr>
            <a:stCxn id="7367" idx="1"/>
            <a:endCxn id="7379" idx="6"/>
          </p:cNvCxnSpPr>
          <p:nvPr/>
        </p:nvCxnSpPr>
        <p:spPr>
          <a:xfrm rot="10800000">
            <a:off x="5955836" y="2353289"/>
            <a:ext cx="905400" cy="47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83" name="Google Shape;7383;p194"/>
          <p:cNvCxnSpPr>
            <a:stCxn id="7366" idx="2"/>
            <a:endCxn id="7379" idx="6"/>
          </p:cNvCxnSpPr>
          <p:nvPr/>
        </p:nvCxnSpPr>
        <p:spPr>
          <a:xfrm flipH="1">
            <a:off x="5955740" y="2352975"/>
            <a:ext cx="2104800" cy="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84" name="Google Shape;7384;p194"/>
          <p:cNvCxnSpPr>
            <a:stCxn id="7380" idx="6"/>
            <a:endCxn id="7372" idx="2"/>
          </p:cNvCxnSpPr>
          <p:nvPr/>
        </p:nvCxnSpPr>
        <p:spPr>
          <a:xfrm flipH="1" rot="10800000">
            <a:off x="6839623" y="3524021"/>
            <a:ext cx="704400" cy="201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85" name="Google Shape;7385;p194"/>
          <p:cNvCxnSpPr>
            <a:stCxn id="7367" idx="3"/>
            <a:endCxn id="7380" idx="0"/>
          </p:cNvCxnSpPr>
          <p:nvPr/>
        </p:nvCxnSpPr>
        <p:spPr>
          <a:xfrm flipH="1">
            <a:off x="6700436" y="3024060"/>
            <a:ext cx="160800" cy="56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86" name="Google Shape;7386;p194"/>
          <p:cNvCxnSpPr>
            <a:stCxn id="7379" idx="5"/>
            <a:endCxn id="7380" idx="1"/>
          </p:cNvCxnSpPr>
          <p:nvPr/>
        </p:nvCxnSpPr>
        <p:spPr>
          <a:xfrm>
            <a:off x="5915061" y="2451806"/>
            <a:ext cx="687300" cy="1175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87" name="Google Shape;7387;p194"/>
          <p:cNvSpPr/>
          <p:nvPr/>
        </p:nvSpPr>
        <p:spPr>
          <a:xfrm>
            <a:off x="6674696" y="804739"/>
            <a:ext cx="278100" cy="278700"/>
          </a:xfrm>
          <a:prstGeom prst="ellipse">
            <a:avLst/>
          </a:prstGeom>
          <a:solidFill>
            <a:srgbClr val="EA9999"/>
          </a:solidFill>
          <a:ln cap="flat" cmpd="sng" w="19050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H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7388" name="Google Shape;7388;p194"/>
          <p:cNvCxnSpPr>
            <a:stCxn id="7364" idx="1"/>
            <a:endCxn id="7387" idx="5"/>
          </p:cNvCxnSpPr>
          <p:nvPr/>
        </p:nvCxnSpPr>
        <p:spPr>
          <a:xfrm rot="10800000">
            <a:off x="6912148" y="1042633"/>
            <a:ext cx="672600" cy="50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89" name="Google Shape;7389;p194"/>
          <p:cNvCxnSpPr>
            <a:stCxn id="7365" idx="0"/>
            <a:endCxn id="7387" idx="4"/>
          </p:cNvCxnSpPr>
          <p:nvPr/>
        </p:nvCxnSpPr>
        <p:spPr>
          <a:xfrm rot="10800000">
            <a:off x="6813615" y="1083365"/>
            <a:ext cx="106500" cy="83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90" name="Google Shape;7390;p194"/>
          <p:cNvCxnSpPr>
            <a:stCxn id="7379" idx="7"/>
            <a:endCxn id="7387" idx="3"/>
          </p:cNvCxnSpPr>
          <p:nvPr/>
        </p:nvCxnSpPr>
        <p:spPr>
          <a:xfrm flipH="1" rot="10800000">
            <a:off x="5915061" y="1042736"/>
            <a:ext cx="800400" cy="121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91" name="Google Shape;7391;p194"/>
          <p:cNvSpPr/>
          <p:nvPr/>
        </p:nvSpPr>
        <p:spPr>
          <a:xfrm>
            <a:off x="8450564" y="2894658"/>
            <a:ext cx="278100" cy="2787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K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392" name="Google Shape;7392;p194"/>
          <p:cNvSpPr/>
          <p:nvPr/>
        </p:nvSpPr>
        <p:spPr>
          <a:xfrm>
            <a:off x="7062871" y="4300519"/>
            <a:ext cx="278100" cy="2787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L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393" name="Google Shape;7393;p194"/>
          <p:cNvSpPr/>
          <p:nvPr/>
        </p:nvSpPr>
        <p:spPr>
          <a:xfrm>
            <a:off x="5369332" y="3101640"/>
            <a:ext cx="278100" cy="2787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N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394" name="Google Shape;7394;p194"/>
          <p:cNvSpPr/>
          <p:nvPr/>
        </p:nvSpPr>
        <p:spPr>
          <a:xfrm>
            <a:off x="5718454" y="3663291"/>
            <a:ext cx="278100" cy="2787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M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395" name="Google Shape;7395;p194"/>
          <p:cNvSpPr/>
          <p:nvPr/>
        </p:nvSpPr>
        <p:spPr>
          <a:xfrm>
            <a:off x="8311520" y="804742"/>
            <a:ext cx="278100" cy="2787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J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396" name="Google Shape;7396;p194"/>
          <p:cNvSpPr/>
          <p:nvPr/>
        </p:nvSpPr>
        <p:spPr>
          <a:xfrm>
            <a:off x="7543995" y="804738"/>
            <a:ext cx="278100" cy="278700"/>
          </a:xfrm>
          <a:prstGeom prst="ellipse">
            <a:avLst/>
          </a:prstGeom>
          <a:solidFill>
            <a:srgbClr val="F4CCCC"/>
          </a:solidFill>
          <a:ln cap="flat" cmpd="sng" w="19050">
            <a:solidFill>
              <a:srgbClr val="F4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I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7397" name="Google Shape;7397;p194"/>
          <p:cNvCxnSpPr>
            <a:stCxn id="7364" idx="0"/>
            <a:endCxn id="7396" idx="4"/>
          </p:cNvCxnSpPr>
          <p:nvPr/>
        </p:nvCxnSpPr>
        <p:spPr>
          <a:xfrm rot="10800000">
            <a:off x="7683071" y="1083418"/>
            <a:ext cx="0" cy="426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98" name="Google Shape;7398;p194"/>
          <p:cNvCxnSpPr>
            <a:stCxn id="7387" idx="6"/>
            <a:endCxn id="7396" idx="2"/>
          </p:cNvCxnSpPr>
          <p:nvPr/>
        </p:nvCxnSpPr>
        <p:spPr>
          <a:xfrm>
            <a:off x="6952796" y="944089"/>
            <a:ext cx="591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99" name="Google Shape;7399;p194"/>
          <p:cNvCxnSpPr>
            <a:stCxn id="7364" idx="7"/>
            <a:endCxn id="7395" idx="3"/>
          </p:cNvCxnSpPr>
          <p:nvPr/>
        </p:nvCxnSpPr>
        <p:spPr>
          <a:xfrm flipH="1" rot="10800000">
            <a:off x="7781395" y="1042633"/>
            <a:ext cx="570900" cy="50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00" name="Google Shape;7400;p194"/>
          <p:cNvCxnSpPr>
            <a:stCxn id="7395" idx="4"/>
            <a:endCxn id="7366" idx="0"/>
          </p:cNvCxnSpPr>
          <p:nvPr/>
        </p:nvCxnSpPr>
        <p:spPr>
          <a:xfrm flipH="1">
            <a:off x="8199470" y="1083442"/>
            <a:ext cx="251100" cy="113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01" name="Google Shape;7401;p194"/>
          <p:cNvCxnSpPr>
            <a:stCxn id="7391" idx="1"/>
            <a:endCxn id="7366" idx="5"/>
          </p:cNvCxnSpPr>
          <p:nvPr/>
        </p:nvCxnSpPr>
        <p:spPr>
          <a:xfrm rot="10800000">
            <a:off x="8297791" y="2451573"/>
            <a:ext cx="193500" cy="483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02" name="Google Shape;7402;p194"/>
          <p:cNvCxnSpPr>
            <a:stCxn id="7391" idx="3"/>
            <a:endCxn id="7372" idx="6"/>
          </p:cNvCxnSpPr>
          <p:nvPr/>
        </p:nvCxnSpPr>
        <p:spPr>
          <a:xfrm flipH="1">
            <a:off x="7821991" y="3132544"/>
            <a:ext cx="669300" cy="391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03" name="Google Shape;7403;p194"/>
          <p:cNvCxnSpPr>
            <a:stCxn id="7392" idx="0"/>
            <a:endCxn id="7380" idx="5"/>
          </p:cNvCxnSpPr>
          <p:nvPr/>
        </p:nvCxnSpPr>
        <p:spPr>
          <a:xfrm rot="10800000">
            <a:off x="6799021" y="3823819"/>
            <a:ext cx="402900" cy="476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04" name="Google Shape;7404;p194"/>
          <p:cNvCxnSpPr>
            <a:stCxn id="7392" idx="0"/>
            <a:endCxn id="7372" idx="4"/>
          </p:cNvCxnSpPr>
          <p:nvPr/>
        </p:nvCxnSpPr>
        <p:spPr>
          <a:xfrm flipH="1" rot="10800000">
            <a:off x="7201921" y="3663319"/>
            <a:ext cx="481200" cy="637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05" name="Google Shape;7405;p194"/>
          <p:cNvCxnSpPr>
            <a:stCxn id="7393" idx="6"/>
            <a:endCxn id="7367" idx="2"/>
          </p:cNvCxnSpPr>
          <p:nvPr/>
        </p:nvCxnSpPr>
        <p:spPr>
          <a:xfrm flipH="1" rot="10800000">
            <a:off x="5647432" y="2925390"/>
            <a:ext cx="1173000" cy="315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06" name="Google Shape;7406;p194"/>
          <p:cNvCxnSpPr>
            <a:stCxn id="7367" idx="3"/>
            <a:endCxn id="7394" idx="7"/>
          </p:cNvCxnSpPr>
          <p:nvPr/>
        </p:nvCxnSpPr>
        <p:spPr>
          <a:xfrm flipH="1">
            <a:off x="5955836" y="3024060"/>
            <a:ext cx="905400" cy="68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07" name="Google Shape;7407;p194"/>
          <p:cNvCxnSpPr>
            <a:stCxn id="7393" idx="7"/>
            <a:endCxn id="7365" idx="3"/>
          </p:cNvCxnSpPr>
          <p:nvPr/>
        </p:nvCxnSpPr>
        <p:spPr>
          <a:xfrm flipH="1" rot="10800000">
            <a:off x="5606706" y="2151255"/>
            <a:ext cx="1215000" cy="991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08" name="Google Shape;7408;p194"/>
          <p:cNvCxnSpPr>
            <a:stCxn id="7365" idx="4"/>
            <a:endCxn id="7394" idx="7"/>
          </p:cNvCxnSpPr>
          <p:nvPr/>
        </p:nvCxnSpPr>
        <p:spPr>
          <a:xfrm flipH="1">
            <a:off x="5955915" y="2192165"/>
            <a:ext cx="964200" cy="1512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09" name="Google Shape;7409;p194"/>
          <p:cNvSpPr/>
          <p:nvPr/>
        </p:nvSpPr>
        <p:spPr>
          <a:xfrm>
            <a:off x="8417799" y="3794984"/>
            <a:ext cx="278100" cy="278700"/>
          </a:xfrm>
          <a:prstGeom prst="ellipse">
            <a:avLst/>
          </a:prstGeom>
          <a:solidFill>
            <a:srgbClr val="FFF2CC"/>
          </a:solidFill>
          <a:ln cap="flat" cmpd="sng" w="19050">
            <a:solidFill>
              <a:srgbClr val="FCE5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S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410" name="Google Shape;7410;p194"/>
          <p:cNvSpPr/>
          <p:nvPr/>
        </p:nvSpPr>
        <p:spPr>
          <a:xfrm>
            <a:off x="8646762" y="2213913"/>
            <a:ext cx="278100" cy="278700"/>
          </a:xfrm>
          <a:prstGeom prst="ellipse">
            <a:avLst/>
          </a:prstGeom>
          <a:solidFill>
            <a:srgbClr val="FFF2CC"/>
          </a:solidFill>
          <a:ln cap="flat" cmpd="sng" w="19050">
            <a:solidFill>
              <a:srgbClr val="FCE5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P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411" name="Google Shape;7411;p194"/>
          <p:cNvSpPr/>
          <p:nvPr/>
        </p:nvSpPr>
        <p:spPr>
          <a:xfrm>
            <a:off x="7639656" y="4205517"/>
            <a:ext cx="278100" cy="278700"/>
          </a:xfrm>
          <a:prstGeom prst="ellipse">
            <a:avLst/>
          </a:prstGeom>
          <a:solidFill>
            <a:srgbClr val="FFF2CC"/>
          </a:solidFill>
          <a:ln cap="flat" cmpd="sng" w="19050">
            <a:solidFill>
              <a:srgbClr val="FCE5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U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412" name="Google Shape;7412;p194"/>
          <p:cNvSpPr/>
          <p:nvPr/>
        </p:nvSpPr>
        <p:spPr>
          <a:xfrm>
            <a:off x="6054638" y="877173"/>
            <a:ext cx="278100" cy="278700"/>
          </a:xfrm>
          <a:prstGeom prst="ellipse">
            <a:avLst/>
          </a:prstGeom>
          <a:solidFill>
            <a:srgbClr val="FFF2CC"/>
          </a:solidFill>
          <a:ln cap="flat" cmpd="sng" w="19050">
            <a:solidFill>
              <a:srgbClr val="FCE5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T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413" name="Google Shape;7413;p194"/>
          <p:cNvSpPr/>
          <p:nvPr/>
        </p:nvSpPr>
        <p:spPr>
          <a:xfrm>
            <a:off x="5181422" y="2213925"/>
            <a:ext cx="278100" cy="278700"/>
          </a:xfrm>
          <a:prstGeom prst="ellipse">
            <a:avLst/>
          </a:prstGeom>
          <a:solidFill>
            <a:srgbClr val="FFF2CC"/>
          </a:solidFill>
          <a:ln cap="flat" cmpd="sng" w="19050">
            <a:solidFill>
              <a:srgbClr val="FCE5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R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414" name="Google Shape;7414;p194"/>
          <p:cNvSpPr/>
          <p:nvPr/>
        </p:nvSpPr>
        <p:spPr>
          <a:xfrm>
            <a:off x="6176194" y="4300524"/>
            <a:ext cx="278100" cy="278700"/>
          </a:xfrm>
          <a:prstGeom prst="ellipse">
            <a:avLst/>
          </a:prstGeom>
          <a:solidFill>
            <a:srgbClr val="FFF2CC"/>
          </a:solidFill>
          <a:ln cap="flat" cmpd="sng" w="19050">
            <a:solidFill>
              <a:srgbClr val="FCE5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Q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415" name="Google Shape;7415;p194"/>
          <p:cNvSpPr/>
          <p:nvPr/>
        </p:nvSpPr>
        <p:spPr>
          <a:xfrm>
            <a:off x="5664026" y="1550545"/>
            <a:ext cx="278100" cy="278700"/>
          </a:xfrm>
          <a:prstGeom prst="ellipse">
            <a:avLst/>
          </a:prstGeom>
          <a:solidFill>
            <a:srgbClr val="FFF2CC"/>
          </a:solidFill>
          <a:ln cap="flat" cmpd="sng" w="19050">
            <a:solidFill>
              <a:srgbClr val="FCE5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O</a:t>
            </a:r>
            <a:endParaRPr b="1" sz="1100">
              <a:solidFill>
                <a:schemeClr val="lt1"/>
              </a:solidFill>
            </a:endParaRPr>
          </a:p>
        </p:txBody>
      </p:sp>
      <p:cxnSp>
        <p:nvCxnSpPr>
          <p:cNvPr id="7416" name="Google Shape;7416;p194"/>
          <p:cNvCxnSpPr>
            <a:stCxn id="7365" idx="1"/>
            <a:endCxn id="7412" idx="5"/>
          </p:cNvCxnSpPr>
          <p:nvPr/>
        </p:nvCxnSpPr>
        <p:spPr>
          <a:xfrm rot="10800000">
            <a:off x="6291992" y="1115180"/>
            <a:ext cx="529800" cy="839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17" name="Google Shape;7417;p194"/>
          <p:cNvCxnSpPr>
            <a:stCxn id="7411" idx="0"/>
            <a:endCxn id="7372" idx="4"/>
          </p:cNvCxnSpPr>
          <p:nvPr/>
        </p:nvCxnSpPr>
        <p:spPr>
          <a:xfrm rot="10800000">
            <a:off x="7683006" y="3663417"/>
            <a:ext cx="95700" cy="542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18" name="Google Shape;7418;p194"/>
          <p:cNvCxnSpPr>
            <a:stCxn id="7366" idx="6"/>
            <a:endCxn id="7410" idx="2"/>
          </p:cNvCxnSpPr>
          <p:nvPr/>
        </p:nvCxnSpPr>
        <p:spPr>
          <a:xfrm>
            <a:off x="8338640" y="2352975"/>
            <a:ext cx="308100" cy="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19" name="Google Shape;7419;p194"/>
          <p:cNvCxnSpPr>
            <a:stCxn id="7372" idx="6"/>
            <a:endCxn id="7409" idx="2"/>
          </p:cNvCxnSpPr>
          <p:nvPr/>
        </p:nvCxnSpPr>
        <p:spPr>
          <a:xfrm>
            <a:off x="7822121" y="3523935"/>
            <a:ext cx="595800" cy="410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20" name="Google Shape;7420;p194"/>
          <p:cNvCxnSpPr>
            <a:stCxn id="7380" idx="3"/>
            <a:endCxn id="7414" idx="0"/>
          </p:cNvCxnSpPr>
          <p:nvPr/>
        </p:nvCxnSpPr>
        <p:spPr>
          <a:xfrm flipH="1">
            <a:off x="6315149" y="3823856"/>
            <a:ext cx="287100" cy="476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21" name="Google Shape;7421;p194"/>
          <p:cNvCxnSpPr>
            <a:stCxn id="7379" idx="2"/>
            <a:endCxn id="7413" idx="6"/>
          </p:cNvCxnSpPr>
          <p:nvPr/>
        </p:nvCxnSpPr>
        <p:spPr>
          <a:xfrm rot="10800000">
            <a:off x="5459588" y="2353271"/>
            <a:ext cx="2181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22" name="Google Shape;7422;p194"/>
          <p:cNvCxnSpPr>
            <a:stCxn id="7365" idx="2"/>
            <a:endCxn id="7415" idx="6"/>
          </p:cNvCxnSpPr>
          <p:nvPr/>
        </p:nvCxnSpPr>
        <p:spPr>
          <a:xfrm rot="10800000">
            <a:off x="5942265" y="1689815"/>
            <a:ext cx="838800" cy="36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23" name="Google Shape;7423;p194"/>
          <p:cNvSpPr txBox="1"/>
          <p:nvPr/>
        </p:nvSpPr>
        <p:spPr>
          <a:xfrm>
            <a:off x="6828600" y="4655725"/>
            <a:ext cx="8394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k = 0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7" name="Shape 7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8" name="Google Shape;7428;p19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of key terms</a:t>
            </a:r>
            <a:endParaRPr/>
          </a:p>
        </p:txBody>
      </p:sp>
      <p:sp>
        <p:nvSpPr>
          <p:cNvPr id="7429" name="Google Shape;7429;p19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Subgraph:</a:t>
            </a:r>
            <a:r>
              <a:rPr lang="en"/>
              <a:t> A subset (G’) of the node and the edge set of a graph (G)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Connected subgraph: </a:t>
            </a:r>
            <a:r>
              <a:rPr lang="en"/>
              <a:t>All nodes in the subgraph can reach other nodes in the subgraph via some path within the subset of edges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Maximal subgraph:</a:t>
            </a:r>
            <a:r>
              <a:rPr lang="en"/>
              <a:t> A subgraph is maximal with respect to property </a:t>
            </a:r>
            <a:r>
              <a:rPr i="1" lang="en"/>
              <a:t>p</a:t>
            </a:r>
            <a:r>
              <a:rPr lang="en"/>
              <a:t> (e.d., completeness, connectivity) when no more nodes or edges can be added to the subgraph without losing that property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Maximally connected subgraph, maximally complete subgraph,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Clique:</a:t>
            </a:r>
            <a:r>
              <a:rPr lang="en"/>
              <a:t> Maximally complete subgraph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Clique Size:</a:t>
            </a:r>
            <a:r>
              <a:rPr lang="en"/>
              <a:t> Number of nodes in a clique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n-Clique: </a:t>
            </a:r>
            <a:r>
              <a:rPr lang="en"/>
              <a:t>A subgraph in which every node can reach every other node inside the subgraph via a path of </a:t>
            </a:r>
            <a:r>
              <a:rPr i="1" lang="en"/>
              <a:t>minimum length n</a:t>
            </a:r>
            <a:endParaRPr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3" name="Shape 7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4" name="Google Shape;7434;p19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of key terms</a:t>
            </a:r>
            <a:endParaRPr/>
          </a:p>
        </p:txBody>
      </p:sp>
      <p:sp>
        <p:nvSpPr>
          <p:cNvPr id="7435" name="Google Shape;7435;p19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Connected graph: </a:t>
            </a:r>
            <a:r>
              <a:rPr lang="en"/>
              <a:t>All nodes in the graph can reach every other node via a path regardless of length (</a:t>
            </a:r>
            <a:r>
              <a:rPr i="1" lang="en">
                <a:latin typeface="Pacifico"/>
                <a:ea typeface="Pacifico"/>
                <a:cs typeface="Pacifico"/>
                <a:sym typeface="Pacifico"/>
              </a:rPr>
              <a:t>l</a:t>
            </a:r>
            <a:r>
              <a:rPr i="1" lang="en"/>
              <a:t> </a:t>
            </a:r>
            <a:r>
              <a:rPr lang="en"/>
              <a:t>&lt; ∞)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Disconnected graph: </a:t>
            </a:r>
            <a:r>
              <a:rPr lang="en"/>
              <a:t>Some nodes in the graph cannot reach other nodes via any path (e.g., for at least one pair of nodes </a:t>
            </a:r>
            <a:r>
              <a:rPr i="1" lang="en">
                <a:latin typeface="Pacifico"/>
                <a:ea typeface="Pacifico"/>
                <a:cs typeface="Pacifico"/>
                <a:sym typeface="Pacifico"/>
              </a:rPr>
              <a:t>l</a:t>
            </a:r>
            <a:r>
              <a:rPr i="1" lang="en"/>
              <a:t> </a:t>
            </a:r>
            <a:r>
              <a:rPr baseline="-25000" i="1" lang="en"/>
              <a:t>uv</a:t>
            </a:r>
            <a:r>
              <a:rPr i="1" lang="en"/>
              <a:t>= </a:t>
            </a:r>
            <a:r>
              <a:rPr lang="en"/>
              <a:t>∞)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Components: </a:t>
            </a:r>
            <a:r>
              <a:rPr lang="en"/>
              <a:t>Maximally connected subgraphs inside a disconnected graph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Giant Component: </a:t>
            </a:r>
            <a:r>
              <a:rPr lang="en"/>
              <a:t>The maximally connected subgraph in a disconnected graph with the largest number of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i="1" lang="en"/>
              <a:t>k-</a:t>
            </a:r>
            <a:r>
              <a:rPr b="1" lang="en"/>
              <a:t>Connected component</a:t>
            </a:r>
            <a:r>
              <a:rPr lang="en"/>
              <a:t>: A component in which every node can reach every other node inside the component via a path of minimum length </a:t>
            </a:r>
            <a:r>
              <a:rPr i="1" lang="en"/>
              <a:t>k</a:t>
            </a:r>
            <a:endParaRPr i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9" name="Shape 7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0" name="Google Shape;7440;p19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of key terms</a:t>
            </a:r>
            <a:endParaRPr/>
          </a:p>
        </p:txBody>
      </p:sp>
      <p:sp>
        <p:nvSpPr>
          <p:cNvPr id="7441" name="Google Shape;7441;p19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Bridges: </a:t>
            </a:r>
            <a:r>
              <a:rPr lang="en"/>
              <a:t>An edge that if it were removed would disconnect the graph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Edge cutset: </a:t>
            </a:r>
            <a:r>
              <a:rPr lang="en"/>
              <a:t>Minimum number of edges whose removal would disconnect the graph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Node cutset: </a:t>
            </a:r>
            <a:r>
              <a:rPr lang="en"/>
              <a:t>Minimum number of nodes whose removal would disconnect the graph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uv-cutset:</a:t>
            </a:r>
            <a:r>
              <a:rPr lang="en"/>
              <a:t> Number of nodes whose removal would disconnect a pair of nodes (uv)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Menger’s Theorem: </a:t>
            </a:r>
            <a:r>
              <a:rPr lang="en"/>
              <a:t>Important result in graph theory!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Cohesive Blocking: </a:t>
            </a:r>
            <a:r>
              <a:rPr lang="en"/>
              <a:t>A way to find densely connected subgroups in a graph by removing nodes in the node cutset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