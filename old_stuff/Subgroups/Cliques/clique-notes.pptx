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2800" u="none" cap="none" strike="noStrike"/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2400" u="none" cap="none" strike="noStrike"/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2000" u="none" cap="none" strike="noStrike"/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2000" u="none" cap="none" strike="noStrike"/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2000" u="none" cap="none" strike="noStrike"/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2000" u="none" cap="none" strike="noStrike"/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2000" u="none" cap="none" strike="noStrike"/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b="0" i="0" sz="2000" u="none" cap="none" strike="noStrike"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32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2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0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31" name="Google Shape;31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  <p:sp>
        <p:nvSpPr>
          <p:cNvPr id="32" name="Google Shape;32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 b="1" sz="2400"/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2000"/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800"/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b="1" sz="1600"/>
            </a:lvl9pPr>
          </a:lstStyle>
          <a:p/>
        </p:txBody>
      </p:sp>
      <p:sp>
        <p:nvSpPr>
          <p:cNvPr id="33" name="Google Shape;33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4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●"/>
              <a:defRPr sz="28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1" sz="4000" cap="small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45720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91440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1371600" marR="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1828800" marR="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2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3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4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5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6" marL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7" marL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8" marL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clique?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us now turn to the concept of a clique. In a very intuitive way, when we use the term sociometric clique, we mean a highly cohesive subgroup of individuals. Cohesiveness, however, has two possible dimensions.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one dimension, which we will call </a:t>
            </a: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completeness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 cohesive subgroup would be one in which a high proportion of its pairs possess the appropriate relation.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other, which we will call the </a:t>
            </a: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centripetal-centrifuga</a:t>
            </a: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dimension, a cohesive subgroup would be one in which relations among members of the subgroup are more important or more numerous than relations between members and non-members.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return later to a formalization of these two dimensions. It is interesting to note that many informal definitions of cliques (Spilerman, 1966; Abelson, 1966) have referred solely to the centripetal-centrifugal dimension of cohesiveness, while Luce and Perry (1949) present a formalization of the completeness dimension of cohesiveness (Alba 1973:  115-116).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4F81BD"/>
      </a:accent4>
      <a:accent5>
        <a:srgbClr val="C0504D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