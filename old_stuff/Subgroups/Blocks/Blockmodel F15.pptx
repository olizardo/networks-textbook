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6f21bc4d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6f21bc4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6f21bc4d7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6f21bc4d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6f21bc4d7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6f21bc4d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f21bc4d7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6f21bc4d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f21bc4d7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f21bc4d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f21bc4d7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f21bc4d7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6f21bc4d7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6f21bc4d7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f21bc4d7_1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f21bc4d7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f21bc4d7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f21bc4d7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f21bc4d7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f21bc4d7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f21bc4d7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f21bc4d7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f21bc4d7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f21bc4d7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f21bc4d7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f21bc4d7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f21bc4d7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f21bc4d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What is a role?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Could structural similarity indicate similar roles?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Must go beyond local structure, i.e.  degree, CC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Structural similarity == structural equivalence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2 vertices are structurally equivalent if they have the exact same ties (or arcs) to the exact same others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538" y="547238"/>
            <a:ext cx="4219575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5500" y="2689900"/>
            <a:ext cx="5560750" cy="32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/>
        </p:nvSpPr>
        <p:spPr>
          <a:xfrm>
            <a:off x="1104575" y="5998600"/>
            <a:ext cx="6462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Note the blocks!!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78" y="696125"/>
            <a:ext cx="5650525" cy="429032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/>
        </p:nvSpPr>
        <p:spPr>
          <a:xfrm>
            <a:off x="1357850" y="5259525"/>
            <a:ext cx="6273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Reduced adjacency matrix → Image matrix (reduced matrix)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But things are never this simple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5547" y="1422347"/>
            <a:ext cx="3291575" cy="14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357188"/>
            <a:ext cx="8953500" cy="61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02" y="302298"/>
            <a:ext cx="4691551" cy="533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825" y="1715424"/>
            <a:ext cx="3656649" cy="2509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Blocks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If two actors are structurally equivalent → in the same block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But if no two actors are exactly structurally equivalent, we can compute measures of structural similarity  -- stochastic methods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Euclidean distance</a:t>
            </a:r>
            <a:br>
              <a:rPr lang="en" sz="2400"/>
            </a:br>
            <a:br>
              <a:rPr lang="en" sz="2400"/>
            </a:br>
            <a:br>
              <a:rPr lang="en" sz="2400"/>
            </a:b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Pearson product moment correlations between two row vectors of the adjacency matrix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4050" y="4055675"/>
            <a:ext cx="4539750" cy="7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48863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7200" y="1600200"/>
            <a:ext cx="81486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 Burt's (1976) Euclidean distance approach, the basic idea is to: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Generate the distance matrix 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And the use a scaling method (e.g. MDS, PCA, hierarchical clustering) to come up with a reduced form representation of the various groups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438" y="4179888"/>
            <a:ext cx="74199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168450" y="1622450"/>
            <a:ext cx="5198100" cy="48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Breiger, Boorman and Arabie's CONCOR strategy, the basic idea is to: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Generate the (initial) correlation matrix C</a:t>
            </a:r>
            <a:r>
              <a:rPr baseline="-25000" lang="en"/>
              <a:t>1</a:t>
            </a:r>
            <a:r>
              <a:rPr lang="en"/>
              <a:t> from 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Iteratively obtain further correlation matrices {C</a:t>
            </a:r>
            <a:r>
              <a:rPr baseline="-25000" lang="en"/>
              <a:t>2,</a:t>
            </a:r>
            <a:r>
              <a:rPr lang="en"/>
              <a:t> C</a:t>
            </a:r>
            <a:r>
              <a:rPr baseline="-25000" lang="en"/>
              <a:t>3</a:t>
            </a:r>
            <a:r>
              <a:rPr lang="en"/>
              <a:t>, ...}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until we have a "final" correlation matrix C</a:t>
            </a:r>
            <a:r>
              <a:rPr baseline="-25000" lang="en"/>
              <a:t>k</a:t>
            </a:r>
            <a:r>
              <a:rPr lang="en"/>
              <a:t> that contains only +1 and -1 entries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000" y="1568787"/>
            <a:ext cx="3728709" cy="494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075" y="967922"/>
            <a:ext cx="6549699" cy="3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825" y="481250"/>
            <a:ext cx="2785250" cy="545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500" y="3033675"/>
            <a:ext cx="4921475" cy="12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Equivalence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57200" y="1600200"/>
            <a:ext cx="8229600" cy="3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Is structural equivalence a measure of </a:t>
            </a:r>
            <a:r>
              <a:rPr b="1" lang="en"/>
              <a:t>role</a:t>
            </a:r>
            <a:r>
              <a:rPr lang="en"/>
              <a:t> similarity?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Structurally equivalent vertices have the same connection pattern to the </a:t>
            </a:r>
            <a:r>
              <a:rPr b="1" lang="en"/>
              <a:t>same</a:t>
            </a:r>
            <a:r>
              <a:rPr lang="en"/>
              <a:t> neighbors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Regular equivalence:  same connection to similar (regularly equivalent) others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Regular equivalence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50" y="190000"/>
            <a:ext cx="5803400" cy="43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525" y="4614963"/>
            <a:ext cx="421957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or Structural Equivalence?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Equivalence?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Structural:  too strong, not the exact same others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Regular:  intuitively clear, computationally complex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How to classify vertices into classes so that within a class vertices are similar in terms of their connections to other vertices?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Incorporate non-local information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But why?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and Function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Structurally similar vertices perform the same function (have the same role)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Position in a sub-graph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 the whole graph (structural equivalence)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 some part of the graph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But what part of the graph?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Motifs and graphlets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Triads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