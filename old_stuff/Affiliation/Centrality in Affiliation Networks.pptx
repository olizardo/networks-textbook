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6"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2" Type="http://schemas.openxmlformats.org/officeDocument/2006/relationships/slide" Target="slides/slide8.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91425" lIns="91425" spcFirstLastPara="1" rIns="91425" wrap="square" tIns="91425">
            <a:noAutofit/>
          </a:bodyPr>
          <a:lstStyle>
            <a:lvl1pPr indent="-88900" lvl="0" marL="0" marR="0" rtl="0" algn="r">
              <a:spcBef>
                <a:spcPts val="0"/>
              </a:spcBef>
              <a:spcAft>
                <a:spcPts val="0"/>
              </a:spcAft>
              <a:buSzPts val="1400"/>
              <a:buChar char="●"/>
              <a:defRPr b="0" i="0" sz="1200" u="none" cap="none" strike="noStrike">
                <a:latin typeface="Calibri"/>
                <a:ea typeface="Calibri"/>
                <a:cs typeface="Calibri"/>
                <a:sym typeface="Calibri"/>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91425" lIns="91425" spcFirstLastPara="1" rIns="91425" wrap="square" tIns="91425">
            <a:noAutofit/>
          </a:bodyPr>
          <a:lstStyle/>
          <a:p>
            <a:pPr indent="-88900" lvl="0" marL="0" marR="0" rtl="0" algn="r">
              <a:spcBef>
                <a:spcPts val="0"/>
              </a:spcBef>
              <a:spcAft>
                <a:spcPts val="0"/>
              </a:spcAft>
              <a:buSzPts val="1400"/>
              <a:buChar char="●"/>
            </a:pPr>
            <a:r>
              <a:t/>
            </a:r>
            <a:endParaRPr b="0" i="0" sz="1200" u="none" cap="none" strike="noStrike">
              <a:latin typeface="Calibri"/>
              <a:ea typeface="Calibri"/>
              <a:cs typeface="Calibri"/>
              <a:sym typeface="Calibri"/>
            </a:endParaRPr>
          </a:p>
          <a:p>
            <a:pPr indent="-88900" lvl="1" marL="0" rtl="0" algn="l">
              <a:spcBef>
                <a:spcPts val="0"/>
              </a:spcBef>
              <a:spcAft>
                <a:spcPts val="0"/>
              </a:spcAft>
              <a:buSzPts val="1400"/>
              <a:buChar char="○"/>
            </a:pPr>
            <a:r>
              <a:t/>
            </a:r>
            <a:endParaRPr/>
          </a:p>
          <a:p>
            <a:pPr indent="-88900" lvl="2" marL="0" rtl="0" algn="l">
              <a:spcBef>
                <a:spcPts val="0"/>
              </a:spcBef>
              <a:spcAft>
                <a:spcPts val="0"/>
              </a:spcAft>
              <a:buSzPts val="1400"/>
              <a:buChar char="■"/>
            </a:pPr>
            <a:r>
              <a:t/>
            </a:r>
            <a:endParaRPr/>
          </a:p>
          <a:p>
            <a:pPr indent="-88900" lvl="3" marL="0" rtl="0" algn="l">
              <a:spcBef>
                <a:spcPts val="0"/>
              </a:spcBef>
              <a:spcAft>
                <a:spcPts val="0"/>
              </a:spcAft>
              <a:buSzPts val="1400"/>
              <a:buChar char="●"/>
            </a:pPr>
            <a:r>
              <a:t/>
            </a:r>
            <a:endParaRPr/>
          </a:p>
          <a:p>
            <a:pPr indent="-88900" lvl="4" marL="0" rtl="0" algn="l">
              <a:spcBef>
                <a:spcPts val="0"/>
              </a:spcBef>
              <a:spcAft>
                <a:spcPts val="0"/>
              </a:spcAft>
              <a:buSzPts val="1400"/>
              <a:buChar char="○"/>
            </a:pPr>
            <a:r>
              <a:t/>
            </a:r>
            <a:endParaRPr/>
          </a:p>
          <a:p>
            <a:pPr indent="-88900" lvl="5" marL="0" rtl="0" algn="l">
              <a:spcBef>
                <a:spcPts val="0"/>
              </a:spcBef>
              <a:spcAft>
                <a:spcPts val="0"/>
              </a:spcAft>
              <a:buSzPts val="1400"/>
              <a:buChar char="■"/>
            </a:pPr>
            <a:r>
              <a:t/>
            </a:r>
            <a:endParaRPr/>
          </a:p>
          <a:p>
            <a:pPr indent="-88900" lvl="6" marL="0" rtl="0" algn="l">
              <a:spcBef>
                <a:spcPts val="0"/>
              </a:spcBef>
              <a:spcAft>
                <a:spcPts val="0"/>
              </a:spcAft>
              <a:buSzPts val="1400"/>
              <a:buChar char="●"/>
            </a:pPr>
            <a:r>
              <a:t/>
            </a:r>
            <a:endParaRPr/>
          </a:p>
          <a:p>
            <a:pPr indent="-88900" lvl="7" marL="0" rtl="0" algn="l">
              <a:spcBef>
                <a:spcPts val="0"/>
              </a:spcBef>
              <a:spcAft>
                <a:spcPts val="0"/>
              </a:spcAft>
              <a:buSzPts val="1400"/>
              <a:buChar char="○"/>
            </a:pPr>
            <a:r>
              <a:t/>
            </a:r>
            <a:endParaRPr/>
          </a:p>
          <a:p>
            <a:pPr indent="-88900" lvl="8" marL="0" rtl="0" algn="l">
              <a:spcBef>
                <a:spcPts val="0"/>
              </a:spcBef>
              <a:spcAft>
                <a:spcPts val="0"/>
              </a:spcAft>
              <a:buSzPts val="1400"/>
              <a:buChar char="■"/>
            </a:pPr>
            <a:r>
              <a:t/>
            </a: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4: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
        <p:nvSpPr>
          <p:cNvPr id="50" name="Google Shape;50;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Font typeface="Arial"/>
              <a:buNone/>
            </a:pPr>
            <a:r>
              <a:rPr b="0" i="0" lang="en-US" sz="1800" u="none" cap="none" strike="noStrike"/>
              <a:t>(1)  Number of non-zero off-diagonal entries in row of T2 gives number of distinct actors with which the actor shares any event in common (no double counting)</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This quant. equals sizes of events an actor belongs to.  </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Extend this using value counts.  Then sum of row counts. What is this?  Contract net through events actor participates in, allowing double counting. 	THIS EQUALS SUM OF SIZES OF EVENTS TO WHICH ACTOR BELONGS</a:t>
            </a:r>
            <a:endParaRPr b="0" i="0" sz="1800" u="none" cap="none" strike="noStrike"/>
          </a:p>
          <a:p>
            <a:pPr indent="0" lvl="0" marL="0" rtl="0" algn="l">
              <a:spcBef>
                <a:spcPts val="0"/>
              </a:spcBef>
              <a:spcAft>
                <a:spcPts val="0"/>
              </a:spcAft>
              <a:buNone/>
            </a:pPr>
            <a:r>
              <a:t/>
            </a:r>
            <a:endParaRPr b="0" i="0" sz="1800" u="none" cap="none" strike="noStrike"/>
          </a:p>
          <a:p>
            <a:pPr indent="1143000" lvl="2" marL="0" marR="0" rtl="0" algn="l">
              <a:lnSpc>
                <a:spcPct val="90000"/>
              </a:lnSpc>
              <a:spcBef>
                <a:spcPts val="0"/>
              </a:spcBef>
              <a:spcAft>
                <a:spcPts val="0"/>
              </a:spcAft>
              <a:buFont typeface="Arial"/>
              <a:buNone/>
            </a:pPr>
            <a:r>
              <a:rPr b="0" i="0" lang="en-US" sz="1800" u="none" cap="none" strike="noStrike"/>
              <a:t>Not count diagonal, then this number is a function of (a) number of events an actor participates in and (2) size of these events</a:t>
            </a:r>
            <a:endParaRPr b="0" i="0" sz="1800" u="none" cap="none" strike="noStrike"/>
          </a:p>
          <a:p>
            <a:pPr indent="0" lvl="0" marL="0" rtl="0" algn="l">
              <a:spcBef>
                <a:spcPts val="0"/>
              </a:spcBef>
              <a:spcAft>
                <a:spcPts val="0"/>
              </a:spcAft>
              <a:buNone/>
            </a:pPr>
            <a:r>
              <a:t/>
            </a:r>
            <a:endParaRPr b="0" i="0" sz="1800" u="none" cap="none" strike="noStrike"/>
          </a:p>
          <a:p>
            <a:pPr indent="685800" lvl="1" marL="0" marR="0" rtl="0" algn="l">
              <a:lnSpc>
                <a:spcPct val="90000"/>
              </a:lnSpc>
              <a:spcBef>
                <a:spcPts val="0"/>
              </a:spcBef>
              <a:spcAft>
                <a:spcPts val="0"/>
              </a:spcAft>
              <a:buFont typeface="Arial"/>
              <a:buNone/>
            </a:pPr>
            <a:r>
              <a:rPr b="0" i="0" lang="en-US" sz="1800" u="none" cap="none" strike="noStrike"/>
              <a:t>Compaer n1 and n2</a:t>
            </a:r>
            <a:endParaRPr b="0" i="0" sz="1800" u="none" cap="none" strike="noStrike"/>
          </a:p>
          <a:p>
            <a:pPr indent="685800" lvl="1" marL="0" marR="0" rtl="0" algn="l">
              <a:lnSpc>
                <a:spcPct val="90000"/>
              </a:lnSpc>
              <a:spcBef>
                <a:spcPts val="0"/>
              </a:spcBef>
              <a:spcAft>
                <a:spcPts val="0"/>
              </a:spcAft>
              <a:buFont typeface="Arial"/>
              <a:buNone/>
            </a:pPr>
            <a:r>
              <a:rPr b="0" i="0" lang="en-US" sz="1800" u="none" cap="none" strike="noStrike"/>
              <a:t>n1:  sum = 7 (or 5);  n1 in m1 and m3, and their sizes are 3 and 4 = 7  (NOTE OVERLAP)  ---- degree of n1 is a function of both # events n1 in AND size of those events</a:t>
            </a:r>
            <a:endParaRPr b="0" i="0" sz="1800" u="none" cap="none" strike="noStrike"/>
          </a:p>
          <a:p>
            <a:pPr indent="685800" lvl="1" marL="0" marR="0" rtl="0" algn="l">
              <a:lnSpc>
                <a:spcPct val="90000"/>
              </a:lnSpc>
              <a:spcBef>
                <a:spcPts val="0"/>
              </a:spcBef>
              <a:spcAft>
                <a:spcPts val="0"/>
              </a:spcAft>
              <a:buFont typeface="Arial"/>
              <a:buNone/>
            </a:pPr>
            <a:r>
              <a:rPr b="0" i="0" lang="en-US" sz="1800" u="none" cap="none" strike="noStrike"/>
              <a:t>n2:  sum = 4 (or3);  n2 in only m2, its size is 4 (3 if not count n2).  N2 is low centrality because in only 1 event even though that event is fairly big</a:t>
            </a:r>
            <a:endParaRPr b="0" i="0" sz="1800" u="none" cap="none" strike="noStrike"/>
          </a:p>
          <a:p>
            <a:pPr indent="0" lvl="0" marL="0" rtl="0" algn="l">
              <a:spcBef>
                <a:spcPts val="0"/>
              </a:spcBef>
              <a:spcAft>
                <a:spcPts val="0"/>
              </a:spcAft>
              <a:buNone/>
            </a:pPr>
            <a:r>
              <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OVERLAP LEADS IT LATTICES</a:t>
            </a:r>
            <a:endParaRPr b="0" i="0" sz="1800" u="none" cap="none" strike="noStrike"/>
          </a:p>
          <a:p>
            <a:pPr indent="0" lvl="0" marL="0" rtl="0" algn="l">
              <a:spcBef>
                <a:spcPts val="0"/>
              </a:spcBef>
              <a:spcAft>
                <a:spcPts val="0"/>
              </a:spcAft>
              <a:buNone/>
            </a:pPr>
            <a:r>
              <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FOR EVENTS:</a:t>
            </a:r>
            <a:endParaRPr b="0" i="0" sz="1800" u="none" cap="none" strike="noStrike"/>
          </a:p>
          <a:p>
            <a:pPr indent="0" lvl="0" marL="0" rtl="0" algn="l">
              <a:spcBef>
                <a:spcPts val="0"/>
              </a:spcBef>
              <a:spcAft>
                <a:spcPts val="0"/>
              </a:spcAft>
              <a:buNone/>
            </a:pPr>
            <a:r>
              <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NON-ZERO non-diag in row for event overlap is number of distinct overlaps  (2)</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Using countrs, sum of event overlap matrix rows (e.g., 7) is total participation levels of actors that belong to that event (i.e. sum of their size)</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	e.g., m1 sum is 7:  M1 has actors n1 n5 and n6 in it, and these three actors belong to 2, 3, and 2 events, which totals to 7</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SO THIS IS SUM OF THE MEMBERSHIP “DEGREES” OF THE ACTORS THAT ARE IN THAT EVENT.  Means that centrality of event is a function of its size and the “connectedness” of its members (i.e. their paritcipation rates).  </a:t>
            </a:r>
            <a:endParaRPr b="0" i="0" sz="1800" u="none" cap="none" strike="noStrike"/>
          </a:p>
          <a:p>
            <a:pPr indent="0" lvl="0" marL="0" rtl="0" algn="l">
              <a:spcBef>
                <a:spcPts val="0"/>
              </a:spcBef>
              <a:spcAft>
                <a:spcPts val="0"/>
              </a:spcAft>
              <a:buNone/>
            </a:pPr>
            <a:r>
              <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CENTRAL actors are those that belong to more collectives that are larger</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Central events (collectives) are those that have members who belong to more collectives.  </a:t>
            </a:r>
            <a:endParaRPr b="0" i="0" sz="1800" u="none" cap="none" strike="noStrike"/>
          </a:p>
          <a:p>
            <a:pPr indent="0" lvl="0" marL="0" rtl="0" algn="l">
              <a:spcBef>
                <a:spcPts val="0"/>
              </a:spcBef>
              <a:spcAft>
                <a:spcPts val="0"/>
              </a:spcAft>
              <a:buNone/>
            </a:pPr>
            <a:r>
              <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Degree of an actor in an affiliation net is the number of other actors it can connect to through events that it participates in.</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	The more events it participates in, the higher its degree</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	The more the events it participates in are large (ARE CENTRAL – Eigenvector), the higher its degree.  </a:t>
            </a:r>
            <a:endParaRPr b="0" i="0" sz="1800" u="none" cap="none" strike="noStrike"/>
          </a:p>
          <a:p>
            <a:pPr indent="0" lvl="0" marL="0" rtl="0" algn="l">
              <a:spcBef>
                <a:spcPts val="0"/>
              </a:spcBef>
              <a:spcAft>
                <a:spcPts val="0"/>
              </a:spcAft>
              <a:buNone/>
            </a:pPr>
            <a:r>
              <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Degree of an event in an affiliatin net is the number of other events that it is connected to through actors that are members of the event.</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	The more members an event (coll.) has, the higher an event’s degree</a:t>
            </a:r>
            <a:endParaRPr b="0" i="0" sz="1800" u="none" cap="none" strike="noStrike"/>
          </a:p>
          <a:p>
            <a:pPr indent="0" lvl="0" marL="0" marR="0" rtl="0" algn="l">
              <a:lnSpc>
                <a:spcPct val="90000"/>
              </a:lnSpc>
              <a:spcBef>
                <a:spcPts val="0"/>
              </a:spcBef>
              <a:spcAft>
                <a:spcPts val="0"/>
              </a:spcAft>
              <a:buFont typeface="Arial"/>
              <a:buNone/>
            </a:pPr>
            <a:r>
              <a:rPr b="0" i="0" lang="en-US" sz="1800" u="none" cap="none" strike="noStrike"/>
              <a:t>	The higher the participation rates (degrees OR EIGENVECTOR CENTRALITY) of the members of an event, the higher an event’s degree is.  </a:t>
            </a:r>
            <a:endParaRPr b="0" i="0" sz="1800" u="none" cap="none" strike="noStrike"/>
          </a:p>
          <a:p>
            <a:pPr indent="0" lvl="0" marL="0" rtl="0" algn="l">
              <a:spcBef>
                <a:spcPts val="0"/>
              </a:spcBef>
              <a:spcAft>
                <a:spcPts val="0"/>
              </a:spcAft>
              <a:buNone/>
            </a:pPr>
            <a:r>
              <a:t/>
            </a:r>
            <a:endParaRPr b="0" i="0" sz="1800" u="none" cap="none" strike="noStrike"/>
          </a:p>
          <a:p>
            <a:pPr indent="0" lvl="0" marL="0" rtl="0" algn="l">
              <a:spcBef>
                <a:spcPts val="0"/>
              </a:spcBef>
              <a:spcAft>
                <a:spcPts val="0"/>
              </a:spcAft>
              <a:buNone/>
            </a:pPr>
            <a:r>
              <a:t/>
            </a:r>
            <a:endParaRPr/>
          </a:p>
        </p:txBody>
      </p:sp>
      <p:sp>
        <p:nvSpPr>
          <p:cNvPr id="51" name="Google Shape;51;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Calibri"/>
              <a:buNone/>
            </a:pPr>
            <a:r>
              <a:rPr b="0" i="0" lang="en-US" sz="1200" u="none" cap="none" strike="noStrike">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17: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8: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Font typeface="Arial"/>
              <a:buNone/>
            </a:pPr>
            <a:r>
              <a:rPr b="0" i="0" lang="en-US" sz="1800" u="none" cap="none" strike="noStrike"/>
              <a:t>Problem – they are problem because they can not by definition link anyone.  </a:t>
            </a:r>
            <a:endParaRPr/>
          </a:p>
        </p:txBody>
      </p:sp>
      <p:sp>
        <p:nvSpPr>
          <p:cNvPr id="76" name="Google Shape;76;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Calibri"/>
              <a:buNone/>
            </a:pPr>
            <a:r>
              <a:rPr b="0" i="0" lang="en-US" sz="1200" u="none" cap="none" strike="noStrike">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Font typeface="Arial"/>
              <a:buNone/>
            </a:pPr>
            <a:r>
              <a:rPr b="0" i="0" lang="en-US" sz="1800" u="none" cap="none" strike="noStrike"/>
              <a:t>Look at Sum d(i,k) n2 vs. n5</a:t>
            </a:r>
            <a:endParaRPr/>
          </a:p>
        </p:txBody>
      </p:sp>
      <p:sp>
        <p:nvSpPr>
          <p:cNvPr id="83" name="Google Shape;83;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Calibri"/>
              <a:buNone/>
            </a:pPr>
            <a:r>
              <a:rPr b="0" i="0" lang="en-US" sz="1200" u="none" cap="none" strike="noStrike">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Font typeface="Arial"/>
              <a:buNone/>
            </a:pPr>
            <a:r>
              <a:rPr b="0" i="0" lang="en-US" sz="1800" u="none" cap="none" strike="noStrike"/>
              <a:t>For an event:  irony,  if most members not in any other events, higher betweeness centrality, i.e. non-central actors create high event betweeness centrality</a:t>
            </a:r>
            <a:endParaRPr b="0" i="0" sz="1800" u="none" cap="none" strike="noStrike"/>
          </a:p>
          <a:p>
            <a:pPr indent="0" lvl="0" marL="0" rtl="0" algn="l">
              <a:spcBef>
                <a:spcPts val="0"/>
              </a:spcBef>
              <a:spcAft>
                <a:spcPts val="0"/>
              </a:spcAft>
              <a:buNone/>
            </a:pPr>
            <a:r>
              <a:t/>
            </a:r>
            <a:endParaRPr b="0" i="0" sz="1800" u="none" cap="none" strike="noStrike"/>
          </a:p>
          <a:p>
            <a:pPr indent="0" lvl="0" marL="0" marR="0" rtl="0" algn="l">
              <a:spcBef>
                <a:spcPts val="0"/>
              </a:spcBef>
              <a:spcAft>
                <a:spcPts val="0"/>
              </a:spcAft>
              <a:buFont typeface="Arial"/>
              <a:buNone/>
            </a:pPr>
            <a:r>
              <a:rPr b="0" i="0" lang="en-US" sz="1800" u="none" cap="none" strike="noStrike"/>
              <a:t>For an actor, if it belongs to an event with only one member (it), the actor gains betw centrality</a:t>
            </a:r>
            <a:endParaRPr b="0" i="0" sz="1800" u="none" cap="none" strike="noStrike"/>
          </a:p>
          <a:p>
            <a:pPr indent="0" lvl="0" marL="0" rtl="0" algn="l">
              <a:spcBef>
                <a:spcPts val="0"/>
              </a:spcBef>
              <a:spcAft>
                <a:spcPts val="0"/>
              </a:spcAft>
              <a:buNone/>
            </a:pPr>
            <a:r>
              <a:t/>
            </a:r>
            <a:endParaRPr b="0" i="0" sz="1800" u="none" cap="none" strike="noStrike"/>
          </a:p>
          <a:p>
            <a:pPr indent="0" lvl="0" marL="0" marR="0" rtl="0" algn="l">
              <a:spcBef>
                <a:spcPts val="0"/>
              </a:spcBef>
              <a:spcAft>
                <a:spcPts val="0"/>
              </a:spcAft>
              <a:buFont typeface="Arial"/>
              <a:buNone/>
            </a:pPr>
            <a:r>
              <a:rPr b="0" i="0" lang="en-US" sz="1800" u="none" cap="none" strike="noStrike"/>
              <a:t>LIKE  actors bridge events and have more centrality to the extent that only they do so</a:t>
            </a:r>
            <a:endParaRPr b="0" i="0" sz="1800" u="none" cap="none" strike="noStrike"/>
          </a:p>
          <a:p>
            <a:pPr indent="0" lvl="0" marL="0" marR="0" rtl="0" algn="l">
              <a:spcBef>
                <a:spcPts val="0"/>
              </a:spcBef>
              <a:spcAft>
                <a:spcPts val="0"/>
              </a:spcAft>
              <a:buFont typeface="Arial"/>
              <a:buNone/>
            </a:pPr>
            <a:r>
              <a:rPr b="0" i="0" lang="en-US" sz="1800" u="none" cap="none" strike="noStrike"/>
              <a:t>events bridge actors and more more centrality to the extent that only the event does so</a:t>
            </a:r>
            <a:endParaRPr b="0" i="0" sz="1800" u="none" cap="none" strike="noStrike"/>
          </a:p>
          <a:p>
            <a:pPr indent="0" lvl="0" marL="0" rtl="0" algn="l">
              <a:spcBef>
                <a:spcPts val="0"/>
              </a:spcBef>
              <a:spcAft>
                <a:spcPts val="0"/>
              </a:spcAft>
              <a:buNone/>
            </a:pPr>
            <a:r>
              <a:t/>
            </a:r>
            <a:endParaRPr b="0" i="0" sz="1800" u="none" cap="none" strike="noStrike"/>
          </a:p>
          <a:p>
            <a:pPr indent="0" lvl="0" marL="0" marR="0" rtl="0" algn="l">
              <a:spcBef>
                <a:spcPts val="0"/>
              </a:spcBef>
              <a:spcAft>
                <a:spcPts val="0"/>
              </a:spcAft>
              <a:buFont typeface="Arial"/>
              <a:buNone/>
            </a:pPr>
            <a:r>
              <a:rPr b="0" i="0" lang="en-US" sz="1800" u="none" cap="none" strike="noStrike"/>
              <a:t>Events: Look at n2 to n6,  must go through M2, which gives M2 higher centrality</a:t>
            </a:r>
            <a:endParaRPr b="0" i="0" sz="1800" u="none" cap="none" strike="noStrike"/>
          </a:p>
          <a:p>
            <a:pPr indent="0" lvl="0" marL="0" rtl="0" algn="l">
              <a:spcBef>
                <a:spcPts val="0"/>
              </a:spcBef>
              <a:spcAft>
                <a:spcPts val="0"/>
              </a:spcAft>
              <a:buNone/>
            </a:pPr>
            <a:r>
              <a:t/>
            </a:r>
            <a:endParaRPr b="0" i="0" sz="1800" u="none" cap="none" strike="noStrike"/>
          </a:p>
          <a:p>
            <a:pPr indent="0" lvl="0" marL="0" marR="0" rtl="0" algn="l">
              <a:spcBef>
                <a:spcPts val="0"/>
              </a:spcBef>
              <a:spcAft>
                <a:spcPts val="0"/>
              </a:spcAft>
              <a:buFont typeface="Arial"/>
              <a:buNone/>
            </a:pPr>
            <a:r>
              <a:rPr b="0" i="0" lang="en-US" sz="1800" u="none" cap="none" strike="noStrike"/>
              <a:t>Actors:  Look at N5 vs. N4 (or N2).  </a:t>
            </a:r>
            <a:endParaRPr b="0" i="0" sz="1800" u="none" cap="none" strike="noStrike"/>
          </a:p>
          <a:p>
            <a:pPr indent="0" lvl="0" marL="0" marR="0" rtl="0" algn="l">
              <a:spcBef>
                <a:spcPts val="0"/>
              </a:spcBef>
              <a:spcAft>
                <a:spcPts val="0"/>
              </a:spcAft>
              <a:buFont typeface="Arial"/>
              <a:buNone/>
            </a:pPr>
            <a:r>
              <a:rPr b="0" i="0" lang="en-US" sz="1800" u="none" cap="none" strike="noStrike"/>
              <a:t>	N5 connects all three events, while N4 and N2 connect none (because they only belong to one event).  </a:t>
            </a:r>
            <a:endParaRPr b="0" i="0" sz="1800" u="none" cap="none" strike="noStrike"/>
          </a:p>
          <a:p>
            <a:pPr indent="0" lvl="0" marL="0" rtl="0" algn="l">
              <a:spcBef>
                <a:spcPts val="0"/>
              </a:spcBef>
              <a:spcAft>
                <a:spcPts val="0"/>
              </a:spcAft>
              <a:buNone/>
            </a:pPr>
            <a:r>
              <a:t/>
            </a:r>
            <a:endParaRPr b="0" i="0" sz="1800" u="none" cap="none" strike="noStrike"/>
          </a:p>
          <a:p>
            <a:pPr indent="0" lvl="0" marL="0" rtl="0" algn="l">
              <a:spcBef>
                <a:spcPts val="0"/>
              </a:spcBef>
              <a:spcAft>
                <a:spcPts val="0"/>
              </a:spcAft>
              <a:buNone/>
            </a:pPr>
            <a:r>
              <a:t/>
            </a:r>
            <a:endParaRPr/>
          </a:p>
        </p:txBody>
      </p:sp>
      <p:sp>
        <p:nvSpPr>
          <p:cNvPr id="90" name="Google Shape;90;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Calibri"/>
              <a:buNone/>
            </a:pPr>
            <a:r>
              <a:rPr b="0" i="0" lang="en-US" sz="1200" u="none" cap="none" strike="noStrike">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Font typeface="Arial"/>
              <a:buNone/>
            </a:pPr>
            <a:r>
              <a:rPr b="0" i="0" lang="en-US" sz="1800" u="none" cap="none" strike="noStrike"/>
              <a:t>Subsets.  For example n5 set (m1, m2, m3)  covers n3 (m2, m3) , which covers n4 (m3) and n2 (m2)</a:t>
            </a:r>
            <a:endParaRPr b="0" i="0" sz="1800" u="none" cap="none" strike="noStrike"/>
          </a:p>
          <a:p>
            <a:pPr indent="0" lvl="0" marL="0" rtl="0" algn="l">
              <a:spcBef>
                <a:spcPts val="0"/>
              </a:spcBef>
              <a:spcAft>
                <a:spcPts val="0"/>
              </a:spcAft>
              <a:buNone/>
            </a:pPr>
            <a:r>
              <a:t/>
            </a:r>
            <a:endParaRPr b="0" i="0" sz="1800" u="none" cap="none" strike="noStrike"/>
          </a:p>
          <a:p>
            <a:pPr indent="0" lvl="0" marL="0" marR="0" rtl="0" algn="l">
              <a:spcBef>
                <a:spcPts val="0"/>
              </a:spcBef>
              <a:spcAft>
                <a:spcPts val="0"/>
              </a:spcAft>
              <a:buFont typeface="Arial"/>
              <a:buNone/>
            </a:pPr>
            <a:r>
              <a:rPr b="0" i="0" lang="en-US" sz="1800" u="none" cap="none" strike="noStrike"/>
              <a:t>In this case no overlaps among events</a:t>
            </a:r>
            <a:endParaRPr/>
          </a:p>
        </p:txBody>
      </p:sp>
      <p:sp>
        <p:nvSpPr>
          <p:cNvPr id="98" name="Google Shape;98;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Calibri"/>
              <a:buNone/>
            </a:pPr>
            <a:r>
              <a:rPr b="0" i="0" lang="en-US" sz="1200" u="none" cap="none" strike="noStrike">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457200" y="751680"/>
            <a:ext cx="8229600" cy="4012500"/>
          </a:xfrm>
          <a:prstGeom prst="rect">
            <a:avLst/>
          </a:prstGeom>
          <a:noFill/>
          <a:ln>
            <a:noFill/>
          </a:ln>
        </p:spPr>
        <p:txBody>
          <a:bodyPr anchorCtr="0" anchor="t" bIns="91425" lIns="91425" spcFirstLastPara="1" rIns="91425" wrap="square" tIns="91425">
            <a:noAutofit/>
          </a:bodyPr>
          <a:lstStyle>
            <a:lvl1pPr lvl="0"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1pPr>
            <a:lvl2pPr lvl="1"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2pPr>
            <a:lvl3pPr lvl="2"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3pPr>
            <a:lvl4pPr lvl="3"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4pPr>
            <a:lvl5pPr lvl="4"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5pPr>
            <a:lvl6pPr lvl="5"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6pPr>
            <a:lvl7pPr lvl="6"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7pPr>
            <a:lvl8pPr lvl="7"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8pPr>
            <a:lvl9pPr lvl="8"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9pPr>
          </a:lstStyle>
          <a:p/>
        </p:txBody>
      </p:sp>
      <p:sp>
        <p:nvSpPr>
          <p:cNvPr id="15" name="Google Shape;15;p2"/>
          <p:cNvSpPr txBox="1"/>
          <p:nvPr>
            <p:ph idx="1" type="subTitle"/>
          </p:nvPr>
        </p:nvSpPr>
        <p:spPr>
          <a:xfrm>
            <a:off x="457200" y="4955190"/>
            <a:ext cx="8229600" cy="1643400"/>
          </a:xfrm>
          <a:prstGeom prst="rect">
            <a:avLst/>
          </a:prstGeom>
          <a:noFill/>
          <a:ln>
            <a:noFill/>
          </a:ln>
        </p:spPr>
        <p:txBody>
          <a:bodyPr anchorCtr="0" anchor="t" bIns="91425" lIns="91425" spcFirstLastPara="1" rIns="91425" wrap="square" tIns="91425">
            <a:noAutofit/>
          </a:bodyPr>
          <a:lstStyle>
            <a:lvl1pPr lvl="0"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1pPr>
            <a:lvl2pPr lvl="1"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2pPr>
            <a:lvl3pPr lvl="2"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3pPr>
            <a:lvl4pPr lvl="3"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4pPr>
            <a:lvl5pPr lvl="4"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5pPr>
            <a:lvl6pPr lvl="5"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6pPr>
            <a:lvl7pPr lvl="6"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7pPr>
            <a:lvl8pPr lvl="7"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8pPr>
            <a:lvl9pPr lvl="8"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9pPr>
          </a:lstStyle>
          <a:p/>
        </p:txBody>
      </p:sp>
      <p:cxnSp>
        <p:nvCxnSpPr>
          <p:cNvPr id="16" name="Google Shape;16;p2"/>
          <p:cNvCxnSpPr/>
          <p:nvPr/>
        </p:nvCxnSpPr>
        <p:spPr>
          <a:xfrm>
            <a:off x="457200" y="548640"/>
            <a:ext cx="8229600" cy="0"/>
          </a:xfrm>
          <a:prstGeom prst="straightConnector1">
            <a:avLst/>
          </a:prstGeom>
          <a:noFill/>
          <a:ln cap="flat" cmpd="sng" w="57150">
            <a:solidFill>
              <a:schemeClr val="accent1"/>
            </a:solidFill>
            <a:prstDash val="solid"/>
            <a:round/>
            <a:headEnd len="sm" w="sm" type="none"/>
            <a:tailEnd len="sm" w="sm" type="none"/>
          </a:ln>
        </p:spPr>
      </p:cxnSp>
      <p:cxnSp>
        <p:nvCxnSpPr>
          <p:cNvPr id="17" name="Google Shape;17;p2"/>
          <p:cNvCxnSpPr/>
          <p:nvPr/>
        </p:nvCxnSpPr>
        <p:spPr>
          <a:xfrm>
            <a:off x="457200" y="4844510"/>
            <a:ext cx="8229600" cy="0"/>
          </a:xfrm>
          <a:prstGeom prst="straightConnector1">
            <a:avLst/>
          </a:prstGeom>
          <a:noFill/>
          <a:ln cap="flat" cmpd="sng" w="571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3"/>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3600"/>
              <a:buNone/>
              <a:defRPr>
                <a:solidFill>
                  <a:srgbClr val="DA0002"/>
                </a:solidFill>
              </a:defRPr>
            </a:lvl1pPr>
            <a:lvl2pPr lvl="1" rtl="0">
              <a:spcBef>
                <a:spcPts val="0"/>
              </a:spcBef>
              <a:spcAft>
                <a:spcPts val="0"/>
              </a:spcAft>
              <a:buSzPts val="3600"/>
              <a:buNone/>
              <a:defRPr>
                <a:solidFill>
                  <a:srgbClr val="DA0002"/>
                </a:solidFill>
              </a:defRPr>
            </a:lvl2pPr>
            <a:lvl3pPr lvl="2" rtl="0">
              <a:spcBef>
                <a:spcPts val="0"/>
              </a:spcBef>
              <a:spcAft>
                <a:spcPts val="0"/>
              </a:spcAft>
              <a:buSzPts val="3600"/>
              <a:buNone/>
              <a:defRPr>
                <a:solidFill>
                  <a:srgbClr val="DA0002"/>
                </a:solidFill>
              </a:defRPr>
            </a:lvl3pPr>
            <a:lvl4pPr lvl="3" rtl="0">
              <a:spcBef>
                <a:spcPts val="0"/>
              </a:spcBef>
              <a:spcAft>
                <a:spcPts val="0"/>
              </a:spcAft>
              <a:buSzPts val="3600"/>
              <a:buNone/>
              <a:defRPr>
                <a:solidFill>
                  <a:srgbClr val="DA0002"/>
                </a:solidFill>
              </a:defRPr>
            </a:lvl4pPr>
            <a:lvl5pPr lvl="4" rtl="0">
              <a:spcBef>
                <a:spcPts val="0"/>
              </a:spcBef>
              <a:spcAft>
                <a:spcPts val="0"/>
              </a:spcAft>
              <a:buSzPts val="3600"/>
              <a:buNone/>
              <a:defRPr>
                <a:solidFill>
                  <a:srgbClr val="DA0002"/>
                </a:solidFill>
              </a:defRPr>
            </a:lvl5pPr>
            <a:lvl6pPr lvl="5" rtl="0">
              <a:spcBef>
                <a:spcPts val="0"/>
              </a:spcBef>
              <a:spcAft>
                <a:spcPts val="0"/>
              </a:spcAft>
              <a:buSzPts val="3600"/>
              <a:buNone/>
              <a:defRPr>
                <a:solidFill>
                  <a:srgbClr val="DA0002"/>
                </a:solidFill>
              </a:defRPr>
            </a:lvl6pPr>
            <a:lvl7pPr lvl="6" rtl="0">
              <a:spcBef>
                <a:spcPts val="0"/>
              </a:spcBef>
              <a:spcAft>
                <a:spcPts val="0"/>
              </a:spcAft>
              <a:buSzPts val="3600"/>
              <a:buNone/>
              <a:defRPr>
                <a:solidFill>
                  <a:srgbClr val="DA0002"/>
                </a:solidFill>
              </a:defRPr>
            </a:lvl7pPr>
            <a:lvl8pPr lvl="7" rtl="0">
              <a:spcBef>
                <a:spcPts val="0"/>
              </a:spcBef>
              <a:spcAft>
                <a:spcPts val="0"/>
              </a:spcAft>
              <a:buSzPts val="3600"/>
              <a:buNone/>
              <a:defRPr>
                <a:solidFill>
                  <a:srgbClr val="DA0002"/>
                </a:solidFill>
              </a:defRPr>
            </a:lvl8pPr>
            <a:lvl9pPr lvl="8" rtl="0">
              <a:spcBef>
                <a:spcPts val="0"/>
              </a:spcBef>
              <a:spcAft>
                <a:spcPts val="0"/>
              </a:spcAft>
              <a:buSzPts val="3600"/>
              <a:buNone/>
              <a:defRPr>
                <a:solidFill>
                  <a:srgbClr val="DA0002"/>
                </a:solidFill>
              </a:defRPr>
            </a:lvl9pPr>
          </a:lstStyle>
          <a:p/>
        </p:txBody>
      </p:sp>
      <p:sp>
        <p:nvSpPr>
          <p:cNvPr id="20" name="Google Shape;20;p3"/>
          <p:cNvSpPr txBox="1"/>
          <p:nvPr>
            <p:ph idx="1" type="body"/>
          </p:nvPr>
        </p:nvSpPr>
        <p:spPr>
          <a:xfrm>
            <a:off x="457200" y="1600200"/>
            <a:ext cx="82296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cxnSp>
        <p:nvCxnSpPr>
          <p:cNvPr id="21" name="Google Shape;21;p3"/>
          <p:cNvCxnSpPr/>
          <p:nvPr/>
        </p:nvCxnSpPr>
        <p:spPr>
          <a:xfrm>
            <a:off x="457200" y="1524000"/>
            <a:ext cx="8229600" cy="0"/>
          </a:xfrm>
          <a:prstGeom prst="straightConnector1">
            <a:avLst/>
          </a:prstGeom>
          <a:noFill/>
          <a:ln cap="flat" cmpd="sng" w="50800">
            <a:solidFill>
              <a:srgbClr val="DA0002"/>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4"/>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3600"/>
              <a:buNone/>
              <a:defRPr>
                <a:solidFill>
                  <a:srgbClr val="DA0002"/>
                </a:solidFill>
              </a:defRPr>
            </a:lvl1pPr>
            <a:lvl2pPr lvl="1" rtl="0">
              <a:spcBef>
                <a:spcPts val="0"/>
              </a:spcBef>
              <a:spcAft>
                <a:spcPts val="0"/>
              </a:spcAft>
              <a:buSzPts val="3600"/>
              <a:buNone/>
              <a:defRPr>
                <a:solidFill>
                  <a:srgbClr val="DA0002"/>
                </a:solidFill>
              </a:defRPr>
            </a:lvl2pPr>
            <a:lvl3pPr lvl="2" rtl="0">
              <a:spcBef>
                <a:spcPts val="0"/>
              </a:spcBef>
              <a:spcAft>
                <a:spcPts val="0"/>
              </a:spcAft>
              <a:buSzPts val="3600"/>
              <a:buNone/>
              <a:defRPr>
                <a:solidFill>
                  <a:srgbClr val="DA0002"/>
                </a:solidFill>
              </a:defRPr>
            </a:lvl3pPr>
            <a:lvl4pPr lvl="3" rtl="0">
              <a:spcBef>
                <a:spcPts val="0"/>
              </a:spcBef>
              <a:spcAft>
                <a:spcPts val="0"/>
              </a:spcAft>
              <a:buSzPts val="3600"/>
              <a:buNone/>
              <a:defRPr>
                <a:solidFill>
                  <a:srgbClr val="DA0002"/>
                </a:solidFill>
              </a:defRPr>
            </a:lvl4pPr>
            <a:lvl5pPr lvl="4" rtl="0">
              <a:spcBef>
                <a:spcPts val="0"/>
              </a:spcBef>
              <a:spcAft>
                <a:spcPts val="0"/>
              </a:spcAft>
              <a:buSzPts val="3600"/>
              <a:buNone/>
              <a:defRPr>
                <a:solidFill>
                  <a:srgbClr val="DA0002"/>
                </a:solidFill>
              </a:defRPr>
            </a:lvl5pPr>
            <a:lvl6pPr lvl="5" rtl="0">
              <a:spcBef>
                <a:spcPts val="0"/>
              </a:spcBef>
              <a:spcAft>
                <a:spcPts val="0"/>
              </a:spcAft>
              <a:buSzPts val="3600"/>
              <a:buNone/>
              <a:defRPr>
                <a:solidFill>
                  <a:srgbClr val="DA0002"/>
                </a:solidFill>
              </a:defRPr>
            </a:lvl6pPr>
            <a:lvl7pPr lvl="6" rtl="0">
              <a:spcBef>
                <a:spcPts val="0"/>
              </a:spcBef>
              <a:spcAft>
                <a:spcPts val="0"/>
              </a:spcAft>
              <a:buSzPts val="3600"/>
              <a:buNone/>
              <a:defRPr>
                <a:solidFill>
                  <a:srgbClr val="DA0002"/>
                </a:solidFill>
              </a:defRPr>
            </a:lvl7pPr>
            <a:lvl8pPr lvl="7" rtl="0">
              <a:spcBef>
                <a:spcPts val="0"/>
              </a:spcBef>
              <a:spcAft>
                <a:spcPts val="0"/>
              </a:spcAft>
              <a:buSzPts val="3600"/>
              <a:buNone/>
              <a:defRPr>
                <a:solidFill>
                  <a:srgbClr val="DA0002"/>
                </a:solidFill>
              </a:defRPr>
            </a:lvl8pPr>
            <a:lvl9pPr lvl="8" rtl="0">
              <a:spcBef>
                <a:spcPts val="0"/>
              </a:spcBef>
              <a:spcAft>
                <a:spcPts val="0"/>
              </a:spcAft>
              <a:buSzPts val="3600"/>
              <a:buNone/>
              <a:defRPr>
                <a:solidFill>
                  <a:srgbClr val="DA0002"/>
                </a:solidFill>
              </a:defRPr>
            </a:lvl9pPr>
          </a:lstStyle>
          <a:p/>
        </p:txBody>
      </p:sp>
      <p:sp>
        <p:nvSpPr>
          <p:cNvPr id="24" name="Google Shape;24;p4"/>
          <p:cNvSpPr txBox="1"/>
          <p:nvPr>
            <p:ph idx="1" type="body"/>
          </p:nvPr>
        </p:nvSpPr>
        <p:spPr>
          <a:xfrm>
            <a:off x="457200" y="1600200"/>
            <a:ext cx="39945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25" name="Google Shape;25;p4"/>
          <p:cNvSpPr txBox="1"/>
          <p:nvPr>
            <p:ph idx="2" type="body"/>
          </p:nvPr>
        </p:nvSpPr>
        <p:spPr>
          <a:xfrm>
            <a:off x="4692274" y="1600200"/>
            <a:ext cx="39945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cxnSp>
        <p:nvCxnSpPr>
          <p:cNvPr id="26" name="Google Shape;26;p4"/>
          <p:cNvCxnSpPr/>
          <p:nvPr/>
        </p:nvCxnSpPr>
        <p:spPr>
          <a:xfrm>
            <a:off x="457200" y="1524000"/>
            <a:ext cx="8229600" cy="0"/>
          </a:xfrm>
          <a:prstGeom prst="straightConnector1">
            <a:avLst/>
          </a:prstGeom>
          <a:noFill/>
          <a:ln cap="flat" cmpd="sng" w="50800">
            <a:solidFill>
              <a:srgbClr val="DA0002"/>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5"/>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3600"/>
              <a:buNone/>
              <a:defRPr>
                <a:solidFill>
                  <a:schemeClr val="accent1"/>
                </a:solidFill>
              </a:defRPr>
            </a:lvl1pPr>
            <a:lvl2pPr lvl="1" rtl="0">
              <a:spcBef>
                <a:spcPts val="0"/>
              </a:spcBef>
              <a:spcAft>
                <a:spcPts val="0"/>
              </a:spcAft>
              <a:buSzPts val="3600"/>
              <a:buNone/>
              <a:defRPr>
                <a:solidFill>
                  <a:schemeClr val="accent1"/>
                </a:solidFill>
              </a:defRPr>
            </a:lvl2pPr>
            <a:lvl3pPr lvl="2" rtl="0">
              <a:spcBef>
                <a:spcPts val="0"/>
              </a:spcBef>
              <a:spcAft>
                <a:spcPts val="0"/>
              </a:spcAft>
              <a:buSzPts val="3600"/>
              <a:buNone/>
              <a:defRPr>
                <a:solidFill>
                  <a:schemeClr val="accent1"/>
                </a:solidFill>
              </a:defRPr>
            </a:lvl3pPr>
            <a:lvl4pPr lvl="3" rtl="0">
              <a:spcBef>
                <a:spcPts val="0"/>
              </a:spcBef>
              <a:spcAft>
                <a:spcPts val="0"/>
              </a:spcAft>
              <a:buSzPts val="3600"/>
              <a:buNone/>
              <a:defRPr>
                <a:solidFill>
                  <a:schemeClr val="accent1"/>
                </a:solidFill>
              </a:defRPr>
            </a:lvl4pPr>
            <a:lvl5pPr lvl="4" rtl="0">
              <a:spcBef>
                <a:spcPts val="0"/>
              </a:spcBef>
              <a:spcAft>
                <a:spcPts val="0"/>
              </a:spcAft>
              <a:buSzPts val="3600"/>
              <a:buNone/>
              <a:defRPr>
                <a:solidFill>
                  <a:schemeClr val="accent1"/>
                </a:solidFill>
              </a:defRPr>
            </a:lvl5pPr>
            <a:lvl6pPr lvl="5" rtl="0">
              <a:spcBef>
                <a:spcPts val="0"/>
              </a:spcBef>
              <a:spcAft>
                <a:spcPts val="0"/>
              </a:spcAft>
              <a:buSzPts val="3600"/>
              <a:buNone/>
              <a:defRPr>
                <a:solidFill>
                  <a:schemeClr val="accent1"/>
                </a:solidFill>
              </a:defRPr>
            </a:lvl6pPr>
            <a:lvl7pPr lvl="6" rtl="0">
              <a:spcBef>
                <a:spcPts val="0"/>
              </a:spcBef>
              <a:spcAft>
                <a:spcPts val="0"/>
              </a:spcAft>
              <a:buSzPts val="3600"/>
              <a:buNone/>
              <a:defRPr>
                <a:solidFill>
                  <a:schemeClr val="accent1"/>
                </a:solidFill>
              </a:defRPr>
            </a:lvl7pPr>
            <a:lvl8pPr lvl="7" rtl="0">
              <a:spcBef>
                <a:spcPts val="0"/>
              </a:spcBef>
              <a:spcAft>
                <a:spcPts val="0"/>
              </a:spcAft>
              <a:buSzPts val="3600"/>
              <a:buNone/>
              <a:defRPr>
                <a:solidFill>
                  <a:schemeClr val="accent1"/>
                </a:solidFill>
              </a:defRPr>
            </a:lvl8pPr>
            <a:lvl9pPr lvl="8" rtl="0">
              <a:spcBef>
                <a:spcPts val="0"/>
              </a:spcBef>
              <a:spcAft>
                <a:spcPts val="0"/>
              </a:spcAft>
              <a:buSzPts val="3600"/>
              <a:buNone/>
              <a:defRPr>
                <a:solidFill>
                  <a:schemeClr val="accent1"/>
                </a:solidFill>
              </a:defRPr>
            </a:lvl9pPr>
          </a:lstStyle>
          <a:p/>
        </p:txBody>
      </p:sp>
      <p:cxnSp>
        <p:nvCxnSpPr>
          <p:cNvPr id="29" name="Google Shape;29;p5"/>
          <p:cNvCxnSpPr/>
          <p:nvPr/>
        </p:nvCxnSpPr>
        <p:spPr>
          <a:xfrm>
            <a:off x="457200" y="1524000"/>
            <a:ext cx="8229600" cy="0"/>
          </a:xfrm>
          <a:prstGeom prst="straightConnector1">
            <a:avLst/>
          </a:prstGeom>
          <a:noFill/>
          <a:ln cap="flat" cmpd="sng" w="50800">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0" name="Shape 30"/>
        <p:cNvGrpSpPr/>
        <p:nvPr/>
      </p:nvGrpSpPr>
      <p:grpSpPr>
        <a:xfrm>
          <a:off x="0" y="0"/>
          <a:ext cx="0" cy="0"/>
          <a:chOff x="0" y="0"/>
          <a:chExt cx="0" cy="0"/>
        </a:xfrm>
      </p:grpSpPr>
      <p:sp>
        <p:nvSpPr>
          <p:cNvPr id="31" name="Google Shape;31;p6"/>
          <p:cNvSpPr txBox="1"/>
          <p:nvPr>
            <p:ph idx="1" type="body"/>
          </p:nvPr>
        </p:nvSpPr>
        <p:spPr>
          <a:xfrm>
            <a:off x="457200" y="5875079"/>
            <a:ext cx="8229600" cy="692700"/>
          </a:xfrm>
          <a:prstGeom prst="rect">
            <a:avLst/>
          </a:prstGeom>
          <a:noFill/>
          <a:ln>
            <a:noFill/>
          </a:ln>
        </p:spPr>
        <p:txBody>
          <a:bodyPr anchorCtr="0" anchor="t" bIns="91425" lIns="91425" spcFirstLastPara="1" rIns="91425" wrap="square" tIns="91425">
            <a:noAutofit/>
          </a:bodyPr>
          <a:lstStyle>
            <a:lvl1pPr indent="-342900" lvl="0" marL="457200" rtl="0" algn="ctr">
              <a:lnSpc>
                <a:spcPct val="100000"/>
              </a:lnSpc>
              <a:spcBef>
                <a:spcPts val="0"/>
              </a:spcBef>
              <a:spcAft>
                <a:spcPts val="0"/>
              </a:spcAft>
              <a:buClr>
                <a:schemeClr val="dk1"/>
              </a:buClr>
              <a:buSzPts val="1800"/>
              <a:buFont typeface="Arial"/>
              <a:buChar char="●"/>
              <a:defRPr sz="1800">
                <a:solidFill>
                  <a:schemeClr val="dk1"/>
                </a:solidFill>
              </a:defRPr>
            </a:lvl1pPr>
            <a:lvl2pPr indent="-342900" lvl="1" marL="914400" rtl="0" algn="ctr">
              <a:lnSpc>
                <a:spcPct val="100000"/>
              </a:lnSpc>
              <a:spcBef>
                <a:spcPts val="0"/>
              </a:spcBef>
              <a:spcAft>
                <a:spcPts val="0"/>
              </a:spcAft>
              <a:buClr>
                <a:schemeClr val="dk1"/>
              </a:buClr>
              <a:buSzPts val="1800"/>
              <a:buFont typeface="Arial"/>
              <a:buChar char="○"/>
              <a:defRPr sz="1800">
                <a:solidFill>
                  <a:schemeClr val="dk1"/>
                </a:solidFill>
              </a:defRPr>
            </a:lvl2pPr>
            <a:lvl3pPr indent="-342900" lvl="2" marL="1371600" rtl="0" algn="ctr">
              <a:lnSpc>
                <a:spcPct val="100000"/>
              </a:lnSpc>
              <a:spcBef>
                <a:spcPts val="0"/>
              </a:spcBef>
              <a:spcAft>
                <a:spcPts val="0"/>
              </a:spcAft>
              <a:buClr>
                <a:schemeClr val="dk1"/>
              </a:buClr>
              <a:buSzPts val="1800"/>
              <a:buFont typeface="Arial"/>
              <a:buChar char="■"/>
              <a:defRPr sz="1800">
                <a:solidFill>
                  <a:schemeClr val="dk1"/>
                </a:solidFill>
              </a:defRPr>
            </a:lvl3pPr>
            <a:lvl4pPr indent="-342900" lvl="3" marL="1828800" rtl="0" algn="ctr">
              <a:lnSpc>
                <a:spcPct val="100000"/>
              </a:lnSpc>
              <a:spcBef>
                <a:spcPts val="0"/>
              </a:spcBef>
              <a:spcAft>
                <a:spcPts val="0"/>
              </a:spcAft>
              <a:buClr>
                <a:schemeClr val="dk1"/>
              </a:buClr>
              <a:buSzPts val="1800"/>
              <a:buFont typeface="Arial"/>
              <a:buChar char="●"/>
              <a:defRPr sz="1800">
                <a:solidFill>
                  <a:schemeClr val="dk1"/>
                </a:solidFill>
              </a:defRPr>
            </a:lvl4pPr>
            <a:lvl5pPr indent="-342900" lvl="4" marL="2286000" rtl="0" algn="ctr">
              <a:lnSpc>
                <a:spcPct val="100000"/>
              </a:lnSpc>
              <a:spcBef>
                <a:spcPts val="0"/>
              </a:spcBef>
              <a:spcAft>
                <a:spcPts val="0"/>
              </a:spcAft>
              <a:buClr>
                <a:schemeClr val="dk1"/>
              </a:buClr>
              <a:buSzPts val="1800"/>
              <a:buFont typeface="Arial"/>
              <a:buChar char="○"/>
              <a:defRPr sz="1800">
                <a:solidFill>
                  <a:schemeClr val="dk1"/>
                </a:solidFill>
              </a:defRPr>
            </a:lvl5pPr>
            <a:lvl6pPr indent="-342900" lvl="5" marL="2743200" rtl="0" algn="ctr">
              <a:lnSpc>
                <a:spcPct val="100000"/>
              </a:lnSpc>
              <a:spcBef>
                <a:spcPts val="0"/>
              </a:spcBef>
              <a:spcAft>
                <a:spcPts val="0"/>
              </a:spcAft>
              <a:buClr>
                <a:schemeClr val="dk1"/>
              </a:buClr>
              <a:buSzPts val="1800"/>
              <a:buFont typeface="Arial"/>
              <a:buChar char="■"/>
              <a:defRPr sz="1800">
                <a:solidFill>
                  <a:schemeClr val="dk1"/>
                </a:solidFill>
              </a:defRPr>
            </a:lvl6pPr>
            <a:lvl7pPr indent="-342900" lvl="6" marL="3200400" rtl="0" algn="ctr">
              <a:lnSpc>
                <a:spcPct val="100000"/>
              </a:lnSpc>
              <a:spcBef>
                <a:spcPts val="0"/>
              </a:spcBef>
              <a:spcAft>
                <a:spcPts val="0"/>
              </a:spcAft>
              <a:buClr>
                <a:schemeClr val="dk1"/>
              </a:buClr>
              <a:buSzPts val="1800"/>
              <a:buFont typeface="Arial"/>
              <a:buChar char="●"/>
              <a:defRPr sz="1800">
                <a:solidFill>
                  <a:schemeClr val="dk1"/>
                </a:solidFill>
              </a:defRPr>
            </a:lvl7pPr>
            <a:lvl8pPr indent="-342900" lvl="7" marL="3657600" rtl="0" algn="ctr">
              <a:lnSpc>
                <a:spcPct val="100000"/>
              </a:lnSpc>
              <a:spcBef>
                <a:spcPts val="0"/>
              </a:spcBef>
              <a:spcAft>
                <a:spcPts val="0"/>
              </a:spcAft>
              <a:buClr>
                <a:schemeClr val="dk1"/>
              </a:buClr>
              <a:buSzPts val="1800"/>
              <a:buFont typeface="Arial"/>
              <a:buChar char="○"/>
              <a:defRPr sz="1800">
                <a:solidFill>
                  <a:schemeClr val="dk1"/>
                </a:solidFill>
              </a:defRPr>
            </a:lvl8pPr>
            <a:lvl9pPr indent="-342900" lvl="8" marL="4114800" rtl="0" algn="ctr">
              <a:lnSpc>
                <a:spcPct val="100000"/>
              </a:lnSpc>
              <a:spcBef>
                <a:spcPts val="0"/>
              </a:spcBef>
              <a:spcAft>
                <a:spcPts val="0"/>
              </a:spcAft>
              <a:buClr>
                <a:schemeClr val="dk1"/>
              </a:buClr>
              <a:buSzPts val="1800"/>
              <a:buFont typeface="Arial"/>
              <a:buChar char="■"/>
              <a:defRPr sz="1800">
                <a:solidFill>
                  <a:schemeClr val="dk1"/>
                </a:solidFill>
              </a:defRPr>
            </a:lvl9pPr>
          </a:lstStyle>
          <a:p/>
        </p:txBody>
      </p:sp>
      <p:cxnSp>
        <p:nvCxnSpPr>
          <p:cNvPr id="32" name="Google Shape;32;p6"/>
          <p:cNvCxnSpPr/>
          <p:nvPr/>
        </p:nvCxnSpPr>
        <p:spPr>
          <a:xfrm>
            <a:off x="457200" y="5757014"/>
            <a:ext cx="8229600" cy="0"/>
          </a:xfrm>
          <a:prstGeom prst="straightConnector1">
            <a:avLst/>
          </a:prstGeom>
          <a:noFill/>
          <a:ln cap="flat" cmpd="sng" w="50800">
            <a:solidFill>
              <a:schemeClr val="lt2"/>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cxnSp>
        <p:nvCxnSpPr>
          <p:cNvPr id="34" name="Google Shape;34;p7"/>
          <p:cNvCxnSpPr/>
          <p:nvPr/>
        </p:nvCxnSpPr>
        <p:spPr>
          <a:xfrm>
            <a:off x="457200" y="150852"/>
            <a:ext cx="8229600" cy="0"/>
          </a:xfrm>
          <a:prstGeom prst="straightConnector1">
            <a:avLst/>
          </a:prstGeom>
          <a:noFill/>
          <a:ln cap="flat" cmpd="sng" w="50800">
            <a:solidFill>
              <a:schemeClr val="lt2"/>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spTree>
      <p:nvGrpSpPr>
        <p:cNvPr id="35" name="Shape 35"/>
        <p:cNvGrpSpPr/>
        <p:nvPr/>
      </p:nvGrpSpPr>
      <p:grpSpPr>
        <a:xfrm>
          <a:off x="0" y="0"/>
          <a:ext cx="0" cy="0"/>
          <a:chOff x="0" y="0"/>
          <a:chExt cx="0" cy="0"/>
        </a:xfrm>
      </p:grpSpPr>
      <p:sp>
        <p:nvSpPr>
          <p:cNvPr id="36" name="Google Shape;36;p8"/>
          <p:cNvSpPr txBox="1"/>
          <p:nvPr>
            <p:ph type="title"/>
          </p:nvPr>
        </p:nvSpPr>
        <p:spPr>
          <a:xfrm>
            <a:off x="457200" y="274637"/>
            <a:ext cx="8229600" cy="11430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3600"/>
              <a:buNone/>
              <a:defRPr sz="4400">
                <a:solidFill>
                  <a:schemeClr val="dk1"/>
                </a:solidFill>
                <a:latin typeface="Calibri"/>
                <a:ea typeface="Calibri"/>
                <a:cs typeface="Calibri"/>
                <a:sym typeface="Calibri"/>
              </a:defRPr>
            </a:lvl1pPr>
            <a:lvl2pPr lvl="1" rtl="0" algn="ctr">
              <a:spcBef>
                <a:spcPts val="0"/>
              </a:spcBef>
              <a:spcAft>
                <a:spcPts val="0"/>
              </a:spcAft>
              <a:buSzPts val="3600"/>
              <a:buNone/>
              <a:defRPr sz="4400">
                <a:solidFill>
                  <a:schemeClr val="dk1"/>
                </a:solidFill>
                <a:latin typeface="Calibri"/>
                <a:ea typeface="Calibri"/>
                <a:cs typeface="Calibri"/>
                <a:sym typeface="Calibri"/>
              </a:defRPr>
            </a:lvl2pPr>
            <a:lvl3pPr lvl="2" rtl="0" algn="ctr">
              <a:spcBef>
                <a:spcPts val="0"/>
              </a:spcBef>
              <a:spcAft>
                <a:spcPts val="0"/>
              </a:spcAft>
              <a:buSzPts val="3600"/>
              <a:buNone/>
              <a:defRPr sz="4400">
                <a:solidFill>
                  <a:schemeClr val="dk1"/>
                </a:solidFill>
                <a:latin typeface="Calibri"/>
                <a:ea typeface="Calibri"/>
                <a:cs typeface="Calibri"/>
                <a:sym typeface="Calibri"/>
              </a:defRPr>
            </a:lvl3pPr>
            <a:lvl4pPr lvl="3" rtl="0" algn="ctr">
              <a:spcBef>
                <a:spcPts val="0"/>
              </a:spcBef>
              <a:spcAft>
                <a:spcPts val="0"/>
              </a:spcAft>
              <a:buSzPts val="3600"/>
              <a:buNone/>
              <a:defRPr sz="4400">
                <a:solidFill>
                  <a:schemeClr val="dk1"/>
                </a:solidFill>
                <a:latin typeface="Calibri"/>
                <a:ea typeface="Calibri"/>
                <a:cs typeface="Calibri"/>
                <a:sym typeface="Calibri"/>
              </a:defRPr>
            </a:lvl4pPr>
            <a:lvl5pPr lvl="4" rtl="0" algn="ctr">
              <a:spcBef>
                <a:spcPts val="0"/>
              </a:spcBef>
              <a:spcAft>
                <a:spcPts val="0"/>
              </a:spcAft>
              <a:buSzPts val="3600"/>
              <a:buNone/>
              <a:defRPr sz="4400">
                <a:solidFill>
                  <a:schemeClr val="dk1"/>
                </a:solidFill>
                <a:latin typeface="Calibri"/>
                <a:ea typeface="Calibri"/>
                <a:cs typeface="Calibri"/>
                <a:sym typeface="Calibri"/>
              </a:defRPr>
            </a:lvl5pPr>
            <a:lvl6pPr lvl="5" marL="457200" rtl="0" algn="ctr">
              <a:spcBef>
                <a:spcPts val="0"/>
              </a:spcBef>
              <a:spcAft>
                <a:spcPts val="0"/>
              </a:spcAft>
              <a:buSzPts val="3600"/>
              <a:buNone/>
              <a:defRPr sz="4400">
                <a:solidFill>
                  <a:schemeClr val="dk1"/>
                </a:solidFill>
                <a:latin typeface="Calibri"/>
                <a:ea typeface="Calibri"/>
                <a:cs typeface="Calibri"/>
                <a:sym typeface="Calibri"/>
              </a:defRPr>
            </a:lvl6pPr>
            <a:lvl7pPr lvl="6" marL="914400" rtl="0" algn="ctr">
              <a:spcBef>
                <a:spcPts val="0"/>
              </a:spcBef>
              <a:spcAft>
                <a:spcPts val="0"/>
              </a:spcAft>
              <a:buSzPts val="3600"/>
              <a:buNone/>
              <a:defRPr sz="4400">
                <a:solidFill>
                  <a:schemeClr val="dk1"/>
                </a:solidFill>
                <a:latin typeface="Calibri"/>
                <a:ea typeface="Calibri"/>
                <a:cs typeface="Calibri"/>
                <a:sym typeface="Calibri"/>
              </a:defRPr>
            </a:lvl7pPr>
            <a:lvl8pPr lvl="7" marL="1371600" rtl="0" algn="ctr">
              <a:spcBef>
                <a:spcPts val="0"/>
              </a:spcBef>
              <a:spcAft>
                <a:spcPts val="0"/>
              </a:spcAft>
              <a:buSzPts val="3600"/>
              <a:buNone/>
              <a:defRPr sz="4400">
                <a:solidFill>
                  <a:schemeClr val="dk1"/>
                </a:solidFill>
                <a:latin typeface="Calibri"/>
                <a:ea typeface="Calibri"/>
                <a:cs typeface="Calibri"/>
                <a:sym typeface="Calibri"/>
              </a:defRPr>
            </a:lvl8pPr>
            <a:lvl9pPr lvl="8" marL="1828800" rtl="0" algn="ctr">
              <a:spcBef>
                <a:spcPts val="0"/>
              </a:spcBef>
              <a:spcAft>
                <a:spcPts val="0"/>
              </a:spcAft>
              <a:buSzPts val="3600"/>
              <a:buNone/>
              <a:defRPr sz="4400">
                <a:solidFill>
                  <a:schemeClr val="dk1"/>
                </a:solidFill>
                <a:latin typeface="Calibri"/>
                <a:ea typeface="Calibri"/>
                <a:cs typeface="Calibri"/>
                <a:sym typeface="Calibri"/>
              </a:defRPr>
            </a:lvl9pPr>
          </a:lstStyle>
          <a:p/>
        </p:txBody>
      </p:sp>
      <p:sp>
        <p:nvSpPr>
          <p:cNvPr id="37" name="Google Shape;37;p8"/>
          <p:cNvSpPr txBox="1"/>
          <p:nvPr>
            <p:ph idx="1" type="body"/>
          </p:nvPr>
        </p:nvSpPr>
        <p:spPr>
          <a:xfrm>
            <a:off x="457200" y="1600200"/>
            <a:ext cx="8229600" cy="4526100"/>
          </a:xfrm>
          <a:prstGeom prst="rect">
            <a:avLst/>
          </a:prstGeom>
          <a:noFill/>
          <a:ln>
            <a:noFill/>
          </a:ln>
        </p:spPr>
        <p:txBody>
          <a:bodyPr anchorCtr="0" anchor="t" bIns="91425" lIns="91425" spcFirstLastPara="1" rIns="91425" wrap="square" tIns="91425">
            <a:noAutofit/>
          </a:bodyPr>
          <a:lstStyle>
            <a:lvl1pPr indent="-419100" lvl="0" marL="457200" rtl="0" algn="l">
              <a:spcBef>
                <a:spcPts val="640"/>
              </a:spcBef>
              <a:spcAft>
                <a:spcPts val="0"/>
              </a:spcAft>
              <a:buClr>
                <a:schemeClr val="dk1"/>
              </a:buClr>
              <a:buSzPts val="3000"/>
              <a:buFont typeface="Calibri"/>
              <a:buChar char="●"/>
              <a:defRPr sz="3200">
                <a:solidFill>
                  <a:schemeClr val="dk1"/>
                </a:solidFill>
                <a:latin typeface="Calibri"/>
                <a:ea typeface="Calibri"/>
                <a:cs typeface="Calibri"/>
                <a:sym typeface="Calibri"/>
              </a:defRPr>
            </a:lvl1pPr>
            <a:lvl2pPr indent="-381000" lvl="1" marL="914400" rtl="0" algn="l">
              <a:spcBef>
                <a:spcPts val="0"/>
              </a:spcBef>
              <a:spcAft>
                <a:spcPts val="0"/>
              </a:spcAft>
              <a:buClr>
                <a:schemeClr val="dk1"/>
              </a:buClr>
              <a:buSzPts val="2400"/>
              <a:buFont typeface="Calibri"/>
              <a:buChar char="●"/>
              <a:defRPr sz="2800">
                <a:solidFill>
                  <a:schemeClr val="dk1"/>
                </a:solidFill>
                <a:latin typeface="Calibri"/>
                <a:ea typeface="Calibri"/>
                <a:cs typeface="Calibri"/>
                <a:sym typeface="Calibri"/>
              </a:defRPr>
            </a:lvl2pPr>
            <a:lvl3pPr indent="-381000" lvl="2" marL="1371600" rtl="0" algn="l">
              <a:spcBef>
                <a:spcPts val="0"/>
              </a:spcBef>
              <a:spcAft>
                <a:spcPts val="0"/>
              </a:spcAft>
              <a:buClr>
                <a:schemeClr val="dk1"/>
              </a:buClr>
              <a:buSzPts val="2400"/>
              <a:buFont typeface="Calibri"/>
              <a:buChar char="●"/>
              <a:defRPr sz="2400">
                <a:solidFill>
                  <a:schemeClr val="dk1"/>
                </a:solidFill>
                <a:latin typeface="Calibri"/>
                <a:ea typeface="Calibri"/>
                <a:cs typeface="Calibri"/>
                <a:sym typeface="Calibri"/>
              </a:defRPr>
            </a:lvl3pPr>
            <a:lvl4pPr indent="-342900" lvl="3" marL="1828800" rtl="0" algn="l">
              <a:spcBef>
                <a:spcPts val="0"/>
              </a:spcBef>
              <a:spcAft>
                <a:spcPts val="0"/>
              </a:spcAft>
              <a:buClr>
                <a:schemeClr val="dk1"/>
              </a:buClr>
              <a:buSzPts val="1800"/>
              <a:buFont typeface="Calibri"/>
              <a:buChar char="●"/>
              <a:defRPr sz="2000">
                <a:solidFill>
                  <a:schemeClr val="dk1"/>
                </a:solidFill>
                <a:latin typeface="Calibri"/>
                <a:ea typeface="Calibri"/>
                <a:cs typeface="Calibri"/>
                <a:sym typeface="Calibri"/>
              </a:defRPr>
            </a:lvl4pPr>
            <a:lvl5pPr indent="-342900" lvl="4" marL="2286000" rtl="0" algn="l">
              <a:spcBef>
                <a:spcPts val="0"/>
              </a:spcBef>
              <a:spcAft>
                <a:spcPts val="0"/>
              </a:spcAft>
              <a:buClr>
                <a:schemeClr val="dk1"/>
              </a:buClr>
              <a:buSzPts val="1800"/>
              <a:buFont typeface="Calibri"/>
              <a:buChar char="●"/>
              <a:defRPr sz="2000">
                <a:solidFill>
                  <a:schemeClr val="dk1"/>
                </a:solidFill>
                <a:latin typeface="Calibri"/>
                <a:ea typeface="Calibri"/>
                <a:cs typeface="Calibri"/>
                <a:sym typeface="Calibri"/>
              </a:defRPr>
            </a:lvl5pPr>
            <a:lvl6pPr indent="-342900" lvl="5" marL="2743200" rtl="0" algn="l">
              <a:spcBef>
                <a:spcPts val="0"/>
              </a:spcBef>
              <a:spcAft>
                <a:spcPts val="0"/>
              </a:spcAft>
              <a:buClr>
                <a:schemeClr val="dk1"/>
              </a:buClr>
              <a:buSzPts val="1800"/>
              <a:buFont typeface="Calibri"/>
              <a:buChar char="●"/>
              <a:defRPr sz="2000">
                <a:solidFill>
                  <a:schemeClr val="dk1"/>
                </a:solidFill>
                <a:latin typeface="Calibri"/>
                <a:ea typeface="Calibri"/>
                <a:cs typeface="Calibri"/>
                <a:sym typeface="Calibri"/>
              </a:defRPr>
            </a:lvl6pPr>
            <a:lvl7pPr indent="-342900" lvl="6" marL="3200400" rtl="0" algn="l">
              <a:spcBef>
                <a:spcPts val="0"/>
              </a:spcBef>
              <a:spcAft>
                <a:spcPts val="0"/>
              </a:spcAft>
              <a:buClr>
                <a:schemeClr val="dk1"/>
              </a:buClr>
              <a:buSzPts val="1800"/>
              <a:buFont typeface="Calibri"/>
              <a:buChar char="●"/>
              <a:defRPr sz="2000">
                <a:solidFill>
                  <a:schemeClr val="dk1"/>
                </a:solidFill>
                <a:latin typeface="Calibri"/>
                <a:ea typeface="Calibri"/>
                <a:cs typeface="Calibri"/>
                <a:sym typeface="Calibri"/>
              </a:defRPr>
            </a:lvl7pPr>
            <a:lvl8pPr indent="-342900" lvl="7" marL="3657600" rtl="0" algn="l">
              <a:spcBef>
                <a:spcPts val="0"/>
              </a:spcBef>
              <a:spcAft>
                <a:spcPts val="0"/>
              </a:spcAft>
              <a:buClr>
                <a:schemeClr val="dk1"/>
              </a:buClr>
              <a:buSzPts val="1800"/>
              <a:buFont typeface="Calibri"/>
              <a:buChar char="●"/>
              <a:defRPr sz="2000">
                <a:solidFill>
                  <a:schemeClr val="dk1"/>
                </a:solidFill>
                <a:latin typeface="Calibri"/>
                <a:ea typeface="Calibri"/>
                <a:cs typeface="Calibri"/>
                <a:sym typeface="Calibri"/>
              </a:defRPr>
            </a:lvl8pPr>
            <a:lvl9pPr indent="-342900" lvl="8" marL="4114800" rtl="0" algn="l">
              <a:spcBef>
                <a:spcPts val="0"/>
              </a:spcBef>
              <a:spcAft>
                <a:spcPts val="0"/>
              </a:spcAft>
              <a:buClr>
                <a:schemeClr val="dk1"/>
              </a:buClr>
              <a:buSzPts val="1800"/>
              <a:buFont typeface="Calibri"/>
              <a:buChar char="●"/>
              <a:defRPr sz="2000">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38" name="Shape 38"/>
        <p:cNvGrpSpPr/>
        <p:nvPr/>
      </p:nvGrpSpPr>
      <p:grpSpPr>
        <a:xfrm>
          <a:off x="0" y="0"/>
          <a:ext cx="0" cy="0"/>
          <a:chOff x="0" y="0"/>
          <a:chExt cx="0" cy="0"/>
        </a:xfrm>
      </p:grpSpPr>
      <p:sp>
        <p:nvSpPr>
          <p:cNvPr id="39" name="Google Shape;39;p9"/>
          <p:cNvSpPr txBox="1"/>
          <p:nvPr>
            <p:ph type="title"/>
          </p:nvPr>
        </p:nvSpPr>
        <p:spPr>
          <a:xfrm>
            <a:off x="457200" y="274637"/>
            <a:ext cx="8229600" cy="11430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3600"/>
              <a:buNone/>
              <a:defRPr sz="4400">
                <a:solidFill>
                  <a:schemeClr val="dk1"/>
                </a:solidFill>
                <a:latin typeface="Calibri"/>
                <a:ea typeface="Calibri"/>
                <a:cs typeface="Calibri"/>
                <a:sym typeface="Calibri"/>
              </a:defRPr>
            </a:lvl1pPr>
            <a:lvl2pPr lvl="1" rtl="0" algn="ctr">
              <a:spcBef>
                <a:spcPts val="0"/>
              </a:spcBef>
              <a:spcAft>
                <a:spcPts val="0"/>
              </a:spcAft>
              <a:buSzPts val="3600"/>
              <a:buNone/>
              <a:defRPr sz="4400">
                <a:solidFill>
                  <a:schemeClr val="dk1"/>
                </a:solidFill>
                <a:latin typeface="Calibri"/>
                <a:ea typeface="Calibri"/>
                <a:cs typeface="Calibri"/>
                <a:sym typeface="Calibri"/>
              </a:defRPr>
            </a:lvl2pPr>
            <a:lvl3pPr lvl="2" rtl="0" algn="ctr">
              <a:spcBef>
                <a:spcPts val="0"/>
              </a:spcBef>
              <a:spcAft>
                <a:spcPts val="0"/>
              </a:spcAft>
              <a:buSzPts val="3600"/>
              <a:buNone/>
              <a:defRPr sz="4400">
                <a:solidFill>
                  <a:schemeClr val="dk1"/>
                </a:solidFill>
                <a:latin typeface="Calibri"/>
                <a:ea typeface="Calibri"/>
                <a:cs typeface="Calibri"/>
                <a:sym typeface="Calibri"/>
              </a:defRPr>
            </a:lvl3pPr>
            <a:lvl4pPr lvl="3" rtl="0" algn="ctr">
              <a:spcBef>
                <a:spcPts val="0"/>
              </a:spcBef>
              <a:spcAft>
                <a:spcPts val="0"/>
              </a:spcAft>
              <a:buSzPts val="3600"/>
              <a:buNone/>
              <a:defRPr sz="4400">
                <a:solidFill>
                  <a:schemeClr val="dk1"/>
                </a:solidFill>
                <a:latin typeface="Calibri"/>
                <a:ea typeface="Calibri"/>
                <a:cs typeface="Calibri"/>
                <a:sym typeface="Calibri"/>
              </a:defRPr>
            </a:lvl4pPr>
            <a:lvl5pPr lvl="4" rtl="0" algn="ctr">
              <a:spcBef>
                <a:spcPts val="0"/>
              </a:spcBef>
              <a:spcAft>
                <a:spcPts val="0"/>
              </a:spcAft>
              <a:buSzPts val="3600"/>
              <a:buNone/>
              <a:defRPr sz="4400">
                <a:solidFill>
                  <a:schemeClr val="dk1"/>
                </a:solidFill>
                <a:latin typeface="Calibri"/>
                <a:ea typeface="Calibri"/>
                <a:cs typeface="Calibri"/>
                <a:sym typeface="Calibri"/>
              </a:defRPr>
            </a:lvl5pPr>
            <a:lvl6pPr lvl="5" marL="457200" rtl="0" algn="ctr">
              <a:spcBef>
                <a:spcPts val="0"/>
              </a:spcBef>
              <a:spcAft>
                <a:spcPts val="0"/>
              </a:spcAft>
              <a:buSzPts val="3600"/>
              <a:buNone/>
              <a:defRPr sz="4400">
                <a:solidFill>
                  <a:schemeClr val="dk1"/>
                </a:solidFill>
                <a:latin typeface="Calibri"/>
                <a:ea typeface="Calibri"/>
                <a:cs typeface="Calibri"/>
                <a:sym typeface="Calibri"/>
              </a:defRPr>
            </a:lvl6pPr>
            <a:lvl7pPr lvl="6" marL="914400" rtl="0" algn="ctr">
              <a:spcBef>
                <a:spcPts val="0"/>
              </a:spcBef>
              <a:spcAft>
                <a:spcPts val="0"/>
              </a:spcAft>
              <a:buSzPts val="3600"/>
              <a:buNone/>
              <a:defRPr sz="4400">
                <a:solidFill>
                  <a:schemeClr val="dk1"/>
                </a:solidFill>
                <a:latin typeface="Calibri"/>
                <a:ea typeface="Calibri"/>
                <a:cs typeface="Calibri"/>
                <a:sym typeface="Calibri"/>
              </a:defRPr>
            </a:lvl7pPr>
            <a:lvl8pPr lvl="7" marL="1371600" rtl="0" algn="ctr">
              <a:spcBef>
                <a:spcPts val="0"/>
              </a:spcBef>
              <a:spcAft>
                <a:spcPts val="0"/>
              </a:spcAft>
              <a:buSzPts val="3600"/>
              <a:buNone/>
              <a:defRPr sz="4400">
                <a:solidFill>
                  <a:schemeClr val="dk1"/>
                </a:solidFill>
                <a:latin typeface="Calibri"/>
                <a:ea typeface="Calibri"/>
                <a:cs typeface="Calibri"/>
                <a:sym typeface="Calibri"/>
              </a:defRPr>
            </a:lvl8pPr>
            <a:lvl9pPr lvl="8" marL="1828800" rtl="0" algn="ctr">
              <a:spcBef>
                <a:spcPts val="0"/>
              </a:spcBef>
              <a:spcAft>
                <a:spcPts val="0"/>
              </a:spcAft>
              <a:buSzPts val="3600"/>
              <a:buNone/>
              <a:defRPr sz="4400">
                <a:solidFill>
                  <a:schemeClr val="dk1"/>
                </a:solidFill>
                <a:latin typeface="Calibri"/>
                <a:ea typeface="Calibri"/>
                <a:cs typeface="Calibri"/>
                <a:sym typeface="Calibri"/>
              </a:defRPr>
            </a:lvl9pPr>
          </a:lstStyle>
          <a:p/>
        </p:txBody>
      </p:sp>
      <p:sp>
        <p:nvSpPr>
          <p:cNvPr id="40" name="Google Shape;40;p9"/>
          <p:cNvSpPr txBox="1"/>
          <p:nvPr>
            <p:ph idx="1" type="body"/>
          </p:nvPr>
        </p:nvSpPr>
        <p:spPr>
          <a:xfrm>
            <a:off x="457200" y="1600200"/>
            <a:ext cx="4038600" cy="45261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sz="2800"/>
            </a:lvl1pPr>
            <a:lvl2pPr indent="-381000" lvl="1" marL="914400" rtl="0">
              <a:spcBef>
                <a:spcPts val="0"/>
              </a:spcBef>
              <a:spcAft>
                <a:spcPts val="0"/>
              </a:spcAft>
              <a:buSzPts val="2400"/>
              <a:buChar char="○"/>
              <a:defRPr sz="2400"/>
            </a:lvl2pPr>
            <a:lvl3pPr indent="-381000" lvl="2" marL="1371600" rtl="0">
              <a:spcBef>
                <a:spcPts val="0"/>
              </a:spcBef>
              <a:spcAft>
                <a:spcPts val="0"/>
              </a:spcAft>
              <a:buSzPts val="2400"/>
              <a:buChar char="■"/>
              <a:defRPr sz="20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41" name="Google Shape;41;p9"/>
          <p:cNvSpPr txBox="1"/>
          <p:nvPr>
            <p:ph idx="2" type="body"/>
          </p:nvPr>
        </p:nvSpPr>
        <p:spPr>
          <a:xfrm>
            <a:off x="4648200" y="1600200"/>
            <a:ext cx="4038600" cy="45261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sz="2800"/>
            </a:lvl1pPr>
            <a:lvl2pPr indent="-381000" lvl="1" marL="914400" rtl="0">
              <a:spcBef>
                <a:spcPts val="0"/>
              </a:spcBef>
              <a:spcAft>
                <a:spcPts val="0"/>
              </a:spcAft>
              <a:buSzPts val="2400"/>
              <a:buChar char="○"/>
              <a:defRPr sz="2400"/>
            </a:lvl2pPr>
            <a:lvl3pPr indent="-381000" lvl="2" marL="1371600" rtl="0">
              <a:spcBef>
                <a:spcPts val="0"/>
              </a:spcBef>
              <a:spcAft>
                <a:spcPts val="0"/>
              </a:spcAft>
              <a:buSzPts val="2400"/>
              <a:buChar char="■"/>
              <a:defRPr sz="20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1pPr>
            <a:lvl2pPr lvl="1"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2pPr>
            <a:lvl3pPr lvl="2"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3pPr>
            <a:lvl4pPr lvl="3"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4pPr>
            <a:lvl5pPr lvl="4"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5pPr>
            <a:lvl6pPr lvl="5"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6pPr>
            <a:lvl7pPr lvl="6"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7pPr>
            <a:lvl8pPr lvl="7"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8pPr>
            <a:lvl9pPr lvl="8"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967700"/>
          </a:xfrm>
          <a:prstGeom prst="rect">
            <a:avLst/>
          </a:prstGeom>
          <a:noFill/>
          <a:ln>
            <a:noFill/>
          </a:ln>
        </p:spPr>
        <p:txBody>
          <a:bodyPr anchorCtr="0" anchor="t" bIns="91425" lIns="91425" spcFirstLastPara="1" rIns="91425" wrap="square" tIns="91425">
            <a:noAutofit/>
          </a:bodyPr>
          <a:lstStyle>
            <a:lvl1pPr indent="-419100" lvl="0" marL="457200" rtl="0" algn="l">
              <a:spcBef>
                <a:spcPts val="600"/>
              </a:spcBef>
              <a:spcAft>
                <a:spcPts val="0"/>
              </a:spcAft>
              <a:buClr>
                <a:schemeClr val="dk1"/>
              </a:buClr>
              <a:buSzPts val="3000"/>
              <a:buFont typeface="Arial"/>
              <a:buChar char="●"/>
              <a:defRPr b="0" i="0" sz="3000" u="none" cap="none" strike="noStrike">
                <a:solidFill>
                  <a:schemeClr val="dk1"/>
                </a:solidFill>
                <a:latin typeface="Arial"/>
                <a:ea typeface="Arial"/>
                <a:cs typeface="Arial"/>
                <a:sym typeface="Arial"/>
              </a:defRPr>
            </a:lvl1pPr>
            <a:lvl2pPr indent="-381000" lvl="1" marL="9144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42900" lvl="3" marL="1828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cxnSp>
        <p:nvCxnSpPr>
          <p:cNvPr id="12" name="Google Shape;12;p1"/>
          <p:cNvCxnSpPr/>
          <p:nvPr/>
        </p:nvCxnSpPr>
        <p:spPr>
          <a:xfrm>
            <a:off x="457200" y="6697680"/>
            <a:ext cx="8229600" cy="0"/>
          </a:xfrm>
          <a:prstGeom prst="straightConnector1">
            <a:avLst/>
          </a:prstGeom>
          <a:noFill/>
          <a:ln cap="flat" cmpd="sng" w="50800">
            <a:solidFill>
              <a:schemeClr val="lt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6.png"/><Relationship Id="rId11" Type="http://schemas.openxmlformats.org/officeDocument/2006/relationships/image" Target="../media/image5.png"/><Relationship Id="rId10" Type="http://schemas.openxmlformats.org/officeDocument/2006/relationships/image" Target="../media/image12.png"/><Relationship Id="rId9"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1.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 name="Shape 45"/>
        <p:cNvGrpSpPr/>
        <p:nvPr/>
      </p:nvGrpSpPr>
      <p:grpSpPr>
        <a:xfrm>
          <a:off x="0" y="0"/>
          <a:ext cx="0" cy="0"/>
          <a:chOff x="0" y="0"/>
          <a:chExt cx="0" cy="0"/>
        </a:xfrm>
      </p:grpSpPr>
      <p:sp>
        <p:nvSpPr>
          <p:cNvPr id="46" name="Google Shape;46;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libri"/>
              <a:buNone/>
            </a:pPr>
            <a:r>
              <a:rPr b="0" i="0" lang="en-US" sz="4400" u="none" cap="none" strike="noStrike">
                <a:solidFill>
                  <a:schemeClr val="dk1"/>
                </a:solidFill>
                <a:latin typeface="Calibri"/>
                <a:ea typeface="Calibri"/>
                <a:cs typeface="Calibri"/>
                <a:sym typeface="Calibri"/>
              </a:rPr>
              <a:t>Centrality in Affiliation Networks</a:t>
            </a:r>
            <a:endParaRPr b="0" i="0" sz="4400" u="none" cap="none" strike="noStrike">
              <a:solidFill>
                <a:schemeClr val="dk1"/>
              </a:solidFill>
              <a:latin typeface="Calibri"/>
              <a:ea typeface="Calibri"/>
              <a:cs typeface="Calibri"/>
              <a:sym typeface="Calibri"/>
            </a:endParaRPr>
          </a:p>
        </p:txBody>
      </p:sp>
      <p:sp>
        <p:nvSpPr>
          <p:cNvPr id="47" name="Google Shape;47;p1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l">
              <a:spcBef>
                <a:spcPts val="640"/>
              </a:spcBef>
              <a:spcAft>
                <a:spcPts val="0"/>
              </a:spcAft>
              <a:buClr>
                <a:schemeClr val="dk1"/>
              </a:buClr>
              <a:buSzPts val="950"/>
              <a:buFont typeface="Calibri"/>
              <a:buChar char="●"/>
            </a:pPr>
            <a:r>
              <a:rPr b="0" i="0" lang="en-US" sz="1600" u="none" cap="none" strike="noStrike">
                <a:solidFill>
                  <a:schemeClr val="dk1"/>
                </a:solidFill>
                <a:latin typeface="Calibri"/>
                <a:ea typeface="Calibri"/>
                <a:cs typeface="Calibri"/>
                <a:sym typeface="Calibri"/>
              </a:rPr>
              <a:t>Degree Centrality:  </a:t>
            </a:r>
            <a:endParaRPr b="0" i="0" sz="1800" u="none" cap="none" strike="noStrike">
              <a:solidFill>
                <a:schemeClr val="dk1"/>
              </a:solidFill>
              <a:latin typeface="Calibri"/>
              <a:ea typeface="Calibri"/>
              <a:cs typeface="Calibri"/>
              <a:sym typeface="Calibri"/>
            </a:endParaRPr>
          </a:p>
          <a:p>
            <a:pPr indent="0" lvl="1" marL="0" marR="0" rtl="0" algn="l">
              <a:spcBef>
                <a:spcPts val="0"/>
              </a:spcBef>
              <a:spcAft>
                <a:spcPts val="0"/>
              </a:spcAft>
              <a:buClr>
                <a:schemeClr val="dk1"/>
              </a:buClr>
              <a:buSzPts val="950"/>
              <a:buFont typeface="Calibri"/>
              <a:buChar char="●"/>
            </a:pPr>
            <a:r>
              <a:rPr b="0" i="0" lang="en-US" sz="1600" u="none" cap="none" strike="noStrike">
                <a:solidFill>
                  <a:schemeClr val="dk1"/>
                </a:solidFill>
                <a:latin typeface="Calibri"/>
                <a:ea typeface="Calibri"/>
                <a:cs typeface="Calibri"/>
                <a:sym typeface="Calibri"/>
              </a:rPr>
              <a:t>Graph:  Active nodes (degree)	</a:t>
            </a:r>
            <a:endParaRPr b="0" i="0" sz="1800" u="none" cap="none" strike="noStrike">
              <a:solidFill>
                <a:schemeClr val="dk1"/>
              </a:solidFill>
              <a:latin typeface="Calibri"/>
              <a:ea typeface="Calibri"/>
              <a:cs typeface="Calibri"/>
              <a:sym typeface="Calibri"/>
            </a:endParaRPr>
          </a:p>
          <a:p>
            <a:pPr indent="0" lvl="1" marL="0" marR="0" rtl="0" algn="l">
              <a:spcBef>
                <a:spcPts val="0"/>
              </a:spcBef>
              <a:spcAft>
                <a:spcPts val="0"/>
              </a:spcAft>
              <a:buClr>
                <a:schemeClr val="dk1"/>
              </a:buClr>
              <a:buSzPts val="950"/>
              <a:buFont typeface="Calibri"/>
              <a:buChar char="●"/>
            </a:pPr>
            <a:r>
              <a:rPr b="0" i="0" lang="en-US" sz="1600" u="none" cap="none" strike="noStrike">
                <a:solidFill>
                  <a:schemeClr val="dk1"/>
                </a:solidFill>
                <a:latin typeface="Calibri"/>
                <a:ea typeface="Calibri"/>
                <a:cs typeface="Calibri"/>
                <a:sym typeface="Calibri"/>
              </a:rPr>
              <a:t>Affiliation Net:  Participation rates; event size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Char char="●"/>
            </a:pPr>
            <a:r>
              <a:rPr b="0" i="0" lang="en-US" sz="1600" u="none" cap="none" strike="noStrike">
                <a:solidFill>
                  <a:schemeClr val="dk1"/>
                </a:solidFill>
                <a:latin typeface="Calibri"/>
                <a:ea typeface="Calibri"/>
                <a:cs typeface="Calibri"/>
                <a:sym typeface="Calibri"/>
              </a:rPr>
              <a:t>Eigenvector Centrality: </a:t>
            </a:r>
            <a:endParaRPr b="0" i="0" sz="1800" u="none" cap="none" strike="noStrike">
              <a:solidFill>
                <a:schemeClr val="dk1"/>
              </a:solidFill>
              <a:latin typeface="Calibri"/>
              <a:ea typeface="Calibri"/>
              <a:cs typeface="Calibri"/>
              <a:sym typeface="Calibri"/>
            </a:endParaRPr>
          </a:p>
          <a:p>
            <a:pPr indent="0" lvl="1" marL="0" marR="0" rtl="0" algn="l">
              <a:spcBef>
                <a:spcPts val="0"/>
              </a:spcBef>
              <a:spcAft>
                <a:spcPts val="0"/>
              </a:spcAft>
              <a:buClr>
                <a:schemeClr val="dk1"/>
              </a:buClr>
              <a:buSzPts val="950"/>
              <a:buFont typeface="Calibri"/>
              <a:buChar char="●"/>
            </a:pPr>
            <a:r>
              <a:rPr b="0" i="0" lang="en-US" sz="1600" u="none" cap="none" strike="noStrike">
                <a:solidFill>
                  <a:schemeClr val="dk1"/>
                </a:solidFill>
                <a:latin typeface="Calibri"/>
                <a:ea typeface="Calibri"/>
                <a:cs typeface="Calibri"/>
                <a:sym typeface="Calibri"/>
              </a:rPr>
              <a:t>Graph: Adjacent to central nodes</a:t>
            </a:r>
            <a:endParaRPr b="0" i="0" sz="1800" u="none" cap="none" strike="noStrike">
              <a:solidFill>
                <a:schemeClr val="dk1"/>
              </a:solidFill>
              <a:latin typeface="Calibri"/>
              <a:ea typeface="Calibri"/>
              <a:cs typeface="Calibri"/>
              <a:sym typeface="Calibri"/>
            </a:endParaRPr>
          </a:p>
          <a:p>
            <a:pPr indent="0" lvl="1" marL="0" marR="0" rtl="0" algn="l">
              <a:spcBef>
                <a:spcPts val="0"/>
              </a:spcBef>
              <a:spcAft>
                <a:spcPts val="0"/>
              </a:spcAft>
              <a:buClr>
                <a:schemeClr val="dk1"/>
              </a:buClr>
              <a:buSzPts val="950"/>
              <a:buFont typeface="Calibri"/>
              <a:buChar char="●"/>
            </a:pPr>
            <a:r>
              <a:rPr b="0" i="0" lang="en-US" sz="1600" u="none" cap="none" strike="noStrike">
                <a:solidFill>
                  <a:schemeClr val="dk1"/>
                </a:solidFill>
                <a:latin typeface="Calibri"/>
                <a:ea typeface="Calibri"/>
                <a:cs typeface="Calibri"/>
                <a:sym typeface="Calibri"/>
              </a:rPr>
              <a:t>Affiliation Network:  Central actors are those that are members of a central event (collective);  Central events (collectives) are those that have central actors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Char char="●"/>
            </a:pPr>
            <a:r>
              <a:rPr b="0" i="0" lang="en-US" sz="1600" u="none" cap="none" strike="noStrike">
                <a:solidFill>
                  <a:schemeClr val="dk1"/>
                </a:solidFill>
                <a:latin typeface="Calibri"/>
                <a:ea typeface="Calibri"/>
                <a:cs typeface="Calibri"/>
                <a:sym typeface="Calibri"/>
              </a:rPr>
              <a:t>Closeness Centrality:  </a:t>
            </a:r>
            <a:endParaRPr b="0" i="0" sz="1800" u="none" cap="none" strike="noStrike">
              <a:solidFill>
                <a:schemeClr val="dk1"/>
              </a:solidFill>
              <a:latin typeface="Calibri"/>
              <a:ea typeface="Calibri"/>
              <a:cs typeface="Calibri"/>
              <a:sym typeface="Calibri"/>
            </a:endParaRPr>
          </a:p>
          <a:p>
            <a:pPr indent="0" lvl="1" marL="0" marR="0" rtl="0" algn="l">
              <a:spcBef>
                <a:spcPts val="0"/>
              </a:spcBef>
              <a:spcAft>
                <a:spcPts val="0"/>
              </a:spcAft>
              <a:buClr>
                <a:schemeClr val="dk1"/>
              </a:buClr>
              <a:buSzPts val="950"/>
              <a:buFont typeface="Calibri"/>
              <a:buChar char="●"/>
            </a:pPr>
            <a:r>
              <a:rPr b="0" i="0" lang="en-US" sz="1600" u="none" cap="none" strike="noStrike">
                <a:solidFill>
                  <a:schemeClr val="dk1"/>
                </a:solidFill>
                <a:latin typeface="Calibri"/>
                <a:ea typeface="Calibri"/>
                <a:cs typeface="Calibri"/>
                <a:sym typeface="Calibri"/>
              </a:rPr>
              <a:t>Graph:  Short paths to other nodes</a:t>
            </a:r>
            <a:endParaRPr b="0" i="0" sz="1800" u="none" cap="none" strike="noStrike">
              <a:solidFill>
                <a:schemeClr val="dk1"/>
              </a:solidFill>
              <a:latin typeface="Calibri"/>
              <a:ea typeface="Calibri"/>
              <a:cs typeface="Calibri"/>
              <a:sym typeface="Calibri"/>
            </a:endParaRPr>
          </a:p>
          <a:p>
            <a:pPr indent="0" lvl="1" marL="0" marR="0" rtl="0" algn="l">
              <a:spcBef>
                <a:spcPts val="0"/>
              </a:spcBef>
              <a:spcAft>
                <a:spcPts val="0"/>
              </a:spcAft>
              <a:buClr>
                <a:schemeClr val="dk1"/>
              </a:buClr>
              <a:buSzPts val="950"/>
              <a:buFont typeface="Calibri"/>
              <a:buChar char="●"/>
            </a:pPr>
            <a:r>
              <a:rPr b="0" i="0" lang="en-US" sz="1600" u="none" cap="none" strike="noStrike">
                <a:solidFill>
                  <a:schemeClr val="dk1"/>
                </a:solidFill>
                <a:latin typeface="Calibri"/>
                <a:ea typeface="Calibri"/>
                <a:cs typeface="Calibri"/>
                <a:sym typeface="Calibri"/>
              </a:rPr>
              <a:t>Affiliation Network:  paths from actor to actor through events;  paths from event to event through actors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Char char="●"/>
            </a:pPr>
            <a:r>
              <a:rPr b="0" i="0" lang="en-US" sz="1600" u="none" cap="none" strike="noStrike">
                <a:solidFill>
                  <a:schemeClr val="dk1"/>
                </a:solidFill>
                <a:latin typeface="Calibri"/>
                <a:ea typeface="Calibri"/>
                <a:cs typeface="Calibri"/>
                <a:sym typeface="Calibri"/>
              </a:rPr>
              <a:t>Betweeness Centrality: </a:t>
            </a:r>
            <a:endParaRPr b="0" i="0" sz="1800" u="none" cap="none" strike="noStrike">
              <a:solidFill>
                <a:schemeClr val="dk1"/>
              </a:solidFill>
              <a:latin typeface="Calibri"/>
              <a:ea typeface="Calibri"/>
              <a:cs typeface="Calibri"/>
              <a:sym typeface="Calibri"/>
            </a:endParaRPr>
          </a:p>
          <a:p>
            <a:pPr indent="0" lvl="1" marL="0" marR="0" rtl="0" algn="l">
              <a:spcBef>
                <a:spcPts val="0"/>
              </a:spcBef>
              <a:spcAft>
                <a:spcPts val="0"/>
              </a:spcAft>
              <a:buClr>
                <a:schemeClr val="dk1"/>
              </a:buClr>
              <a:buSzPts val="950"/>
              <a:buFont typeface="Calibri"/>
              <a:buChar char="●"/>
            </a:pPr>
            <a:r>
              <a:rPr b="0" i="0" lang="en-US" sz="1600" u="none" cap="none" strike="noStrike">
                <a:solidFill>
                  <a:schemeClr val="dk1"/>
                </a:solidFill>
                <a:latin typeface="Calibri"/>
                <a:ea typeface="Calibri"/>
                <a:cs typeface="Calibri"/>
                <a:sym typeface="Calibri"/>
              </a:rPr>
              <a:t>Graph:  Nodes that mediate flows</a:t>
            </a:r>
            <a:endParaRPr b="0" i="0" sz="1800" u="none" cap="none" strike="noStrike">
              <a:solidFill>
                <a:schemeClr val="dk1"/>
              </a:solidFill>
              <a:latin typeface="Calibri"/>
              <a:ea typeface="Calibri"/>
              <a:cs typeface="Calibri"/>
              <a:sym typeface="Calibri"/>
            </a:endParaRPr>
          </a:p>
          <a:p>
            <a:pPr indent="0" lvl="1" marL="0" marR="0" rtl="0" algn="l">
              <a:spcBef>
                <a:spcPts val="0"/>
              </a:spcBef>
              <a:spcAft>
                <a:spcPts val="0"/>
              </a:spcAft>
              <a:buClr>
                <a:schemeClr val="dk1"/>
              </a:buClr>
              <a:buSzPts val="950"/>
              <a:buFont typeface="Calibri"/>
              <a:buChar char="●"/>
            </a:pPr>
            <a:r>
              <a:rPr b="0" i="0" lang="en-US" sz="1600" u="none" cap="none" strike="noStrike">
                <a:solidFill>
                  <a:schemeClr val="dk1"/>
                </a:solidFill>
                <a:latin typeface="Calibri"/>
                <a:ea typeface="Calibri"/>
                <a:cs typeface="Calibri"/>
                <a:sym typeface="Calibri"/>
              </a:rPr>
              <a:t>Affiliation Network:  central event which is the only way actors can meet; central actors that provide the only connection between events (collectivities)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Char char="●"/>
            </a:pPr>
            <a:r>
              <a:rPr b="0" i="0" lang="en-US" sz="1600" u="none" cap="none" strike="noStrike">
                <a:solidFill>
                  <a:schemeClr val="dk1"/>
                </a:solidFill>
                <a:latin typeface="Calibri"/>
                <a:ea typeface="Calibri"/>
                <a:cs typeface="Calibri"/>
                <a:sym typeface="Calibri"/>
              </a:rPr>
              <a:t>Galois Lattices and set overlaps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 name="Shape 52"/>
        <p:cNvGrpSpPr/>
        <p:nvPr/>
      </p:nvGrpSpPr>
      <p:grpSpPr>
        <a:xfrm>
          <a:off x="0" y="0"/>
          <a:ext cx="0" cy="0"/>
          <a:chOff x="0" y="0"/>
          <a:chExt cx="0" cy="0"/>
        </a:xfrm>
      </p:grpSpPr>
      <p:sp>
        <p:nvSpPr>
          <p:cNvPr id="53" name="Google Shape;5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libri"/>
              <a:buNone/>
            </a:pPr>
            <a:r>
              <a:rPr b="0" i="0" lang="en-US" sz="4400" u="none" cap="none" strike="noStrike">
                <a:solidFill>
                  <a:schemeClr val="dk1"/>
                </a:solidFill>
                <a:latin typeface="Calibri"/>
                <a:ea typeface="Calibri"/>
                <a:cs typeface="Calibri"/>
                <a:sym typeface="Calibri"/>
              </a:rPr>
              <a:t>Degree Centrality</a:t>
            </a:r>
            <a:endParaRPr b="0" i="0" sz="4400" u="none" cap="none" strike="noStrike">
              <a:solidFill>
                <a:schemeClr val="dk1"/>
              </a:solidFill>
              <a:latin typeface="Calibri"/>
              <a:ea typeface="Calibri"/>
              <a:cs typeface="Calibri"/>
              <a:sym typeface="Calibri"/>
            </a:endParaRPr>
          </a:p>
        </p:txBody>
      </p:sp>
      <p:pic>
        <p:nvPicPr>
          <p:cNvPr id="54" name="Google Shape;54;p11"/>
          <p:cNvPicPr preferRelativeResize="0"/>
          <p:nvPr/>
        </p:nvPicPr>
        <p:blipFill>
          <a:blip r:embed="rId3">
            <a:alphaModFix/>
          </a:blip>
          <a:stretch>
            <a:fillRect/>
          </a:stretch>
        </p:blipFill>
        <p:spPr>
          <a:xfrm>
            <a:off x="8244" y="1680245"/>
            <a:ext cx="3742711" cy="909560"/>
          </a:xfrm>
          <a:prstGeom prst="rect">
            <a:avLst/>
          </a:prstGeom>
          <a:noFill/>
          <a:ln>
            <a:noFill/>
          </a:ln>
        </p:spPr>
      </p:pic>
      <p:pic>
        <p:nvPicPr>
          <p:cNvPr id="55" name="Google Shape;55;p11"/>
          <p:cNvPicPr preferRelativeResize="0"/>
          <p:nvPr/>
        </p:nvPicPr>
        <p:blipFill>
          <a:blip r:embed="rId4">
            <a:alphaModFix/>
          </a:blip>
          <a:stretch>
            <a:fillRect/>
          </a:stretch>
        </p:blipFill>
        <p:spPr>
          <a:xfrm>
            <a:off x="228150" y="2373313"/>
            <a:ext cx="3670300" cy="852487"/>
          </a:xfrm>
          <a:prstGeom prst="rect">
            <a:avLst/>
          </a:prstGeom>
          <a:noFill/>
          <a:ln>
            <a:noFill/>
          </a:ln>
        </p:spPr>
      </p:pic>
      <p:pic>
        <p:nvPicPr>
          <p:cNvPr id="56" name="Google Shape;56;p11"/>
          <p:cNvPicPr preferRelativeResize="0"/>
          <p:nvPr/>
        </p:nvPicPr>
        <p:blipFill>
          <a:blip r:embed="rId5">
            <a:alphaModFix/>
          </a:blip>
          <a:stretch>
            <a:fillRect/>
          </a:stretch>
        </p:blipFill>
        <p:spPr>
          <a:xfrm>
            <a:off x="273050" y="3094600"/>
            <a:ext cx="3022600" cy="866775"/>
          </a:xfrm>
          <a:prstGeom prst="rect">
            <a:avLst/>
          </a:prstGeom>
          <a:noFill/>
          <a:ln>
            <a:noFill/>
          </a:ln>
        </p:spPr>
      </p:pic>
      <p:pic>
        <p:nvPicPr>
          <p:cNvPr id="57" name="Google Shape;57;p11"/>
          <p:cNvPicPr preferRelativeResize="0"/>
          <p:nvPr/>
        </p:nvPicPr>
        <p:blipFill>
          <a:blip r:embed="rId6">
            <a:alphaModFix/>
          </a:blip>
          <a:stretch>
            <a:fillRect/>
          </a:stretch>
        </p:blipFill>
        <p:spPr>
          <a:xfrm>
            <a:off x="273050" y="3961375"/>
            <a:ext cx="3403600" cy="736600"/>
          </a:xfrm>
          <a:prstGeom prst="rect">
            <a:avLst/>
          </a:prstGeom>
          <a:noFill/>
          <a:ln>
            <a:noFill/>
          </a:ln>
        </p:spPr>
      </p:pic>
      <p:pic>
        <p:nvPicPr>
          <p:cNvPr id="58" name="Google Shape;58;p11"/>
          <p:cNvPicPr preferRelativeResize="0"/>
          <p:nvPr/>
        </p:nvPicPr>
        <p:blipFill>
          <a:blip r:embed="rId7">
            <a:alphaModFix/>
          </a:blip>
          <a:stretch>
            <a:fillRect/>
          </a:stretch>
        </p:blipFill>
        <p:spPr>
          <a:xfrm>
            <a:off x="3659982" y="1219200"/>
            <a:ext cx="5405436" cy="2006600"/>
          </a:xfrm>
          <a:prstGeom prst="rect">
            <a:avLst/>
          </a:prstGeom>
          <a:noFill/>
          <a:ln>
            <a:noFill/>
          </a:ln>
        </p:spPr>
      </p:pic>
      <p:pic>
        <p:nvPicPr>
          <p:cNvPr id="59" name="Google Shape;59;p11"/>
          <p:cNvPicPr preferRelativeResize="0"/>
          <p:nvPr/>
        </p:nvPicPr>
        <p:blipFill>
          <a:blip r:embed="rId8">
            <a:alphaModFix/>
          </a:blip>
          <a:stretch>
            <a:fillRect/>
          </a:stretch>
        </p:blipFill>
        <p:spPr>
          <a:xfrm>
            <a:off x="3581400" y="2981325"/>
            <a:ext cx="5562600" cy="1882775"/>
          </a:xfrm>
          <a:prstGeom prst="rect">
            <a:avLst/>
          </a:prstGeom>
          <a:noFill/>
          <a:ln>
            <a:noFill/>
          </a:ln>
        </p:spPr>
      </p:pic>
      <p:pic>
        <p:nvPicPr>
          <p:cNvPr id="60" name="Google Shape;60;p11"/>
          <p:cNvPicPr preferRelativeResize="0"/>
          <p:nvPr/>
        </p:nvPicPr>
        <p:blipFill>
          <a:blip r:embed="rId9">
            <a:alphaModFix/>
          </a:blip>
          <a:stretch>
            <a:fillRect/>
          </a:stretch>
        </p:blipFill>
        <p:spPr>
          <a:xfrm>
            <a:off x="3750470" y="4864100"/>
            <a:ext cx="5224461" cy="1427162"/>
          </a:xfrm>
          <a:prstGeom prst="rect">
            <a:avLst/>
          </a:prstGeom>
          <a:noFill/>
          <a:ln>
            <a:noFill/>
          </a:ln>
        </p:spPr>
      </p:pic>
      <p:pic>
        <p:nvPicPr>
          <p:cNvPr id="61" name="Google Shape;61;p11"/>
          <p:cNvPicPr preferRelativeResize="0"/>
          <p:nvPr/>
        </p:nvPicPr>
        <p:blipFill>
          <a:blip r:embed="rId10">
            <a:alphaModFix/>
          </a:blip>
          <a:stretch>
            <a:fillRect/>
          </a:stretch>
        </p:blipFill>
        <p:spPr>
          <a:xfrm>
            <a:off x="99900" y="4472125"/>
            <a:ext cx="3263900" cy="876300"/>
          </a:xfrm>
          <a:prstGeom prst="rect">
            <a:avLst/>
          </a:prstGeom>
          <a:noFill/>
          <a:ln>
            <a:noFill/>
          </a:ln>
        </p:spPr>
      </p:pic>
      <p:pic>
        <p:nvPicPr>
          <p:cNvPr id="62" name="Google Shape;62;p11"/>
          <p:cNvPicPr preferRelativeResize="0"/>
          <p:nvPr/>
        </p:nvPicPr>
        <p:blipFill>
          <a:blip r:embed="rId11">
            <a:alphaModFix/>
          </a:blip>
          <a:stretch>
            <a:fillRect/>
          </a:stretch>
        </p:blipFill>
        <p:spPr>
          <a:xfrm>
            <a:off x="247650" y="5312837"/>
            <a:ext cx="3263900" cy="685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pic>
        <p:nvPicPr>
          <p:cNvPr id="67" name="Google Shape;67;p12"/>
          <p:cNvPicPr preferRelativeResize="0"/>
          <p:nvPr/>
        </p:nvPicPr>
        <p:blipFill>
          <a:blip r:embed="rId3">
            <a:alphaModFix/>
          </a:blip>
          <a:stretch>
            <a:fillRect/>
          </a:stretch>
        </p:blipFill>
        <p:spPr>
          <a:xfrm>
            <a:off x="990600" y="381000"/>
            <a:ext cx="7275512" cy="6238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pic>
        <p:nvPicPr>
          <p:cNvPr id="72" name="Google Shape;72;p13"/>
          <p:cNvPicPr preferRelativeResize="0"/>
          <p:nvPr/>
        </p:nvPicPr>
        <p:blipFill>
          <a:blip r:embed="rId3">
            <a:alphaModFix/>
          </a:blip>
          <a:stretch>
            <a:fillRect/>
          </a:stretch>
        </p:blipFill>
        <p:spPr>
          <a:xfrm>
            <a:off x="1962550" y="596900"/>
            <a:ext cx="5372100" cy="5664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 name="Shape 77"/>
        <p:cNvGrpSpPr/>
        <p:nvPr/>
      </p:nvGrpSpPr>
      <p:grpSpPr>
        <a:xfrm>
          <a:off x="0" y="0"/>
          <a:ext cx="0" cy="0"/>
          <a:chOff x="0" y="0"/>
          <a:chExt cx="0" cy="0"/>
        </a:xfrm>
      </p:grpSpPr>
      <p:sp>
        <p:nvSpPr>
          <p:cNvPr id="78" name="Google Shape;78;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libri"/>
              <a:buNone/>
            </a:pPr>
            <a:r>
              <a:rPr b="0" i="0" lang="en-US" sz="4400" u="none" cap="none" strike="noStrike">
                <a:solidFill>
                  <a:schemeClr val="dk1"/>
                </a:solidFill>
                <a:latin typeface="Calibri"/>
                <a:ea typeface="Calibri"/>
                <a:cs typeface="Calibri"/>
                <a:sym typeface="Calibri"/>
              </a:rPr>
              <a:t>Eigenvector Centrality</a:t>
            </a:r>
            <a:endParaRPr b="0" i="0" sz="4400" u="none" cap="none" strike="noStrike">
              <a:solidFill>
                <a:schemeClr val="dk1"/>
              </a:solidFill>
              <a:latin typeface="Calibri"/>
              <a:ea typeface="Calibri"/>
              <a:cs typeface="Calibri"/>
              <a:sym typeface="Calibri"/>
            </a:endParaRPr>
          </a:p>
        </p:txBody>
      </p:sp>
      <p:sp>
        <p:nvSpPr>
          <p:cNvPr id="79" name="Google Shape;79;p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l">
              <a:spcBef>
                <a:spcPts val="640"/>
              </a:spcBef>
              <a:spcAft>
                <a:spcPts val="0"/>
              </a:spcAft>
              <a:buNone/>
            </a:pPr>
            <a:r>
              <a:rPr b="0" i="0" lang="en-US" sz="3200" u="none" cap="none" strike="noStrike">
                <a:solidFill>
                  <a:schemeClr val="dk1"/>
                </a:solidFill>
                <a:latin typeface="Calibri"/>
                <a:ea typeface="Calibri"/>
                <a:cs typeface="Calibri"/>
                <a:sym typeface="Calibri"/>
              </a:rPr>
              <a:t>The Centrality of an actor is proportional to the centralities of the events it is affiliated with</a:t>
            </a:r>
            <a:endParaRPr b="0" i="0" sz="1800" u="none" cap="none" strike="noStrike">
              <a:solidFill>
                <a:schemeClr val="dk1"/>
              </a:solidFill>
              <a:latin typeface="Calibri"/>
              <a:ea typeface="Calibri"/>
              <a:cs typeface="Calibri"/>
              <a:sym typeface="Calibri"/>
            </a:endParaRPr>
          </a:p>
          <a:p>
            <a:pPr indent="0" lvl="0" marL="0" marR="0" rtl="0" algn="l">
              <a:spcBef>
                <a:spcPts val="640"/>
              </a:spcBef>
              <a:spcAft>
                <a:spcPts val="0"/>
              </a:spcAft>
              <a:buNone/>
            </a:pPr>
            <a:r>
              <a:rPr b="0" i="0" lang="en-US" sz="3200" u="none" cap="none" strike="noStrike">
                <a:solidFill>
                  <a:schemeClr val="dk1"/>
                </a:solidFill>
                <a:latin typeface="Calibri"/>
                <a:ea typeface="Calibri"/>
                <a:cs typeface="Calibri"/>
                <a:sym typeface="Calibri"/>
              </a:rPr>
              <a:t>The centrality of an event is proportional to the centralities of its members</a:t>
            </a:r>
            <a:endParaRPr b="0" i="0" sz="1800" u="none" cap="none" strike="noStrike">
              <a:solidFill>
                <a:schemeClr val="dk1"/>
              </a:solidFill>
              <a:latin typeface="Calibri"/>
              <a:ea typeface="Calibri"/>
              <a:cs typeface="Calibri"/>
              <a:sym typeface="Calibri"/>
            </a:endParaRPr>
          </a:p>
          <a:p>
            <a:pPr indent="0" lvl="0" marL="0" marR="0" rtl="0" algn="l">
              <a:spcBef>
                <a:spcPts val="640"/>
              </a:spcBef>
              <a:spcAft>
                <a:spcPts val="0"/>
              </a:spcAft>
              <a:buNone/>
            </a:pPr>
            <a:r>
              <a:rPr b="0" i="0" lang="en-US" sz="3200" u="none" cap="none" strike="noStrike">
                <a:solidFill>
                  <a:schemeClr val="dk1"/>
                </a:solidFill>
                <a:latin typeface="Calibri"/>
                <a:ea typeface="Calibri"/>
                <a:cs typeface="Calibri"/>
                <a:sym typeface="Calibri"/>
              </a:rPr>
              <a:t>Problem:  Actors that belong to one event and events that only have one member can have non-zero eigenvector centrality</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libri"/>
              <a:buNone/>
            </a:pPr>
            <a:r>
              <a:rPr b="0" i="0" lang="en-US" sz="4400" u="none" cap="none" strike="noStrike">
                <a:solidFill>
                  <a:schemeClr val="dk1"/>
                </a:solidFill>
                <a:latin typeface="Calibri"/>
                <a:ea typeface="Calibri"/>
                <a:cs typeface="Calibri"/>
                <a:sym typeface="Calibri"/>
              </a:rPr>
              <a:t>Closeness Centrality</a:t>
            </a:r>
            <a:endParaRPr b="0" i="0" sz="4400" u="none" cap="none" strike="noStrike">
              <a:solidFill>
                <a:schemeClr val="dk1"/>
              </a:solidFill>
              <a:latin typeface="Calibri"/>
              <a:ea typeface="Calibri"/>
              <a:cs typeface="Calibri"/>
              <a:sym typeface="Calibri"/>
            </a:endParaRPr>
          </a:p>
        </p:txBody>
      </p:sp>
      <p:sp>
        <p:nvSpPr>
          <p:cNvPr id="86" name="Google Shape;86;p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l">
              <a:spcBef>
                <a:spcPts val="640"/>
              </a:spcBef>
              <a:spcAft>
                <a:spcPts val="0"/>
              </a:spcAft>
              <a:buClr>
                <a:schemeClr val="dk1"/>
              </a:buClr>
              <a:buSzPts val="1400"/>
              <a:buFont typeface="Calibri"/>
              <a:buChar char="●"/>
            </a:pPr>
            <a:r>
              <a:rPr b="0" i="0" lang="en-US" sz="2300" u="none" cap="none" strike="noStrike">
                <a:solidFill>
                  <a:schemeClr val="dk1"/>
                </a:solidFill>
                <a:latin typeface="Calibri"/>
                <a:ea typeface="Calibri"/>
                <a:cs typeface="Calibri"/>
                <a:sym typeface="Calibri"/>
              </a:rPr>
              <a:t>Distances between</a:t>
            </a:r>
            <a:endParaRPr b="0" i="0" sz="1800" u="none" cap="none" strike="noStrike">
              <a:solidFill>
                <a:schemeClr val="dk1"/>
              </a:solidFill>
              <a:latin typeface="Calibri"/>
              <a:ea typeface="Calibri"/>
              <a:cs typeface="Calibri"/>
              <a:sym typeface="Calibri"/>
            </a:endParaRPr>
          </a:p>
          <a:p>
            <a:pPr indent="0" lvl="1" marL="0" marR="0" rtl="0" algn="l">
              <a:spcBef>
                <a:spcPts val="0"/>
              </a:spcBef>
              <a:spcAft>
                <a:spcPts val="0"/>
              </a:spcAft>
              <a:buClr>
                <a:schemeClr val="dk1"/>
              </a:buClr>
              <a:buSzPts val="1400"/>
              <a:buFont typeface="Calibri"/>
              <a:buChar char="●"/>
            </a:pPr>
            <a:r>
              <a:rPr b="0" i="0" lang="en-US" sz="2300" u="none" cap="none" strike="noStrike">
                <a:solidFill>
                  <a:schemeClr val="dk1"/>
                </a:solidFill>
                <a:latin typeface="Calibri"/>
                <a:ea typeface="Calibri"/>
                <a:cs typeface="Calibri"/>
                <a:sym typeface="Calibri"/>
              </a:rPr>
              <a:t>Actor and other actors</a:t>
            </a:r>
            <a:endParaRPr b="0" i="0" sz="1800" u="none" cap="none" strike="noStrike">
              <a:solidFill>
                <a:schemeClr val="dk1"/>
              </a:solidFill>
              <a:latin typeface="Calibri"/>
              <a:ea typeface="Calibri"/>
              <a:cs typeface="Calibri"/>
              <a:sym typeface="Calibri"/>
            </a:endParaRPr>
          </a:p>
          <a:p>
            <a:pPr indent="0" lvl="1" marL="0" marR="0" rtl="0" algn="l">
              <a:spcBef>
                <a:spcPts val="0"/>
              </a:spcBef>
              <a:spcAft>
                <a:spcPts val="0"/>
              </a:spcAft>
              <a:buClr>
                <a:schemeClr val="dk1"/>
              </a:buClr>
              <a:buSzPts val="1400"/>
              <a:buFont typeface="Calibri"/>
              <a:buChar char="●"/>
            </a:pPr>
            <a:r>
              <a:rPr b="0" i="0" lang="en-US" sz="2300" u="none" cap="none" strike="noStrike">
                <a:solidFill>
                  <a:schemeClr val="dk1"/>
                </a:solidFill>
                <a:latin typeface="Calibri"/>
                <a:ea typeface="Calibri"/>
                <a:cs typeface="Calibri"/>
                <a:sym typeface="Calibri"/>
              </a:rPr>
              <a:t>Actor to all events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Char char="●"/>
            </a:pPr>
            <a:r>
              <a:rPr b="0" i="0" lang="en-US" sz="2300" u="none" cap="none" strike="noStrike">
                <a:solidFill>
                  <a:schemeClr val="dk1"/>
                </a:solidFill>
                <a:latin typeface="Calibri"/>
                <a:ea typeface="Calibri"/>
                <a:cs typeface="Calibri"/>
                <a:sym typeface="Calibri"/>
              </a:rPr>
              <a:t>For an actor closeness centrality is a function of minimal distances from </a:t>
            </a:r>
            <a:endParaRPr b="0" i="0" sz="1800" u="none" cap="none" strike="noStrike">
              <a:solidFill>
                <a:schemeClr val="dk1"/>
              </a:solidFill>
              <a:latin typeface="Calibri"/>
              <a:ea typeface="Calibri"/>
              <a:cs typeface="Calibri"/>
              <a:sym typeface="Calibri"/>
            </a:endParaRPr>
          </a:p>
          <a:p>
            <a:pPr indent="0" lvl="1" marL="0" marR="0" rtl="0" algn="l">
              <a:spcBef>
                <a:spcPts val="0"/>
              </a:spcBef>
              <a:spcAft>
                <a:spcPts val="0"/>
              </a:spcAft>
              <a:buClr>
                <a:schemeClr val="dk1"/>
              </a:buClr>
              <a:buSzPts val="1400"/>
              <a:buFont typeface="Calibri"/>
              <a:buChar char="●"/>
            </a:pPr>
            <a:r>
              <a:rPr b="0" i="0" lang="en-US" sz="2300" u="none" cap="none" strike="noStrike">
                <a:solidFill>
                  <a:schemeClr val="dk1"/>
                </a:solidFill>
                <a:latin typeface="Calibri"/>
                <a:ea typeface="Calibri"/>
                <a:cs typeface="Calibri"/>
                <a:sym typeface="Calibri"/>
              </a:rPr>
              <a:t>any of its events to other actor</a:t>
            </a:r>
            <a:endParaRPr b="0" i="0" sz="1800" u="none" cap="none" strike="noStrike">
              <a:solidFill>
                <a:schemeClr val="dk1"/>
              </a:solidFill>
              <a:latin typeface="Calibri"/>
              <a:ea typeface="Calibri"/>
              <a:cs typeface="Calibri"/>
              <a:sym typeface="Calibri"/>
            </a:endParaRPr>
          </a:p>
          <a:p>
            <a:pPr indent="0" lvl="1" marL="0" marR="0" rtl="0" algn="l">
              <a:spcBef>
                <a:spcPts val="0"/>
              </a:spcBef>
              <a:spcAft>
                <a:spcPts val="0"/>
              </a:spcAft>
              <a:buClr>
                <a:schemeClr val="dk1"/>
              </a:buClr>
              <a:buSzPts val="1400"/>
              <a:buFont typeface="Calibri"/>
              <a:buChar char="●"/>
            </a:pPr>
            <a:r>
              <a:rPr b="0" i="0" lang="en-US" sz="2300" u="none" cap="none" strike="noStrike">
                <a:solidFill>
                  <a:schemeClr val="dk1"/>
                </a:solidFill>
                <a:latin typeface="Calibri"/>
                <a:ea typeface="Calibri"/>
                <a:cs typeface="Calibri"/>
                <a:sym typeface="Calibri"/>
              </a:rPr>
              <a:t>any of its events to other events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Char char="●"/>
            </a:pPr>
            <a:r>
              <a:rPr b="0" i="0" lang="en-US" sz="2300" u="none" cap="none" strike="noStrike">
                <a:solidFill>
                  <a:schemeClr val="dk1"/>
                </a:solidFill>
                <a:latin typeface="Calibri"/>
                <a:ea typeface="Calibri"/>
                <a:cs typeface="Calibri"/>
                <a:sym typeface="Calibri"/>
              </a:rPr>
              <a:t>For an event, closeness centrality is a function of minimal distances from</a:t>
            </a:r>
            <a:endParaRPr b="0" i="0" sz="1800" u="none" cap="none" strike="noStrike">
              <a:solidFill>
                <a:schemeClr val="dk1"/>
              </a:solidFill>
              <a:latin typeface="Calibri"/>
              <a:ea typeface="Calibri"/>
              <a:cs typeface="Calibri"/>
              <a:sym typeface="Calibri"/>
            </a:endParaRPr>
          </a:p>
          <a:p>
            <a:pPr indent="0" lvl="1" marL="0" marR="0" rtl="0" algn="l">
              <a:spcBef>
                <a:spcPts val="0"/>
              </a:spcBef>
              <a:spcAft>
                <a:spcPts val="0"/>
              </a:spcAft>
              <a:buClr>
                <a:schemeClr val="dk1"/>
              </a:buClr>
              <a:buSzPts val="1400"/>
              <a:buFont typeface="Calibri"/>
              <a:buChar char="●"/>
            </a:pPr>
            <a:r>
              <a:rPr b="0" i="0" lang="en-US" sz="2300" u="none" cap="none" strike="noStrike">
                <a:solidFill>
                  <a:schemeClr val="dk1"/>
                </a:solidFill>
                <a:latin typeface="Calibri"/>
                <a:ea typeface="Calibri"/>
                <a:cs typeface="Calibri"/>
                <a:sym typeface="Calibri"/>
              </a:rPr>
              <a:t>its actors to other actors</a:t>
            </a:r>
            <a:endParaRPr b="0" i="0" sz="1800" u="none" cap="none" strike="noStrike">
              <a:solidFill>
                <a:schemeClr val="dk1"/>
              </a:solidFill>
              <a:latin typeface="Calibri"/>
              <a:ea typeface="Calibri"/>
              <a:cs typeface="Calibri"/>
              <a:sym typeface="Calibri"/>
            </a:endParaRPr>
          </a:p>
          <a:p>
            <a:pPr indent="0" lvl="1" marL="0" marR="0" rtl="0" algn="l">
              <a:spcBef>
                <a:spcPts val="0"/>
              </a:spcBef>
              <a:spcAft>
                <a:spcPts val="0"/>
              </a:spcAft>
              <a:buClr>
                <a:schemeClr val="dk1"/>
              </a:buClr>
              <a:buSzPts val="1400"/>
              <a:buFont typeface="Calibri"/>
              <a:buChar char="●"/>
            </a:pPr>
            <a:r>
              <a:rPr b="0" i="0" lang="en-US" sz="2300" u="none" cap="none" strike="noStrike">
                <a:solidFill>
                  <a:schemeClr val="dk1"/>
                </a:solidFill>
                <a:latin typeface="Calibri"/>
                <a:ea typeface="Calibri"/>
                <a:cs typeface="Calibri"/>
                <a:sym typeface="Calibri"/>
              </a:rPr>
              <a:t>its actors to other events</a:t>
            </a:r>
            <a:endParaRPr b="0" i="0" sz="1800" u="none" cap="none" strike="noStrike">
              <a:solidFill>
                <a:schemeClr val="dk1"/>
              </a:solidFill>
              <a:latin typeface="Calibri"/>
              <a:ea typeface="Calibri"/>
              <a:cs typeface="Calibri"/>
              <a:sym typeface="Calibri"/>
            </a:endParaRPr>
          </a:p>
          <a:p>
            <a:pPr indent="0" lvl="0" marL="0" marR="0" rtl="0" algn="l">
              <a:spcBef>
                <a:spcPts val="64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
        <p:nvSpPr>
          <p:cNvPr id="92" name="Google Shape;92;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libri"/>
              <a:buNone/>
            </a:pPr>
            <a:r>
              <a:rPr b="0" i="0" lang="en-US" sz="4400" u="none" cap="none" strike="noStrike">
                <a:solidFill>
                  <a:schemeClr val="dk1"/>
                </a:solidFill>
                <a:latin typeface="Calibri"/>
                <a:ea typeface="Calibri"/>
                <a:cs typeface="Calibri"/>
                <a:sym typeface="Calibri"/>
              </a:rPr>
              <a:t>Betweeness Centrality</a:t>
            </a:r>
            <a:endParaRPr b="0" i="0" sz="4400" u="none" cap="none" strike="noStrike">
              <a:solidFill>
                <a:schemeClr val="dk1"/>
              </a:solidFill>
              <a:latin typeface="Calibri"/>
              <a:ea typeface="Calibri"/>
              <a:cs typeface="Calibri"/>
              <a:sym typeface="Calibri"/>
            </a:endParaRPr>
          </a:p>
        </p:txBody>
      </p:sp>
      <p:sp>
        <p:nvSpPr>
          <p:cNvPr id="93" name="Google Shape;93;p16"/>
          <p:cNvSpPr txBox="1"/>
          <p:nvPr>
            <p:ph idx="1" type="body"/>
          </p:nvPr>
        </p:nvSpPr>
        <p:spPr>
          <a:xfrm>
            <a:off x="457200" y="1600200"/>
            <a:ext cx="4038600" cy="4525962"/>
          </a:xfrm>
          <a:prstGeom prst="rect">
            <a:avLst/>
          </a:prstGeom>
          <a:noFill/>
          <a:ln>
            <a:noFill/>
          </a:ln>
        </p:spPr>
        <p:txBody>
          <a:bodyPr anchorCtr="0" anchor="t" bIns="45700" lIns="91425" spcFirstLastPara="1" rIns="91425" wrap="square" tIns="45700">
            <a:noAutofit/>
          </a:bodyPr>
          <a:lstStyle/>
          <a:p>
            <a:pPr indent="0" lvl="0" marL="0" marR="0" rtl="0" algn="l">
              <a:spcBef>
                <a:spcPts val="600"/>
              </a:spcBef>
              <a:spcAft>
                <a:spcPts val="0"/>
              </a:spcAft>
              <a:buClr>
                <a:schemeClr val="dk1"/>
              </a:buClr>
              <a:buSzPts val="1200"/>
              <a:buFont typeface="Calibri"/>
              <a:buChar char="●"/>
            </a:pPr>
            <a:r>
              <a:rPr b="0" i="0" lang="en-US" sz="2000" u="none" cap="none" strike="noStrike">
                <a:solidFill>
                  <a:schemeClr val="dk1"/>
                </a:solidFill>
                <a:latin typeface="Calibri"/>
                <a:ea typeface="Calibri"/>
                <a:cs typeface="Calibri"/>
                <a:sym typeface="Calibri"/>
              </a:rPr>
              <a:t>Actors always on geodesics between events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Char char="●"/>
            </a:pPr>
            <a:r>
              <a:rPr b="0" i="0" lang="en-US" sz="2000" u="none" cap="none" strike="noStrike">
                <a:solidFill>
                  <a:schemeClr val="dk1"/>
                </a:solidFill>
                <a:latin typeface="Calibri"/>
                <a:ea typeface="Calibri"/>
                <a:cs typeface="Calibri"/>
                <a:sym typeface="Calibri"/>
              </a:rPr>
              <a:t>Events always on geodesics between actors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Char char="●"/>
            </a:pPr>
            <a:r>
              <a:rPr b="0" i="0" lang="en-US" sz="2000" u="none" cap="none" strike="noStrike">
                <a:solidFill>
                  <a:schemeClr val="dk1"/>
                </a:solidFill>
                <a:latin typeface="Calibri"/>
                <a:ea typeface="Calibri"/>
                <a:cs typeface="Calibri"/>
                <a:sym typeface="Calibri"/>
              </a:rPr>
              <a:t>An event gains betweeness centrality when pairs of its members only meet through that event (i.e. its actors belong to no other events)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Char char="●"/>
            </a:pPr>
            <a:r>
              <a:rPr b="0" i="0" lang="en-US" sz="2000" u="none" cap="none" strike="noStrike">
                <a:solidFill>
                  <a:schemeClr val="dk1"/>
                </a:solidFill>
                <a:latin typeface="Calibri"/>
                <a:ea typeface="Calibri"/>
                <a:cs typeface="Calibri"/>
                <a:sym typeface="Calibri"/>
              </a:rPr>
              <a:t>An actor gains betweeness centrality when it is the only actor that is affiliated with a pair of events (i.e.  the actor is the only member of the event) </a:t>
            </a:r>
            <a:endParaRPr b="0" i="0" sz="1800" u="none" cap="none" strike="noStrike">
              <a:solidFill>
                <a:schemeClr val="dk1"/>
              </a:solidFill>
              <a:latin typeface="Calibri"/>
              <a:ea typeface="Calibri"/>
              <a:cs typeface="Calibri"/>
              <a:sym typeface="Calibri"/>
            </a:endParaRPr>
          </a:p>
        </p:txBody>
      </p:sp>
      <p:pic>
        <p:nvPicPr>
          <p:cNvPr id="94" name="Google Shape;94;p16"/>
          <p:cNvPicPr preferRelativeResize="0"/>
          <p:nvPr/>
        </p:nvPicPr>
        <p:blipFill>
          <a:blip r:embed="rId3">
            <a:alphaModFix/>
          </a:blip>
          <a:stretch>
            <a:fillRect/>
          </a:stretch>
        </p:blipFill>
        <p:spPr>
          <a:xfrm>
            <a:off x="5029200" y="1981200"/>
            <a:ext cx="3930650" cy="41449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sp>
        <p:nvSpPr>
          <p:cNvPr id="100" name="Google Shape;100;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libri"/>
              <a:buNone/>
            </a:pPr>
            <a:r>
              <a:rPr b="0" i="0" lang="en-US" sz="4400" u="none" cap="none" strike="noStrike">
                <a:solidFill>
                  <a:schemeClr val="dk1"/>
                </a:solidFill>
                <a:latin typeface="Calibri"/>
                <a:ea typeface="Calibri"/>
                <a:cs typeface="Calibri"/>
                <a:sym typeface="Calibri"/>
              </a:rPr>
              <a:t>Galois Lattices and Overlap</a:t>
            </a:r>
            <a:endParaRPr b="0" i="0" sz="4400" u="none" cap="none" strike="noStrike">
              <a:solidFill>
                <a:schemeClr val="dk1"/>
              </a:solidFill>
              <a:latin typeface="Calibri"/>
              <a:ea typeface="Calibri"/>
              <a:cs typeface="Calibri"/>
              <a:sym typeface="Calibri"/>
            </a:endParaRPr>
          </a:p>
        </p:txBody>
      </p:sp>
      <p:sp>
        <p:nvSpPr>
          <p:cNvPr id="101" name="Google Shape;101;p17"/>
          <p:cNvSpPr txBox="1"/>
          <p:nvPr>
            <p:ph idx="1" type="body"/>
          </p:nvPr>
        </p:nvSpPr>
        <p:spPr>
          <a:xfrm>
            <a:off x="457200" y="1600200"/>
            <a:ext cx="4038600" cy="4525962"/>
          </a:xfrm>
          <a:prstGeom prst="rect">
            <a:avLst/>
          </a:prstGeom>
          <a:noFill/>
          <a:ln>
            <a:noFill/>
          </a:ln>
        </p:spPr>
        <p:txBody>
          <a:bodyPr anchorCtr="0" anchor="t" bIns="45700" lIns="91425" spcFirstLastPara="1" rIns="91425" wrap="square" tIns="45700">
            <a:noAutofit/>
          </a:bodyPr>
          <a:lstStyle/>
          <a:p>
            <a:pPr indent="0" lvl="0" marL="0" marR="0" rtl="0" algn="l">
              <a:spcBef>
                <a:spcPts val="600"/>
              </a:spcBef>
              <a:spcAft>
                <a:spcPts val="0"/>
              </a:spcAft>
              <a:buClr>
                <a:schemeClr val="dk1"/>
              </a:buClr>
              <a:buSzPts val="1150"/>
              <a:buFont typeface="Calibri"/>
              <a:buChar char="●"/>
            </a:pPr>
            <a:r>
              <a:rPr b="0" i="0" lang="en-US" sz="1900" u="none" cap="none" strike="noStrike">
                <a:solidFill>
                  <a:schemeClr val="dk1"/>
                </a:solidFill>
                <a:latin typeface="Calibri"/>
                <a:ea typeface="Calibri"/>
                <a:cs typeface="Calibri"/>
                <a:sym typeface="Calibri"/>
              </a:rPr>
              <a:t>Events a sets of actors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Char char="●"/>
            </a:pPr>
            <a:r>
              <a:rPr b="0" i="0" lang="en-US" sz="1900" u="none" cap="none" strike="noStrike">
                <a:solidFill>
                  <a:schemeClr val="dk1"/>
                </a:solidFill>
                <a:latin typeface="Calibri"/>
                <a:ea typeface="Calibri"/>
                <a:cs typeface="Calibri"/>
                <a:sym typeface="Calibri"/>
              </a:rPr>
              <a:t>Actors are sets of events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Char char="●"/>
            </a:pPr>
            <a:r>
              <a:rPr b="0" i="0" lang="en-US" sz="1900" u="none" cap="none" strike="noStrike">
                <a:solidFill>
                  <a:schemeClr val="dk1"/>
                </a:solidFill>
                <a:latin typeface="Calibri"/>
                <a:ea typeface="Calibri"/>
                <a:cs typeface="Calibri"/>
                <a:sym typeface="Calibri"/>
              </a:rPr>
              <a:t>Ascending lines connect actors to subset of events it is affiliated with</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Char char="●"/>
            </a:pPr>
            <a:r>
              <a:rPr b="0" i="0" lang="en-US" sz="1900" u="none" cap="none" strike="noStrike">
                <a:solidFill>
                  <a:schemeClr val="dk1"/>
                </a:solidFill>
                <a:latin typeface="Calibri"/>
                <a:ea typeface="Calibri"/>
                <a:cs typeface="Calibri"/>
                <a:sym typeface="Calibri"/>
              </a:rPr>
              <a:t>Descending lines connect connect each event to actors that it is affiliated with </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Char char="●"/>
            </a:pPr>
            <a:r>
              <a:rPr b="0" i="0" lang="en-US" sz="1900" u="none" cap="none" strike="noStrike">
                <a:solidFill>
                  <a:schemeClr val="dk1"/>
                </a:solidFill>
                <a:latin typeface="Calibri"/>
                <a:ea typeface="Calibri"/>
                <a:cs typeface="Calibri"/>
                <a:sym typeface="Calibri"/>
              </a:rPr>
              <a:t>Lines connecting actors (events) indicate subset relations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Char char="●"/>
            </a:pPr>
            <a:r>
              <a:rPr b="0" i="0" lang="en-US" sz="1900" u="none" cap="none" strike="noStrike">
                <a:solidFill>
                  <a:schemeClr val="dk1"/>
                </a:solidFill>
                <a:latin typeface="Calibri"/>
                <a:ea typeface="Calibri"/>
                <a:cs typeface="Calibri"/>
                <a:sym typeface="Calibri"/>
              </a:rPr>
              <a:t>Lower actors in diagram are more central</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Char char="●"/>
            </a:pPr>
            <a:r>
              <a:rPr b="0" i="0" lang="en-US" sz="1900" u="none" cap="none" strike="noStrike">
                <a:solidFill>
                  <a:schemeClr val="dk1"/>
                </a:solidFill>
                <a:latin typeface="Calibri"/>
                <a:ea typeface="Calibri"/>
                <a:cs typeface="Calibri"/>
                <a:sym typeface="Calibri"/>
              </a:rPr>
              <a:t>Higher events in diagram are more cent</a:t>
            </a:r>
            <a:r>
              <a:rPr b="0" i="0" lang="en-US" sz="2200" u="none" cap="none" strike="noStrike">
                <a:solidFill>
                  <a:schemeClr val="dk1"/>
                </a:solidFill>
                <a:latin typeface="Calibri"/>
                <a:ea typeface="Calibri"/>
                <a:cs typeface="Calibri"/>
                <a:sym typeface="Calibri"/>
              </a:rPr>
              <a:t>ral</a:t>
            </a:r>
            <a:endParaRPr b="0" i="0" sz="1800" u="none" cap="none" strike="noStrike">
              <a:solidFill>
                <a:schemeClr val="dk1"/>
              </a:solidFill>
              <a:latin typeface="Calibri"/>
              <a:ea typeface="Calibri"/>
              <a:cs typeface="Calibri"/>
              <a:sym typeface="Calibri"/>
            </a:endParaRPr>
          </a:p>
        </p:txBody>
      </p:sp>
      <p:pic>
        <p:nvPicPr>
          <p:cNvPr id="102" name="Google Shape;102;p17"/>
          <p:cNvPicPr preferRelativeResize="0"/>
          <p:nvPr/>
        </p:nvPicPr>
        <p:blipFill>
          <a:blip r:embed="rId3">
            <a:alphaModFix/>
          </a:blip>
          <a:stretch>
            <a:fillRect/>
          </a:stretch>
        </p:blipFill>
        <p:spPr>
          <a:xfrm>
            <a:off x="4953000" y="1600200"/>
            <a:ext cx="3429000" cy="2147887"/>
          </a:xfrm>
          <a:prstGeom prst="rect">
            <a:avLst/>
          </a:prstGeom>
          <a:noFill/>
          <a:ln>
            <a:noFill/>
          </a:ln>
        </p:spPr>
      </p:pic>
      <p:pic>
        <p:nvPicPr>
          <p:cNvPr id="103" name="Google Shape;103;p17"/>
          <p:cNvPicPr preferRelativeResize="0"/>
          <p:nvPr/>
        </p:nvPicPr>
        <p:blipFill>
          <a:blip r:embed="rId4">
            <a:alphaModFix/>
          </a:blip>
          <a:stretch>
            <a:fillRect/>
          </a:stretch>
        </p:blipFill>
        <p:spPr>
          <a:xfrm>
            <a:off x="5334000" y="3657600"/>
            <a:ext cx="2743200" cy="2892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Custom 218">
      <a:dk1>
        <a:srgbClr val="000000"/>
      </a:dk1>
      <a:lt1>
        <a:srgbClr val="FFFFFF"/>
      </a:lt1>
      <a:dk2>
        <a:srgbClr val="5B595A"/>
      </a:dk2>
      <a:lt2>
        <a:srgbClr val="CFD4D4"/>
      </a:lt2>
      <a:accent1>
        <a:srgbClr val="CC0202"/>
      </a:accent1>
      <a:accent2>
        <a:srgbClr val="228AFF"/>
      </a:accent2>
      <a:accent3>
        <a:srgbClr val="FBC82F"/>
      </a:accent3>
      <a:accent4>
        <a:srgbClr val="253E91"/>
      </a:accent4>
      <a:accent5>
        <a:srgbClr val="F68D0C"/>
      </a:accent5>
      <a:accent6>
        <a:srgbClr val="257E12"/>
      </a:accent6>
      <a:hlink>
        <a:srgbClr val="144C72"/>
      </a:hlink>
      <a:folHlink>
        <a:srgbClr val="8C9D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