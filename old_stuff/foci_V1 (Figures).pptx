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legreya Sans"/>
      <p:regular r:id="rId17"/>
      <p:bold r:id="rId18"/>
      <p:italic r:id="rId19"/>
      <p:boldItalic r:id="rId20"/>
    </p:embeddedFont>
    <p:embeddedFont>
      <p:font typeface="Alegreya Sans SC"/>
      <p:regular r:id="rId21"/>
      <p:bold r:id="rId22"/>
      <p:italic r:id="rId23"/>
      <p:boldItalic r:id="rId24"/>
    </p:embeddedFont>
    <p:embeddedFont>
      <p:font typeface="Comforta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greyaSans-boldItalic.fntdata"/><Relationship Id="rId22" Type="http://schemas.openxmlformats.org/officeDocument/2006/relationships/font" Target="fonts/AlegreyaSansSC-bold.fntdata"/><Relationship Id="rId21" Type="http://schemas.openxmlformats.org/officeDocument/2006/relationships/font" Target="fonts/AlegreyaSansSC-regular.fntdata"/><Relationship Id="rId24" Type="http://schemas.openxmlformats.org/officeDocument/2006/relationships/font" Target="fonts/AlegreyaSansSC-boldItalic.fntdata"/><Relationship Id="rId23" Type="http://schemas.openxmlformats.org/officeDocument/2006/relationships/font" Target="fonts/AlegreyaSansS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mfortaa-bold.fntdata"/><Relationship Id="rId25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legreyaSans-regular.fntdata"/><Relationship Id="rId16" Type="http://schemas.openxmlformats.org/officeDocument/2006/relationships/slide" Target="slides/slide11.xml"/><Relationship Id="rId19" Type="http://schemas.openxmlformats.org/officeDocument/2006/relationships/font" Target="fonts/AlegreyaSans-italic.fntdata"/><Relationship Id="rId18" Type="http://schemas.openxmlformats.org/officeDocument/2006/relationships/font" Target="fonts/Alegrey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af4b481e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af4b481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8af4b481e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8af4b481e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af4b481e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af4b481e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af4b481e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af4b481e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af4b481e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af4b481e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af4b481e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af4b481e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af4b481e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af4b481e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af4b481e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af4b481e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8f82a339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e8f82a339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c15755c4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c15755c4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953000" y="2023038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9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002400" y="1977438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9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6" name="Google Shape;56;p13"/>
          <p:cNvCxnSpPr>
            <a:stCxn id="54" idx="6"/>
            <a:endCxn id="55" idx="1"/>
          </p:cNvCxnSpPr>
          <p:nvPr/>
        </p:nvCxnSpPr>
        <p:spPr>
          <a:xfrm>
            <a:off x="3053700" y="2571738"/>
            <a:ext cx="294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992600" y="362592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4" name="Google Shape;64;p14"/>
          <p:cNvCxnSpPr>
            <a:stCxn id="61" idx="6"/>
            <a:endCxn id="63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" name="Google Shape;65;p14"/>
          <p:cNvCxnSpPr>
            <a:stCxn id="62" idx="6"/>
            <a:endCxn id="63" idx="1"/>
          </p:cNvCxnSpPr>
          <p:nvPr/>
        </p:nvCxnSpPr>
        <p:spPr>
          <a:xfrm flipH="1" rot="10800000">
            <a:off x="3093300" y="2571725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" name="Google Shape;66;p14"/>
          <p:cNvCxnSpPr>
            <a:stCxn id="62" idx="0"/>
            <a:endCxn id="61" idx="4"/>
          </p:cNvCxnSpPr>
          <p:nvPr/>
        </p:nvCxnSpPr>
        <p:spPr>
          <a:xfrm rot="10800000">
            <a:off x="2542950" y="1517525"/>
            <a:ext cx="0" cy="2108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992600" y="362592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4" name="Google Shape;74;p15"/>
          <p:cNvCxnSpPr>
            <a:stCxn id="71" idx="6"/>
            <a:endCxn id="73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" name="Google Shape;75;p15"/>
          <p:cNvCxnSpPr>
            <a:stCxn id="72" idx="6"/>
            <a:endCxn id="73" idx="1"/>
          </p:cNvCxnSpPr>
          <p:nvPr/>
        </p:nvCxnSpPr>
        <p:spPr>
          <a:xfrm flipH="1" rot="10800000">
            <a:off x="3093300" y="2571725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" name="Google Shape;76;p15"/>
          <p:cNvCxnSpPr>
            <a:stCxn id="72" idx="0"/>
            <a:endCxn id="71" idx="4"/>
          </p:cNvCxnSpPr>
          <p:nvPr/>
        </p:nvCxnSpPr>
        <p:spPr>
          <a:xfrm rot="10800000">
            <a:off x="2542950" y="1517525"/>
            <a:ext cx="0" cy="2108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290350" y="2030500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929363" y="3887888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65025" y="1990963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84" name="Google Shape;84;p16"/>
          <p:cNvCxnSpPr>
            <a:stCxn id="82" idx="6"/>
            <a:endCxn id="81" idx="1"/>
          </p:cNvCxnSpPr>
          <p:nvPr/>
        </p:nvCxnSpPr>
        <p:spPr>
          <a:xfrm flipH="1" rot="10800000">
            <a:off x="5030063" y="2624888"/>
            <a:ext cx="2260200" cy="1811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" name="Google Shape;85;p16"/>
          <p:cNvSpPr/>
          <p:nvPr/>
        </p:nvSpPr>
        <p:spPr>
          <a:xfrm>
            <a:off x="3929350" y="158188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86" name="Google Shape;86;p16"/>
          <p:cNvCxnSpPr>
            <a:stCxn id="81" idx="1"/>
            <a:endCxn id="85" idx="6"/>
          </p:cNvCxnSpPr>
          <p:nvPr/>
        </p:nvCxnSpPr>
        <p:spPr>
          <a:xfrm rot="10800000">
            <a:off x="5030150" y="706900"/>
            <a:ext cx="2260200" cy="1917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87" name="Google Shape;87;p16"/>
          <p:cNvCxnSpPr>
            <a:stCxn id="82" idx="2"/>
            <a:endCxn id="83" idx="6"/>
          </p:cNvCxnSpPr>
          <p:nvPr/>
        </p:nvCxnSpPr>
        <p:spPr>
          <a:xfrm rot="10800000">
            <a:off x="1765763" y="2539688"/>
            <a:ext cx="2163600" cy="189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" name="Google Shape;88;p16"/>
          <p:cNvCxnSpPr>
            <a:stCxn id="85" idx="2"/>
            <a:endCxn id="83" idx="6"/>
          </p:cNvCxnSpPr>
          <p:nvPr/>
        </p:nvCxnSpPr>
        <p:spPr>
          <a:xfrm flipH="1">
            <a:off x="1765750" y="706888"/>
            <a:ext cx="2163600" cy="1832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1588200" y="4087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588200" y="362592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367200" y="374563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6" name="Google Shape;96;p17"/>
          <p:cNvCxnSpPr>
            <a:stCxn id="93" idx="6"/>
            <a:endCxn id="95" idx="1"/>
          </p:cNvCxnSpPr>
          <p:nvPr/>
        </p:nvCxnSpPr>
        <p:spPr>
          <a:xfrm>
            <a:off x="2688900" y="957450"/>
            <a:ext cx="3678300" cy="11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7" name="Google Shape;97;p17"/>
          <p:cNvCxnSpPr>
            <a:stCxn id="94" idx="6"/>
            <a:endCxn id="95" idx="1"/>
          </p:cNvCxnSpPr>
          <p:nvPr/>
        </p:nvCxnSpPr>
        <p:spPr>
          <a:xfrm flipH="1" rot="10800000">
            <a:off x="2688900" y="968825"/>
            <a:ext cx="3678300" cy="320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" name="Google Shape;98;p17"/>
          <p:cNvSpPr/>
          <p:nvPr/>
        </p:nvSpPr>
        <p:spPr>
          <a:xfrm>
            <a:off x="6367200" y="3580338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9" name="Google Shape;99;p17"/>
          <p:cNvCxnSpPr>
            <a:stCxn id="93" idx="6"/>
            <a:endCxn id="98" idx="1"/>
          </p:cNvCxnSpPr>
          <p:nvPr/>
        </p:nvCxnSpPr>
        <p:spPr>
          <a:xfrm>
            <a:off x="2688900" y="957450"/>
            <a:ext cx="3678300" cy="3217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" name="Google Shape;100;p17"/>
          <p:cNvCxnSpPr>
            <a:stCxn id="94" idx="6"/>
            <a:endCxn id="98" idx="1"/>
          </p:cNvCxnSpPr>
          <p:nvPr/>
        </p:nvCxnSpPr>
        <p:spPr>
          <a:xfrm>
            <a:off x="2688900" y="4174625"/>
            <a:ext cx="3678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1544225" y="2023013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367200" y="374550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7" name="Google Shape;107;p18"/>
          <p:cNvCxnSpPr>
            <a:stCxn id="105" idx="6"/>
            <a:endCxn id="106" idx="1"/>
          </p:cNvCxnSpPr>
          <p:nvPr/>
        </p:nvCxnSpPr>
        <p:spPr>
          <a:xfrm flipH="1" rot="10800000">
            <a:off x="2644925" y="968813"/>
            <a:ext cx="37224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8" name="Google Shape;108;p18"/>
          <p:cNvSpPr/>
          <p:nvPr/>
        </p:nvSpPr>
        <p:spPr>
          <a:xfrm>
            <a:off x="6367200" y="35803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9" name="Google Shape;109;p18"/>
          <p:cNvCxnSpPr>
            <a:stCxn id="105" idx="6"/>
            <a:endCxn id="108" idx="1"/>
          </p:cNvCxnSpPr>
          <p:nvPr/>
        </p:nvCxnSpPr>
        <p:spPr>
          <a:xfrm>
            <a:off x="2644925" y="2571713"/>
            <a:ext cx="37224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" name="Google Shape;110;p18"/>
          <p:cNvSpPr/>
          <p:nvPr/>
        </p:nvSpPr>
        <p:spPr>
          <a:xfrm>
            <a:off x="6367200" y="20230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1" name="Google Shape;111;p18"/>
          <p:cNvCxnSpPr>
            <a:stCxn id="105" idx="6"/>
            <a:endCxn id="110" idx="1"/>
          </p:cNvCxnSpPr>
          <p:nvPr/>
        </p:nvCxnSpPr>
        <p:spPr>
          <a:xfrm>
            <a:off x="2644925" y="2571713"/>
            <a:ext cx="3722400" cy="4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1992600" y="20230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9" name="Google Shape;119;p19"/>
          <p:cNvCxnSpPr>
            <a:stCxn id="116" idx="6"/>
            <a:endCxn id="118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" name="Google Shape;120;p19"/>
          <p:cNvCxnSpPr>
            <a:stCxn id="117" idx="6"/>
            <a:endCxn id="118" idx="1"/>
          </p:cNvCxnSpPr>
          <p:nvPr/>
        </p:nvCxnSpPr>
        <p:spPr>
          <a:xfrm>
            <a:off x="3093300" y="2571750"/>
            <a:ext cx="286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" name="Google Shape;121;p19"/>
          <p:cNvSpPr/>
          <p:nvPr/>
        </p:nvSpPr>
        <p:spPr>
          <a:xfrm>
            <a:off x="1992600" y="36259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2" name="Google Shape;122;p19"/>
          <p:cNvCxnSpPr>
            <a:stCxn id="121" idx="6"/>
            <a:endCxn id="118" idx="1"/>
          </p:cNvCxnSpPr>
          <p:nvPr/>
        </p:nvCxnSpPr>
        <p:spPr>
          <a:xfrm flipH="1" rot="10800000">
            <a:off x="3093300" y="25717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1544225" y="3625913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367200" y="374550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9" name="Google Shape;129;p20"/>
          <p:cNvCxnSpPr>
            <a:stCxn id="130" idx="6"/>
            <a:endCxn id="128" idx="1"/>
          </p:cNvCxnSpPr>
          <p:nvPr/>
        </p:nvCxnSpPr>
        <p:spPr>
          <a:xfrm flipH="1" rot="10800000">
            <a:off x="2644925" y="968850"/>
            <a:ext cx="37224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" name="Google Shape;131;p20"/>
          <p:cNvSpPr/>
          <p:nvPr/>
        </p:nvSpPr>
        <p:spPr>
          <a:xfrm>
            <a:off x="6367200" y="35803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2" name="Google Shape;132;p20"/>
          <p:cNvCxnSpPr>
            <a:stCxn id="133" idx="6"/>
            <a:endCxn id="131" idx="1"/>
          </p:cNvCxnSpPr>
          <p:nvPr/>
        </p:nvCxnSpPr>
        <p:spPr>
          <a:xfrm>
            <a:off x="2644925" y="968875"/>
            <a:ext cx="3722400" cy="320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" name="Google Shape;134;p20"/>
          <p:cNvSpPr/>
          <p:nvPr/>
        </p:nvSpPr>
        <p:spPr>
          <a:xfrm>
            <a:off x="6367200" y="20230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5" name="Google Shape;135;p20"/>
          <p:cNvCxnSpPr>
            <a:stCxn id="127" idx="6"/>
            <a:endCxn id="128" idx="1"/>
          </p:cNvCxnSpPr>
          <p:nvPr/>
        </p:nvCxnSpPr>
        <p:spPr>
          <a:xfrm flipH="1" rot="10800000">
            <a:off x="2644925" y="968813"/>
            <a:ext cx="3722400" cy="320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" name="Google Shape;133;p20"/>
          <p:cNvSpPr/>
          <p:nvPr/>
        </p:nvSpPr>
        <p:spPr>
          <a:xfrm>
            <a:off x="1544225" y="42017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544225" y="20230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6" name="Google Shape;136;p20"/>
          <p:cNvCxnSpPr>
            <a:stCxn id="133" idx="6"/>
            <a:endCxn id="128" idx="1"/>
          </p:cNvCxnSpPr>
          <p:nvPr/>
        </p:nvCxnSpPr>
        <p:spPr>
          <a:xfrm>
            <a:off x="2644925" y="968875"/>
            <a:ext cx="3722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7" name="Google Shape;137;p20"/>
          <p:cNvCxnSpPr>
            <a:stCxn id="133" idx="6"/>
          </p:cNvCxnSpPr>
          <p:nvPr/>
        </p:nvCxnSpPr>
        <p:spPr>
          <a:xfrm>
            <a:off x="2644925" y="968875"/>
            <a:ext cx="3722400" cy="1648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1034288" y="362590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h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6921113" y="374550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6921113" y="35803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921113" y="20230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3911775" y="2068638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1034313" y="2068613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8" name="Google Shape;148;p21"/>
          <p:cNvCxnSpPr>
            <a:stCxn id="146" idx="6"/>
            <a:endCxn id="144" idx="1"/>
          </p:cNvCxnSpPr>
          <p:nvPr/>
        </p:nvCxnSpPr>
        <p:spPr>
          <a:xfrm>
            <a:off x="5012475" y="2617338"/>
            <a:ext cx="1908600" cy="155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" name="Google Shape;149;p21"/>
          <p:cNvCxnSpPr>
            <a:stCxn id="146" idx="6"/>
            <a:endCxn id="145" idx="1"/>
          </p:cNvCxnSpPr>
          <p:nvPr/>
        </p:nvCxnSpPr>
        <p:spPr>
          <a:xfrm>
            <a:off x="5012475" y="2617338"/>
            <a:ext cx="1908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" name="Google Shape;150;p21"/>
          <p:cNvCxnSpPr>
            <a:stCxn id="146" idx="6"/>
            <a:endCxn id="143" idx="1"/>
          </p:cNvCxnSpPr>
          <p:nvPr/>
        </p:nvCxnSpPr>
        <p:spPr>
          <a:xfrm flipH="1" rot="10800000">
            <a:off x="5012475" y="968838"/>
            <a:ext cx="1908600" cy="1648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1" name="Google Shape;151;p21"/>
          <p:cNvSpPr/>
          <p:nvPr/>
        </p:nvSpPr>
        <p:spPr>
          <a:xfrm>
            <a:off x="1034313" y="420163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2" name="Google Shape;152;p21"/>
          <p:cNvCxnSpPr>
            <a:stCxn id="146" idx="2"/>
            <a:endCxn id="151" idx="5"/>
          </p:cNvCxnSpPr>
          <p:nvPr/>
        </p:nvCxnSpPr>
        <p:spPr>
          <a:xfrm rot="10800000">
            <a:off x="1973775" y="1356738"/>
            <a:ext cx="1938000" cy="1260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" name="Google Shape;153;p21"/>
          <p:cNvCxnSpPr>
            <a:stCxn id="146" idx="2"/>
            <a:endCxn id="147" idx="6"/>
          </p:cNvCxnSpPr>
          <p:nvPr/>
        </p:nvCxnSpPr>
        <p:spPr>
          <a:xfrm rot="10800000">
            <a:off x="2134875" y="2617338"/>
            <a:ext cx="1776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" name="Google Shape;154;p21"/>
          <p:cNvCxnSpPr>
            <a:stCxn id="146" idx="2"/>
            <a:endCxn id="142" idx="7"/>
          </p:cNvCxnSpPr>
          <p:nvPr/>
        </p:nvCxnSpPr>
        <p:spPr>
          <a:xfrm flipH="1">
            <a:off x="1973775" y="2617338"/>
            <a:ext cx="1938000" cy="116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/>
        </p:nvSpPr>
        <p:spPr>
          <a:xfrm>
            <a:off x="2918299" y="1645413"/>
            <a:ext cx="39861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 SC"/>
                <a:ea typeface="Alegreya Sans SC"/>
                <a:cs typeface="Alegreya Sans SC"/>
                <a:sym typeface="Alegreya Sans SC"/>
              </a:rPr>
              <a:t>(A) </a:t>
            </a:r>
            <a:r>
              <a:rPr lang="en">
                <a:latin typeface="Alegreya Sans SC"/>
                <a:ea typeface="Alegreya Sans SC"/>
                <a:cs typeface="Alegreya Sans SC"/>
                <a:sym typeface="Alegreya Sans SC"/>
              </a:rPr>
              <a:t>Tie formation via joint affiliation</a:t>
            </a:r>
            <a:endParaRPr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2918300" y="3169338"/>
            <a:ext cx="39861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 SC"/>
                <a:ea typeface="Alegreya Sans SC"/>
                <a:cs typeface="Alegreya Sans SC"/>
                <a:sym typeface="Alegreya Sans SC"/>
              </a:rPr>
              <a:t>(B) Foci affiliation via social ties</a:t>
            </a:r>
            <a:endParaRPr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1493588" y="96350"/>
            <a:ext cx="646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egreya Sans SC"/>
                <a:ea typeface="Alegreya Sans SC"/>
                <a:cs typeface="Alegreya Sans SC"/>
                <a:sym typeface="Alegreya Sans SC"/>
              </a:rPr>
              <a:t>Time 1</a:t>
            </a:r>
            <a:endParaRPr b="1"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4188038" y="105125"/>
            <a:ext cx="646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egreya Sans SC"/>
                <a:ea typeface="Alegreya Sans SC"/>
                <a:cs typeface="Alegreya Sans SC"/>
                <a:sym typeface="Alegreya Sans SC"/>
              </a:rPr>
              <a:t>Time 2</a:t>
            </a:r>
            <a:endParaRPr b="1"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7003913" y="101100"/>
            <a:ext cx="646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egreya Sans SC"/>
                <a:ea typeface="Alegreya Sans SC"/>
                <a:cs typeface="Alegreya Sans SC"/>
                <a:sym typeface="Alegreya Sans SC"/>
              </a:rPr>
              <a:t>Time 3</a:t>
            </a:r>
            <a:endParaRPr b="1"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111293" y="518703"/>
            <a:ext cx="344100" cy="342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1111293" y="1242895"/>
            <a:ext cx="344100" cy="342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4933447" y="885209"/>
            <a:ext cx="344100" cy="342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67" name="Google Shape;167;p22"/>
          <p:cNvCxnSpPr>
            <a:stCxn id="168" idx="6"/>
            <a:endCxn id="166" idx="1"/>
          </p:cNvCxnSpPr>
          <p:nvPr/>
        </p:nvCxnSpPr>
        <p:spPr>
          <a:xfrm flipH="1" rot="10800000">
            <a:off x="4244880" y="1056389"/>
            <a:ext cx="688500" cy="36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2"/>
          <p:cNvSpPr/>
          <p:nvPr/>
        </p:nvSpPr>
        <p:spPr>
          <a:xfrm>
            <a:off x="3900780" y="522997"/>
            <a:ext cx="344100" cy="342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3900780" y="1247189"/>
            <a:ext cx="344100" cy="342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70" name="Google Shape;170;p22"/>
          <p:cNvCxnSpPr>
            <a:stCxn id="169" idx="6"/>
            <a:endCxn id="166" idx="1"/>
          </p:cNvCxnSpPr>
          <p:nvPr/>
        </p:nvCxnSpPr>
        <p:spPr>
          <a:xfrm>
            <a:off x="4244880" y="694297"/>
            <a:ext cx="688500" cy="36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2"/>
          <p:cNvSpPr/>
          <p:nvPr/>
        </p:nvSpPr>
        <p:spPr>
          <a:xfrm>
            <a:off x="7688607" y="885193"/>
            <a:ext cx="344100" cy="342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72" name="Google Shape;172;p22"/>
          <p:cNvCxnSpPr>
            <a:stCxn id="173" idx="6"/>
            <a:endCxn id="171" idx="1"/>
          </p:cNvCxnSpPr>
          <p:nvPr/>
        </p:nvCxnSpPr>
        <p:spPr>
          <a:xfrm flipH="1" rot="10800000">
            <a:off x="7000040" y="1056373"/>
            <a:ext cx="688500" cy="36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2"/>
          <p:cNvSpPr/>
          <p:nvPr/>
        </p:nvSpPr>
        <p:spPr>
          <a:xfrm>
            <a:off x="6655940" y="522981"/>
            <a:ext cx="344100" cy="342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655940" y="1247173"/>
            <a:ext cx="344100" cy="342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75" name="Google Shape;175;p22"/>
          <p:cNvCxnSpPr>
            <a:stCxn id="174" idx="6"/>
            <a:endCxn id="171" idx="1"/>
          </p:cNvCxnSpPr>
          <p:nvPr/>
        </p:nvCxnSpPr>
        <p:spPr>
          <a:xfrm>
            <a:off x="7000040" y="694281"/>
            <a:ext cx="688500" cy="36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2"/>
          <p:cNvCxnSpPr>
            <a:stCxn id="174" idx="4"/>
            <a:endCxn id="173" idx="0"/>
          </p:cNvCxnSpPr>
          <p:nvPr/>
        </p:nvCxnSpPr>
        <p:spPr>
          <a:xfrm>
            <a:off x="6827990" y="865581"/>
            <a:ext cx="0" cy="38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7" name="Google Shape;1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293" y="518815"/>
            <a:ext cx="344134" cy="34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293" y="1251587"/>
            <a:ext cx="344134" cy="34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761" y="523119"/>
            <a:ext cx="344134" cy="34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780" y="1238708"/>
            <a:ext cx="344134" cy="34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940" y="531694"/>
            <a:ext cx="344134" cy="34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940" y="1247302"/>
            <a:ext cx="344134" cy="34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/>
          <p:nvPr/>
        </p:nvSpPr>
        <p:spPr>
          <a:xfrm>
            <a:off x="1111275" y="2107364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1111275" y="2834555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85" name="Google Shape;185;p22"/>
          <p:cNvCxnSpPr>
            <a:stCxn id="183" idx="4"/>
            <a:endCxn id="184" idx="0"/>
          </p:cNvCxnSpPr>
          <p:nvPr/>
        </p:nvCxnSpPr>
        <p:spPr>
          <a:xfrm>
            <a:off x="1283325" y="2451164"/>
            <a:ext cx="0" cy="38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2"/>
          <p:cNvSpPr/>
          <p:nvPr/>
        </p:nvSpPr>
        <p:spPr>
          <a:xfrm>
            <a:off x="4872761" y="2450222"/>
            <a:ext cx="344100" cy="34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3840094" y="2086511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3840094" y="2813701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89" name="Google Shape;189;p22"/>
          <p:cNvCxnSpPr>
            <a:stCxn id="187" idx="6"/>
            <a:endCxn id="186" idx="1"/>
          </p:cNvCxnSpPr>
          <p:nvPr/>
        </p:nvCxnSpPr>
        <p:spPr>
          <a:xfrm>
            <a:off x="4184194" y="2258411"/>
            <a:ext cx="688500" cy="3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2"/>
          <p:cNvCxnSpPr>
            <a:stCxn id="187" idx="4"/>
            <a:endCxn id="188" idx="0"/>
          </p:cNvCxnSpPr>
          <p:nvPr/>
        </p:nvCxnSpPr>
        <p:spPr>
          <a:xfrm>
            <a:off x="4012144" y="2430311"/>
            <a:ext cx="0" cy="38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2"/>
          <p:cNvSpPr/>
          <p:nvPr/>
        </p:nvSpPr>
        <p:spPr>
          <a:xfrm>
            <a:off x="7688620" y="2408179"/>
            <a:ext cx="344100" cy="34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92" name="Google Shape;192;p22"/>
          <p:cNvCxnSpPr>
            <a:stCxn id="193" idx="6"/>
            <a:endCxn id="191" idx="1"/>
          </p:cNvCxnSpPr>
          <p:nvPr/>
        </p:nvCxnSpPr>
        <p:spPr>
          <a:xfrm flipH="1" rot="10800000">
            <a:off x="7000053" y="2579958"/>
            <a:ext cx="688500" cy="3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2"/>
          <p:cNvSpPr/>
          <p:nvPr/>
        </p:nvSpPr>
        <p:spPr>
          <a:xfrm>
            <a:off x="6655953" y="2044467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655953" y="2771658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95" name="Google Shape;195;p22"/>
          <p:cNvCxnSpPr>
            <a:stCxn id="194" idx="6"/>
            <a:endCxn id="191" idx="1"/>
          </p:cNvCxnSpPr>
          <p:nvPr/>
        </p:nvCxnSpPr>
        <p:spPr>
          <a:xfrm>
            <a:off x="7000053" y="2216367"/>
            <a:ext cx="688500" cy="3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2"/>
          <p:cNvCxnSpPr>
            <a:stCxn id="194" idx="4"/>
            <a:endCxn id="193" idx="0"/>
          </p:cNvCxnSpPr>
          <p:nvPr/>
        </p:nvCxnSpPr>
        <p:spPr>
          <a:xfrm>
            <a:off x="6828003" y="2388267"/>
            <a:ext cx="0" cy="38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275" y="2107477"/>
            <a:ext cx="344134" cy="34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056" y="2086652"/>
            <a:ext cx="344134" cy="34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972" y="2032720"/>
            <a:ext cx="344134" cy="34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972" y="2783590"/>
            <a:ext cx="344134" cy="34372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2807725" y="4763525"/>
            <a:ext cx="40203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 SC"/>
                <a:ea typeface="Alegreya Sans SC"/>
                <a:cs typeface="Alegreya Sans SC"/>
                <a:sym typeface="Alegreya Sans SC"/>
              </a:rPr>
              <a:t>(C) Standard Diffusion Process</a:t>
            </a:r>
            <a:endParaRPr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1128413" y="3658527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1128413" y="4385717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857231" y="3637673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857231" y="4364864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06" name="Google Shape;206;p22"/>
          <p:cNvCxnSpPr>
            <a:stCxn id="204" idx="4"/>
            <a:endCxn id="205" idx="0"/>
          </p:cNvCxnSpPr>
          <p:nvPr/>
        </p:nvCxnSpPr>
        <p:spPr>
          <a:xfrm>
            <a:off x="4029281" y="3981473"/>
            <a:ext cx="0" cy="38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2"/>
          <p:cNvSpPr/>
          <p:nvPr/>
        </p:nvSpPr>
        <p:spPr>
          <a:xfrm>
            <a:off x="6673091" y="3595630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673091" y="4322820"/>
            <a:ext cx="344100" cy="343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09" name="Google Shape;209;p22"/>
          <p:cNvCxnSpPr>
            <a:stCxn id="207" idx="4"/>
            <a:endCxn id="208" idx="0"/>
          </p:cNvCxnSpPr>
          <p:nvPr/>
        </p:nvCxnSpPr>
        <p:spPr>
          <a:xfrm>
            <a:off x="6845141" y="3939430"/>
            <a:ext cx="0" cy="38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413" y="3658639"/>
            <a:ext cx="344134" cy="34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194" y="3637814"/>
            <a:ext cx="344134" cy="34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3110" y="3583883"/>
            <a:ext cx="344134" cy="34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3110" y="4334752"/>
            <a:ext cx="344134" cy="343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6814438" y="1953250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1140950" y="3696234"/>
            <a:ext cx="10974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703341" y="1998862"/>
            <a:ext cx="10974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1140953" y="349863"/>
            <a:ext cx="10974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22" name="Google Shape;222;p23"/>
          <p:cNvCxnSpPr>
            <a:stCxn id="219" idx="0"/>
            <a:endCxn id="221" idx="4"/>
          </p:cNvCxnSpPr>
          <p:nvPr/>
        </p:nvCxnSpPr>
        <p:spPr>
          <a:xfrm rot="10800000">
            <a:off x="1689650" y="1447134"/>
            <a:ext cx="0" cy="2249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223" name="Google Shape;223;p23"/>
          <p:cNvCxnSpPr>
            <a:stCxn id="219" idx="7"/>
            <a:endCxn id="220" idx="2"/>
          </p:cNvCxnSpPr>
          <p:nvPr/>
        </p:nvCxnSpPr>
        <p:spPr>
          <a:xfrm flipH="1" rot="10800000">
            <a:off x="2077639" y="2547444"/>
            <a:ext cx="1625700" cy="1309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" name="Google Shape;224;p23"/>
          <p:cNvCxnSpPr>
            <a:stCxn id="221" idx="5"/>
            <a:endCxn id="220" idx="2"/>
          </p:cNvCxnSpPr>
          <p:nvPr/>
        </p:nvCxnSpPr>
        <p:spPr>
          <a:xfrm>
            <a:off x="2077642" y="1286552"/>
            <a:ext cx="1625700" cy="1260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" name="Google Shape;225;p23"/>
          <p:cNvCxnSpPr>
            <a:stCxn id="221" idx="6"/>
            <a:endCxn id="218" idx="1"/>
          </p:cNvCxnSpPr>
          <p:nvPr/>
        </p:nvCxnSpPr>
        <p:spPr>
          <a:xfrm>
            <a:off x="2238353" y="898563"/>
            <a:ext cx="4576200" cy="1649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" name="Google Shape;226;p23"/>
          <p:cNvCxnSpPr>
            <a:stCxn id="219" idx="6"/>
            <a:endCxn id="218" idx="1"/>
          </p:cNvCxnSpPr>
          <p:nvPr/>
        </p:nvCxnSpPr>
        <p:spPr>
          <a:xfrm flipH="1" rot="10800000">
            <a:off x="2238350" y="2547534"/>
            <a:ext cx="4576200" cy="1697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" name="Google Shape;227;p23"/>
          <p:cNvCxnSpPr>
            <a:stCxn id="220" idx="6"/>
            <a:endCxn id="218" idx="1"/>
          </p:cNvCxnSpPr>
          <p:nvPr/>
        </p:nvCxnSpPr>
        <p:spPr>
          <a:xfrm>
            <a:off x="4800741" y="2547562"/>
            <a:ext cx="201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