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Economica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Economica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03c7d80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03c7d80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003c7d80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003c7d80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003c7d80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003c7d80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03c7d80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003c7d80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03c7d80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03c7d80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003c7d80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003c7d80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1-300x297.png" id="110" name="Google Shape;1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50" y="248575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111" name="Google Shape;1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38" y="2376050"/>
            <a:ext cx="2338775" cy="18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/>
          <p:nvPr/>
        </p:nvSpPr>
        <p:spPr>
          <a:xfrm>
            <a:off x="410050" y="400950"/>
            <a:ext cx="47955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What have we learned?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think about social ties and social linkages via a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lens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4655350" y="3471375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“Matrix”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4655350" y="400950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“Graph”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1-300x297.png" id="119" name="Google Shape;1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50" y="248575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120" name="Google Shape;12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38" y="2376050"/>
            <a:ext cx="2338775" cy="18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410050" y="400950"/>
            <a:ext cx="47955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What have we learned?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think about social ties and social linkages via a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lens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represent networks using different mathematical tools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4655350" y="3471375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“Matrix”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4655350" y="400950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“Graph”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1-300x297.png" id="128" name="Google Shape;1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50" y="248575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129" name="Google Shape;1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38" y="2376050"/>
            <a:ext cx="2338775" cy="18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410050" y="400950"/>
            <a:ext cx="47955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What have we learned?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think about social ties and social linkages via a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lens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represent networks using different mathematical tools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link sociological concepts (e.g., popularity, centrality, position) to mathematical ideas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4655350" y="3471375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“Matrix”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4655350" y="400950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“Graph”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1-300x297.png"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50" y="248575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138" name="Google Shape;13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38" y="2376050"/>
            <a:ext cx="2338775" cy="18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9"/>
          <p:cNvSpPr txBox="1"/>
          <p:nvPr/>
        </p:nvSpPr>
        <p:spPr>
          <a:xfrm>
            <a:off x="410050" y="400950"/>
            <a:ext cx="47955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What have we learned?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think about social ties and social linkages via a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lens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represent networks using different mathematical tools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link sociological concepts (e.g., popularity, centrality, position) to mathematical ideas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translate different mathematical ideas to one another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" name="Google Shape;140;p29"/>
          <p:cNvSpPr txBox="1"/>
          <p:nvPr/>
        </p:nvSpPr>
        <p:spPr>
          <a:xfrm>
            <a:off x="4655350" y="3471375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“Matrix”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4655350" y="400950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“Graph”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1-300x297.png" id="146" name="Google Shape;1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50" y="248575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147" name="Google Shape;14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38" y="2376050"/>
            <a:ext cx="2338775" cy="18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0"/>
          <p:cNvSpPr txBox="1"/>
          <p:nvPr/>
        </p:nvSpPr>
        <p:spPr>
          <a:xfrm>
            <a:off x="410050" y="400950"/>
            <a:ext cx="47955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What have we learned?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think about social ties and social linkages via a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lens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represent networks using different mathematical tools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link sociological concepts (e.g., popularity, centrality, position) to mathematical ideas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To translate different mathematical ideas to one another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How networks work in the real world!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4655350" y="3471375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“Matrix”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" name="Google Shape;150;p30"/>
          <p:cNvSpPr txBox="1"/>
          <p:nvPr/>
        </p:nvSpPr>
        <p:spPr>
          <a:xfrm>
            <a:off x="4655350" y="400950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“Graph”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