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Extraversion and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Social Networks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7241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Exploring the Relationship Between Personality and Social Circles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5318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Undergraduate Lecture Series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FDFC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118110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DFCF4"/>
                </a:solidFill>
                <a:latin typeface="Merriweather"/>
                <a:ea typeface="Merriweather"/>
                <a:cs typeface="Merriweather"/>
                <a:sym typeface="Merriweather"/>
              </a:rPr>
              <a:t>The Architecture of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FDFCF4"/>
                </a:solidFill>
                <a:latin typeface="Merriweather"/>
                <a:ea typeface="Merriweather"/>
                <a:cs typeface="Merriweather"/>
                <a:sym typeface="Merriweather"/>
              </a:rPr>
              <a:t> Human Connections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0861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Foundations of Personal Network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00125" y="285750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set of personal ties an individual maintains with others, including family, friends, and acquaintances.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000125" y="340042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Diversity: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Networks vary significantly in size and composition across different people.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00125" y="394335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Influencers: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Factors like age, sex, and socioeconomic status naturally shape who we are connected to.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448627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Big Question: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Does our personality (like being an extravert) determine how many friends we have?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8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81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243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 Social Network?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54768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Dunbar’s Number suggests our cognitive capacity limits these layers to predictable sizes.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Layers of Connection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2387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90787"/>
            <a:ext cx="52387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952500" y="2919412"/>
            <a:ext cx="47005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Extraverts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52500" y="3452812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Outgoing, gregarious, and energetic. They actively seek social attention and enjoy participating in group activities. They often possess superior social skills and higher interaction rates.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762750" y="2919412"/>
            <a:ext cx="47005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Introverts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762750" y="3452812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Tend to be more reserved and pensive. While they value social connections, they may find large group settings more taxing and maintain smaller, highly focused circles of interaction.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Extraversion: The Social Engine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FDFC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5275" y="11811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DFCF4"/>
                </a:solidFill>
                <a:latin typeface="Merriweather"/>
                <a:ea typeface="Merriweather"/>
                <a:cs typeface="Merriweather"/>
                <a:sym typeface="Merriweather"/>
              </a:rPr>
              <a:t>Key Research Findings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22479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Synthesizing Results from Pollet et al. (2011) and Roberts et al. (2008)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571500" y="45243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Extraverts maintain larger networks at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every layer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primarily driven by their friend circles rather than family.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Quantity: Extraverts Have More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571500" y="2790825"/>
            <a:ext cx="11334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2276475" y="3171825"/>
            <a:ext cx="9344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Zero Increase in Emotional Closeness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2276475" y="3762375"/>
            <a:ext cx="93440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Despite having larger networks, extraverts do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feel emotionally closer to their contacts. This finding remains true even when controlling for network size. Quantity does not automatically equal quality.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Emotional Paradox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571500" y="28575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 we age, our extraversion levels tend to naturally decline. Research by Roberts et al. (2008) highlights that age is a major "confound."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571500" y="39624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diverse populations, the link between extraversion and network size often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disappears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once age is factored in. Age is the single best predictor of network shifts.</a:t>
            </a:r>
            <a:endParaRPr/>
          </a:p>
        </p:txBody>
      </p:sp>
      <p:pic>
        <p:nvPicPr>
          <p:cNvPr descr="image.png"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402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Impact of Age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487"/>
            <a:ext cx="3492549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95487"/>
            <a:ext cx="3492549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95487"/>
            <a:ext cx="3492549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952500" y="3109912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Sexual Segregation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952500" y="3643312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People tend to connect with their own gender. Men have more male friends, and women have more female friends in their core layers.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4730799" y="3109912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Neuroticism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4730799" y="3643312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Interestingly, neuroticism has little to no effect on 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size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of the network layers, though it may influence how people perceive support.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8509099" y="3109912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Education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8509099" y="3643312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Higher education (university degree) is sometimes linked to lower reported emotional closeness in the outer social layers.</a:t>
            </a:r>
            <a:endParaRPr/>
          </a:p>
        </p:txBody>
      </p:sp>
      <p:pic>
        <p:nvPicPr>
          <p:cNvPr descr="image.png" id="186" name="Google Shape;18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717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717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717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Gender and Neuroticism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571500" y="571500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Quantity vs. Quality</a:t>
            </a:r>
            <a:endParaRPr/>
          </a:p>
        </p:txBody>
      </p:sp>
      <p:pic>
        <p:nvPicPr>
          <p:cNvPr descr="image.png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571500" y="2271712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Core Conclusion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571500" y="26812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Extraversion provides the social skills to reach further, but not necessarily to dig deeper.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71500" y="36718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While extraverts are better at replacing members and managing large groups, their emotional investment per person remains identical to introverts.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571500" y="49672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Broad reach, standard depth.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295275" y="571500"/>
            <a:ext cx="11601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571500" y="19240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Thank you for your participation.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71500" y="29222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Contact: psychology.lectures@university.edu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571500" y="34175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Sources: Pollet et al. (2011) | Roberts et al. (2008)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4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/>
          <p:nvPr/>
        </p:nvSpPr>
        <p:spPr>
          <a:xfrm>
            <a:off x="571500" y="29880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571500" y="3763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71500" y="3763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374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/>
          <p:nvPr/>
        </p:nvSpPr>
        <p:spPr>
          <a:xfrm>
            <a:off x="1666875" y="31308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https://www.frontiersin.org/files/Articles/993328/xml-images/fpsyt-13-993328-g001.webp</a:t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1666875" y="33766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www.frontiersin.org</a:t>
            </a:r>
            <a:endParaRPr/>
          </a:p>
        </p:txBody>
      </p:sp>
      <p:pic>
        <p:nvPicPr>
          <p:cNvPr descr="image.png" id="222" name="Google Shape;2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213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1666875" y="391566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https://external-preview.redd.it/should-the-daily-stand-up-die-v0-QkJCZwFqxC9KXd0_6gvX-2a7NHWTjnNkCCgPyhcpKuc.jpg?width=640&amp;crop=smart&amp;auto=webp&amp;s=82491f6086a9734f8a04d51aeefb9b404a238290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1666875" y="43594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www.reddit.com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