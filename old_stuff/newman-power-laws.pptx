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93F79E0-300D-4C81-8997-A36FD775586A}">
  <a:tblStyle styleId="{E93F79E0-300D-4C81-8997-A36FD775586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91425" lIns="91425" spcFirstLastPara="1" rIns="91425" wrap="square" tIns="91425">
            <a:noAutofit/>
          </a:bodyPr>
          <a:lstStyle/>
          <a:p>
            <a:pPr indent="-88900" lvl="0" marL="0" marR="0" rtl="0" algn="r">
              <a:spcBef>
                <a:spcPts val="0"/>
              </a:spcBef>
              <a:spcAft>
                <a:spcPts val="0"/>
              </a:spcAft>
              <a:buSzPts val="1400"/>
              <a:buChar char="●"/>
            </a:pPr>
            <a:r>
              <a:t/>
            </a:r>
            <a:endParaRPr b="0" i="0" sz="1200" u="none" cap="none" strike="noStrike"/>
          </a:p>
          <a:p>
            <a:pPr indent="-88900" lvl="1" marL="0" rtl="0" algn="l">
              <a:spcBef>
                <a:spcPts val="0"/>
              </a:spcBef>
              <a:spcAft>
                <a:spcPts val="0"/>
              </a:spcAft>
              <a:buSzPts val="1400"/>
              <a:buChar char="○"/>
            </a:pPr>
            <a:r>
              <a:t/>
            </a:r>
            <a:endParaRPr/>
          </a:p>
          <a:p>
            <a:pPr indent="-88900" lvl="2" marL="0" rtl="0" algn="l">
              <a:spcBef>
                <a:spcPts val="0"/>
              </a:spcBef>
              <a:spcAft>
                <a:spcPts val="0"/>
              </a:spcAft>
              <a:buSzPts val="1400"/>
              <a:buChar char="■"/>
            </a:pPr>
            <a:r>
              <a:t/>
            </a:r>
            <a:endParaRPr/>
          </a:p>
          <a:p>
            <a:pPr indent="-88900" lvl="3" marL="0" rtl="0" algn="l">
              <a:spcBef>
                <a:spcPts val="0"/>
              </a:spcBef>
              <a:spcAft>
                <a:spcPts val="0"/>
              </a:spcAft>
              <a:buSzPts val="1400"/>
              <a:buChar char="●"/>
            </a:pPr>
            <a:r>
              <a:t/>
            </a:r>
            <a:endParaRPr/>
          </a:p>
          <a:p>
            <a:pPr indent="-88900" lvl="4" marL="0" rtl="0" algn="l">
              <a:spcBef>
                <a:spcPts val="0"/>
              </a:spcBef>
              <a:spcAft>
                <a:spcPts val="0"/>
              </a:spcAft>
              <a:buSzPts val="1400"/>
              <a:buChar char="○"/>
            </a:pPr>
            <a:r>
              <a:t/>
            </a:r>
            <a:endParaRPr/>
          </a:p>
          <a:p>
            <a:pPr indent="-88900" lvl="5" marL="0" rtl="0" algn="l">
              <a:spcBef>
                <a:spcPts val="0"/>
              </a:spcBef>
              <a:spcAft>
                <a:spcPts val="0"/>
              </a:spcAft>
              <a:buSzPts val="1400"/>
              <a:buChar char="■"/>
            </a:pPr>
            <a:r>
              <a:t/>
            </a:r>
            <a:endParaRPr/>
          </a:p>
          <a:p>
            <a:pPr indent="-88900" lvl="6" marL="0" rtl="0" algn="l">
              <a:spcBef>
                <a:spcPts val="0"/>
              </a:spcBef>
              <a:spcAft>
                <a:spcPts val="0"/>
              </a:spcAft>
              <a:buSzPts val="1400"/>
              <a:buChar char="●"/>
            </a:pPr>
            <a:r>
              <a:t/>
            </a:r>
            <a:endParaRPr/>
          </a:p>
          <a:p>
            <a:pPr indent="-88900" lvl="7" marL="0" rtl="0" algn="l">
              <a:spcBef>
                <a:spcPts val="0"/>
              </a:spcBef>
              <a:spcAft>
                <a:spcPts val="0"/>
              </a:spcAft>
              <a:buSzPts val="1400"/>
              <a:buChar char="○"/>
            </a:pPr>
            <a:r>
              <a:t/>
            </a:r>
            <a:endParaRPr/>
          </a:p>
          <a:p>
            <a:pPr indent="-88900" lvl="8" marL="0" rtl="0" algn="l">
              <a:spcBef>
                <a:spcPts val="0"/>
              </a:spcBef>
              <a:spcAft>
                <a:spcPts val="0"/>
              </a:spcAft>
              <a:buSzPts val="1400"/>
              <a:buChar char="■"/>
            </a:pPr>
            <a:r>
              <a:t/>
            </a:r>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 name="Google Shape;57;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 name="Google Shape;58;p1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1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
        <p:nvSpPr>
          <p:cNvPr id="64" name="Google Shape;64;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 name="Google Shape;65;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 name="Google Shape;71;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 name="Google Shape;72;p1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 name="Google Shape;78;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 name="Google Shape;79;p2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 name="Google Shape;85;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2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 name="Google Shape;92;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2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 name="Google Shape;99;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2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 name="Google Shape;106;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2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 name="Google Shape;113;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3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0" name="Google Shape;120;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3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 name="Google Shape;127;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3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 name="Google Shape;135;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3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6" name="Google Shape;146;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3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3" name="Google Shape;153;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4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1" name="Google Shape;181;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4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9" name="Google Shape;209;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4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1" name="Google Shape;221;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4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8" name="Google Shape;228;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4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8" name="Google Shape;238;p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5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7" name="Google Shape;247;p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5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4" name="Google Shape;254;p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5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1" name="Google Shape;261;p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5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9" name="Google Shape;269;p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5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6" name="Google Shape;276;p6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6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3" name="Google Shape;283;p6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6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2" name="Google Shape;292;p6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6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9" name="Google Shape;299;p6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6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6" name="Google Shape;306;p6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6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3" name="Google Shape;313;p7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p7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0" name="Google Shape;320;p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7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7" name="Google Shape;327;p7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8" name="Google Shape;328;p7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4" name="Google Shape;334;p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p7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1" name="Google Shape;341;p7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2" name="Google Shape;342;p7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_AND_OBJECT" type="txAndObj">
  <p:cSld name="TEXT_AND_OBJECT">
    <p:spTree>
      <p:nvGrpSpPr>
        <p:cNvPr id="15" name="Shape 15"/>
        <p:cNvGrpSpPr/>
        <p:nvPr/>
      </p:nvGrpSpPr>
      <p:grpSpPr>
        <a:xfrm>
          <a:off x="0" y="0"/>
          <a:ext cx="0" cy="0"/>
          <a:chOff x="0" y="0"/>
          <a:chExt cx="0" cy="0"/>
        </a:xfrm>
      </p:grpSpPr>
      <p:sp>
        <p:nvSpPr>
          <p:cNvPr id="16" name="Google Shape;16;p2"/>
          <p:cNvSpPr txBox="1"/>
          <p:nvPr>
            <p:ph type="title"/>
          </p:nvPr>
        </p:nvSpPr>
        <p:spPr>
          <a:xfrm>
            <a:off x="457200" y="274638"/>
            <a:ext cx="8229600" cy="11430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SzPts val="1400"/>
              <a:buChar char="●"/>
              <a:defRPr sz="4400">
                <a:solidFill>
                  <a:schemeClr val="dk2"/>
                </a:solidFill>
                <a:latin typeface="Arial"/>
                <a:ea typeface="Arial"/>
                <a:cs typeface="Arial"/>
                <a:sym typeface="Arial"/>
              </a:defRPr>
            </a:lvl1pPr>
            <a:lvl2pPr lvl="1" rtl="0" algn="ctr">
              <a:spcBef>
                <a:spcPts val="0"/>
              </a:spcBef>
              <a:spcAft>
                <a:spcPts val="0"/>
              </a:spcAft>
              <a:buSzPts val="1400"/>
              <a:buChar char="○"/>
              <a:defRPr sz="4400">
                <a:solidFill>
                  <a:schemeClr val="dk2"/>
                </a:solidFill>
                <a:latin typeface="Arial"/>
                <a:ea typeface="Arial"/>
                <a:cs typeface="Arial"/>
                <a:sym typeface="Arial"/>
              </a:defRPr>
            </a:lvl2pPr>
            <a:lvl3pPr lvl="2" rtl="0" algn="ctr">
              <a:spcBef>
                <a:spcPts val="0"/>
              </a:spcBef>
              <a:spcAft>
                <a:spcPts val="0"/>
              </a:spcAft>
              <a:buSzPts val="1400"/>
              <a:buChar char="■"/>
              <a:defRPr sz="4400">
                <a:solidFill>
                  <a:schemeClr val="dk2"/>
                </a:solidFill>
                <a:latin typeface="Arial"/>
                <a:ea typeface="Arial"/>
                <a:cs typeface="Arial"/>
                <a:sym typeface="Arial"/>
              </a:defRPr>
            </a:lvl3pPr>
            <a:lvl4pPr lvl="3" rtl="0" algn="ctr">
              <a:spcBef>
                <a:spcPts val="0"/>
              </a:spcBef>
              <a:spcAft>
                <a:spcPts val="0"/>
              </a:spcAft>
              <a:buSzPts val="1400"/>
              <a:buChar char="●"/>
              <a:defRPr sz="4400">
                <a:solidFill>
                  <a:schemeClr val="dk2"/>
                </a:solidFill>
                <a:latin typeface="Arial"/>
                <a:ea typeface="Arial"/>
                <a:cs typeface="Arial"/>
                <a:sym typeface="Arial"/>
              </a:defRPr>
            </a:lvl4pPr>
            <a:lvl5pPr lvl="4" rtl="0" algn="ctr">
              <a:spcBef>
                <a:spcPts val="0"/>
              </a:spcBef>
              <a:spcAft>
                <a:spcPts val="0"/>
              </a:spcAft>
              <a:buSzPts val="1400"/>
              <a:buChar char="○"/>
              <a:defRPr sz="4400">
                <a:solidFill>
                  <a:schemeClr val="dk2"/>
                </a:solidFill>
                <a:latin typeface="Arial"/>
                <a:ea typeface="Arial"/>
                <a:cs typeface="Arial"/>
                <a:sym typeface="Arial"/>
              </a:defRPr>
            </a:lvl5pPr>
            <a:lvl6pPr lvl="5" marL="457200" rtl="0" algn="ctr">
              <a:spcBef>
                <a:spcPts val="0"/>
              </a:spcBef>
              <a:spcAft>
                <a:spcPts val="0"/>
              </a:spcAft>
              <a:buSzPts val="1400"/>
              <a:buChar char="■"/>
              <a:defRPr sz="4400">
                <a:solidFill>
                  <a:schemeClr val="dk2"/>
                </a:solidFill>
                <a:latin typeface="Arial"/>
                <a:ea typeface="Arial"/>
                <a:cs typeface="Arial"/>
                <a:sym typeface="Arial"/>
              </a:defRPr>
            </a:lvl6pPr>
            <a:lvl7pPr lvl="6" marL="914400" rtl="0" algn="ctr">
              <a:spcBef>
                <a:spcPts val="0"/>
              </a:spcBef>
              <a:spcAft>
                <a:spcPts val="0"/>
              </a:spcAft>
              <a:buSzPts val="1400"/>
              <a:buChar char="●"/>
              <a:defRPr sz="4400">
                <a:solidFill>
                  <a:schemeClr val="dk2"/>
                </a:solidFill>
                <a:latin typeface="Arial"/>
                <a:ea typeface="Arial"/>
                <a:cs typeface="Arial"/>
                <a:sym typeface="Arial"/>
              </a:defRPr>
            </a:lvl7pPr>
            <a:lvl8pPr lvl="7" marL="1371600" rtl="0" algn="ctr">
              <a:spcBef>
                <a:spcPts val="0"/>
              </a:spcBef>
              <a:spcAft>
                <a:spcPts val="0"/>
              </a:spcAft>
              <a:buSzPts val="1400"/>
              <a:buChar char="○"/>
              <a:defRPr sz="4400">
                <a:solidFill>
                  <a:schemeClr val="dk2"/>
                </a:solidFill>
                <a:latin typeface="Arial"/>
                <a:ea typeface="Arial"/>
                <a:cs typeface="Arial"/>
                <a:sym typeface="Arial"/>
              </a:defRPr>
            </a:lvl8pPr>
            <a:lvl9pPr lvl="8" marL="1828800" rtl="0" algn="ctr">
              <a:spcBef>
                <a:spcPts val="0"/>
              </a:spcBef>
              <a:spcAft>
                <a:spcPts val="0"/>
              </a:spcAft>
              <a:buSzPts val="1400"/>
              <a:buChar char="■"/>
              <a:defRPr sz="4400">
                <a:solidFill>
                  <a:schemeClr val="dk2"/>
                </a:solidFill>
                <a:latin typeface="Arial"/>
                <a:ea typeface="Arial"/>
                <a:cs typeface="Arial"/>
                <a:sym typeface="Arial"/>
              </a:defRPr>
            </a:lvl9pPr>
          </a:lstStyle>
          <a:p/>
        </p:txBody>
      </p:sp>
      <p:sp>
        <p:nvSpPr>
          <p:cNvPr id="17" name="Google Shape;17;p2"/>
          <p:cNvSpPr txBox="1"/>
          <p:nvPr>
            <p:ph idx="1" type="body"/>
          </p:nvPr>
        </p:nvSpPr>
        <p:spPr>
          <a:xfrm>
            <a:off x="457200" y="1600200"/>
            <a:ext cx="4038600" cy="4525963"/>
          </a:xfrm>
          <a:prstGeom prst="rect">
            <a:avLst/>
          </a:prstGeom>
          <a:noFill/>
          <a:ln>
            <a:noFill/>
          </a:ln>
        </p:spPr>
        <p:txBody>
          <a:bodyPr anchorCtr="0" anchor="t" bIns="91425" lIns="91425" spcFirstLastPara="1" rIns="91425" wrap="square" tIns="91425">
            <a:noAutofit/>
          </a:bodyPr>
          <a:lstStyle>
            <a:lvl1pPr indent="-317500" lvl="0" marL="457200" rtl="0" algn="l">
              <a:spcBef>
                <a:spcPts val="640"/>
              </a:spcBef>
              <a:spcAft>
                <a:spcPts val="0"/>
              </a:spcAft>
              <a:buClr>
                <a:schemeClr val="dk1"/>
              </a:buClr>
              <a:buSzPts val="1400"/>
              <a:buFont typeface="Arial"/>
              <a:buChar char="●"/>
              <a:defRPr sz="3200">
                <a:solidFill>
                  <a:schemeClr val="dk1"/>
                </a:solidFill>
                <a:latin typeface="Arial"/>
                <a:ea typeface="Arial"/>
                <a:cs typeface="Arial"/>
                <a:sym typeface="Arial"/>
              </a:defRPr>
            </a:lvl1pPr>
            <a:lvl2pPr indent="-317500" lvl="1" marL="914400" rtl="0" algn="l">
              <a:spcBef>
                <a:spcPts val="0"/>
              </a:spcBef>
              <a:spcAft>
                <a:spcPts val="0"/>
              </a:spcAft>
              <a:buClr>
                <a:schemeClr val="dk1"/>
              </a:buClr>
              <a:buSzPts val="1400"/>
              <a:buFont typeface="Arial"/>
              <a:buChar char="●"/>
              <a:defRPr sz="2800">
                <a:solidFill>
                  <a:schemeClr val="dk1"/>
                </a:solidFill>
                <a:latin typeface="Arial"/>
                <a:ea typeface="Arial"/>
                <a:cs typeface="Arial"/>
                <a:sym typeface="Arial"/>
              </a:defRPr>
            </a:lvl2pPr>
            <a:lvl3pPr indent="-317500" lvl="2" marL="1371600" rtl="0" algn="l">
              <a:spcBef>
                <a:spcPts val="0"/>
              </a:spcBef>
              <a:spcAft>
                <a:spcPts val="0"/>
              </a:spcAft>
              <a:buClr>
                <a:schemeClr val="dk1"/>
              </a:buClr>
              <a:buSzPts val="1400"/>
              <a:buFont typeface="Arial"/>
              <a:buChar char="●"/>
              <a:defRPr sz="2400">
                <a:solidFill>
                  <a:schemeClr val="dk1"/>
                </a:solidFill>
                <a:latin typeface="Arial"/>
                <a:ea typeface="Arial"/>
                <a:cs typeface="Arial"/>
                <a:sym typeface="Arial"/>
              </a:defRPr>
            </a:lvl3pPr>
            <a:lvl4pPr indent="-317500" lvl="3" marL="1828800" rtl="0" algn="l">
              <a:spcBef>
                <a:spcPts val="0"/>
              </a:spcBef>
              <a:spcAft>
                <a:spcPts val="0"/>
              </a:spcAft>
              <a:buClr>
                <a:schemeClr val="dk1"/>
              </a:buClr>
              <a:buSzPts val="1400"/>
              <a:buFont typeface="Arial"/>
              <a:buChar char="●"/>
              <a:defRPr sz="2000">
                <a:solidFill>
                  <a:schemeClr val="dk1"/>
                </a:solidFill>
                <a:latin typeface="Arial"/>
                <a:ea typeface="Arial"/>
                <a:cs typeface="Arial"/>
                <a:sym typeface="Arial"/>
              </a:defRPr>
            </a:lvl4pPr>
            <a:lvl5pPr indent="-317500" lvl="4" marL="2286000" rtl="0" algn="l">
              <a:spcBef>
                <a:spcPts val="0"/>
              </a:spcBef>
              <a:spcAft>
                <a:spcPts val="0"/>
              </a:spcAft>
              <a:buClr>
                <a:schemeClr val="dk1"/>
              </a:buClr>
              <a:buSzPts val="1400"/>
              <a:buFont typeface="Arial"/>
              <a:buChar char="●"/>
              <a:defRPr sz="2000">
                <a:solidFill>
                  <a:schemeClr val="dk1"/>
                </a:solidFill>
                <a:latin typeface="Arial"/>
                <a:ea typeface="Arial"/>
                <a:cs typeface="Arial"/>
                <a:sym typeface="Arial"/>
              </a:defRPr>
            </a:lvl5pPr>
            <a:lvl6pPr indent="-317500" lvl="5" marL="2743200" rtl="0" algn="l">
              <a:spcBef>
                <a:spcPts val="0"/>
              </a:spcBef>
              <a:spcAft>
                <a:spcPts val="0"/>
              </a:spcAft>
              <a:buClr>
                <a:schemeClr val="dk1"/>
              </a:buClr>
              <a:buSzPts val="1400"/>
              <a:buFont typeface="Arial"/>
              <a:buChar char="●"/>
              <a:defRPr sz="2000">
                <a:solidFill>
                  <a:schemeClr val="dk1"/>
                </a:solidFill>
                <a:latin typeface="Arial"/>
                <a:ea typeface="Arial"/>
                <a:cs typeface="Arial"/>
                <a:sym typeface="Arial"/>
              </a:defRPr>
            </a:lvl6pPr>
            <a:lvl7pPr indent="-317500" lvl="6" marL="3200400" rtl="0" algn="l">
              <a:spcBef>
                <a:spcPts val="0"/>
              </a:spcBef>
              <a:spcAft>
                <a:spcPts val="0"/>
              </a:spcAft>
              <a:buClr>
                <a:schemeClr val="dk1"/>
              </a:buClr>
              <a:buSzPts val="1400"/>
              <a:buFont typeface="Arial"/>
              <a:buChar char="●"/>
              <a:defRPr sz="2000">
                <a:solidFill>
                  <a:schemeClr val="dk1"/>
                </a:solidFill>
                <a:latin typeface="Arial"/>
                <a:ea typeface="Arial"/>
                <a:cs typeface="Arial"/>
                <a:sym typeface="Arial"/>
              </a:defRPr>
            </a:lvl7pPr>
            <a:lvl8pPr indent="-317500" lvl="7" marL="3657600" rtl="0" algn="l">
              <a:spcBef>
                <a:spcPts val="0"/>
              </a:spcBef>
              <a:spcAft>
                <a:spcPts val="0"/>
              </a:spcAft>
              <a:buClr>
                <a:schemeClr val="dk1"/>
              </a:buClr>
              <a:buSzPts val="1400"/>
              <a:buFont typeface="Arial"/>
              <a:buChar char="●"/>
              <a:defRPr sz="2000">
                <a:solidFill>
                  <a:schemeClr val="dk1"/>
                </a:solidFill>
                <a:latin typeface="Arial"/>
                <a:ea typeface="Arial"/>
                <a:cs typeface="Arial"/>
                <a:sym typeface="Arial"/>
              </a:defRPr>
            </a:lvl8pPr>
            <a:lvl9pPr indent="-317500" lvl="8" marL="4114800" rtl="0" algn="l">
              <a:spcBef>
                <a:spcPts val="0"/>
              </a:spcBef>
              <a:spcAft>
                <a:spcPts val="0"/>
              </a:spcAft>
              <a:buClr>
                <a:schemeClr val="dk1"/>
              </a:buClr>
              <a:buSzPts val="1400"/>
              <a:buFont typeface="Arial"/>
              <a:buChar char="●"/>
              <a:defRPr sz="2000">
                <a:solidFill>
                  <a:schemeClr val="dk1"/>
                </a:solidFill>
                <a:latin typeface="Arial"/>
                <a:ea typeface="Arial"/>
                <a:cs typeface="Arial"/>
                <a:sym typeface="Arial"/>
              </a:defRPr>
            </a:lvl9pPr>
          </a:lstStyle>
          <a:p/>
        </p:txBody>
      </p:sp>
      <p:sp>
        <p:nvSpPr>
          <p:cNvPr id="18" name="Google Shape;18;p2"/>
          <p:cNvSpPr txBox="1"/>
          <p:nvPr>
            <p:ph idx="2" type="body"/>
          </p:nvPr>
        </p:nvSpPr>
        <p:spPr>
          <a:xfrm>
            <a:off x="4648200" y="1600200"/>
            <a:ext cx="4038600" cy="4525963"/>
          </a:xfrm>
          <a:prstGeom prst="rect">
            <a:avLst/>
          </a:prstGeom>
          <a:noFill/>
          <a:ln>
            <a:noFill/>
          </a:ln>
        </p:spPr>
        <p:txBody>
          <a:bodyPr anchorCtr="0" anchor="t" bIns="91425" lIns="91425" spcFirstLastPara="1" rIns="91425" wrap="square" tIns="91425">
            <a:noAutofit/>
          </a:bodyPr>
          <a:lstStyle>
            <a:lvl1pPr indent="-317500" lvl="0" marL="457200" rtl="0" algn="l">
              <a:spcBef>
                <a:spcPts val="640"/>
              </a:spcBef>
              <a:spcAft>
                <a:spcPts val="0"/>
              </a:spcAft>
              <a:buClr>
                <a:schemeClr val="dk1"/>
              </a:buClr>
              <a:buSzPts val="1400"/>
              <a:buFont typeface="Arial"/>
              <a:buChar char="●"/>
              <a:defRPr sz="3200">
                <a:solidFill>
                  <a:schemeClr val="dk1"/>
                </a:solidFill>
                <a:latin typeface="Arial"/>
                <a:ea typeface="Arial"/>
                <a:cs typeface="Arial"/>
                <a:sym typeface="Arial"/>
              </a:defRPr>
            </a:lvl1pPr>
            <a:lvl2pPr indent="-317500" lvl="1" marL="914400" rtl="0" algn="l">
              <a:spcBef>
                <a:spcPts val="0"/>
              </a:spcBef>
              <a:spcAft>
                <a:spcPts val="0"/>
              </a:spcAft>
              <a:buClr>
                <a:schemeClr val="dk1"/>
              </a:buClr>
              <a:buSzPts val="1400"/>
              <a:buFont typeface="Arial"/>
              <a:buChar char="●"/>
              <a:defRPr sz="2800">
                <a:solidFill>
                  <a:schemeClr val="dk1"/>
                </a:solidFill>
                <a:latin typeface="Arial"/>
                <a:ea typeface="Arial"/>
                <a:cs typeface="Arial"/>
                <a:sym typeface="Arial"/>
              </a:defRPr>
            </a:lvl2pPr>
            <a:lvl3pPr indent="-317500" lvl="2" marL="1371600" rtl="0" algn="l">
              <a:spcBef>
                <a:spcPts val="0"/>
              </a:spcBef>
              <a:spcAft>
                <a:spcPts val="0"/>
              </a:spcAft>
              <a:buClr>
                <a:schemeClr val="dk1"/>
              </a:buClr>
              <a:buSzPts val="1400"/>
              <a:buFont typeface="Arial"/>
              <a:buChar char="●"/>
              <a:defRPr sz="2400">
                <a:solidFill>
                  <a:schemeClr val="dk1"/>
                </a:solidFill>
                <a:latin typeface="Arial"/>
                <a:ea typeface="Arial"/>
                <a:cs typeface="Arial"/>
                <a:sym typeface="Arial"/>
              </a:defRPr>
            </a:lvl3pPr>
            <a:lvl4pPr indent="-317500" lvl="3" marL="1828800" rtl="0" algn="l">
              <a:spcBef>
                <a:spcPts val="0"/>
              </a:spcBef>
              <a:spcAft>
                <a:spcPts val="0"/>
              </a:spcAft>
              <a:buClr>
                <a:schemeClr val="dk1"/>
              </a:buClr>
              <a:buSzPts val="1400"/>
              <a:buFont typeface="Arial"/>
              <a:buChar char="●"/>
              <a:defRPr sz="2000">
                <a:solidFill>
                  <a:schemeClr val="dk1"/>
                </a:solidFill>
                <a:latin typeface="Arial"/>
                <a:ea typeface="Arial"/>
                <a:cs typeface="Arial"/>
                <a:sym typeface="Arial"/>
              </a:defRPr>
            </a:lvl4pPr>
            <a:lvl5pPr indent="-317500" lvl="4" marL="2286000" rtl="0" algn="l">
              <a:spcBef>
                <a:spcPts val="0"/>
              </a:spcBef>
              <a:spcAft>
                <a:spcPts val="0"/>
              </a:spcAft>
              <a:buClr>
                <a:schemeClr val="dk1"/>
              </a:buClr>
              <a:buSzPts val="1400"/>
              <a:buFont typeface="Arial"/>
              <a:buChar char="●"/>
              <a:defRPr sz="2000">
                <a:solidFill>
                  <a:schemeClr val="dk1"/>
                </a:solidFill>
                <a:latin typeface="Arial"/>
                <a:ea typeface="Arial"/>
                <a:cs typeface="Arial"/>
                <a:sym typeface="Arial"/>
              </a:defRPr>
            </a:lvl5pPr>
            <a:lvl6pPr indent="-317500" lvl="5" marL="2743200" rtl="0" algn="l">
              <a:spcBef>
                <a:spcPts val="0"/>
              </a:spcBef>
              <a:spcAft>
                <a:spcPts val="0"/>
              </a:spcAft>
              <a:buClr>
                <a:schemeClr val="dk1"/>
              </a:buClr>
              <a:buSzPts val="1400"/>
              <a:buFont typeface="Arial"/>
              <a:buChar char="●"/>
              <a:defRPr sz="2000">
                <a:solidFill>
                  <a:schemeClr val="dk1"/>
                </a:solidFill>
                <a:latin typeface="Arial"/>
                <a:ea typeface="Arial"/>
                <a:cs typeface="Arial"/>
                <a:sym typeface="Arial"/>
              </a:defRPr>
            </a:lvl6pPr>
            <a:lvl7pPr indent="-317500" lvl="6" marL="3200400" rtl="0" algn="l">
              <a:spcBef>
                <a:spcPts val="0"/>
              </a:spcBef>
              <a:spcAft>
                <a:spcPts val="0"/>
              </a:spcAft>
              <a:buClr>
                <a:schemeClr val="dk1"/>
              </a:buClr>
              <a:buSzPts val="1400"/>
              <a:buFont typeface="Arial"/>
              <a:buChar char="●"/>
              <a:defRPr sz="2000">
                <a:solidFill>
                  <a:schemeClr val="dk1"/>
                </a:solidFill>
                <a:latin typeface="Arial"/>
                <a:ea typeface="Arial"/>
                <a:cs typeface="Arial"/>
                <a:sym typeface="Arial"/>
              </a:defRPr>
            </a:lvl7pPr>
            <a:lvl8pPr indent="-317500" lvl="7" marL="3657600" rtl="0" algn="l">
              <a:spcBef>
                <a:spcPts val="0"/>
              </a:spcBef>
              <a:spcAft>
                <a:spcPts val="0"/>
              </a:spcAft>
              <a:buClr>
                <a:schemeClr val="dk1"/>
              </a:buClr>
              <a:buSzPts val="1400"/>
              <a:buFont typeface="Arial"/>
              <a:buChar char="●"/>
              <a:defRPr sz="2000">
                <a:solidFill>
                  <a:schemeClr val="dk1"/>
                </a:solidFill>
                <a:latin typeface="Arial"/>
                <a:ea typeface="Arial"/>
                <a:cs typeface="Arial"/>
                <a:sym typeface="Arial"/>
              </a:defRPr>
            </a:lvl8pPr>
            <a:lvl9pPr indent="-317500" lvl="8" marL="4114800" rtl="0" algn="l">
              <a:spcBef>
                <a:spcPts val="0"/>
              </a:spcBef>
              <a:spcAft>
                <a:spcPts val="0"/>
              </a:spcAft>
              <a:buClr>
                <a:schemeClr val="dk1"/>
              </a:buClr>
              <a:buSzPts val="1400"/>
              <a:buFont typeface="Arial"/>
              <a:buChar char="●"/>
              <a:defRPr sz="2000">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ITLE_AND_VERTICAL_TEXT" type="vertTitleAndTx">
  <p:cSld name="VERTICAL_TITLE_AND_VERTICAL_TEXT">
    <p:spTree>
      <p:nvGrpSpPr>
        <p:cNvPr id="19" name="Shape 19"/>
        <p:cNvGrpSpPr/>
        <p:nvPr/>
      </p:nvGrpSpPr>
      <p:grpSpPr>
        <a:xfrm>
          <a:off x="0" y="0"/>
          <a:ext cx="0" cy="0"/>
          <a:chOff x="0" y="0"/>
          <a:chExt cx="0" cy="0"/>
        </a:xfrm>
      </p:grpSpPr>
      <p:sp>
        <p:nvSpPr>
          <p:cNvPr id="20" name="Google Shape;20;p3"/>
          <p:cNvSpPr txBox="1"/>
          <p:nvPr>
            <p:ph type="title"/>
          </p:nvPr>
        </p:nvSpPr>
        <p:spPr>
          <a:xfrm rot="5400000">
            <a:off x="4732337" y="2171700"/>
            <a:ext cx="5851525" cy="2057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SzPts val="1400"/>
              <a:buChar char="●"/>
              <a:defRPr sz="4400">
                <a:solidFill>
                  <a:schemeClr val="dk2"/>
                </a:solidFill>
                <a:latin typeface="Arial"/>
                <a:ea typeface="Arial"/>
                <a:cs typeface="Arial"/>
                <a:sym typeface="Arial"/>
              </a:defRPr>
            </a:lvl1pPr>
            <a:lvl2pPr lvl="1" rtl="0" algn="ctr">
              <a:spcBef>
                <a:spcPts val="0"/>
              </a:spcBef>
              <a:spcAft>
                <a:spcPts val="0"/>
              </a:spcAft>
              <a:buSzPts val="1400"/>
              <a:buChar char="○"/>
              <a:defRPr sz="4400">
                <a:solidFill>
                  <a:schemeClr val="dk2"/>
                </a:solidFill>
                <a:latin typeface="Arial"/>
                <a:ea typeface="Arial"/>
                <a:cs typeface="Arial"/>
                <a:sym typeface="Arial"/>
              </a:defRPr>
            </a:lvl2pPr>
            <a:lvl3pPr lvl="2" rtl="0" algn="ctr">
              <a:spcBef>
                <a:spcPts val="0"/>
              </a:spcBef>
              <a:spcAft>
                <a:spcPts val="0"/>
              </a:spcAft>
              <a:buSzPts val="1400"/>
              <a:buChar char="■"/>
              <a:defRPr sz="4400">
                <a:solidFill>
                  <a:schemeClr val="dk2"/>
                </a:solidFill>
                <a:latin typeface="Arial"/>
                <a:ea typeface="Arial"/>
                <a:cs typeface="Arial"/>
                <a:sym typeface="Arial"/>
              </a:defRPr>
            </a:lvl3pPr>
            <a:lvl4pPr lvl="3" rtl="0" algn="ctr">
              <a:spcBef>
                <a:spcPts val="0"/>
              </a:spcBef>
              <a:spcAft>
                <a:spcPts val="0"/>
              </a:spcAft>
              <a:buSzPts val="1400"/>
              <a:buChar char="●"/>
              <a:defRPr sz="4400">
                <a:solidFill>
                  <a:schemeClr val="dk2"/>
                </a:solidFill>
                <a:latin typeface="Arial"/>
                <a:ea typeface="Arial"/>
                <a:cs typeface="Arial"/>
                <a:sym typeface="Arial"/>
              </a:defRPr>
            </a:lvl4pPr>
            <a:lvl5pPr lvl="4" rtl="0" algn="ctr">
              <a:spcBef>
                <a:spcPts val="0"/>
              </a:spcBef>
              <a:spcAft>
                <a:spcPts val="0"/>
              </a:spcAft>
              <a:buSzPts val="1400"/>
              <a:buChar char="○"/>
              <a:defRPr sz="4400">
                <a:solidFill>
                  <a:schemeClr val="dk2"/>
                </a:solidFill>
                <a:latin typeface="Arial"/>
                <a:ea typeface="Arial"/>
                <a:cs typeface="Arial"/>
                <a:sym typeface="Arial"/>
              </a:defRPr>
            </a:lvl5pPr>
            <a:lvl6pPr lvl="5" marL="457200" rtl="0" algn="ctr">
              <a:spcBef>
                <a:spcPts val="0"/>
              </a:spcBef>
              <a:spcAft>
                <a:spcPts val="0"/>
              </a:spcAft>
              <a:buSzPts val="1400"/>
              <a:buChar char="■"/>
              <a:defRPr sz="4400">
                <a:solidFill>
                  <a:schemeClr val="dk2"/>
                </a:solidFill>
                <a:latin typeface="Arial"/>
                <a:ea typeface="Arial"/>
                <a:cs typeface="Arial"/>
                <a:sym typeface="Arial"/>
              </a:defRPr>
            </a:lvl6pPr>
            <a:lvl7pPr lvl="6" marL="914400" rtl="0" algn="ctr">
              <a:spcBef>
                <a:spcPts val="0"/>
              </a:spcBef>
              <a:spcAft>
                <a:spcPts val="0"/>
              </a:spcAft>
              <a:buSzPts val="1400"/>
              <a:buChar char="●"/>
              <a:defRPr sz="4400">
                <a:solidFill>
                  <a:schemeClr val="dk2"/>
                </a:solidFill>
                <a:latin typeface="Arial"/>
                <a:ea typeface="Arial"/>
                <a:cs typeface="Arial"/>
                <a:sym typeface="Arial"/>
              </a:defRPr>
            </a:lvl7pPr>
            <a:lvl8pPr lvl="7" marL="1371600" rtl="0" algn="ctr">
              <a:spcBef>
                <a:spcPts val="0"/>
              </a:spcBef>
              <a:spcAft>
                <a:spcPts val="0"/>
              </a:spcAft>
              <a:buSzPts val="1400"/>
              <a:buChar char="○"/>
              <a:defRPr sz="4400">
                <a:solidFill>
                  <a:schemeClr val="dk2"/>
                </a:solidFill>
                <a:latin typeface="Arial"/>
                <a:ea typeface="Arial"/>
                <a:cs typeface="Arial"/>
                <a:sym typeface="Arial"/>
              </a:defRPr>
            </a:lvl8pPr>
            <a:lvl9pPr lvl="8" marL="1828800" rtl="0" algn="ctr">
              <a:spcBef>
                <a:spcPts val="0"/>
              </a:spcBef>
              <a:spcAft>
                <a:spcPts val="0"/>
              </a:spcAft>
              <a:buSzPts val="1400"/>
              <a:buChar char="■"/>
              <a:defRPr sz="4400">
                <a:solidFill>
                  <a:schemeClr val="dk2"/>
                </a:solidFill>
                <a:latin typeface="Arial"/>
                <a:ea typeface="Arial"/>
                <a:cs typeface="Arial"/>
                <a:sym typeface="Arial"/>
              </a:defRPr>
            </a:lvl9pPr>
          </a:lstStyle>
          <a:p/>
        </p:txBody>
      </p:sp>
      <p:sp>
        <p:nvSpPr>
          <p:cNvPr id="21" name="Google Shape;21;p3"/>
          <p:cNvSpPr txBox="1"/>
          <p:nvPr>
            <p:ph idx="1" type="body"/>
          </p:nvPr>
        </p:nvSpPr>
        <p:spPr>
          <a:xfrm rot="5400000">
            <a:off x="541338" y="190501"/>
            <a:ext cx="5851525" cy="6019800"/>
          </a:xfrm>
          <a:prstGeom prst="rect">
            <a:avLst/>
          </a:prstGeom>
          <a:noFill/>
          <a:ln>
            <a:noFill/>
          </a:ln>
        </p:spPr>
        <p:txBody>
          <a:bodyPr anchorCtr="0" anchor="t" bIns="91425" lIns="91425" spcFirstLastPara="1" rIns="91425" wrap="square" tIns="91425">
            <a:noAutofit/>
          </a:bodyPr>
          <a:lstStyle>
            <a:lvl1pPr indent="-317500" lvl="0" marL="457200" rtl="0" algn="l">
              <a:spcBef>
                <a:spcPts val="640"/>
              </a:spcBef>
              <a:spcAft>
                <a:spcPts val="0"/>
              </a:spcAft>
              <a:buClr>
                <a:schemeClr val="dk1"/>
              </a:buClr>
              <a:buSzPts val="1400"/>
              <a:buFont typeface="Arial"/>
              <a:buChar char="●"/>
              <a:defRPr sz="3200">
                <a:solidFill>
                  <a:schemeClr val="dk1"/>
                </a:solidFill>
                <a:latin typeface="Arial"/>
                <a:ea typeface="Arial"/>
                <a:cs typeface="Arial"/>
                <a:sym typeface="Arial"/>
              </a:defRPr>
            </a:lvl1pPr>
            <a:lvl2pPr indent="-317500" lvl="1" marL="914400" rtl="0" algn="l">
              <a:spcBef>
                <a:spcPts val="0"/>
              </a:spcBef>
              <a:spcAft>
                <a:spcPts val="0"/>
              </a:spcAft>
              <a:buClr>
                <a:schemeClr val="dk1"/>
              </a:buClr>
              <a:buSzPts val="1400"/>
              <a:buFont typeface="Arial"/>
              <a:buChar char="●"/>
              <a:defRPr sz="2800">
                <a:solidFill>
                  <a:schemeClr val="dk1"/>
                </a:solidFill>
                <a:latin typeface="Arial"/>
                <a:ea typeface="Arial"/>
                <a:cs typeface="Arial"/>
                <a:sym typeface="Arial"/>
              </a:defRPr>
            </a:lvl2pPr>
            <a:lvl3pPr indent="-317500" lvl="2" marL="1371600" rtl="0" algn="l">
              <a:spcBef>
                <a:spcPts val="0"/>
              </a:spcBef>
              <a:spcAft>
                <a:spcPts val="0"/>
              </a:spcAft>
              <a:buClr>
                <a:schemeClr val="dk1"/>
              </a:buClr>
              <a:buSzPts val="1400"/>
              <a:buFont typeface="Arial"/>
              <a:buChar char="●"/>
              <a:defRPr sz="2400">
                <a:solidFill>
                  <a:schemeClr val="dk1"/>
                </a:solidFill>
                <a:latin typeface="Arial"/>
                <a:ea typeface="Arial"/>
                <a:cs typeface="Arial"/>
                <a:sym typeface="Arial"/>
              </a:defRPr>
            </a:lvl3pPr>
            <a:lvl4pPr indent="-317500" lvl="3" marL="1828800" rtl="0" algn="l">
              <a:spcBef>
                <a:spcPts val="0"/>
              </a:spcBef>
              <a:spcAft>
                <a:spcPts val="0"/>
              </a:spcAft>
              <a:buClr>
                <a:schemeClr val="dk1"/>
              </a:buClr>
              <a:buSzPts val="1400"/>
              <a:buFont typeface="Arial"/>
              <a:buChar char="●"/>
              <a:defRPr sz="2000">
                <a:solidFill>
                  <a:schemeClr val="dk1"/>
                </a:solidFill>
                <a:latin typeface="Arial"/>
                <a:ea typeface="Arial"/>
                <a:cs typeface="Arial"/>
                <a:sym typeface="Arial"/>
              </a:defRPr>
            </a:lvl4pPr>
            <a:lvl5pPr indent="-317500" lvl="4" marL="2286000" rtl="0" algn="l">
              <a:spcBef>
                <a:spcPts val="0"/>
              </a:spcBef>
              <a:spcAft>
                <a:spcPts val="0"/>
              </a:spcAft>
              <a:buClr>
                <a:schemeClr val="dk1"/>
              </a:buClr>
              <a:buSzPts val="1400"/>
              <a:buFont typeface="Arial"/>
              <a:buChar char="●"/>
              <a:defRPr sz="2000">
                <a:solidFill>
                  <a:schemeClr val="dk1"/>
                </a:solidFill>
                <a:latin typeface="Arial"/>
                <a:ea typeface="Arial"/>
                <a:cs typeface="Arial"/>
                <a:sym typeface="Arial"/>
              </a:defRPr>
            </a:lvl5pPr>
            <a:lvl6pPr indent="-317500" lvl="5" marL="2743200" rtl="0" algn="l">
              <a:spcBef>
                <a:spcPts val="0"/>
              </a:spcBef>
              <a:spcAft>
                <a:spcPts val="0"/>
              </a:spcAft>
              <a:buClr>
                <a:schemeClr val="dk1"/>
              </a:buClr>
              <a:buSzPts val="1400"/>
              <a:buFont typeface="Arial"/>
              <a:buChar char="●"/>
              <a:defRPr sz="2000">
                <a:solidFill>
                  <a:schemeClr val="dk1"/>
                </a:solidFill>
                <a:latin typeface="Arial"/>
                <a:ea typeface="Arial"/>
                <a:cs typeface="Arial"/>
                <a:sym typeface="Arial"/>
              </a:defRPr>
            </a:lvl6pPr>
            <a:lvl7pPr indent="-317500" lvl="6" marL="3200400" rtl="0" algn="l">
              <a:spcBef>
                <a:spcPts val="0"/>
              </a:spcBef>
              <a:spcAft>
                <a:spcPts val="0"/>
              </a:spcAft>
              <a:buClr>
                <a:schemeClr val="dk1"/>
              </a:buClr>
              <a:buSzPts val="1400"/>
              <a:buFont typeface="Arial"/>
              <a:buChar char="●"/>
              <a:defRPr sz="2000">
                <a:solidFill>
                  <a:schemeClr val="dk1"/>
                </a:solidFill>
                <a:latin typeface="Arial"/>
                <a:ea typeface="Arial"/>
                <a:cs typeface="Arial"/>
                <a:sym typeface="Arial"/>
              </a:defRPr>
            </a:lvl7pPr>
            <a:lvl8pPr indent="-317500" lvl="7" marL="3657600" rtl="0" algn="l">
              <a:spcBef>
                <a:spcPts val="0"/>
              </a:spcBef>
              <a:spcAft>
                <a:spcPts val="0"/>
              </a:spcAft>
              <a:buClr>
                <a:schemeClr val="dk1"/>
              </a:buClr>
              <a:buSzPts val="1400"/>
              <a:buFont typeface="Arial"/>
              <a:buChar char="●"/>
              <a:defRPr sz="2000">
                <a:solidFill>
                  <a:schemeClr val="dk1"/>
                </a:solidFill>
                <a:latin typeface="Arial"/>
                <a:ea typeface="Arial"/>
                <a:cs typeface="Arial"/>
                <a:sym typeface="Arial"/>
              </a:defRPr>
            </a:lvl8pPr>
            <a:lvl9pPr indent="-317500" lvl="8" marL="4114800" rtl="0" algn="l">
              <a:spcBef>
                <a:spcPts val="0"/>
              </a:spcBef>
              <a:spcAft>
                <a:spcPts val="0"/>
              </a:spcAft>
              <a:buClr>
                <a:schemeClr val="dk1"/>
              </a:buClr>
              <a:buSzPts val="1400"/>
              <a:buFont typeface="Arial"/>
              <a:buChar char="●"/>
              <a:defRPr sz="2000">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EXT" type="vertTx">
  <p:cSld name="VERTICAL_TEXT">
    <p:spTree>
      <p:nvGrpSpPr>
        <p:cNvPr id="22" name="Shape 22"/>
        <p:cNvGrpSpPr/>
        <p:nvPr/>
      </p:nvGrpSpPr>
      <p:grpSpPr>
        <a:xfrm>
          <a:off x="0" y="0"/>
          <a:ext cx="0" cy="0"/>
          <a:chOff x="0" y="0"/>
          <a:chExt cx="0" cy="0"/>
        </a:xfrm>
      </p:grpSpPr>
      <p:sp>
        <p:nvSpPr>
          <p:cNvPr id="23" name="Google Shape;23;p4"/>
          <p:cNvSpPr txBox="1"/>
          <p:nvPr>
            <p:ph type="title"/>
          </p:nvPr>
        </p:nvSpPr>
        <p:spPr>
          <a:xfrm>
            <a:off x="457200" y="274637"/>
            <a:ext cx="8229600" cy="11430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SzPts val="1400"/>
              <a:buChar char="●"/>
              <a:defRPr sz="4400">
                <a:solidFill>
                  <a:schemeClr val="dk2"/>
                </a:solidFill>
                <a:latin typeface="Arial"/>
                <a:ea typeface="Arial"/>
                <a:cs typeface="Arial"/>
                <a:sym typeface="Arial"/>
              </a:defRPr>
            </a:lvl1pPr>
            <a:lvl2pPr lvl="1" rtl="0" algn="ctr">
              <a:spcBef>
                <a:spcPts val="0"/>
              </a:spcBef>
              <a:spcAft>
                <a:spcPts val="0"/>
              </a:spcAft>
              <a:buSzPts val="1400"/>
              <a:buChar char="○"/>
              <a:defRPr sz="4400">
                <a:solidFill>
                  <a:schemeClr val="dk2"/>
                </a:solidFill>
                <a:latin typeface="Arial"/>
                <a:ea typeface="Arial"/>
                <a:cs typeface="Arial"/>
                <a:sym typeface="Arial"/>
              </a:defRPr>
            </a:lvl2pPr>
            <a:lvl3pPr lvl="2" rtl="0" algn="ctr">
              <a:spcBef>
                <a:spcPts val="0"/>
              </a:spcBef>
              <a:spcAft>
                <a:spcPts val="0"/>
              </a:spcAft>
              <a:buSzPts val="1400"/>
              <a:buChar char="■"/>
              <a:defRPr sz="4400">
                <a:solidFill>
                  <a:schemeClr val="dk2"/>
                </a:solidFill>
                <a:latin typeface="Arial"/>
                <a:ea typeface="Arial"/>
                <a:cs typeface="Arial"/>
                <a:sym typeface="Arial"/>
              </a:defRPr>
            </a:lvl3pPr>
            <a:lvl4pPr lvl="3" rtl="0" algn="ctr">
              <a:spcBef>
                <a:spcPts val="0"/>
              </a:spcBef>
              <a:spcAft>
                <a:spcPts val="0"/>
              </a:spcAft>
              <a:buSzPts val="1400"/>
              <a:buChar char="●"/>
              <a:defRPr sz="4400">
                <a:solidFill>
                  <a:schemeClr val="dk2"/>
                </a:solidFill>
                <a:latin typeface="Arial"/>
                <a:ea typeface="Arial"/>
                <a:cs typeface="Arial"/>
                <a:sym typeface="Arial"/>
              </a:defRPr>
            </a:lvl4pPr>
            <a:lvl5pPr lvl="4" rtl="0" algn="ctr">
              <a:spcBef>
                <a:spcPts val="0"/>
              </a:spcBef>
              <a:spcAft>
                <a:spcPts val="0"/>
              </a:spcAft>
              <a:buSzPts val="1400"/>
              <a:buChar char="○"/>
              <a:defRPr sz="4400">
                <a:solidFill>
                  <a:schemeClr val="dk2"/>
                </a:solidFill>
                <a:latin typeface="Arial"/>
                <a:ea typeface="Arial"/>
                <a:cs typeface="Arial"/>
                <a:sym typeface="Arial"/>
              </a:defRPr>
            </a:lvl5pPr>
            <a:lvl6pPr lvl="5" marL="457200" rtl="0" algn="ctr">
              <a:spcBef>
                <a:spcPts val="0"/>
              </a:spcBef>
              <a:spcAft>
                <a:spcPts val="0"/>
              </a:spcAft>
              <a:buSzPts val="1400"/>
              <a:buChar char="■"/>
              <a:defRPr sz="4400">
                <a:solidFill>
                  <a:schemeClr val="dk2"/>
                </a:solidFill>
                <a:latin typeface="Arial"/>
                <a:ea typeface="Arial"/>
                <a:cs typeface="Arial"/>
                <a:sym typeface="Arial"/>
              </a:defRPr>
            </a:lvl6pPr>
            <a:lvl7pPr lvl="6" marL="914400" rtl="0" algn="ctr">
              <a:spcBef>
                <a:spcPts val="0"/>
              </a:spcBef>
              <a:spcAft>
                <a:spcPts val="0"/>
              </a:spcAft>
              <a:buSzPts val="1400"/>
              <a:buChar char="●"/>
              <a:defRPr sz="4400">
                <a:solidFill>
                  <a:schemeClr val="dk2"/>
                </a:solidFill>
                <a:latin typeface="Arial"/>
                <a:ea typeface="Arial"/>
                <a:cs typeface="Arial"/>
                <a:sym typeface="Arial"/>
              </a:defRPr>
            </a:lvl7pPr>
            <a:lvl8pPr lvl="7" marL="1371600" rtl="0" algn="ctr">
              <a:spcBef>
                <a:spcPts val="0"/>
              </a:spcBef>
              <a:spcAft>
                <a:spcPts val="0"/>
              </a:spcAft>
              <a:buSzPts val="1400"/>
              <a:buChar char="○"/>
              <a:defRPr sz="4400">
                <a:solidFill>
                  <a:schemeClr val="dk2"/>
                </a:solidFill>
                <a:latin typeface="Arial"/>
                <a:ea typeface="Arial"/>
                <a:cs typeface="Arial"/>
                <a:sym typeface="Arial"/>
              </a:defRPr>
            </a:lvl8pPr>
            <a:lvl9pPr lvl="8" marL="1828800" rtl="0" algn="ctr">
              <a:spcBef>
                <a:spcPts val="0"/>
              </a:spcBef>
              <a:spcAft>
                <a:spcPts val="0"/>
              </a:spcAft>
              <a:buSzPts val="1400"/>
              <a:buChar char="■"/>
              <a:defRPr sz="4400">
                <a:solidFill>
                  <a:schemeClr val="dk2"/>
                </a:solidFill>
                <a:latin typeface="Arial"/>
                <a:ea typeface="Arial"/>
                <a:cs typeface="Arial"/>
                <a:sym typeface="Arial"/>
              </a:defRPr>
            </a:lvl9pPr>
          </a:lstStyle>
          <a:p/>
        </p:txBody>
      </p:sp>
      <p:sp>
        <p:nvSpPr>
          <p:cNvPr id="24" name="Google Shape;24;p4"/>
          <p:cNvSpPr txBox="1"/>
          <p:nvPr>
            <p:ph idx="1" type="body"/>
          </p:nvPr>
        </p:nvSpPr>
        <p:spPr>
          <a:xfrm rot="5400000">
            <a:off x="2309019" y="-251619"/>
            <a:ext cx="4525962" cy="8229600"/>
          </a:xfrm>
          <a:prstGeom prst="rect">
            <a:avLst/>
          </a:prstGeom>
          <a:noFill/>
          <a:ln>
            <a:noFill/>
          </a:ln>
        </p:spPr>
        <p:txBody>
          <a:bodyPr anchorCtr="0" anchor="t" bIns="91425" lIns="91425" spcFirstLastPara="1" rIns="91425" wrap="square" tIns="91425">
            <a:noAutofit/>
          </a:bodyPr>
          <a:lstStyle>
            <a:lvl1pPr indent="-317500" lvl="0" marL="457200" rtl="0" algn="l">
              <a:spcBef>
                <a:spcPts val="640"/>
              </a:spcBef>
              <a:spcAft>
                <a:spcPts val="0"/>
              </a:spcAft>
              <a:buClr>
                <a:schemeClr val="dk1"/>
              </a:buClr>
              <a:buSzPts val="1400"/>
              <a:buFont typeface="Arial"/>
              <a:buChar char="●"/>
              <a:defRPr sz="3200">
                <a:solidFill>
                  <a:schemeClr val="dk1"/>
                </a:solidFill>
                <a:latin typeface="Arial"/>
                <a:ea typeface="Arial"/>
                <a:cs typeface="Arial"/>
                <a:sym typeface="Arial"/>
              </a:defRPr>
            </a:lvl1pPr>
            <a:lvl2pPr indent="-317500" lvl="1" marL="914400" rtl="0" algn="l">
              <a:spcBef>
                <a:spcPts val="0"/>
              </a:spcBef>
              <a:spcAft>
                <a:spcPts val="0"/>
              </a:spcAft>
              <a:buClr>
                <a:schemeClr val="dk1"/>
              </a:buClr>
              <a:buSzPts val="1400"/>
              <a:buFont typeface="Arial"/>
              <a:buChar char="●"/>
              <a:defRPr sz="2800">
                <a:solidFill>
                  <a:schemeClr val="dk1"/>
                </a:solidFill>
                <a:latin typeface="Arial"/>
                <a:ea typeface="Arial"/>
                <a:cs typeface="Arial"/>
                <a:sym typeface="Arial"/>
              </a:defRPr>
            </a:lvl2pPr>
            <a:lvl3pPr indent="-317500" lvl="2" marL="1371600" rtl="0" algn="l">
              <a:spcBef>
                <a:spcPts val="0"/>
              </a:spcBef>
              <a:spcAft>
                <a:spcPts val="0"/>
              </a:spcAft>
              <a:buClr>
                <a:schemeClr val="dk1"/>
              </a:buClr>
              <a:buSzPts val="1400"/>
              <a:buFont typeface="Arial"/>
              <a:buChar char="●"/>
              <a:defRPr sz="2400">
                <a:solidFill>
                  <a:schemeClr val="dk1"/>
                </a:solidFill>
                <a:latin typeface="Arial"/>
                <a:ea typeface="Arial"/>
                <a:cs typeface="Arial"/>
                <a:sym typeface="Arial"/>
              </a:defRPr>
            </a:lvl3pPr>
            <a:lvl4pPr indent="-317500" lvl="3" marL="1828800" rtl="0" algn="l">
              <a:spcBef>
                <a:spcPts val="0"/>
              </a:spcBef>
              <a:spcAft>
                <a:spcPts val="0"/>
              </a:spcAft>
              <a:buClr>
                <a:schemeClr val="dk1"/>
              </a:buClr>
              <a:buSzPts val="1400"/>
              <a:buFont typeface="Arial"/>
              <a:buChar char="●"/>
              <a:defRPr sz="2000">
                <a:solidFill>
                  <a:schemeClr val="dk1"/>
                </a:solidFill>
                <a:latin typeface="Arial"/>
                <a:ea typeface="Arial"/>
                <a:cs typeface="Arial"/>
                <a:sym typeface="Arial"/>
              </a:defRPr>
            </a:lvl4pPr>
            <a:lvl5pPr indent="-317500" lvl="4" marL="2286000" rtl="0" algn="l">
              <a:spcBef>
                <a:spcPts val="0"/>
              </a:spcBef>
              <a:spcAft>
                <a:spcPts val="0"/>
              </a:spcAft>
              <a:buClr>
                <a:schemeClr val="dk1"/>
              </a:buClr>
              <a:buSzPts val="1400"/>
              <a:buFont typeface="Arial"/>
              <a:buChar char="●"/>
              <a:defRPr sz="2000">
                <a:solidFill>
                  <a:schemeClr val="dk1"/>
                </a:solidFill>
                <a:latin typeface="Arial"/>
                <a:ea typeface="Arial"/>
                <a:cs typeface="Arial"/>
                <a:sym typeface="Arial"/>
              </a:defRPr>
            </a:lvl5pPr>
            <a:lvl6pPr indent="-317500" lvl="5" marL="2743200" rtl="0" algn="l">
              <a:spcBef>
                <a:spcPts val="0"/>
              </a:spcBef>
              <a:spcAft>
                <a:spcPts val="0"/>
              </a:spcAft>
              <a:buClr>
                <a:schemeClr val="dk1"/>
              </a:buClr>
              <a:buSzPts val="1400"/>
              <a:buFont typeface="Arial"/>
              <a:buChar char="●"/>
              <a:defRPr sz="2000">
                <a:solidFill>
                  <a:schemeClr val="dk1"/>
                </a:solidFill>
                <a:latin typeface="Arial"/>
                <a:ea typeface="Arial"/>
                <a:cs typeface="Arial"/>
                <a:sym typeface="Arial"/>
              </a:defRPr>
            </a:lvl6pPr>
            <a:lvl7pPr indent="-317500" lvl="6" marL="3200400" rtl="0" algn="l">
              <a:spcBef>
                <a:spcPts val="0"/>
              </a:spcBef>
              <a:spcAft>
                <a:spcPts val="0"/>
              </a:spcAft>
              <a:buClr>
                <a:schemeClr val="dk1"/>
              </a:buClr>
              <a:buSzPts val="1400"/>
              <a:buFont typeface="Arial"/>
              <a:buChar char="●"/>
              <a:defRPr sz="2000">
                <a:solidFill>
                  <a:schemeClr val="dk1"/>
                </a:solidFill>
                <a:latin typeface="Arial"/>
                <a:ea typeface="Arial"/>
                <a:cs typeface="Arial"/>
                <a:sym typeface="Arial"/>
              </a:defRPr>
            </a:lvl7pPr>
            <a:lvl8pPr indent="-317500" lvl="7" marL="3657600" rtl="0" algn="l">
              <a:spcBef>
                <a:spcPts val="0"/>
              </a:spcBef>
              <a:spcAft>
                <a:spcPts val="0"/>
              </a:spcAft>
              <a:buClr>
                <a:schemeClr val="dk1"/>
              </a:buClr>
              <a:buSzPts val="1400"/>
              <a:buFont typeface="Arial"/>
              <a:buChar char="●"/>
              <a:defRPr sz="2000">
                <a:solidFill>
                  <a:schemeClr val="dk1"/>
                </a:solidFill>
                <a:latin typeface="Arial"/>
                <a:ea typeface="Arial"/>
                <a:cs typeface="Arial"/>
                <a:sym typeface="Arial"/>
              </a:defRPr>
            </a:lvl8pPr>
            <a:lvl9pPr indent="-317500" lvl="8" marL="4114800" rtl="0" algn="l">
              <a:spcBef>
                <a:spcPts val="0"/>
              </a:spcBef>
              <a:spcAft>
                <a:spcPts val="0"/>
              </a:spcAft>
              <a:buClr>
                <a:schemeClr val="dk1"/>
              </a:buClr>
              <a:buSzPts val="1400"/>
              <a:buFont typeface="Arial"/>
              <a:buChar char="●"/>
              <a:defRPr sz="2000">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_WITH_CAPTION_TEXT" type="picTx">
  <p:cSld name="PICTURE_WITH_CAPTION_TEXT">
    <p:spTree>
      <p:nvGrpSpPr>
        <p:cNvPr id="25" name="Shape 25"/>
        <p:cNvGrpSpPr/>
        <p:nvPr/>
      </p:nvGrpSpPr>
      <p:grpSpPr>
        <a:xfrm>
          <a:off x="0" y="0"/>
          <a:ext cx="0" cy="0"/>
          <a:chOff x="0" y="0"/>
          <a:chExt cx="0" cy="0"/>
        </a:xfrm>
      </p:grpSpPr>
      <p:sp>
        <p:nvSpPr>
          <p:cNvPr id="26" name="Google Shape;26;p5"/>
          <p:cNvSpPr txBox="1"/>
          <p:nvPr>
            <p:ph type="title"/>
          </p:nvPr>
        </p:nvSpPr>
        <p:spPr>
          <a:xfrm>
            <a:off x="1792288" y="4800600"/>
            <a:ext cx="5486400" cy="566738"/>
          </a:xfrm>
          <a:prstGeom prst="rect">
            <a:avLst/>
          </a:prstGeom>
          <a:noFill/>
          <a:ln>
            <a:noFill/>
          </a:ln>
        </p:spPr>
        <p:txBody>
          <a:bodyPr anchorCtr="0" anchor="b" bIns="91425" lIns="91425" spcFirstLastPara="1" rIns="91425" wrap="square" tIns="91425">
            <a:noAutofit/>
          </a:bodyPr>
          <a:lstStyle>
            <a:lvl1pPr lvl="0" rtl="0" algn="l">
              <a:spcBef>
                <a:spcPts val="0"/>
              </a:spcBef>
              <a:spcAft>
                <a:spcPts val="0"/>
              </a:spcAft>
              <a:buSzPts val="1400"/>
              <a:buChar char="●"/>
              <a:defRPr b="1" sz="2000"/>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7" name="Google Shape;27;p5"/>
          <p:cNvSpPr/>
          <p:nvPr>
            <p:ph idx="2" type="pic"/>
          </p:nvPr>
        </p:nvSpPr>
        <p:spPr>
          <a:xfrm>
            <a:off x="1792288" y="612775"/>
            <a:ext cx="5486400" cy="4114800"/>
          </a:xfrm>
          <a:prstGeom prst="rect">
            <a:avLst/>
          </a:prstGeom>
          <a:noFill/>
          <a:ln>
            <a:noFill/>
          </a:ln>
        </p:spPr>
        <p:txBody>
          <a:bodyPr anchorCtr="0" anchor="t" bIns="91425" lIns="91425" spcFirstLastPara="1" rIns="91425" wrap="square" tIns="91425">
            <a:noAutofit/>
          </a:bodyPr>
          <a:lstStyle>
            <a:lvl1pPr indent="0" lvl="0" marL="0" marR="0" rtl="0" algn="l">
              <a:spcBef>
                <a:spcPts val="0"/>
              </a:spcBef>
              <a:spcAft>
                <a:spcPts val="0"/>
              </a:spcAft>
              <a:buClr>
                <a:schemeClr val="dk1"/>
              </a:buClr>
              <a:buSzPts val="1400"/>
              <a:buFont typeface="Arial"/>
              <a:buNone/>
              <a:defRPr b="0" i="0" sz="3200" u="none" cap="none" strike="noStrike">
                <a:solidFill>
                  <a:schemeClr val="dk1"/>
                </a:solidFill>
                <a:latin typeface="Arial"/>
                <a:ea typeface="Arial"/>
                <a:cs typeface="Arial"/>
                <a:sym typeface="Arial"/>
              </a:defRPr>
            </a:lvl1pPr>
            <a:lvl2pPr indent="0" lvl="1" marL="457200" marR="0" rtl="0" algn="l">
              <a:spcBef>
                <a:spcPts val="0"/>
              </a:spcBef>
              <a:spcAft>
                <a:spcPts val="0"/>
              </a:spcAft>
              <a:buClr>
                <a:schemeClr val="dk1"/>
              </a:buClr>
              <a:buSzPts val="1400"/>
              <a:buFont typeface="Arial"/>
              <a:buNone/>
              <a:defRPr b="0" i="0" sz="2800" u="none" cap="none" strike="noStrike">
                <a:solidFill>
                  <a:schemeClr val="dk1"/>
                </a:solidFill>
                <a:latin typeface="Arial"/>
                <a:ea typeface="Arial"/>
                <a:cs typeface="Arial"/>
                <a:sym typeface="Arial"/>
              </a:defRPr>
            </a:lvl2pPr>
            <a:lvl3pPr indent="0" lvl="2" marL="914400" marR="0" rtl="0" algn="l">
              <a:spcBef>
                <a:spcPts val="0"/>
              </a:spcBef>
              <a:spcAft>
                <a:spcPts val="0"/>
              </a:spcAft>
              <a:buClr>
                <a:schemeClr val="dk1"/>
              </a:buClr>
              <a:buSzPts val="1400"/>
              <a:buFont typeface="Arial"/>
              <a:buNone/>
              <a:defRPr b="0" i="0" sz="2400" u="none" cap="none" strike="noStrike">
                <a:solidFill>
                  <a:schemeClr val="dk1"/>
                </a:solidFill>
                <a:latin typeface="Arial"/>
                <a:ea typeface="Arial"/>
                <a:cs typeface="Arial"/>
                <a:sym typeface="Arial"/>
              </a:defRPr>
            </a:lvl3pPr>
            <a:lvl4pPr indent="0" lvl="3" marL="1371600" marR="0" rtl="0" algn="l">
              <a:spcBef>
                <a:spcPts val="0"/>
              </a:spcBef>
              <a:spcAft>
                <a:spcPts val="0"/>
              </a:spcAft>
              <a:buClr>
                <a:schemeClr val="dk1"/>
              </a:buClr>
              <a:buSzPts val="1400"/>
              <a:buFont typeface="Arial"/>
              <a:buNone/>
              <a:defRPr b="0" i="0" sz="2000" u="none" cap="none" strike="noStrike">
                <a:solidFill>
                  <a:schemeClr val="dk1"/>
                </a:solidFill>
                <a:latin typeface="Arial"/>
                <a:ea typeface="Arial"/>
                <a:cs typeface="Arial"/>
                <a:sym typeface="Arial"/>
              </a:defRPr>
            </a:lvl4pPr>
            <a:lvl5pPr indent="0" lvl="4" marL="1828800" marR="0" rtl="0" algn="l">
              <a:spcBef>
                <a:spcPts val="0"/>
              </a:spcBef>
              <a:spcAft>
                <a:spcPts val="0"/>
              </a:spcAft>
              <a:buClr>
                <a:schemeClr val="dk1"/>
              </a:buClr>
              <a:buSzPts val="1400"/>
              <a:buFont typeface="Arial"/>
              <a:buNone/>
              <a:defRPr b="0" i="0" sz="2000" u="none" cap="none" strike="noStrike">
                <a:solidFill>
                  <a:schemeClr val="dk1"/>
                </a:solidFill>
                <a:latin typeface="Arial"/>
                <a:ea typeface="Arial"/>
                <a:cs typeface="Arial"/>
                <a:sym typeface="Arial"/>
              </a:defRPr>
            </a:lvl5pPr>
            <a:lvl6pPr indent="0" lvl="5" marL="2286000" marR="0" rtl="0" algn="l">
              <a:spcBef>
                <a:spcPts val="0"/>
              </a:spcBef>
              <a:spcAft>
                <a:spcPts val="0"/>
              </a:spcAft>
              <a:buClr>
                <a:schemeClr val="dk1"/>
              </a:buClr>
              <a:buSzPts val="1400"/>
              <a:buFont typeface="Arial"/>
              <a:buNone/>
              <a:defRPr b="0" i="0" sz="2000" u="none" cap="none" strike="noStrike">
                <a:solidFill>
                  <a:schemeClr val="dk1"/>
                </a:solidFill>
                <a:latin typeface="Arial"/>
                <a:ea typeface="Arial"/>
                <a:cs typeface="Arial"/>
                <a:sym typeface="Arial"/>
              </a:defRPr>
            </a:lvl6pPr>
            <a:lvl7pPr indent="0" lvl="6" marL="2743200" marR="0" rtl="0" algn="l">
              <a:spcBef>
                <a:spcPts val="0"/>
              </a:spcBef>
              <a:spcAft>
                <a:spcPts val="0"/>
              </a:spcAft>
              <a:buClr>
                <a:schemeClr val="dk1"/>
              </a:buClr>
              <a:buSzPts val="1400"/>
              <a:buFont typeface="Arial"/>
              <a:buNone/>
              <a:defRPr b="0" i="0" sz="2000" u="none" cap="none" strike="noStrike">
                <a:solidFill>
                  <a:schemeClr val="dk1"/>
                </a:solidFill>
                <a:latin typeface="Arial"/>
                <a:ea typeface="Arial"/>
                <a:cs typeface="Arial"/>
                <a:sym typeface="Arial"/>
              </a:defRPr>
            </a:lvl7pPr>
            <a:lvl8pPr indent="0" lvl="7" marL="3200400" marR="0" rtl="0" algn="l">
              <a:spcBef>
                <a:spcPts val="0"/>
              </a:spcBef>
              <a:spcAft>
                <a:spcPts val="0"/>
              </a:spcAft>
              <a:buClr>
                <a:schemeClr val="dk1"/>
              </a:buClr>
              <a:buSzPts val="1400"/>
              <a:buFont typeface="Arial"/>
              <a:buNone/>
              <a:defRPr b="0" i="0" sz="2000" u="none" cap="none" strike="noStrike">
                <a:solidFill>
                  <a:schemeClr val="dk1"/>
                </a:solidFill>
                <a:latin typeface="Arial"/>
                <a:ea typeface="Arial"/>
                <a:cs typeface="Arial"/>
                <a:sym typeface="Arial"/>
              </a:defRPr>
            </a:lvl8pPr>
            <a:lvl9pPr indent="0" lvl="8" marL="3657600" marR="0" rtl="0" algn="l">
              <a:spcBef>
                <a:spcPts val="0"/>
              </a:spcBef>
              <a:spcAft>
                <a:spcPts val="0"/>
              </a:spcAft>
              <a:buClr>
                <a:schemeClr val="dk1"/>
              </a:buClr>
              <a:buSzPts val="1400"/>
              <a:buFont typeface="Arial"/>
              <a:buNone/>
              <a:defRPr b="0" i="0" sz="2000" u="none" cap="none" strike="noStrike">
                <a:solidFill>
                  <a:schemeClr val="dk1"/>
                </a:solidFill>
                <a:latin typeface="Arial"/>
                <a:ea typeface="Arial"/>
                <a:cs typeface="Arial"/>
                <a:sym typeface="Arial"/>
              </a:defRPr>
            </a:lvl9pPr>
          </a:lstStyle>
          <a:p/>
        </p:txBody>
      </p:sp>
      <p:sp>
        <p:nvSpPr>
          <p:cNvPr id="28" name="Google Shape;28;p5"/>
          <p:cNvSpPr txBox="1"/>
          <p:nvPr>
            <p:ph idx="1" type="body"/>
          </p:nvPr>
        </p:nvSpPr>
        <p:spPr>
          <a:xfrm>
            <a:off x="1792288" y="5367338"/>
            <a:ext cx="5486400" cy="804862"/>
          </a:xfrm>
          <a:prstGeom prst="rect">
            <a:avLst/>
          </a:prstGeom>
          <a:noFill/>
          <a:ln>
            <a:noFill/>
          </a:ln>
        </p:spPr>
        <p:txBody>
          <a:bodyPr anchorCtr="0" anchor="t" bIns="91425" lIns="91425" spcFirstLastPara="1" rIns="91425" wrap="square" tIns="91425">
            <a:noAutofit/>
          </a:bodyPr>
          <a:lstStyle>
            <a:lvl1pPr indent="-228600" lvl="0" marL="457200" rtl="0">
              <a:spcBef>
                <a:spcPts val="640"/>
              </a:spcBef>
              <a:spcAft>
                <a:spcPts val="0"/>
              </a:spcAft>
              <a:buSzPts val="1400"/>
              <a:buFont typeface="Arial"/>
              <a:buNone/>
              <a:defRPr sz="1400"/>
            </a:lvl1pPr>
            <a:lvl2pPr indent="-228600" lvl="1" marL="914400" rtl="0">
              <a:spcBef>
                <a:spcPts val="0"/>
              </a:spcBef>
              <a:spcAft>
                <a:spcPts val="0"/>
              </a:spcAft>
              <a:buSzPts val="1400"/>
              <a:buFont typeface="Arial"/>
              <a:buNone/>
              <a:defRPr sz="1200"/>
            </a:lvl2pPr>
            <a:lvl3pPr indent="-228600" lvl="2" marL="1371600" rtl="0">
              <a:spcBef>
                <a:spcPts val="0"/>
              </a:spcBef>
              <a:spcAft>
                <a:spcPts val="0"/>
              </a:spcAft>
              <a:buSzPts val="1400"/>
              <a:buFont typeface="Arial"/>
              <a:buNone/>
              <a:defRPr sz="1000"/>
            </a:lvl3pPr>
            <a:lvl4pPr indent="-228600" lvl="3" marL="1828800" rtl="0">
              <a:spcBef>
                <a:spcPts val="0"/>
              </a:spcBef>
              <a:spcAft>
                <a:spcPts val="0"/>
              </a:spcAft>
              <a:buSzPts val="1400"/>
              <a:buFont typeface="Arial"/>
              <a:buNone/>
              <a:defRPr sz="900"/>
            </a:lvl4pPr>
            <a:lvl5pPr indent="-228600" lvl="4" marL="2286000" rtl="0">
              <a:spcBef>
                <a:spcPts val="0"/>
              </a:spcBef>
              <a:spcAft>
                <a:spcPts val="0"/>
              </a:spcAft>
              <a:buSzPts val="1400"/>
              <a:buFont typeface="Arial"/>
              <a:buNone/>
              <a:defRPr sz="900"/>
            </a:lvl5pPr>
            <a:lvl6pPr indent="-228600" lvl="5" marL="2743200" rtl="0">
              <a:spcBef>
                <a:spcPts val="0"/>
              </a:spcBef>
              <a:spcAft>
                <a:spcPts val="0"/>
              </a:spcAft>
              <a:buSzPts val="1400"/>
              <a:buFont typeface="Arial"/>
              <a:buNone/>
              <a:defRPr sz="900"/>
            </a:lvl6pPr>
            <a:lvl7pPr indent="-228600" lvl="6" marL="3200400" rtl="0">
              <a:spcBef>
                <a:spcPts val="0"/>
              </a:spcBef>
              <a:spcAft>
                <a:spcPts val="0"/>
              </a:spcAft>
              <a:buSzPts val="1400"/>
              <a:buFont typeface="Arial"/>
              <a:buNone/>
              <a:defRPr sz="900"/>
            </a:lvl7pPr>
            <a:lvl8pPr indent="-228600" lvl="7" marL="3657600" rtl="0">
              <a:spcBef>
                <a:spcPts val="0"/>
              </a:spcBef>
              <a:spcAft>
                <a:spcPts val="0"/>
              </a:spcAft>
              <a:buSzPts val="1400"/>
              <a:buFont typeface="Arial"/>
              <a:buNone/>
              <a:defRPr sz="900"/>
            </a:lvl8pPr>
            <a:lvl9pPr indent="-228600" lvl="8" marL="4114800" rtl="0">
              <a:spcBef>
                <a:spcPts val="0"/>
              </a:spcBef>
              <a:spcAft>
                <a:spcPts val="0"/>
              </a:spcAft>
              <a:buSzPts val="1400"/>
              <a:buFont typeface="Arial"/>
              <a:buNone/>
              <a:defRPr sz="9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_WITH_CAPTION_TEXT" type="objTx">
  <p:cSld name="OBJECT_WITH_CAPTION_TEXT">
    <p:spTree>
      <p:nvGrpSpPr>
        <p:cNvPr id="29" name="Shape 29"/>
        <p:cNvGrpSpPr/>
        <p:nvPr/>
      </p:nvGrpSpPr>
      <p:grpSpPr>
        <a:xfrm>
          <a:off x="0" y="0"/>
          <a:ext cx="0" cy="0"/>
          <a:chOff x="0" y="0"/>
          <a:chExt cx="0" cy="0"/>
        </a:xfrm>
      </p:grpSpPr>
      <p:sp>
        <p:nvSpPr>
          <p:cNvPr id="30" name="Google Shape;30;p6"/>
          <p:cNvSpPr txBox="1"/>
          <p:nvPr>
            <p:ph type="title"/>
          </p:nvPr>
        </p:nvSpPr>
        <p:spPr>
          <a:xfrm>
            <a:off x="457200" y="273050"/>
            <a:ext cx="3008313" cy="1162050"/>
          </a:xfrm>
          <a:prstGeom prst="rect">
            <a:avLst/>
          </a:prstGeom>
          <a:noFill/>
          <a:ln>
            <a:noFill/>
          </a:ln>
        </p:spPr>
        <p:txBody>
          <a:bodyPr anchorCtr="0" anchor="b" bIns="91425" lIns="91425" spcFirstLastPara="1" rIns="91425" wrap="square" tIns="91425">
            <a:noAutofit/>
          </a:bodyPr>
          <a:lstStyle>
            <a:lvl1pPr lvl="0" rtl="0" algn="l">
              <a:spcBef>
                <a:spcPts val="0"/>
              </a:spcBef>
              <a:spcAft>
                <a:spcPts val="0"/>
              </a:spcAft>
              <a:buSzPts val="1400"/>
              <a:buChar char="●"/>
              <a:defRPr b="1" sz="2000"/>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1" name="Google Shape;31;p6"/>
          <p:cNvSpPr txBox="1"/>
          <p:nvPr>
            <p:ph idx="1" type="body"/>
          </p:nvPr>
        </p:nvSpPr>
        <p:spPr>
          <a:xfrm>
            <a:off x="3575050" y="273050"/>
            <a:ext cx="5111750" cy="5853113"/>
          </a:xfrm>
          <a:prstGeom prst="rect">
            <a:avLst/>
          </a:prstGeom>
          <a:noFill/>
          <a:ln>
            <a:noFill/>
          </a:ln>
        </p:spPr>
        <p:txBody>
          <a:bodyPr anchorCtr="0" anchor="t" bIns="91425" lIns="91425" spcFirstLastPara="1" rIns="91425" wrap="square" tIns="91425">
            <a:noAutofit/>
          </a:bodyPr>
          <a:lstStyle>
            <a:lvl1pPr indent="-317500" lvl="0" marL="457200" rtl="0">
              <a:spcBef>
                <a:spcPts val="640"/>
              </a:spcBef>
              <a:spcAft>
                <a:spcPts val="0"/>
              </a:spcAft>
              <a:buSzPts val="1400"/>
              <a:buChar char="●"/>
              <a:defRPr sz="3200"/>
            </a:lvl1pPr>
            <a:lvl2pPr indent="-317500" lvl="1" marL="914400" rtl="0">
              <a:spcBef>
                <a:spcPts val="0"/>
              </a:spcBef>
              <a:spcAft>
                <a:spcPts val="0"/>
              </a:spcAft>
              <a:buSzPts val="1400"/>
              <a:buChar char="●"/>
              <a:defRPr sz="2800"/>
            </a:lvl2pPr>
            <a:lvl3pPr indent="-317500" lvl="2" marL="1371600" rtl="0">
              <a:spcBef>
                <a:spcPts val="0"/>
              </a:spcBef>
              <a:spcAft>
                <a:spcPts val="0"/>
              </a:spcAft>
              <a:buSzPts val="1400"/>
              <a:buChar char="●"/>
              <a:defRPr sz="2400"/>
            </a:lvl3pPr>
            <a:lvl4pPr indent="-317500" lvl="3" marL="1828800" rtl="0">
              <a:spcBef>
                <a:spcPts val="0"/>
              </a:spcBef>
              <a:spcAft>
                <a:spcPts val="0"/>
              </a:spcAft>
              <a:buSzPts val="1400"/>
              <a:buChar char="●"/>
              <a:defRPr sz="2000"/>
            </a:lvl4pPr>
            <a:lvl5pPr indent="-317500" lvl="4" marL="2286000" rtl="0">
              <a:spcBef>
                <a:spcPts val="0"/>
              </a:spcBef>
              <a:spcAft>
                <a:spcPts val="0"/>
              </a:spcAft>
              <a:buSzPts val="1400"/>
              <a:buChar char="●"/>
              <a:defRPr sz="2000"/>
            </a:lvl5pPr>
            <a:lvl6pPr indent="-317500" lvl="5" marL="2743200" rtl="0">
              <a:spcBef>
                <a:spcPts val="0"/>
              </a:spcBef>
              <a:spcAft>
                <a:spcPts val="0"/>
              </a:spcAft>
              <a:buSzPts val="1400"/>
              <a:buChar char="●"/>
              <a:defRPr sz="2000"/>
            </a:lvl6pPr>
            <a:lvl7pPr indent="-317500" lvl="6" marL="3200400" rtl="0">
              <a:spcBef>
                <a:spcPts val="0"/>
              </a:spcBef>
              <a:spcAft>
                <a:spcPts val="0"/>
              </a:spcAft>
              <a:buSzPts val="1400"/>
              <a:buChar char="●"/>
              <a:defRPr sz="2000"/>
            </a:lvl7pPr>
            <a:lvl8pPr indent="-317500" lvl="7" marL="3657600" rtl="0">
              <a:spcBef>
                <a:spcPts val="0"/>
              </a:spcBef>
              <a:spcAft>
                <a:spcPts val="0"/>
              </a:spcAft>
              <a:buSzPts val="1400"/>
              <a:buChar char="●"/>
              <a:defRPr sz="2000"/>
            </a:lvl8pPr>
            <a:lvl9pPr indent="-317500" lvl="8" marL="4114800" rtl="0">
              <a:spcBef>
                <a:spcPts val="0"/>
              </a:spcBef>
              <a:spcAft>
                <a:spcPts val="0"/>
              </a:spcAft>
              <a:buSzPts val="1400"/>
              <a:buChar char="●"/>
              <a:defRPr sz="2000"/>
            </a:lvl9pPr>
          </a:lstStyle>
          <a:p/>
        </p:txBody>
      </p:sp>
      <p:sp>
        <p:nvSpPr>
          <p:cNvPr id="32" name="Google Shape;32;p6"/>
          <p:cNvSpPr txBox="1"/>
          <p:nvPr>
            <p:ph idx="2" type="body"/>
          </p:nvPr>
        </p:nvSpPr>
        <p:spPr>
          <a:xfrm>
            <a:off x="457200" y="1435100"/>
            <a:ext cx="3008313" cy="4691063"/>
          </a:xfrm>
          <a:prstGeom prst="rect">
            <a:avLst/>
          </a:prstGeom>
          <a:noFill/>
          <a:ln>
            <a:noFill/>
          </a:ln>
        </p:spPr>
        <p:txBody>
          <a:bodyPr anchorCtr="0" anchor="t" bIns="91425" lIns="91425" spcFirstLastPara="1" rIns="91425" wrap="square" tIns="91425">
            <a:noAutofit/>
          </a:bodyPr>
          <a:lstStyle>
            <a:lvl1pPr indent="-228600" lvl="0" marL="457200" rtl="0">
              <a:spcBef>
                <a:spcPts val="640"/>
              </a:spcBef>
              <a:spcAft>
                <a:spcPts val="0"/>
              </a:spcAft>
              <a:buSzPts val="1400"/>
              <a:buFont typeface="Arial"/>
              <a:buNone/>
              <a:defRPr sz="1400"/>
            </a:lvl1pPr>
            <a:lvl2pPr indent="-228600" lvl="1" marL="914400" rtl="0">
              <a:spcBef>
                <a:spcPts val="0"/>
              </a:spcBef>
              <a:spcAft>
                <a:spcPts val="0"/>
              </a:spcAft>
              <a:buSzPts val="1400"/>
              <a:buFont typeface="Arial"/>
              <a:buNone/>
              <a:defRPr sz="1200"/>
            </a:lvl2pPr>
            <a:lvl3pPr indent="-228600" lvl="2" marL="1371600" rtl="0">
              <a:spcBef>
                <a:spcPts val="0"/>
              </a:spcBef>
              <a:spcAft>
                <a:spcPts val="0"/>
              </a:spcAft>
              <a:buSzPts val="1400"/>
              <a:buFont typeface="Arial"/>
              <a:buNone/>
              <a:defRPr sz="1000"/>
            </a:lvl3pPr>
            <a:lvl4pPr indent="-228600" lvl="3" marL="1828800" rtl="0">
              <a:spcBef>
                <a:spcPts val="0"/>
              </a:spcBef>
              <a:spcAft>
                <a:spcPts val="0"/>
              </a:spcAft>
              <a:buSzPts val="1400"/>
              <a:buFont typeface="Arial"/>
              <a:buNone/>
              <a:defRPr sz="900"/>
            </a:lvl4pPr>
            <a:lvl5pPr indent="-228600" lvl="4" marL="2286000" rtl="0">
              <a:spcBef>
                <a:spcPts val="0"/>
              </a:spcBef>
              <a:spcAft>
                <a:spcPts val="0"/>
              </a:spcAft>
              <a:buSzPts val="1400"/>
              <a:buFont typeface="Arial"/>
              <a:buNone/>
              <a:defRPr sz="900"/>
            </a:lvl5pPr>
            <a:lvl6pPr indent="-228600" lvl="5" marL="2743200" rtl="0">
              <a:spcBef>
                <a:spcPts val="0"/>
              </a:spcBef>
              <a:spcAft>
                <a:spcPts val="0"/>
              </a:spcAft>
              <a:buSzPts val="1400"/>
              <a:buFont typeface="Arial"/>
              <a:buNone/>
              <a:defRPr sz="900"/>
            </a:lvl6pPr>
            <a:lvl7pPr indent="-228600" lvl="6" marL="3200400" rtl="0">
              <a:spcBef>
                <a:spcPts val="0"/>
              </a:spcBef>
              <a:spcAft>
                <a:spcPts val="0"/>
              </a:spcAft>
              <a:buSzPts val="1400"/>
              <a:buFont typeface="Arial"/>
              <a:buNone/>
              <a:defRPr sz="900"/>
            </a:lvl7pPr>
            <a:lvl8pPr indent="-228600" lvl="7" marL="3657600" rtl="0">
              <a:spcBef>
                <a:spcPts val="0"/>
              </a:spcBef>
              <a:spcAft>
                <a:spcPts val="0"/>
              </a:spcAft>
              <a:buSzPts val="1400"/>
              <a:buFont typeface="Arial"/>
              <a:buNone/>
              <a:defRPr sz="900"/>
            </a:lvl8pPr>
            <a:lvl9pPr indent="-228600" lvl="8" marL="4114800" rtl="0">
              <a:spcBef>
                <a:spcPts val="0"/>
              </a:spcBef>
              <a:spcAft>
                <a:spcPts val="0"/>
              </a:spcAft>
              <a:buSzPts val="1400"/>
              <a:buFont typeface="Arial"/>
              <a:buNone/>
              <a:defRPr sz="9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3" name="Shape 33"/>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sp>
        <p:nvSpPr>
          <p:cNvPr id="35" name="Google Shape;35;p8"/>
          <p:cNvSpPr txBox="1"/>
          <p:nvPr>
            <p:ph type="title"/>
          </p:nvPr>
        </p:nvSpPr>
        <p:spPr>
          <a:xfrm>
            <a:off x="457200" y="274637"/>
            <a:ext cx="8229600" cy="11430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SzPts val="1400"/>
              <a:buChar char="●"/>
              <a:defRPr sz="4400">
                <a:solidFill>
                  <a:schemeClr val="dk2"/>
                </a:solidFill>
                <a:latin typeface="Arial"/>
                <a:ea typeface="Arial"/>
                <a:cs typeface="Arial"/>
                <a:sym typeface="Arial"/>
              </a:defRPr>
            </a:lvl1pPr>
            <a:lvl2pPr lvl="1" rtl="0" algn="ctr">
              <a:spcBef>
                <a:spcPts val="0"/>
              </a:spcBef>
              <a:spcAft>
                <a:spcPts val="0"/>
              </a:spcAft>
              <a:buSzPts val="1400"/>
              <a:buChar char="○"/>
              <a:defRPr sz="4400">
                <a:solidFill>
                  <a:schemeClr val="dk2"/>
                </a:solidFill>
                <a:latin typeface="Arial"/>
                <a:ea typeface="Arial"/>
                <a:cs typeface="Arial"/>
                <a:sym typeface="Arial"/>
              </a:defRPr>
            </a:lvl2pPr>
            <a:lvl3pPr lvl="2" rtl="0" algn="ctr">
              <a:spcBef>
                <a:spcPts val="0"/>
              </a:spcBef>
              <a:spcAft>
                <a:spcPts val="0"/>
              </a:spcAft>
              <a:buSzPts val="1400"/>
              <a:buChar char="■"/>
              <a:defRPr sz="4400">
                <a:solidFill>
                  <a:schemeClr val="dk2"/>
                </a:solidFill>
                <a:latin typeface="Arial"/>
                <a:ea typeface="Arial"/>
                <a:cs typeface="Arial"/>
                <a:sym typeface="Arial"/>
              </a:defRPr>
            </a:lvl3pPr>
            <a:lvl4pPr lvl="3" rtl="0" algn="ctr">
              <a:spcBef>
                <a:spcPts val="0"/>
              </a:spcBef>
              <a:spcAft>
                <a:spcPts val="0"/>
              </a:spcAft>
              <a:buSzPts val="1400"/>
              <a:buChar char="●"/>
              <a:defRPr sz="4400">
                <a:solidFill>
                  <a:schemeClr val="dk2"/>
                </a:solidFill>
                <a:latin typeface="Arial"/>
                <a:ea typeface="Arial"/>
                <a:cs typeface="Arial"/>
                <a:sym typeface="Arial"/>
              </a:defRPr>
            </a:lvl4pPr>
            <a:lvl5pPr lvl="4" rtl="0" algn="ctr">
              <a:spcBef>
                <a:spcPts val="0"/>
              </a:spcBef>
              <a:spcAft>
                <a:spcPts val="0"/>
              </a:spcAft>
              <a:buSzPts val="1400"/>
              <a:buChar char="○"/>
              <a:defRPr sz="4400">
                <a:solidFill>
                  <a:schemeClr val="dk2"/>
                </a:solidFill>
                <a:latin typeface="Arial"/>
                <a:ea typeface="Arial"/>
                <a:cs typeface="Arial"/>
                <a:sym typeface="Arial"/>
              </a:defRPr>
            </a:lvl5pPr>
            <a:lvl6pPr lvl="5" marL="457200" rtl="0" algn="ctr">
              <a:spcBef>
                <a:spcPts val="0"/>
              </a:spcBef>
              <a:spcAft>
                <a:spcPts val="0"/>
              </a:spcAft>
              <a:buSzPts val="1400"/>
              <a:buChar char="■"/>
              <a:defRPr sz="4400">
                <a:solidFill>
                  <a:schemeClr val="dk2"/>
                </a:solidFill>
                <a:latin typeface="Arial"/>
                <a:ea typeface="Arial"/>
                <a:cs typeface="Arial"/>
                <a:sym typeface="Arial"/>
              </a:defRPr>
            </a:lvl6pPr>
            <a:lvl7pPr lvl="6" marL="914400" rtl="0" algn="ctr">
              <a:spcBef>
                <a:spcPts val="0"/>
              </a:spcBef>
              <a:spcAft>
                <a:spcPts val="0"/>
              </a:spcAft>
              <a:buSzPts val="1400"/>
              <a:buChar char="●"/>
              <a:defRPr sz="4400">
                <a:solidFill>
                  <a:schemeClr val="dk2"/>
                </a:solidFill>
                <a:latin typeface="Arial"/>
                <a:ea typeface="Arial"/>
                <a:cs typeface="Arial"/>
                <a:sym typeface="Arial"/>
              </a:defRPr>
            </a:lvl7pPr>
            <a:lvl8pPr lvl="7" marL="1371600" rtl="0" algn="ctr">
              <a:spcBef>
                <a:spcPts val="0"/>
              </a:spcBef>
              <a:spcAft>
                <a:spcPts val="0"/>
              </a:spcAft>
              <a:buSzPts val="1400"/>
              <a:buChar char="○"/>
              <a:defRPr sz="4400">
                <a:solidFill>
                  <a:schemeClr val="dk2"/>
                </a:solidFill>
                <a:latin typeface="Arial"/>
                <a:ea typeface="Arial"/>
                <a:cs typeface="Arial"/>
                <a:sym typeface="Arial"/>
              </a:defRPr>
            </a:lvl8pPr>
            <a:lvl9pPr lvl="8" marL="1828800" rtl="0" algn="ctr">
              <a:spcBef>
                <a:spcPts val="0"/>
              </a:spcBef>
              <a:spcAft>
                <a:spcPts val="0"/>
              </a:spcAft>
              <a:buSzPts val="1400"/>
              <a:buChar char="■"/>
              <a:defRPr sz="4400">
                <a:solidFill>
                  <a:schemeClr val="dk2"/>
                </a:solidFill>
                <a:latin typeface="Arial"/>
                <a:ea typeface="Arial"/>
                <a:cs typeface="Arial"/>
                <a:sym typeface="Aria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_OBJECTS_WITH_TEXT" type="twoTxTwoObj">
  <p:cSld name="TWO_OBJECTS_WITH_TEXT">
    <p:spTree>
      <p:nvGrpSpPr>
        <p:cNvPr id="36" name="Shape 36"/>
        <p:cNvGrpSpPr/>
        <p:nvPr/>
      </p:nvGrpSpPr>
      <p:grpSpPr>
        <a:xfrm>
          <a:off x="0" y="0"/>
          <a:ext cx="0" cy="0"/>
          <a:chOff x="0" y="0"/>
          <a:chExt cx="0" cy="0"/>
        </a:xfrm>
      </p:grpSpPr>
      <p:sp>
        <p:nvSpPr>
          <p:cNvPr id="37" name="Google Shape;37;p9"/>
          <p:cNvSpPr txBox="1"/>
          <p:nvPr>
            <p:ph type="title"/>
          </p:nvPr>
        </p:nvSpPr>
        <p:spPr>
          <a:xfrm>
            <a:off x="457200" y="274637"/>
            <a:ext cx="8229600" cy="1143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8" name="Google Shape;38;p9"/>
          <p:cNvSpPr txBox="1"/>
          <p:nvPr>
            <p:ph idx="1" type="body"/>
          </p:nvPr>
        </p:nvSpPr>
        <p:spPr>
          <a:xfrm>
            <a:off x="457200" y="1535113"/>
            <a:ext cx="4040188" cy="639762"/>
          </a:xfrm>
          <a:prstGeom prst="rect">
            <a:avLst/>
          </a:prstGeom>
          <a:noFill/>
          <a:ln>
            <a:noFill/>
          </a:ln>
        </p:spPr>
        <p:txBody>
          <a:bodyPr anchorCtr="0" anchor="b" bIns="91425" lIns="91425" spcFirstLastPara="1" rIns="91425" wrap="square" tIns="91425">
            <a:noAutofit/>
          </a:bodyPr>
          <a:lstStyle>
            <a:lvl1pPr indent="-228600" lvl="0" marL="457200" rtl="0">
              <a:spcBef>
                <a:spcPts val="640"/>
              </a:spcBef>
              <a:spcAft>
                <a:spcPts val="0"/>
              </a:spcAft>
              <a:buSzPts val="1400"/>
              <a:buFont typeface="Arial"/>
              <a:buNone/>
              <a:defRPr b="1" sz="2400"/>
            </a:lvl1pPr>
            <a:lvl2pPr indent="-228600" lvl="1" marL="914400" rtl="0">
              <a:spcBef>
                <a:spcPts val="0"/>
              </a:spcBef>
              <a:spcAft>
                <a:spcPts val="0"/>
              </a:spcAft>
              <a:buSzPts val="1400"/>
              <a:buFont typeface="Arial"/>
              <a:buNone/>
              <a:defRPr b="1" sz="2000"/>
            </a:lvl2pPr>
            <a:lvl3pPr indent="-228600" lvl="2" marL="1371600" rtl="0">
              <a:spcBef>
                <a:spcPts val="0"/>
              </a:spcBef>
              <a:spcAft>
                <a:spcPts val="0"/>
              </a:spcAft>
              <a:buSzPts val="1400"/>
              <a:buFont typeface="Arial"/>
              <a:buNone/>
              <a:defRPr b="1" sz="1800"/>
            </a:lvl3pPr>
            <a:lvl4pPr indent="-228600" lvl="3" marL="1828800" rtl="0">
              <a:spcBef>
                <a:spcPts val="0"/>
              </a:spcBef>
              <a:spcAft>
                <a:spcPts val="0"/>
              </a:spcAft>
              <a:buSzPts val="1400"/>
              <a:buFont typeface="Arial"/>
              <a:buNone/>
              <a:defRPr b="1" sz="1600"/>
            </a:lvl4pPr>
            <a:lvl5pPr indent="-228600" lvl="4" marL="2286000" rtl="0">
              <a:spcBef>
                <a:spcPts val="0"/>
              </a:spcBef>
              <a:spcAft>
                <a:spcPts val="0"/>
              </a:spcAft>
              <a:buSzPts val="1400"/>
              <a:buFont typeface="Arial"/>
              <a:buNone/>
              <a:defRPr b="1" sz="1600"/>
            </a:lvl5pPr>
            <a:lvl6pPr indent="-228600" lvl="5" marL="2743200" rtl="0">
              <a:spcBef>
                <a:spcPts val="0"/>
              </a:spcBef>
              <a:spcAft>
                <a:spcPts val="0"/>
              </a:spcAft>
              <a:buSzPts val="1400"/>
              <a:buFont typeface="Arial"/>
              <a:buNone/>
              <a:defRPr b="1" sz="1600"/>
            </a:lvl6pPr>
            <a:lvl7pPr indent="-228600" lvl="6" marL="3200400" rtl="0">
              <a:spcBef>
                <a:spcPts val="0"/>
              </a:spcBef>
              <a:spcAft>
                <a:spcPts val="0"/>
              </a:spcAft>
              <a:buSzPts val="1400"/>
              <a:buFont typeface="Arial"/>
              <a:buNone/>
              <a:defRPr b="1" sz="1600"/>
            </a:lvl7pPr>
            <a:lvl8pPr indent="-228600" lvl="7" marL="3657600" rtl="0">
              <a:spcBef>
                <a:spcPts val="0"/>
              </a:spcBef>
              <a:spcAft>
                <a:spcPts val="0"/>
              </a:spcAft>
              <a:buSzPts val="1400"/>
              <a:buFont typeface="Arial"/>
              <a:buNone/>
              <a:defRPr b="1" sz="1600"/>
            </a:lvl8pPr>
            <a:lvl9pPr indent="-228600" lvl="8" marL="4114800" rtl="0">
              <a:spcBef>
                <a:spcPts val="0"/>
              </a:spcBef>
              <a:spcAft>
                <a:spcPts val="0"/>
              </a:spcAft>
              <a:buSzPts val="1400"/>
              <a:buFont typeface="Arial"/>
              <a:buNone/>
              <a:defRPr b="1" sz="1600"/>
            </a:lvl9pPr>
          </a:lstStyle>
          <a:p/>
        </p:txBody>
      </p:sp>
      <p:sp>
        <p:nvSpPr>
          <p:cNvPr id="39" name="Google Shape;39;p9"/>
          <p:cNvSpPr txBox="1"/>
          <p:nvPr>
            <p:ph idx="2" type="body"/>
          </p:nvPr>
        </p:nvSpPr>
        <p:spPr>
          <a:xfrm>
            <a:off x="457200" y="2174875"/>
            <a:ext cx="4040188" cy="3951288"/>
          </a:xfrm>
          <a:prstGeom prst="rect">
            <a:avLst/>
          </a:prstGeom>
          <a:noFill/>
          <a:ln>
            <a:noFill/>
          </a:ln>
        </p:spPr>
        <p:txBody>
          <a:bodyPr anchorCtr="0" anchor="t" bIns="91425" lIns="91425" spcFirstLastPara="1" rIns="91425" wrap="square" tIns="91425">
            <a:noAutofit/>
          </a:bodyPr>
          <a:lstStyle>
            <a:lvl1pPr indent="-317500" lvl="0" marL="457200" rtl="0">
              <a:spcBef>
                <a:spcPts val="640"/>
              </a:spcBef>
              <a:spcAft>
                <a:spcPts val="0"/>
              </a:spcAft>
              <a:buSzPts val="1400"/>
              <a:buChar char="●"/>
              <a:defRPr sz="2400"/>
            </a:lvl1pPr>
            <a:lvl2pPr indent="-317500" lvl="1" marL="914400" rtl="0">
              <a:spcBef>
                <a:spcPts val="0"/>
              </a:spcBef>
              <a:spcAft>
                <a:spcPts val="0"/>
              </a:spcAft>
              <a:buSzPts val="1400"/>
              <a:buChar char="●"/>
              <a:defRPr sz="2000"/>
            </a:lvl2pPr>
            <a:lvl3pPr indent="-317500" lvl="2" marL="1371600" rtl="0">
              <a:spcBef>
                <a:spcPts val="0"/>
              </a:spcBef>
              <a:spcAft>
                <a:spcPts val="0"/>
              </a:spcAft>
              <a:buSzPts val="1400"/>
              <a:buChar char="●"/>
              <a:defRPr sz="1800"/>
            </a:lvl3pPr>
            <a:lvl4pPr indent="-317500" lvl="3" marL="1828800" rtl="0">
              <a:spcBef>
                <a:spcPts val="0"/>
              </a:spcBef>
              <a:spcAft>
                <a:spcPts val="0"/>
              </a:spcAft>
              <a:buSzPts val="1400"/>
              <a:buChar char="●"/>
              <a:defRPr sz="1600"/>
            </a:lvl4pPr>
            <a:lvl5pPr indent="-317500" lvl="4" marL="2286000" rtl="0">
              <a:spcBef>
                <a:spcPts val="0"/>
              </a:spcBef>
              <a:spcAft>
                <a:spcPts val="0"/>
              </a:spcAft>
              <a:buSzPts val="1400"/>
              <a:buChar char="●"/>
              <a:defRPr sz="1600"/>
            </a:lvl5pPr>
            <a:lvl6pPr indent="-317500" lvl="5" marL="2743200" rtl="0">
              <a:spcBef>
                <a:spcPts val="0"/>
              </a:spcBef>
              <a:spcAft>
                <a:spcPts val="0"/>
              </a:spcAft>
              <a:buSzPts val="1400"/>
              <a:buChar char="●"/>
              <a:defRPr sz="1600"/>
            </a:lvl6pPr>
            <a:lvl7pPr indent="-317500" lvl="6" marL="3200400" rtl="0">
              <a:spcBef>
                <a:spcPts val="0"/>
              </a:spcBef>
              <a:spcAft>
                <a:spcPts val="0"/>
              </a:spcAft>
              <a:buSzPts val="1400"/>
              <a:buChar char="●"/>
              <a:defRPr sz="1600"/>
            </a:lvl7pPr>
            <a:lvl8pPr indent="-317500" lvl="7" marL="3657600" rtl="0">
              <a:spcBef>
                <a:spcPts val="0"/>
              </a:spcBef>
              <a:spcAft>
                <a:spcPts val="0"/>
              </a:spcAft>
              <a:buSzPts val="1400"/>
              <a:buChar char="●"/>
              <a:defRPr sz="1600"/>
            </a:lvl8pPr>
            <a:lvl9pPr indent="-317500" lvl="8" marL="4114800" rtl="0">
              <a:spcBef>
                <a:spcPts val="0"/>
              </a:spcBef>
              <a:spcAft>
                <a:spcPts val="0"/>
              </a:spcAft>
              <a:buSzPts val="1400"/>
              <a:buChar char="●"/>
              <a:defRPr sz="1600"/>
            </a:lvl9pPr>
          </a:lstStyle>
          <a:p/>
        </p:txBody>
      </p:sp>
      <p:sp>
        <p:nvSpPr>
          <p:cNvPr id="40" name="Google Shape;40;p9"/>
          <p:cNvSpPr txBox="1"/>
          <p:nvPr>
            <p:ph idx="3" type="body"/>
          </p:nvPr>
        </p:nvSpPr>
        <p:spPr>
          <a:xfrm>
            <a:off x="4645025" y="1535113"/>
            <a:ext cx="4041775" cy="639762"/>
          </a:xfrm>
          <a:prstGeom prst="rect">
            <a:avLst/>
          </a:prstGeom>
          <a:noFill/>
          <a:ln>
            <a:noFill/>
          </a:ln>
        </p:spPr>
        <p:txBody>
          <a:bodyPr anchorCtr="0" anchor="b" bIns="91425" lIns="91425" spcFirstLastPara="1" rIns="91425" wrap="square" tIns="91425">
            <a:noAutofit/>
          </a:bodyPr>
          <a:lstStyle>
            <a:lvl1pPr indent="-228600" lvl="0" marL="457200" rtl="0">
              <a:spcBef>
                <a:spcPts val="640"/>
              </a:spcBef>
              <a:spcAft>
                <a:spcPts val="0"/>
              </a:spcAft>
              <a:buSzPts val="1400"/>
              <a:buFont typeface="Arial"/>
              <a:buNone/>
              <a:defRPr b="1" sz="2400"/>
            </a:lvl1pPr>
            <a:lvl2pPr indent="-228600" lvl="1" marL="914400" rtl="0">
              <a:spcBef>
                <a:spcPts val="0"/>
              </a:spcBef>
              <a:spcAft>
                <a:spcPts val="0"/>
              </a:spcAft>
              <a:buSzPts val="1400"/>
              <a:buFont typeface="Arial"/>
              <a:buNone/>
              <a:defRPr b="1" sz="2000"/>
            </a:lvl2pPr>
            <a:lvl3pPr indent="-228600" lvl="2" marL="1371600" rtl="0">
              <a:spcBef>
                <a:spcPts val="0"/>
              </a:spcBef>
              <a:spcAft>
                <a:spcPts val="0"/>
              </a:spcAft>
              <a:buSzPts val="1400"/>
              <a:buFont typeface="Arial"/>
              <a:buNone/>
              <a:defRPr b="1" sz="1800"/>
            </a:lvl3pPr>
            <a:lvl4pPr indent="-228600" lvl="3" marL="1828800" rtl="0">
              <a:spcBef>
                <a:spcPts val="0"/>
              </a:spcBef>
              <a:spcAft>
                <a:spcPts val="0"/>
              </a:spcAft>
              <a:buSzPts val="1400"/>
              <a:buFont typeface="Arial"/>
              <a:buNone/>
              <a:defRPr b="1" sz="1600"/>
            </a:lvl4pPr>
            <a:lvl5pPr indent="-228600" lvl="4" marL="2286000" rtl="0">
              <a:spcBef>
                <a:spcPts val="0"/>
              </a:spcBef>
              <a:spcAft>
                <a:spcPts val="0"/>
              </a:spcAft>
              <a:buSzPts val="1400"/>
              <a:buFont typeface="Arial"/>
              <a:buNone/>
              <a:defRPr b="1" sz="1600"/>
            </a:lvl5pPr>
            <a:lvl6pPr indent="-228600" lvl="5" marL="2743200" rtl="0">
              <a:spcBef>
                <a:spcPts val="0"/>
              </a:spcBef>
              <a:spcAft>
                <a:spcPts val="0"/>
              </a:spcAft>
              <a:buSzPts val="1400"/>
              <a:buFont typeface="Arial"/>
              <a:buNone/>
              <a:defRPr b="1" sz="1600"/>
            </a:lvl6pPr>
            <a:lvl7pPr indent="-228600" lvl="6" marL="3200400" rtl="0">
              <a:spcBef>
                <a:spcPts val="0"/>
              </a:spcBef>
              <a:spcAft>
                <a:spcPts val="0"/>
              </a:spcAft>
              <a:buSzPts val="1400"/>
              <a:buFont typeface="Arial"/>
              <a:buNone/>
              <a:defRPr b="1" sz="1600"/>
            </a:lvl7pPr>
            <a:lvl8pPr indent="-228600" lvl="7" marL="3657600" rtl="0">
              <a:spcBef>
                <a:spcPts val="0"/>
              </a:spcBef>
              <a:spcAft>
                <a:spcPts val="0"/>
              </a:spcAft>
              <a:buSzPts val="1400"/>
              <a:buFont typeface="Arial"/>
              <a:buNone/>
              <a:defRPr b="1" sz="1600"/>
            </a:lvl8pPr>
            <a:lvl9pPr indent="-228600" lvl="8" marL="4114800" rtl="0">
              <a:spcBef>
                <a:spcPts val="0"/>
              </a:spcBef>
              <a:spcAft>
                <a:spcPts val="0"/>
              </a:spcAft>
              <a:buSzPts val="1400"/>
              <a:buFont typeface="Arial"/>
              <a:buNone/>
              <a:defRPr b="1" sz="1600"/>
            </a:lvl9pPr>
          </a:lstStyle>
          <a:p/>
        </p:txBody>
      </p:sp>
      <p:sp>
        <p:nvSpPr>
          <p:cNvPr id="41" name="Google Shape;41;p9"/>
          <p:cNvSpPr txBox="1"/>
          <p:nvPr>
            <p:ph idx="4" type="body"/>
          </p:nvPr>
        </p:nvSpPr>
        <p:spPr>
          <a:xfrm>
            <a:off x="4645025" y="2174875"/>
            <a:ext cx="4041775" cy="3951288"/>
          </a:xfrm>
          <a:prstGeom prst="rect">
            <a:avLst/>
          </a:prstGeom>
          <a:noFill/>
          <a:ln>
            <a:noFill/>
          </a:ln>
        </p:spPr>
        <p:txBody>
          <a:bodyPr anchorCtr="0" anchor="t" bIns="91425" lIns="91425" spcFirstLastPara="1" rIns="91425" wrap="square" tIns="91425">
            <a:noAutofit/>
          </a:bodyPr>
          <a:lstStyle>
            <a:lvl1pPr indent="-317500" lvl="0" marL="457200" rtl="0">
              <a:spcBef>
                <a:spcPts val="640"/>
              </a:spcBef>
              <a:spcAft>
                <a:spcPts val="0"/>
              </a:spcAft>
              <a:buSzPts val="1400"/>
              <a:buChar char="●"/>
              <a:defRPr sz="2400"/>
            </a:lvl1pPr>
            <a:lvl2pPr indent="-317500" lvl="1" marL="914400" rtl="0">
              <a:spcBef>
                <a:spcPts val="0"/>
              </a:spcBef>
              <a:spcAft>
                <a:spcPts val="0"/>
              </a:spcAft>
              <a:buSzPts val="1400"/>
              <a:buChar char="●"/>
              <a:defRPr sz="2000"/>
            </a:lvl2pPr>
            <a:lvl3pPr indent="-317500" lvl="2" marL="1371600" rtl="0">
              <a:spcBef>
                <a:spcPts val="0"/>
              </a:spcBef>
              <a:spcAft>
                <a:spcPts val="0"/>
              </a:spcAft>
              <a:buSzPts val="1400"/>
              <a:buChar char="●"/>
              <a:defRPr sz="1800"/>
            </a:lvl3pPr>
            <a:lvl4pPr indent="-317500" lvl="3" marL="1828800" rtl="0">
              <a:spcBef>
                <a:spcPts val="0"/>
              </a:spcBef>
              <a:spcAft>
                <a:spcPts val="0"/>
              </a:spcAft>
              <a:buSzPts val="1400"/>
              <a:buChar char="●"/>
              <a:defRPr sz="1600"/>
            </a:lvl4pPr>
            <a:lvl5pPr indent="-317500" lvl="4" marL="2286000" rtl="0">
              <a:spcBef>
                <a:spcPts val="0"/>
              </a:spcBef>
              <a:spcAft>
                <a:spcPts val="0"/>
              </a:spcAft>
              <a:buSzPts val="1400"/>
              <a:buChar char="●"/>
              <a:defRPr sz="1600"/>
            </a:lvl5pPr>
            <a:lvl6pPr indent="-317500" lvl="5" marL="2743200" rtl="0">
              <a:spcBef>
                <a:spcPts val="0"/>
              </a:spcBef>
              <a:spcAft>
                <a:spcPts val="0"/>
              </a:spcAft>
              <a:buSzPts val="1400"/>
              <a:buChar char="●"/>
              <a:defRPr sz="1600"/>
            </a:lvl6pPr>
            <a:lvl7pPr indent="-317500" lvl="6" marL="3200400" rtl="0">
              <a:spcBef>
                <a:spcPts val="0"/>
              </a:spcBef>
              <a:spcAft>
                <a:spcPts val="0"/>
              </a:spcAft>
              <a:buSzPts val="1400"/>
              <a:buChar char="●"/>
              <a:defRPr sz="1600"/>
            </a:lvl7pPr>
            <a:lvl8pPr indent="-317500" lvl="7" marL="3657600" rtl="0">
              <a:spcBef>
                <a:spcPts val="0"/>
              </a:spcBef>
              <a:spcAft>
                <a:spcPts val="0"/>
              </a:spcAft>
              <a:buSzPts val="1400"/>
              <a:buChar char="●"/>
              <a:defRPr sz="1600"/>
            </a:lvl8pPr>
            <a:lvl9pPr indent="-317500" lvl="8" marL="4114800" rtl="0">
              <a:spcBef>
                <a:spcPts val="0"/>
              </a:spcBef>
              <a:spcAft>
                <a:spcPts val="0"/>
              </a:spcAft>
              <a:buSzPts val="1400"/>
              <a:buChar char="●"/>
              <a:defRPr sz="16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_OBJECTS" type="twoObj">
  <p:cSld name="TWO_OBJECTS">
    <p:spTree>
      <p:nvGrpSpPr>
        <p:cNvPr id="42" name="Shape 42"/>
        <p:cNvGrpSpPr/>
        <p:nvPr/>
      </p:nvGrpSpPr>
      <p:grpSpPr>
        <a:xfrm>
          <a:off x="0" y="0"/>
          <a:ext cx="0" cy="0"/>
          <a:chOff x="0" y="0"/>
          <a:chExt cx="0" cy="0"/>
        </a:xfrm>
      </p:grpSpPr>
      <p:sp>
        <p:nvSpPr>
          <p:cNvPr id="43" name="Google Shape;43;p10"/>
          <p:cNvSpPr txBox="1"/>
          <p:nvPr>
            <p:ph type="title"/>
          </p:nvPr>
        </p:nvSpPr>
        <p:spPr>
          <a:xfrm>
            <a:off x="457200" y="274637"/>
            <a:ext cx="8229600" cy="11430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SzPts val="1400"/>
              <a:buChar char="●"/>
              <a:defRPr sz="4400">
                <a:solidFill>
                  <a:schemeClr val="dk2"/>
                </a:solidFill>
                <a:latin typeface="Arial"/>
                <a:ea typeface="Arial"/>
                <a:cs typeface="Arial"/>
                <a:sym typeface="Arial"/>
              </a:defRPr>
            </a:lvl1pPr>
            <a:lvl2pPr lvl="1" rtl="0" algn="ctr">
              <a:spcBef>
                <a:spcPts val="0"/>
              </a:spcBef>
              <a:spcAft>
                <a:spcPts val="0"/>
              </a:spcAft>
              <a:buSzPts val="1400"/>
              <a:buChar char="○"/>
              <a:defRPr sz="4400">
                <a:solidFill>
                  <a:schemeClr val="dk2"/>
                </a:solidFill>
                <a:latin typeface="Arial"/>
                <a:ea typeface="Arial"/>
                <a:cs typeface="Arial"/>
                <a:sym typeface="Arial"/>
              </a:defRPr>
            </a:lvl2pPr>
            <a:lvl3pPr lvl="2" rtl="0" algn="ctr">
              <a:spcBef>
                <a:spcPts val="0"/>
              </a:spcBef>
              <a:spcAft>
                <a:spcPts val="0"/>
              </a:spcAft>
              <a:buSzPts val="1400"/>
              <a:buChar char="■"/>
              <a:defRPr sz="4400">
                <a:solidFill>
                  <a:schemeClr val="dk2"/>
                </a:solidFill>
                <a:latin typeface="Arial"/>
                <a:ea typeface="Arial"/>
                <a:cs typeface="Arial"/>
                <a:sym typeface="Arial"/>
              </a:defRPr>
            </a:lvl3pPr>
            <a:lvl4pPr lvl="3" rtl="0" algn="ctr">
              <a:spcBef>
                <a:spcPts val="0"/>
              </a:spcBef>
              <a:spcAft>
                <a:spcPts val="0"/>
              </a:spcAft>
              <a:buSzPts val="1400"/>
              <a:buChar char="●"/>
              <a:defRPr sz="4400">
                <a:solidFill>
                  <a:schemeClr val="dk2"/>
                </a:solidFill>
                <a:latin typeface="Arial"/>
                <a:ea typeface="Arial"/>
                <a:cs typeface="Arial"/>
                <a:sym typeface="Arial"/>
              </a:defRPr>
            </a:lvl4pPr>
            <a:lvl5pPr lvl="4" rtl="0" algn="ctr">
              <a:spcBef>
                <a:spcPts val="0"/>
              </a:spcBef>
              <a:spcAft>
                <a:spcPts val="0"/>
              </a:spcAft>
              <a:buSzPts val="1400"/>
              <a:buChar char="○"/>
              <a:defRPr sz="4400">
                <a:solidFill>
                  <a:schemeClr val="dk2"/>
                </a:solidFill>
                <a:latin typeface="Arial"/>
                <a:ea typeface="Arial"/>
                <a:cs typeface="Arial"/>
                <a:sym typeface="Arial"/>
              </a:defRPr>
            </a:lvl5pPr>
            <a:lvl6pPr lvl="5" marL="457200" rtl="0" algn="ctr">
              <a:spcBef>
                <a:spcPts val="0"/>
              </a:spcBef>
              <a:spcAft>
                <a:spcPts val="0"/>
              </a:spcAft>
              <a:buSzPts val="1400"/>
              <a:buChar char="■"/>
              <a:defRPr sz="4400">
                <a:solidFill>
                  <a:schemeClr val="dk2"/>
                </a:solidFill>
                <a:latin typeface="Arial"/>
                <a:ea typeface="Arial"/>
                <a:cs typeface="Arial"/>
                <a:sym typeface="Arial"/>
              </a:defRPr>
            </a:lvl6pPr>
            <a:lvl7pPr lvl="6" marL="914400" rtl="0" algn="ctr">
              <a:spcBef>
                <a:spcPts val="0"/>
              </a:spcBef>
              <a:spcAft>
                <a:spcPts val="0"/>
              </a:spcAft>
              <a:buSzPts val="1400"/>
              <a:buChar char="●"/>
              <a:defRPr sz="4400">
                <a:solidFill>
                  <a:schemeClr val="dk2"/>
                </a:solidFill>
                <a:latin typeface="Arial"/>
                <a:ea typeface="Arial"/>
                <a:cs typeface="Arial"/>
                <a:sym typeface="Arial"/>
              </a:defRPr>
            </a:lvl7pPr>
            <a:lvl8pPr lvl="7" marL="1371600" rtl="0" algn="ctr">
              <a:spcBef>
                <a:spcPts val="0"/>
              </a:spcBef>
              <a:spcAft>
                <a:spcPts val="0"/>
              </a:spcAft>
              <a:buSzPts val="1400"/>
              <a:buChar char="○"/>
              <a:defRPr sz="4400">
                <a:solidFill>
                  <a:schemeClr val="dk2"/>
                </a:solidFill>
                <a:latin typeface="Arial"/>
                <a:ea typeface="Arial"/>
                <a:cs typeface="Arial"/>
                <a:sym typeface="Arial"/>
              </a:defRPr>
            </a:lvl8pPr>
            <a:lvl9pPr lvl="8" marL="1828800" rtl="0" algn="ctr">
              <a:spcBef>
                <a:spcPts val="0"/>
              </a:spcBef>
              <a:spcAft>
                <a:spcPts val="0"/>
              </a:spcAft>
              <a:buSzPts val="1400"/>
              <a:buChar char="■"/>
              <a:defRPr sz="4400">
                <a:solidFill>
                  <a:schemeClr val="dk2"/>
                </a:solidFill>
                <a:latin typeface="Arial"/>
                <a:ea typeface="Arial"/>
                <a:cs typeface="Arial"/>
                <a:sym typeface="Arial"/>
              </a:defRPr>
            </a:lvl9pPr>
          </a:lstStyle>
          <a:p/>
        </p:txBody>
      </p:sp>
      <p:sp>
        <p:nvSpPr>
          <p:cNvPr id="44" name="Google Shape;44;p10"/>
          <p:cNvSpPr txBox="1"/>
          <p:nvPr>
            <p:ph idx="1" type="body"/>
          </p:nvPr>
        </p:nvSpPr>
        <p:spPr>
          <a:xfrm>
            <a:off x="457200" y="1600200"/>
            <a:ext cx="4038600" cy="4525963"/>
          </a:xfrm>
          <a:prstGeom prst="rect">
            <a:avLst/>
          </a:prstGeom>
          <a:noFill/>
          <a:ln>
            <a:noFill/>
          </a:ln>
        </p:spPr>
        <p:txBody>
          <a:bodyPr anchorCtr="0" anchor="t" bIns="91425" lIns="91425" spcFirstLastPara="1" rIns="91425" wrap="square" tIns="91425">
            <a:noAutofit/>
          </a:bodyPr>
          <a:lstStyle>
            <a:lvl1pPr indent="-317500" lvl="0" marL="457200" rtl="0">
              <a:spcBef>
                <a:spcPts val="640"/>
              </a:spcBef>
              <a:spcAft>
                <a:spcPts val="0"/>
              </a:spcAft>
              <a:buSzPts val="1400"/>
              <a:buChar char="●"/>
              <a:defRPr sz="2800"/>
            </a:lvl1pPr>
            <a:lvl2pPr indent="-317500" lvl="1" marL="914400" rtl="0">
              <a:spcBef>
                <a:spcPts val="0"/>
              </a:spcBef>
              <a:spcAft>
                <a:spcPts val="0"/>
              </a:spcAft>
              <a:buSzPts val="1400"/>
              <a:buChar char="●"/>
              <a:defRPr sz="2400"/>
            </a:lvl2pPr>
            <a:lvl3pPr indent="-317500" lvl="2" marL="1371600" rtl="0">
              <a:spcBef>
                <a:spcPts val="0"/>
              </a:spcBef>
              <a:spcAft>
                <a:spcPts val="0"/>
              </a:spcAft>
              <a:buSzPts val="1400"/>
              <a:buChar char="●"/>
              <a:defRPr sz="2000"/>
            </a:lvl3pPr>
            <a:lvl4pPr indent="-317500" lvl="3" marL="1828800" rtl="0">
              <a:spcBef>
                <a:spcPts val="0"/>
              </a:spcBef>
              <a:spcAft>
                <a:spcPts val="0"/>
              </a:spcAft>
              <a:buSzPts val="1400"/>
              <a:buChar char="●"/>
              <a:defRPr sz="1800"/>
            </a:lvl4pPr>
            <a:lvl5pPr indent="-317500" lvl="4" marL="2286000" rtl="0">
              <a:spcBef>
                <a:spcPts val="0"/>
              </a:spcBef>
              <a:spcAft>
                <a:spcPts val="0"/>
              </a:spcAft>
              <a:buSzPts val="1400"/>
              <a:buChar char="●"/>
              <a:defRPr sz="1800"/>
            </a:lvl5pPr>
            <a:lvl6pPr indent="-317500" lvl="5" marL="2743200" rtl="0">
              <a:spcBef>
                <a:spcPts val="0"/>
              </a:spcBef>
              <a:spcAft>
                <a:spcPts val="0"/>
              </a:spcAft>
              <a:buSzPts val="1400"/>
              <a:buChar char="●"/>
              <a:defRPr sz="1800"/>
            </a:lvl6pPr>
            <a:lvl7pPr indent="-317500" lvl="6" marL="3200400" rtl="0">
              <a:spcBef>
                <a:spcPts val="0"/>
              </a:spcBef>
              <a:spcAft>
                <a:spcPts val="0"/>
              </a:spcAft>
              <a:buSzPts val="1400"/>
              <a:buChar char="●"/>
              <a:defRPr sz="1800"/>
            </a:lvl7pPr>
            <a:lvl8pPr indent="-317500" lvl="7" marL="3657600" rtl="0">
              <a:spcBef>
                <a:spcPts val="0"/>
              </a:spcBef>
              <a:spcAft>
                <a:spcPts val="0"/>
              </a:spcAft>
              <a:buSzPts val="1400"/>
              <a:buChar char="●"/>
              <a:defRPr sz="1800"/>
            </a:lvl8pPr>
            <a:lvl9pPr indent="-317500" lvl="8" marL="4114800" rtl="0">
              <a:spcBef>
                <a:spcPts val="0"/>
              </a:spcBef>
              <a:spcAft>
                <a:spcPts val="0"/>
              </a:spcAft>
              <a:buSzPts val="1400"/>
              <a:buChar char="●"/>
              <a:defRPr sz="1800"/>
            </a:lvl9pPr>
          </a:lstStyle>
          <a:p/>
        </p:txBody>
      </p:sp>
      <p:sp>
        <p:nvSpPr>
          <p:cNvPr id="45" name="Google Shape;45;p10"/>
          <p:cNvSpPr txBox="1"/>
          <p:nvPr>
            <p:ph idx="2" type="body"/>
          </p:nvPr>
        </p:nvSpPr>
        <p:spPr>
          <a:xfrm>
            <a:off x="4648200" y="1600200"/>
            <a:ext cx="4038600" cy="4525963"/>
          </a:xfrm>
          <a:prstGeom prst="rect">
            <a:avLst/>
          </a:prstGeom>
          <a:noFill/>
          <a:ln>
            <a:noFill/>
          </a:ln>
        </p:spPr>
        <p:txBody>
          <a:bodyPr anchorCtr="0" anchor="t" bIns="91425" lIns="91425" spcFirstLastPara="1" rIns="91425" wrap="square" tIns="91425">
            <a:noAutofit/>
          </a:bodyPr>
          <a:lstStyle>
            <a:lvl1pPr indent="-317500" lvl="0" marL="457200" rtl="0">
              <a:spcBef>
                <a:spcPts val="640"/>
              </a:spcBef>
              <a:spcAft>
                <a:spcPts val="0"/>
              </a:spcAft>
              <a:buSzPts val="1400"/>
              <a:buChar char="●"/>
              <a:defRPr sz="2800"/>
            </a:lvl1pPr>
            <a:lvl2pPr indent="-317500" lvl="1" marL="914400" rtl="0">
              <a:spcBef>
                <a:spcPts val="0"/>
              </a:spcBef>
              <a:spcAft>
                <a:spcPts val="0"/>
              </a:spcAft>
              <a:buSzPts val="1400"/>
              <a:buChar char="●"/>
              <a:defRPr sz="2400"/>
            </a:lvl2pPr>
            <a:lvl3pPr indent="-317500" lvl="2" marL="1371600" rtl="0">
              <a:spcBef>
                <a:spcPts val="0"/>
              </a:spcBef>
              <a:spcAft>
                <a:spcPts val="0"/>
              </a:spcAft>
              <a:buSzPts val="1400"/>
              <a:buChar char="●"/>
              <a:defRPr sz="2000"/>
            </a:lvl3pPr>
            <a:lvl4pPr indent="-317500" lvl="3" marL="1828800" rtl="0">
              <a:spcBef>
                <a:spcPts val="0"/>
              </a:spcBef>
              <a:spcAft>
                <a:spcPts val="0"/>
              </a:spcAft>
              <a:buSzPts val="1400"/>
              <a:buChar char="●"/>
              <a:defRPr sz="1800"/>
            </a:lvl4pPr>
            <a:lvl5pPr indent="-317500" lvl="4" marL="2286000" rtl="0">
              <a:spcBef>
                <a:spcPts val="0"/>
              </a:spcBef>
              <a:spcAft>
                <a:spcPts val="0"/>
              </a:spcAft>
              <a:buSzPts val="1400"/>
              <a:buChar char="●"/>
              <a:defRPr sz="1800"/>
            </a:lvl5pPr>
            <a:lvl6pPr indent="-317500" lvl="5" marL="2743200" rtl="0">
              <a:spcBef>
                <a:spcPts val="0"/>
              </a:spcBef>
              <a:spcAft>
                <a:spcPts val="0"/>
              </a:spcAft>
              <a:buSzPts val="1400"/>
              <a:buChar char="●"/>
              <a:defRPr sz="1800"/>
            </a:lvl6pPr>
            <a:lvl7pPr indent="-317500" lvl="6" marL="3200400" rtl="0">
              <a:spcBef>
                <a:spcPts val="0"/>
              </a:spcBef>
              <a:spcAft>
                <a:spcPts val="0"/>
              </a:spcAft>
              <a:buSzPts val="1400"/>
              <a:buChar char="●"/>
              <a:defRPr sz="1800"/>
            </a:lvl7pPr>
            <a:lvl8pPr indent="-317500" lvl="7" marL="3657600" rtl="0">
              <a:spcBef>
                <a:spcPts val="0"/>
              </a:spcBef>
              <a:spcAft>
                <a:spcPts val="0"/>
              </a:spcAft>
              <a:buSzPts val="1400"/>
              <a:buChar char="●"/>
              <a:defRPr sz="1800"/>
            </a:lvl8pPr>
            <a:lvl9pPr indent="-317500" lvl="8" marL="4114800" rtl="0">
              <a:spcBef>
                <a:spcPts val="0"/>
              </a:spcBef>
              <a:spcAft>
                <a:spcPts val="0"/>
              </a:spcAft>
              <a:buSzPts val="1400"/>
              <a:buChar char="●"/>
              <a:defRPr sz="18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6" name="Shape 46"/>
        <p:cNvGrpSpPr/>
        <p:nvPr/>
      </p:nvGrpSpPr>
      <p:grpSpPr>
        <a:xfrm>
          <a:off x="0" y="0"/>
          <a:ext cx="0" cy="0"/>
          <a:chOff x="0" y="0"/>
          <a:chExt cx="0" cy="0"/>
        </a:xfrm>
      </p:grpSpPr>
      <p:sp>
        <p:nvSpPr>
          <p:cNvPr id="47" name="Google Shape;47;p11"/>
          <p:cNvSpPr txBox="1"/>
          <p:nvPr>
            <p:ph type="title"/>
          </p:nvPr>
        </p:nvSpPr>
        <p:spPr>
          <a:xfrm>
            <a:off x="722313" y="4406900"/>
            <a:ext cx="7772400" cy="1362075"/>
          </a:xfrm>
          <a:prstGeom prst="rect">
            <a:avLst/>
          </a:prstGeom>
          <a:noFill/>
          <a:ln>
            <a:noFill/>
          </a:ln>
        </p:spPr>
        <p:txBody>
          <a:bodyPr anchorCtr="0" anchor="t" bIns="91425" lIns="91425" spcFirstLastPara="1" rIns="91425" wrap="square" tIns="91425">
            <a:noAutofit/>
          </a:bodyPr>
          <a:lstStyle>
            <a:lvl1pPr lvl="0" rtl="0" algn="l">
              <a:spcBef>
                <a:spcPts val="0"/>
              </a:spcBef>
              <a:spcAft>
                <a:spcPts val="0"/>
              </a:spcAft>
              <a:buSzPts val="1400"/>
              <a:buChar char="●"/>
              <a:defRPr b="1" sz="4000" cap="small"/>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8" name="Google Shape;48;p11"/>
          <p:cNvSpPr txBox="1"/>
          <p:nvPr>
            <p:ph idx="1" type="body"/>
          </p:nvPr>
        </p:nvSpPr>
        <p:spPr>
          <a:xfrm>
            <a:off x="722313" y="2906713"/>
            <a:ext cx="7772400" cy="1500187"/>
          </a:xfrm>
          <a:prstGeom prst="rect">
            <a:avLst/>
          </a:prstGeom>
          <a:noFill/>
          <a:ln>
            <a:noFill/>
          </a:ln>
        </p:spPr>
        <p:txBody>
          <a:bodyPr anchorCtr="0" anchor="b" bIns="91425" lIns="91425" spcFirstLastPara="1" rIns="91425" wrap="square" tIns="91425">
            <a:noAutofit/>
          </a:bodyPr>
          <a:lstStyle>
            <a:lvl1pPr indent="-228600" lvl="0" marL="457200" rtl="0">
              <a:spcBef>
                <a:spcPts val="640"/>
              </a:spcBef>
              <a:spcAft>
                <a:spcPts val="0"/>
              </a:spcAft>
              <a:buSzPts val="1400"/>
              <a:buFont typeface="Arial"/>
              <a:buNone/>
              <a:defRPr sz="2000"/>
            </a:lvl1pPr>
            <a:lvl2pPr indent="-228600" lvl="1" marL="914400" rtl="0">
              <a:spcBef>
                <a:spcPts val="0"/>
              </a:spcBef>
              <a:spcAft>
                <a:spcPts val="0"/>
              </a:spcAft>
              <a:buSzPts val="1400"/>
              <a:buFont typeface="Arial"/>
              <a:buNone/>
              <a:defRPr sz="1800"/>
            </a:lvl2pPr>
            <a:lvl3pPr indent="-228600" lvl="2" marL="1371600" rtl="0">
              <a:spcBef>
                <a:spcPts val="0"/>
              </a:spcBef>
              <a:spcAft>
                <a:spcPts val="0"/>
              </a:spcAft>
              <a:buSzPts val="1400"/>
              <a:buFont typeface="Arial"/>
              <a:buNone/>
              <a:defRPr sz="1600"/>
            </a:lvl3pPr>
            <a:lvl4pPr indent="-228600" lvl="3" marL="1828800" rtl="0">
              <a:spcBef>
                <a:spcPts val="0"/>
              </a:spcBef>
              <a:spcAft>
                <a:spcPts val="0"/>
              </a:spcAft>
              <a:buSzPts val="1400"/>
              <a:buFont typeface="Arial"/>
              <a:buNone/>
              <a:defRPr sz="1400"/>
            </a:lvl4pPr>
            <a:lvl5pPr indent="-228600" lvl="4" marL="2286000" rtl="0">
              <a:spcBef>
                <a:spcPts val="0"/>
              </a:spcBef>
              <a:spcAft>
                <a:spcPts val="0"/>
              </a:spcAft>
              <a:buSzPts val="1400"/>
              <a:buFont typeface="Arial"/>
              <a:buNone/>
              <a:defRPr sz="1400"/>
            </a:lvl5pPr>
            <a:lvl6pPr indent="-228600" lvl="5" marL="2743200" rtl="0">
              <a:spcBef>
                <a:spcPts val="0"/>
              </a:spcBef>
              <a:spcAft>
                <a:spcPts val="0"/>
              </a:spcAft>
              <a:buSzPts val="1400"/>
              <a:buFont typeface="Arial"/>
              <a:buNone/>
              <a:defRPr sz="1400"/>
            </a:lvl6pPr>
            <a:lvl7pPr indent="-228600" lvl="6" marL="3200400" rtl="0">
              <a:spcBef>
                <a:spcPts val="0"/>
              </a:spcBef>
              <a:spcAft>
                <a:spcPts val="0"/>
              </a:spcAft>
              <a:buSzPts val="1400"/>
              <a:buFont typeface="Arial"/>
              <a:buNone/>
              <a:defRPr sz="1400"/>
            </a:lvl7pPr>
            <a:lvl8pPr indent="-228600" lvl="7" marL="3657600" rtl="0">
              <a:spcBef>
                <a:spcPts val="0"/>
              </a:spcBef>
              <a:spcAft>
                <a:spcPts val="0"/>
              </a:spcAft>
              <a:buSzPts val="1400"/>
              <a:buFont typeface="Arial"/>
              <a:buNone/>
              <a:defRPr sz="1400"/>
            </a:lvl8pPr>
            <a:lvl9pPr indent="-228600" lvl="8" marL="4114800" rtl="0">
              <a:spcBef>
                <a:spcPts val="0"/>
              </a:spcBef>
              <a:spcAft>
                <a:spcPts val="0"/>
              </a:spcAft>
              <a:buSzPts val="1400"/>
              <a:buFont typeface="Arial"/>
              <a:buNone/>
              <a:defRPr sz="14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 type="obj">
  <p:cSld name="OBJECT">
    <p:spTree>
      <p:nvGrpSpPr>
        <p:cNvPr id="49" name="Shape 49"/>
        <p:cNvGrpSpPr/>
        <p:nvPr/>
      </p:nvGrpSpPr>
      <p:grpSpPr>
        <a:xfrm>
          <a:off x="0" y="0"/>
          <a:ext cx="0" cy="0"/>
          <a:chOff x="0" y="0"/>
          <a:chExt cx="0" cy="0"/>
        </a:xfrm>
      </p:grpSpPr>
      <p:sp>
        <p:nvSpPr>
          <p:cNvPr id="50" name="Google Shape;50;p12"/>
          <p:cNvSpPr txBox="1"/>
          <p:nvPr>
            <p:ph type="title"/>
          </p:nvPr>
        </p:nvSpPr>
        <p:spPr>
          <a:xfrm>
            <a:off x="457200" y="274637"/>
            <a:ext cx="8229600" cy="11430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SzPts val="1400"/>
              <a:buChar char="●"/>
              <a:defRPr sz="4400">
                <a:solidFill>
                  <a:schemeClr val="dk2"/>
                </a:solidFill>
                <a:latin typeface="Arial"/>
                <a:ea typeface="Arial"/>
                <a:cs typeface="Arial"/>
                <a:sym typeface="Arial"/>
              </a:defRPr>
            </a:lvl1pPr>
            <a:lvl2pPr lvl="1" rtl="0" algn="ctr">
              <a:spcBef>
                <a:spcPts val="0"/>
              </a:spcBef>
              <a:spcAft>
                <a:spcPts val="0"/>
              </a:spcAft>
              <a:buSzPts val="1400"/>
              <a:buChar char="○"/>
              <a:defRPr sz="4400">
                <a:solidFill>
                  <a:schemeClr val="dk2"/>
                </a:solidFill>
                <a:latin typeface="Arial"/>
                <a:ea typeface="Arial"/>
                <a:cs typeface="Arial"/>
                <a:sym typeface="Arial"/>
              </a:defRPr>
            </a:lvl2pPr>
            <a:lvl3pPr lvl="2" rtl="0" algn="ctr">
              <a:spcBef>
                <a:spcPts val="0"/>
              </a:spcBef>
              <a:spcAft>
                <a:spcPts val="0"/>
              </a:spcAft>
              <a:buSzPts val="1400"/>
              <a:buChar char="■"/>
              <a:defRPr sz="4400">
                <a:solidFill>
                  <a:schemeClr val="dk2"/>
                </a:solidFill>
                <a:latin typeface="Arial"/>
                <a:ea typeface="Arial"/>
                <a:cs typeface="Arial"/>
                <a:sym typeface="Arial"/>
              </a:defRPr>
            </a:lvl3pPr>
            <a:lvl4pPr lvl="3" rtl="0" algn="ctr">
              <a:spcBef>
                <a:spcPts val="0"/>
              </a:spcBef>
              <a:spcAft>
                <a:spcPts val="0"/>
              </a:spcAft>
              <a:buSzPts val="1400"/>
              <a:buChar char="●"/>
              <a:defRPr sz="4400">
                <a:solidFill>
                  <a:schemeClr val="dk2"/>
                </a:solidFill>
                <a:latin typeface="Arial"/>
                <a:ea typeface="Arial"/>
                <a:cs typeface="Arial"/>
                <a:sym typeface="Arial"/>
              </a:defRPr>
            </a:lvl4pPr>
            <a:lvl5pPr lvl="4" rtl="0" algn="ctr">
              <a:spcBef>
                <a:spcPts val="0"/>
              </a:spcBef>
              <a:spcAft>
                <a:spcPts val="0"/>
              </a:spcAft>
              <a:buSzPts val="1400"/>
              <a:buChar char="○"/>
              <a:defRPr sz="4400">
                <a:solidFill>
                  <a:schemeClr val="dk2"/>
                </a:solidFill>
                <a:latin typeface="Arial"/>
                <a:ea typeface="Arial"/>
                <a:cs typeface="Arial"/>
                <a:sym typeface="Arial"/>
              </a:defRPr>
            </a:lvl5pPr>
            <a:lvl6pPr lvl="5" marL="457200" rtl="0" algn="ctr">
              <a:spcBef>
                <a:spcPts val="0"/>
              </a:spcBef>
              <a:spcAft>
                <a:spcPts val="0"/>
              </a:spcAft>
              <a:buSzPts val="1400"/>
              <a:buChar char="■"/>
              <a:defRPr sz="4400">
                <a:solidFill>
                  <a:schemeClr val="dk2"/>
                </a:solidFill>
                <a:latin typeface="Arial"/>
                <a:ea typeface="Arial"/>
                <a:cs typeface="Arial"/>
                <a:sym typeface="Arial"/>
              </a:defRPr>
            </a:lvl6pPr>
            <a:lvl7pPr lvl="6" marL="914400" rtl="0" algn="ctr">
              <a:spcBef>
                <a:spcPts val="0"/>
              </a:spcBef>
              <a:spcAft>
                <a:spcPts val="0"/>
              </a:spcAft>
              <a:buSzPts val="1400"/>
              <a:buChar char="●"/>
              <a:defRPr sz="4400">
                <a:solidFill>
                  <a:schemeClr val="dk2"/>
                </a:solidFill>
                <a:latin typeface="Arial"/>
                <a:ea typeface="Arial"/>
                <a:cs typeface="Arial"/>
                <a:sym typeface="Arial"/>
              </a:defRPr>
            </a:lvl7pPr>
            <a:lvl8pPr lvl="7" marL="1371600" rtl="0" algn="ctr">
              <a:spcBef>
                <a:spcPts val="0"/>
              </a:spcBef>
              <a:spcAft>
                <a:spcPts val="0"/>
              </a:spcAft>
              <a:buSzPts val="1400"/>
              <a:buChar char="○"/>
              <a:defRPr sz="4400">
                <a:solidFill>
                  <a:schemeClr val="dk2"/>
                </a:solidFill>
                <a:latin typeface="Arial"/>
                <a:ea typeface="Arial"/>
                <a:cs typeface="Arial"/>
                <a:sym typeface="Arial"/>
              </a:defRPr>
            </a:lvl8pPr>
            <a:lvl9pPr lvl="8" marL="1828800" rtl="0" algn="ctr">
              <a:spcBef>
                <a:spcPts val="0"/>
              </a:spcBef>
              <a:spcAft>
                <a:spcPts val="0"/>
              </a:spcAft>
              <a:buSzPts val="1400"/>
              <a:buChar char="■"/>
              <a:defRPr sz="4400">
                <a:solidFill>
                  <a:schemeClr val="dk2"/>
                </a:solidFill>
                <a:latin typeface="Arial"/>
                <a:ea typeface="Arial"/>
                <a:cs typeface="Arial"/>
                <a:sym typeface="Arial"/>
              </a:defRPr>
            </a:lvl9pPr>
          </a:lstStyle>
          <a:p/>
        </p:txBody>
      </p:sp>
      <p:sp>
        <p:nvSpPr>
          <p:cNvPr id="51" name="Google Shape;51;p12"/>
          <p:cNvSpPr txBox="1"/>
          <p:nvPr>
            <p:ph idx="1" type="body"/>
          </p:nvPr>
        </p:nvSpPr>
        <p:spPr>
          <a:xfrm>
            <a:off x="457200" y="1600200"/>
            <a:ext cx="8229600" cy="4525962"/>
          </a:xfrm>
          <a:prstGeom prst="rect">
            <a:avLst/>
          </a:prstGeom>
          <a:noFill/>
          <a:ln>
            <a:noFill/>
          </a:ln>
        </p:spPr>
        <p:txBody>
          <a:bodyPr anchorCtr="0" anchor="t" bIns="91425" lIns="91425" spcFirstLastPara="1" rIns="91425" wrap="square" tIns="91425">
            <a:noAutofit/>
          </a:bodyPr>
          <a:lstStyle>
            <a:lvl1pPr indent="-317500" lvl="0" marL="457200" rtl="0" algn="l">
              <a:spcBef>
                <a:spcPts val="640"/>
              </a:spcBef>
              <a:spcAft>
                <a:spcPts val="0"/>
              </a:spcAft>
              <a:buClr>
                <a:schemeClr val="dk1"/>
              </a:buClr>
              <a:buSzPts val="1400"/>
              <a:buFont typeface="Arial"/>
              <a:buChar char="●"/>
              <a:defRPr sz="3200">
                <a:solidFill>
                  <a:schemeClr val="dk1"/>
                </a:solidFill>
                <a:latin typeface="Arial"/>
                <a:ea typeface="Arial"/>
                <a:cs typeface="Arial"/>
                <a:sym typeface="Arial"/>
              </a:defRPr>
            </a:lvl1pPr>
            <a:lvl2pPr indent="-317500" lvl="1" marL="914400" rtl="0" algn="l">
              <a:spcBef>
                <a:spcPts val="0"/>
              </a:spcBef>
              <a:spcAft>
                <a:spcPts val="0"/>
              </a:spcAft>
              <a:buClr>
                <a:schemeClr val="dk1"/>
              </a:buClr>
              <a:buSzPts val="1400"/>
              <a:buFont typeface="Arial"/>
              <a:buChar char="●"/>
              <a:defRPr sz="2800">
                <a:solidFill>
                  <a:schemeClr val="dk1"/>
                </a:solidFill>
                <a:latin typeface="Arial"/>
                <a:ea typeface="Arial"/>
                <a:cs typeface="Arial"/>
                <a:sym typeface="Arial"/>
              </a:defRPr>
            </a:lvl2pPr>
            <a:lvl3pPr indent="-317500" lvl="2" marL="1371600" rtl="0" algn="l">
              <a:spcBef>
                <a:spcPts val="0"/>
              </a:spcBef>
              <a:spcAft>
                <a:spcPts val="0"/>
              </a:spcAft>
              <a:buClr>
                <a:schemeClr val="dk1"/>
              </a:buClr>
              <a:buSzPts val="1400"/>
              <a:buFont typeface="Arial"/>
              <a:buChar char="●"/>
              <a:defRPr sz="2400">
                <a:solidFill>
                  <a:schemeClr val="dk1"/>
                </a:solidFill>
                <a:latin typeface="Arial"/>
                <a:ea typeface="Arial"/>
                <a:cs typeface="Arial"/>
                <a:sym typeface="Arial"/>
              </a:defRPr>
            </a:lvl3pPr>
            <a:lvl4pPr indent="-317500" lvl="3" marL="1828800" rtl="0" algn="l">
              <a:spcBef>
                <a:spcPts val="0"/>
              </a:spcBef>
              <a:spcAft>
                <a:spcPts val="0"/>
              </a:spcAft>
              <a:buClr>
                <a:schemeClr val="dk1"/>
              </a:buClr>
              <a:buSzPts val="1400"/>
              <a:buFont typeface="Arial"/>
              <a:buChar char="●"/>
              <a:defRPr sz="2000">
                <a:solidFill>
                  <a:schemeClr val="dk1"/>
                </a:solidFill>
                <a:latin typeface="Arial"/>
                <a:ea typeface="Arial"/>
                <a:cs typeface="Arial"/>
                <a:sym typeface="Arial"/>
              </a:defRPr>
            </a:lvl4pPr>
            <a:lvl5pPr indent="-317500" lvl="4" marL="2286000" rtl="0" algn="l">
              <a:spcBef>
                <a:spcPts val="0"/>
              </a:spcBef>
              <a:spcAft>
                <a:spcPts val="0"/>
              </a:spcAft>
              <a:buClr>
                <a:schemeClr val="dk1"/>
              </a:buClr>
              <a:buSzPts val="1400"/>
              <a:buFont typeface="Arial"/>
              <a:buChar char="●"/>
              <a:defRPr sz="2000">
                <a:solidFill>
                  <a:schemeClr val="dk1"/>
                </a:solidFill>
                <a:latin typeface="Arial"/>
                <a:ea typeface="Arial"/>
                <a:cs typeface="Arial"/>
                <a:sym typeface="Arial"/>
              </a:defRPr>
            </a:lvl5pPr>
            <a:lvl6pPr indent="-317500" lvl="5" marL="2743200" rtl="0" algn="l">
              <a:spcBef>
                <a:spcPts val="0"/>
              </a:spcBef>
              <a:spcAft>
                <a:spcPts val="0"/>
              </a:spcAft>
              <a:buClr>
                <a:schemeClr val="dk1"/>
              </a:buClr>
              <a:buSzPts val="1400"/>
              <a:buFont typeface="Arial"/>
              <a:buChar char="●"/>
              <a:defRPr sz="2000">
                <a:solidFill>
                  <a:schemeClr val="dk1"/>
                </a:solidFill>
                <a:latin typeface="Arial"/>
                <a:ea typeface="Arial"/>
                <a:cs typeface="Arial"/>
                <a:sym typeface="Arial"/>
              </a:defRPr>
            </a:lvl6pPr>
            <a:lvl7pPr indent="-317500" lvl="6" marL="3200400" rtl="0" algn="l">
              <a:spcBef>
                <a:spcPts val="0"/>
              </a:spcBef>
              <a:spcAft>
                <a:spcPts val="0"/>
              </a:spcAft>
              <a:buClr>
                <a:schemeClr val="dk1"/>
              </a:buClr>
              <a:buSzPts val="1400"/>
              <a:buFont typeface="Arial"/>
              <a:buChar char="●"/>
              <a:defRPr sz="2000">
                <a:solidFill>
                  <a:schemeClr val="dk1"/>
                </a:solidFill>
                <a:latin typeface="Arial"/>
                <a:ea typeface="Arial"/>
                <a:cs typeface="Arial"/>
                <a:sym typeface="Arial"/>
              </a:defRPr>
            </a:lvl7pPr>
            <a:lvl8pPr indent="-317500" lvl="7" marL="3657600" rtl="0" algn="l">
              <a:spcBef>
                <a:spcPts val="0"/>
              </a:spcBef>
              <a:spcAft>
                <a:spcPts val="0"/>
              </a:spcAft>
              <a:buClr>
                <a:schemeClr val="dk1"/>
              </a:buClr>
              <a:buSzPts val="1400"/>
              <a:buFont typeface="Arial"/>
              <a:buChar char="●"/>
              <a:defRPr sz="2000">
                <a:solidFill>
                  <a:schemeClr val="dk1"/>
                </a:solidFill>
                <a:latin typeface="Arial"/>
                <a:ea typeface="Arial"/>
                <a:cs typeface="Arial"/>
                <a:sym typeface="Arial"/>
              </a:defRPr>
            </a:lvl8pPr>
            <a:lvl9pPr indent="-317500" lvl="8" marL="4114800" rtl="0" algn="l">
              <a:spcBef>
                <a:spcPts val="0"/>
              </a:spcBef>
              <a:spcAft>
                <a:spcPts val="0"/>
              </a:spcAft>
              <a:buClr>
                <a:schemeClr val="dk1"/>
              </a:buClr>
              <a:buSzPts val="1400"/>
              <a:buFont typeface="Arial"/>
              <a:buChar char="●"/>
              <a:defRPr sz="2000">
                <a:solidFill>
                  <a:schemeClr val="dk1"/>
                </a:solidFill>
                <a:latin typeface="Arial"/>
                <a:ea typeface="Arial"/>
                <a:cs typeface="Arial"/>
                <a:sym typeface="Aria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2" name="Shape 52"/>
        <p:cNvGrpSpPr/>
        <p:nvPr/>
      </p:nvGrpSpPr>
      <p:grpSpPr>
        <a:xfrm>
          <a:off x="0" y="0"/>
          <a:ext cx="0" cy="0"/>
          <a:chOff x="0" y="0"/>
          <a:chExt cx="0" cy="0"/>
        </a:xfrm>
      </p:grpSpPr>
      <p:sp>
        <p:nvSpPr>
          <p:cNvPr id="53" name="Google Shape;53;p13"/>
          <p:cNvSpPr txBox="1"/>
          <p:nvPr>
            <p:ph type="ctrTitle"/>
          </p:nvPr>
        </p:nvSpPr>
        <p:spPr>
          <a:xfrm>
            <a:off x="685800" y="2130425"/>
            <a:ext cx="7772400" cy="1470025"/>
          </a:xfrm>
          <a:prstGeom prst="rect">
            <a:avLst/>
          </a:prstGeom>
          <a:noFill/>
          <a:ln>
            <a:noFill/>
          </a:ln>
        </p:spPr>
        <p:txBody>
          <a:bodyPr anchorCtr="0" anchor="t" bIns="91425" lIns="91425" spcFirstLastPara="1" rIns="91425" wrap="square" tIns="91425">
            <a:noAutofit/>
          </a:bodyPr>
          <a:lstStyle>
            <a:lvl1pPr indent="-88900" lvl="0" marL="0" marR="0" rtl="0" algn="ctr">
              <a:spcBef>
                <a:spcPts val="0"/>
              </a:spcBef>
              <a:spcAft>
                <a:spcPts val="0"/>
              </a:spcAft>
              <a:buSzPts val="1400"/>
              <a:buChar char="●"/>
              <a:defRPr b="0" i="0" sz="4400" u="none" cap="none" strike="noStrike">
                <a:solidFill>
                  <a:schemeClr val="dk2"/>
                </a:solidFill>
                <a:latin typeface="Arial"/>
                <a:ea typeface="Arial"/>
                <a:cs typeface="Arial"/>
                <a:sym typeface="Arial"/>
              </a:defRPr>
            </a:lvl1pPr>
            <a:lvl2pPr indent="-88900" lvl="1" marL="0" marR="0" rtl="0" algn="ctr">
              <a:spcBef>
                <a:spcPts val="0"/>
              </a:spcBef>
              <a:spcAft>
                <a:spcPts val="0"/>
              </a:spcAft>
              <a:buSzPts val="1400"/>
              <a:buChar char="○"/>
              <a:defRPr b="0" i="0" sz="4400" u="none" cap="none" strike="noStrike">
                <a:solidFill>
                  <a:schemeClr val="dk2"/>
                </a:solidFill>
                <a:latin typeface="Arial"/>
                <a:ea typeface="Arial"/>
                <a:cs typeface="Arial"/>
                <a:sym typeface="Arial"/>
              </a:defRPr>
            </a:lvl2pPr>
            <a:lvl3pPr indent="-88900" lvl="2" marL="0" marR="0" rtl="0" algn="ctr">
              <a:spcBef>
                <a:spcPts val="0"/>
              </a:spcBef>
              <a:spcAft>
                <a:spcPts val="0"/>
              </a:spcAft>
              <a:buSzPts val="1400"/>
              <a:buChar char="■"/>
              <a:defRPr b="0" i="0" sz="4400" u="none" cap="none" strike="noStrike">
                <a:solidFill>
                  <a:schemeClr val="dk2"/>
                </a:solidFill>
                <a:latin typeface="Arial"/>
                <a:ea typeface="Arial"/>
                <a:cs typeface="Arial"/>
                <a:sym typeface="Arial"/>
              </a:defRPr>
            </a:lvl3pPr>
            <a:lvl4pPr indent="-88900" lvl="3" marL="0" marR="0" rtl="0" algn="ctr">
              <a:spcBef>
                <a:spcPts val="0"/>
              </a:spcBef>
              <a:spcAft>
                <a:spcPts val="0"/>
              </a:spcAft>
              <a:buSzPts val="1400"/>
              <a:buChar char="●"/>
              <a:defRPr b="0" i="0" sz="4400" u="none" cap="none" strike="noStrike">
                <a:solidFill>
                  <a:schemeClr val="dk2"/>
                </a:solidFill>
                <a:latin typeface="Arial"/>
                <a:ea typeface="Arial"/>
                <a:cs typeface="Arial"/>
                <a:sym typeface="Arial"/>
              </a:defRPr>
            </a:lvl4pPr>
            <a:lvl5pPr indent="-88900" lvl="4" marL="0" marR="0" rtl="0" algn="ctr">
              <a:spcBef>
                <a:spcPts val="0"/>
              </a:spcBef>
              <a:spcAft>
                <a:spcPts val="0"/>
              </a:spcAft>
              <a:buSzPts val="1400"/>
              <a:buChar char="○"/>
              <a:defRPr b="0" i="0" sz="4400" u="none" cap="none" strike="noStrike">
                <a:solidFill>
                  <a:schemeClr val="dk2"/>
                </a:solidFill>
                <a:latin typeface="Arial"/>
                <a:ea typeface="Arial"/>
                <a:cs typeface="Arial"/>
                <a:sym typeface="Arial"/>
              </a:defRPr>
            </a:lvl5pPr>
            <a:lvl6pPr indent="-88900" lvl="5" marL="457200" marR="0" rtl="0" algn="ctr">
              <a:spcBef>
                <a:spcPts val="0"/>
              </a:spcBef>
              <a:spcAft>
                <a:spcPts val="0"/>
              </a:spcAft>
              <a:buSzPts val="1400"/>
              <a:buChar char="■"/>
              <a:defRPr b="0" i="0" sz="4400" u="none" cap="none" strike="noStrike">
                <a:solidFill>
                  <a:schemeClr val="dk2"/>
                </a:solidFill>
                <a:latin typeface="Arial"/>
                <a:ea typeface="Arial"/>
                <a:cs typeface="Arial"/>
                <a:sym typeface="Arial"/>
              </a:defRPr>
            </a:lvl6pPr>
            <a:lvl7pPr indent="-88900" lvl="6" marL="914400" marR="0" rtl="0" algn="ctr">
              <a:spcBef>
                <a:spcPts val="0"/>
              </a:spcBef>
              <a:spcAft>
                <a:spcPts val="0"/>
              </a:spcAft>
              <a:buSzPts val="1400"/>
              <a:buChar char="●"/>
              <a:defRPr b="0" i="0" sz="4400" u="none" cap="none" strike="noStrike">
                <a:solidFill>
                  <a:schemeClr val="dk2"/>
                </a:solidFill>
                <a:latin typeface="Arial"/>
                <a:ea typeface="Arial"/>
                <a:cs typeface="Arial"/>
                <a:sym typeface="Arial"/>
              </a:defRPr>
            </a:lvl7pPr>
            <a:lvl8pPr indent="-88900" lvl="7" marL="1371600" marR="0" rtl="0" algn="ctr">
              <a:spcBef>
                <a:spcPts val="0"/>
              </a:spcBef>
              <a:spcAft>
                <a:spcPts val="0"/>
              </a:spcAft>
              <a:buSzPts val="1400"/>
              <a:buChar char="○"/>
              <a:defRPr b="0" i="0" sz="4400" u="none" cap="none" strike="noStrike">
                <a:solidFill>
                  <a:schemeClr val="dk2"/>
                </a:solidFill>
                <a:latin typeface="Arial"/>
                <a:ea typeface="Arial"/>
                <a:cs typeface="Arial"/>
                <a:sym typeface="Arial"/>
              </a:defRPr>
            </a:lvl8pPr>
            <a:lvl9pPr indent="-88900" lvl="8" marL="1828800" marR="0" rtl="0" algn="ctr">
              <a:spcBef>
                <a:spcPts val="0"/>
              </a:spcBef>
              <a:spcAft>
                <a:spcPts val="0"/>
              </a:spcAft>
              <a:buSzPts val="1400"/>
              <a:buChar char="■"/>
              <a:defRPr b="0" i="0" sz="4400" u="none" cap="none" strike="noStrike">
                <a:solidFill>
                  <a:schemeClr val="dk2"/>
                </a:solidFill>
                <a:latin typeface="Arial"/>
                <a:ea typeface="Arial"/>
                <a:cs typeface="Arial"/>
                <a:sym typeface="Arial"/>
              </a:defRPr>
            </a:lvl9pPr>
          </a:lstStyle>
          <a:p/>
        </p:txBody>
      </p:sp>
      <p:sp>
        <p:nvSpPr>
          <p:cNvPr id="54" name="Google Shape;54;p13"/>
          <p:cNvSpPr txBox="1"/>
          <p:nvPr>
            <p:ph idx="1" type="subTitle"/>
          </p:nvPr>
        </p:nvSpPr>
        <p:spPr>
          <a:xfrm>
            <a:off x="1371600" y="3886200"/>
            <a:ext cx="6400800" cy="1752600"/>
          </a:xfrm>
          <a:prstGeom prst="rect">
            <a:avLst/>
          </a:prstGeom>
          <a:noFill/>
          <a:ln>
            <a:noFill/>
          </a:ln>
        </p:spPr>
        <p:txBody>
          <a:bodyPr anchorCtr="0" anchor="t" bIns="91425" lIns="91425" spcFirstLastPara="1" rIns="91425" wrap="square" tIns="91425">
            <a:noAutofit/>
          </a:bodyPr>
          <a:lstStyle>
            <a:lvl1pPr indent="0" lvl="0" marL="0" marR="0" rtl="0" algn="ctr">
              <a:spcBef>
                <a:spcPts val="640"/>
              </a:spcBef>
              <a:spcAft>
                <a:spcPts val="0"/>
              </a:spcAft>
              <a:buClr>
                <a:schemeClr val="dk1"/>
              </a:buClr>
              <a:buSzPts val="1400"/>
              <a:buFont typeface="Arial"/>
              <a:buNone/>
              <a:defRPr b="0" i="0" sz="3200" u="none" cap="none" strike="noStrike">
                <a:solidFill>
                  <a:schemeClr val="dk1"/>
                </a:solidFill>
                <a:latin typeface="Arial"/>
                <a:ea typeface="Arial"/>
                <a:cs typeface="Arial"/>
                <a:sym typeface="Arial"/>
              </a:defRPr>
            </a:lvl1pPr>
            <a:lvl2pPr indent="0" lvl="1" marL="457200" marR="0" rtl="0" algn="ctr">
              <a:spcBef>
                <a:spcPts val="0"/>
              </a:spcBef>
              <a:spcAft>
                <a:spcPts val="0"/>
              </a:spcAft>
              <a:buClr>
                <a:schemeClr val="dk1"/>
              </a:buClr>
              <a:buSzPts val="1400"/>
              <a:buFont typeface="Arial"/>
              <a:buNone/>
              <a:defRPr b="0" i="0" sz="2800" u="none" cap="none" strike="noStrike">
                <a:solidFill>
                  <a:schemeClr val="dk1"/>
                </a:solidFill>
                <a:latin typeface="Arial"/>
                <a:ea typeface="Arial"/>
                <a:cs typeface="Arial"/>
                <a:sym typeface="Arial"/>
              </a:defRPr>
            </a:lvl2pPr>
            <a:lvl3pPr indent="0" lvl="2" marL="914400" marR="0" rtl="0" algn="ctr">
              <a:spcBef>
                <a:spcPts val="0"/>
              </a:spcBef>
              <a:spcAft>
                <a:spcPts val="0"/>
              </a:spcAft>
              <a:buClr>
                <a:schemeClr val="dk1"/>
              </a:buClr>
              <a:buSzPts val="1400"/>
              <a:buFont typeface="Arial"/>
              <a:buNone/>
              <a:defRPr b="0" i="0" sz="2400" u="none" cap="none" strike="noStrike">
                <a:solidFill>
                  <a:schemeClr val="dk1"/>
                </a:solidFill>
                <a:latin typeface="Arial"/>
                <a:ea typeface="Arial"/>
                <a:cs typeface="Arial"/>
                <a:sym typeface="Arial"/>
              </a:defRPr>
            </a:lvl3pPr>
            <a:lvl4pPr indent="0" lvl="3" marL="1371600" marR="0" rtl="0" algn="ctr">
              <a:spcBef>
                <a:spcPts val="0"/>
              </a:spcBef>
              <a:spcAft>
                <a:spcPts val="0"/>
              </a:spcAft>
              <a:buClr>
                <a:schemeClr val="dk1"/>
              </a:buClr>
              <a:buSzPts val="1400"/>
              <a:buFont typeface="Arial"/>
              <a:buNone/>
              <a:defRPr b="0" i="0" sz="2000" u="none" cap="none" strike="noStrike">
                <a:solidFill>
                  <a:schemeClr val="dk1"/>
                </a:solidFill>
                <a:latin typeface="Arial"/>
                <a:ea typeface="Arial"/>
                <a:cs typeface="Arial"/>
                <a:sym typeface="Arial"/>
              </a:defRPr>
            </a:lvl4pPr>
            <a:lvl5pPr indent="0" lvl="4" marL="1828800" marR="0" rtl="0" algn="ctr">
              <a:spcBef>
                <a:spcPts val="0"/>
              </a:spcBef>
              <a:spcAft>
                <a:spcPts val="0"/>
              </a:spcAft>
              <a:buClr>
                <a:schemeClr val="dk1"/>
              </a:buClr>
              <a:buSzPts val="1400"/>
              <a:buFont typeface="Arial"/>
              <a:buNone/>
              <a:defRPr b="0" i="0" sz="2000" u="none" cap="none" strike="noStrike">
                <a:solidFill>
                  <a:schemeClr val="dk1"/>
                </a:solidFill>
                <a:latin typeface="Arial"/>
                <a:ea typeface="Arial"/>
                <a:cs typeface="Arial"/>
                <a:sym typeface="Arial"/>
              </a:defRPr>
            </a:lvl5pPr>
            <a:lvl6pPr indent="0" lvl="5" marL="2286000" marR="0" rtl="0" algn="ctr">
              <a:spcBef>
                <a:spcPts val="0"/>
              </a:spcBef>
              <a:spcAft>
                <a:spcPts val="0"/>
              </a:spcAft>
              <a:buClr>
                <a:schemeClr val="dk1"/>
              </a:buClr>
              <a:buSzPts val="1400"/>
              <a:buFont typeface="Arial"/>
              <a:buNone/>
              <a:defRPr b="0" i="0" sz="2000" u="none" cap="none" strike="noStrike">
                <a:solidFill>
                  <a:schemeClr val="dk1"/>
                </a:solidFill>
                <a:latin typeface="Arial"/>
                <a:ea typeface="Arial"/>
                <a:cs typeface="Arial"/>
                <a:sym typeface="Arial"/>
              </a:defRPr>
            </a:lvl6pPr>
            <a:lvl7pPr indent="0" lvl="6" marL="2743200" marR="0" rtl="0" algn="ctr">
              <a:spcBef>
                <a:spcPts val="0"/>
              </a:spcBef>
              <a:spcAft>
                <a:spcPts val="0"/>
              </a:spcAft>
              <a:buClr>
                <a:schemeClr val="dk1"/>
              </a:buClr>
              <a:buSzPts val="1400"/>
              <a:buFont typeface="Arial"/>
              <a:buNone/>
              <a:defRPr b="0" i="0" sz="2000" u="none" cap="none" strike="noStrike">
                <a:solidFill>
                  <a:schemeClr val="dk1"/>
                </a:solidFill>
                <a:latin typeface="Arial"/>
                <a:ea typeface="Arial"/>
                <a:cs typeface="Arial"/>
                <a:sym typeface="Arial"/>
              </a:defRPr>
            </a:lvl7pPr>
            <a:lvl8pPr indent="0" lvl="7" marL="3200400" marR="0" rtl="0" algn="ctr">
              <a:spcBef>
                <a:spcPts val="0"/>
              </a:spcBef>
              <a:spcAft>
                <a:spcPts val="0"/>
              </a:spcAft>
              <a:buClr>
                <a:schemeClr val="dk1"/>
              </a:buClr>
              <a:buSzPts val="1400"/>
              <a:buFont typeface="Arial"/>
              <a:buNone/>
              <a:defRPr b="0" i="0" sz="2000" u="none" cap="none" strike="noStrike">
                <a:solidFill>
                  <a:schemeClr val="dk1"/>
                </a:solidFill>
                <a:latin typeface="Arial"/>
                <a:ea typeface="Arial"/>
                <a:cs typeface="Arial"/>
                <a:sym typeface="Arial"/>
              </a:defRPr>
            </a:lvl8pPr>
            <a:lvl9pPr indent="0" lvl="8" marL="3657600" marR="0" rtl="0" algn="ctr">
              <a:spcBef>
                <a:spcPts val="0"/>
              </a:spcBef>
              <a:spcAft>
                <a:spcPts val="0"/>
              </a:spcAft>
              <a:buClr>
                <a:schemeClr val="dk1"/>
              </a:buClr>
              <a:buSzPts val="1400"/>
              <a:buFont typeface="Arial"/>
              <a:buNone/>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7"/>
            <a:ext cx="8229600" cy="1143000"/>
          </a:xfrm>
          <a:prstGeom prst="rect">
            <a:avLst/>
          </a:prstGeom>
          <a:noFill/>
          <a:ln>
            <a:noFill/>
          </a:ln>
        </p:spPr>
        <p:txBody>
          <a:bodyPr anchorCtr="0" anchor="ctr" bIns="91425" lIns="91425" spcFirstLastPara="1" rIns="91425" wrap="square" tIns="91425">
            <a:noAutofit/>
          </a:bodyPr>
          <a:lstStyle>
            <a:lvl1pPr indent="-88900" lvl="0" marL="0" marR="0" rtl="0" algn="ctr">
              <a:spcBef>
                <a:spcPts val="0"/>
              </a:spcBef>
              <a:spcAft>
                <a:spcPts val="0"/>
              </a:spcAft>
              <a:buSzPts val="1400"/>
              <a:buChar char="●"/>
              <a:defRPr b="0" i="0" sz="4400" u="none" cap="none" strike="noStrike">
                <a:solidFill>
                  <a:schemeClr val="dk2"/>
                </a:solidFill>
                <a:latin typeface="Arial"/>
                <a:ea typeface="Arial"/>
                <a:cs typeface="Arial"/>
                <a:sym typeface="Arial"/>
              </a:defRPr>
            </a:lvl1pPr>
            <a:lvl2pPr indent="-88900" lvl="1" marL="0" marR="0" rtl="0" algn="ctr">
              <a:spcBef>
                <a:spcPts val="0"/>
              </a:spcBef>
              <a:spcAft>
                <a:spcPts val="0"/>
              </a:spcAft>
              <a:buSzPts val="1400"/>
              <a:buChar char="○"/>
              <a:defRPr b="0" i="0" sz="4400" u="none" cap="none" strike="noStrike">
                <a:solidFill>
                  <a:schemeClr val="dk2"/>
                </a:solidFill>
                <a:latin typeface="Arial"/>
                <a:ea typeface="Arial"/>
                <a:cs typeface="Arial"/>
                <a:sym typeface="Arial"/>
              </a:defRPr>
            </a:lvl2pPr>
            <a:lvl3pPr indent="-88900" lvl="2" marL="0" marR="0" rtl="0" algn="ctr">
              <a:spcBef>
                <a:spcPts val="0"/>
              </a:spcBef>
              <a:spcAft>
                <a:spcPts val="0"/>
              </a:spcAft>
              <a:buSzPts val="1400"/>
              <a:buChar char="■"/>
              <a:defRPr b="0" i="0" sz="4400" u="none" cap="none" strike="noStrike">
                <a:solidFill>
                  <a:schemeClr val="dk2"/>
                </a:solidFill>
                <a:latin typeface="Arial"/>
                <a:ea typeface="Arial"/>
                <a:cs typeface="Arial"/>
                <a:sym typeface="Arial"/>
              </a:defRPr>
            </a:lvl3pPr>
            <a:lvl4pPr indent="-88900" lvl="3" marL="0" marR="0" rtl="0" algn="ctr">
              <a:spcBef>
                <a:spcPts val="0"/>
              </a:spcBef>
              <a:spcAft>
                <a:spcPts val="0"/>
              </a:spcAft>
              <a:buSzPts val="1400"/>
              <a:buChar char="●"/>
              <a:defRPr b="0" i="0" sz="4400" u="none" cap="none" strike="noStrike">
                <a:solidFill>
                  <a:schemeClr val="dk2"/>
                </a:solidFill>
                <a:latin typeface="Arial"/>
                <a:ea typeface="Arial"/>
                <a:cs typeface="Arial"/>
                <a:sym typeface="Arial"/>
              </a:defRPr>
            </a:lvl4pPr>
            <a:lvl5pPr indent="-88900" lvl="4" marL="0" marR="0" rtl="0" algn="ctr">
              <a:spcBef>
                <a:spcPts val="0"/>
              </a:spcBef>
              <a:spcAft>
                <a:spcPts val="0"/>
              </a:spcAft>
              <a:buSzPts val="1400"/>
              <a:buChar char="○"/>
              <a:defRPr b="0" i="0" sz="4400" u="none" cap="none" strike="noStrike">
                <a:solidFill>
                  <a:schemeClr val="dk2"/>
                </a:solidFill>
                <a:latin typeface="Arial"/>
                <a:ea typeface="Arial"/>
                <a:cs typeface="Arial"/>
                <a:sym typeface="Arial"/>
              </a:defRPr>
            </a:lvl5pPr>
            <a:lvl6pPr indent="-88900" lvl="5" marL="457200" marR="0" rtl="0" algn="ctr">
              <a:spcBef>
                <a:spcPts val="0"/>
              </a:spcBef>
              <a:spcAft>
                <a:spcPts val="0"/>
              </a:spcAft>
              <a:buSzPts val="1400"/>
              <a:buChar char="■"/>
              <a:defRPr b="0" i="0" sz="4400" u="none" cap="none" strike="noStrike">
                <a:solidFill>
                  <a:schemeClr val="dk2"/>
                </a:solidFill>
                <a:latin typeface="Arial"/>
                <a:ea typeface="Arial"/>
                <a:cs typeface="Arial"/>
                <a:sym typeface="Arial"/>
              </a:defRPr>
            </a:lvl6pPr>
            <a:lvl7pPr indent="-88900" lvl="6" marL="914400" marR="0" rtl="0" algn="ctr">
              <a:spcBef>
                <a:spcPts val="0"/>
              </a:spcBef>
              <a:spcAft>
                <a:spcPts val="0"/>
              </a:spcAft>
              <a:buSzPts val="1400"/>
              <a:buChar char="●"/>
              <a:defRPr b="0" i="0" sz="4400" u="none" cap="none" strike="noStrike">
                <a:solidFill>
                  <a:schemeClr val="dk2"/>
                </a:solidFill>
                <a:latin typeface="Arial"/>
                <a:ea typeface="Arial"/>
                <a:cs typeface="Arial"/>
                <a:sym typeface="Arial"/>
              </a:defRPr>
            </a:lvl7pPr>
            <a:lvl8pPr indent="-88900" lvl="7" marL="1371600" marR="0" rtl="0" algn="ctr">
              <a:spcBef>
                <a:spcPts val="0"/>
              </a:spcBef>
              <a:spcAft>
                <a:spcPts val="0"/>
              </a:spcAft>
              <a:buSzPts val="1400"/>
              <a:buChar char="○"/>
              <a:defRPr b="0" i="0" sz="4400" u="none" cap="none" strike="noStrike">
                <a:solidFill>
                  <a:schemeClr val="dk2"/>
                </a:solidFill>
                <a:latin typeface="Arial"/>
                <a:ea typeface="Arial"/>
                <a:cs typeface="Arial"/>
                <a:sym typeface="Arial"/>
              </a:defRPr>
            </a:lvl8pPr>
            <a:lvl9pPr indent="-88900" lvl="8" marL="1828800" marR="0" rtl="0" algn="ctr">
              <a:spcBef>
                <a:spcPts val="0"/>
              </a:spcBef>
              <a:spcAft>
                <a:spcPts val="0"/>
              </a:spcAft>
              <a:buSzPts val="1400"/>
              <a:buChar char="■"/>
              <a:defRPr b="0" i="0" sz="4400" u="none" cap="none" strike="noStrike">
                <a:solidFill>
                  <a:schemeClr val="dk2"/>
                </a:solidFill>
                <a:latin typeface="Arial"/>
                <a:ea typeface="Arial"/>
                <a:cs typeface="Arial"/>
                <a:sym typeface="Arial"/>
              </a:defRPr>
            </a:lvl9pPr>
          </a:lstStyle>
          <a:p/>
        </p:txBody>
      </p:sp>
      <p:sp>
        <p:nvSpPr>
          <p:cNvPr id="11" name="Google Shape;11;p1"/>
          <p:cNvSpPr txBox="1"/>
          <p:nvPr>
            <p:ph idx="1" type="body"/>
          </p:nvPr>
        </p:nvSpPr>
        <p:spPr>
          <a:xfrm>
            <a:off x="457200" y="1600200"/>
            <a:ext cx="8229600" cy="4525962"/>
          </a:xfrm>
          <a:prstGeom prst="rect">
            <a:avLst/>
          </a:prstGeom>
          <a:noFill/>
          <a:ln>
            <a:noFill/>
          </a:ln>
        </p:spPr>
        <p:txBody>
          <a:bodyPr anchorCtr="0" anchor="t" bIns="91425" lIns="91425" spcFirstLastPara="1" rIns="91425" wrap="square" tIns="91425">
            <a:noAutofit/>
          </a:bodyPr>
          <a:lstStyle>
            <a:lvl1pPr indent="-317500" lvl="0" marL="457200" marR="0" rtl="0" algn="l">
              <a:spcBef>
                <a:spcPts val="640"/>
              </a:spcBef>
              <a:spcAft>
                <a:spcPts val="0"/>
              </a:spcAft>
              <a:buClr>
                <a:schemeClr val="dk1"/>
              </a:buClr>
              <a:buSzPts val="1400"/>
              <a:buFont typeface="Arial"/>
              <a:buChar char="●"/>
              <a:defRPr b="0" i="0" sz="3200" u="none" cap="none" strike="noStrike">
                <a:solidFill>
                  <a:schemeClr val="dk1"/>
                </a:solidFill>
                <a:latin typeface="Arial"/>
                <a:ea typeface="Arial"/>
                <a:cs typeface="Arial"/>
                <a:sym typeface="Arial"/>
              </a:defRPr>
            </a:lvl1pPr>
            <a:lvl2pPr indent="-317500" lvl="1" marL="914400" marR="0" rtl="0" algn="l">
              <a:spcBef>
                <a:spcPts val="0"/>
              </a:spcBef>
              <a:spcAft>
                <a:spcPts val="0"/>
              </a:spcAft>
              <a:buClr>
                <a:schemeClr val="dk1"/>
              </a:buClr>
              <a:buSzPts val="1400"/>
              <a:buFont typeface="Arial"/>
              <a:buChar char="●"/>
              <a:defRPr b="0" i="0" sz="2800" u="none" cap="none" strike="noStrike">
                <a:solidFill>
                  <a:schemeClr val="dk1"/>
                </a:solidFill>
                <a:latin typeface="Arial"/>
                <a:ea typeface="Arial"/>
                <a:cs typeface="Arial"/>
                <a:sym typeface="Arial"/>
              </a:defRPr>
            </a:lvl2pPr>
            <a:lvl3pPr indent="-317500" lvl="2" marL="1371600" marR="0" rtl="0" algn="l">
              <a:spcBef>
                <a:spcPts val="0"/>
              </a:spcBef>
              <a:spcAft>
                <a:spcPts val="0"/>
              </a:spcAft>
              <a:buClr>
                <a:schemeClr val="dk1"/>
              </a:buClr>
              <a:buSzPts val="1400"/>
              <a:buFont typeface="Arial"/>
              <a:buChar char="●"/>
              <a:defRPr b="0" i="0" sz="2400" u="none" cap="none" strike="noStrike">
                <a:solidFill>
                  <a:schemeClr val="dk1"/>
                </a:solidFill>
                <a:latin typeface="Arial"/>
                <a:ea typeface="Arial"/>
                <a:cs typeface="Arial"/>
                <a:sym typeface="Arial"/>
              </a:defRPr>
            </a:lvl3pPr>
            <a:lvl4pPr indent="-317500" lvl="3" marL="1828800" marR="0" rtl="0" algn="l">
              <a:spcBef>
                <a:spcPts val="0"/>
              </a:spcBef>
              <a:spcAft>
                <a:spcPts val="0"/>
              </a:spcAft>
              <a:buClr>
                <a:schemeClr val="dk1"/>
              </a:buClr>
              <a:buSzPts val="1400"/>
              <a:buFont typeface="Arial"/>
              <a:buChar char="●"/>
              <a:defRPr b="0" i="0" sz="2000" u="none" cap="none" strike="noStrike">
                <a:solidFill>
                  <a:schemeClr val="dk1"/>
                </a:solidFill>
                <a:latin typeface="Arial"/>
                <a:ea typeface="Arial"/>
                <a:cs typeface="Arial"/>
                <a:sym typeface="Arial"/>
              </a:defRPr>
            </a:lvl4pPr>
            <a:lvl5pPr indent="-317500" lvl="4" marL="2286000" marR="0" rtl="0" algn="l">
              <a:spcBef>
                <a:spcPts val="0"/>
              </a:spcBef>
              <a:spcAft>
                <a:spcPts val="0"/>
              </a:spcAft>
              <a:buClr>
                <a:schemeClr val="dk1"/>
              </a:buClr>
              <a:buSzPts val="1400"/>
              <a:buFont typeface="Arial"/>
              <a:buChar char="●"/>
              <a:defRPr b="0" i="0" sz="2000" u="none" cap="none" strike="noStrike">
                <a:solidFill>
                  <a:schemeClr val="dk1"/>
                </a:solidFill>
                <a:latin typeface="Arial"/>
                <a:ea typeface="Arial"/>
                <a:cs typeface="Arial"/>
                <a:sym typeface="Arial"/>
              </a:defRPr>
            </a:lvl5pPr>
            <a:lvl6pPr indent="-317500" lvl="5" marL="2743200" marR="0" rtl="0" algn="l">
              <a:spcBef>
                <a:spcPts val="0"/>
              </a:spcBef>
              <a:spcAft>
                <a:spcPts val="0"/>
              </a:spcAft>
              <a:buClr>
                <a:schemeClr val="dk1"/>
              </a:buClr>
              <a:buSzPts val="1400"/>
              <a:buFont typeface="Arial"/>
              <a:buChar char="●"/>
              <a:defRPr b="0" i="0" sz="2000" u="none" cap="none" strike="noStrike">
                <a:solidFill>
                  <a:schemeClr val="dk1"/>
                </a:solidFill>
                <a:latin typeface="Arial"/>
                <a:ea typeface="Arial"/>
                <a:cs typeface="Arial"/>
                <a:sym typeface="Arial"/>
              </a:defRPr>
            </a:lvl6pPr>
            <a:lvl7pPr indent="-317500" lvl="6" marL="3200400" marR="0" rtl="0" algn="l">
              <a:spcBef>
                <a:spcPts val="0"/>
              </a:spcBef>
              <a:spcAft>
                <a:spcPts val="0"/>
              </a:spcAft>
              <a:buClr>
                <a:schemeClr val="dk1"/>
              </a:buClr>
              <a:buSzPts val="1400"/>
              <a:buFont typeface="Arial"/>
              <a:buChar char="●"/>
              <a:defRPr b="0" i="0" sz="2000" u="none" cap="none" strike="noStrike">
                <a:solidFill>
                  <a:schemeClr val="dk1"/>
                </a:solidFill>
                <a:latin typeface="Arial"/>
                <a:ea typeface="Arial"/>
                <a:cs typeface="Arial"/>
                <a:sym typeface="Arial"/>
              </a:defRPr>
            </a:lvl7pPr>
            <a:lvl8pPr indent="-317500" lvl="7" marL="3657600" marR="0" rtl="0" algn="l">
              <a:spcBef>
                <a:spcPts val="0"/>
              </a:spcBef>
              <a:spcAft>
                <a:spcPts val="0"/>
              </a:spcAft>
              <a:buClr>
                <a:schemeClr val="dk1"/>
              </a:buClr>
              <a:buSzPts val="1400"/>
              <a:buFont typeface="Arial"/>
              <a:buChar char="●"/>
              <a:defRPr b="0" i="0" sz="2000" u="none" cap="none" strike="noStrike">
                <a:solidFill>
                  <a:schemeClr val="dk1"/>
                </a:solidFill>
                <a:latin typeface="Arial"/>
                <a:ea typeface="Arial"/>
                <a:cs typeface="Arial"/>
                <a:sym typeface="Arial"/>
              </a:defRPr>
            </a:lvl8pPr>
            <a:lvl9pPr indent="-317500" lvl="8" marL="4114800" marR="0" rtl="0" algn="l">
              <a:spcBef>
                <a:spcPts val="0"/>
              </a:spcBef>
              <a:spcAft>
                <a:spcPts val="0"/>
              </a:spcAft>
              <a:buClr>
                <a:schemeClr val="dk1"/>
              </a:buClr>
              <a:buSzPts val="14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1"/>
          <p:cNvSpPr txBox="1"/>
          <p:nvPr>
            <p:ph idx="10" type="dt"/>
          </p:nvPr>
        </p:nvSpPr>
        <p:spPr>
          <a:xfrm>
            <a:off x="457200" y="6245225"/>
            <a:ext cx="2133600" cy="476250"/>
          </a:xfrm>
          <a:prstGeom prst="rect">
            <a:avLst/>
          </a:prstGeom>
          <a:noFill/>
          <a:ln>
            <a:noFill/>
          </a:ln>
        </p:spPr>
        <p:txBody>
          <a:bodyPr anchorCtr="0" anchor="t" bIns="91425" lIns="91425" spcFirstLastPara="1" rIns="91425" wrap="square" tIns="91425">
            <a:noAutofit/>
          </a:bodyPr>
          <a:lstStyle>
            <a:lvl1pPr indent="-88900" lvl="0" marL="0" marR="0" rtl="0" algn="l">
              <a:spcBef>
                <a:spcPts val="0"/>
              </a:spcBef>
              <a:spcAft>
                <a:spcPts val="0"/>
              </a:spcAft>
              <a:buSzPts val="1400"/>
              <a:buChar char="●"/>
              <a:defRPr b="0" i="0" sz="1800" u="none" cap="none" strike="noStrike">
                <a:solidFill>
                  <a:schemeClr val="dk1"/>
                </a:solidFill>
                <a:latin typeface="Arial"/>
                <a:ea typeface="Arial"/>
                <a:cs typeface="Arial"/>
                <a:sym typeface="Arial"/>
              </a:defRPr>
            </a:lvl1pPr>
            <a:lvl2pPr indent="-88900" lvl="1" marL="457200" marR="0" rtl="0" algn="l">
              <a:spcBef>
                <a:spcPts val="0"/>
              </a:spcBef>
              <a:spcAft>
                <a:spcPts val="0"/>
              </a:spcAft>
              <a:buSzPts val="1400"/>
              <a:buChar char="○"/>
              <a:defRPr b="0" i="0" sz="1800" u="none" cap="none" strike="noStrike">
                <a:solidFill>
                  <a:schemeClr val="dk1"/>
                </a:solidFill>
                <a:latin typeface="Arial"/>
                <a:ea typeface="Arial"/>
                <a:cs typeface="Arial"/>
                <a:sym typeface="Arial"/>
              </a:defRPr>
            </a:lvl2pPr>
            <a:lvl3pPr indent="-88900" lvl="2" marL="914400" marR="0" rtl="0" algn="l">
              <a:spcBef>
                <a:spcPts val="0"/>
              </a:spcBef>
              <a:spcAft>
                <a:spcPts val="0"/>
              </a:spcAft>
              <a:buSzPts val="1400"/>
              <a:buChar char="■"/>
              <a:defRPr b="0" i="0" sz="1800" u="none" cap="none" strike="noStrike">
                <a:solidFill>
                  <a:schemeClr val="dk1"/>
                </a:solidFill>
                <a:latin typeface="Arial"/>
                <a:ea typeface="Arial"/>
                <a:cs typeface="Arial"/>
                <a:sym typeface="Arial"/>
              </a:defRPr>
            </a:lvl3pPr>
            <a:lvl4pPr indent="-88900" lvl="3" marL="1371600" marR="0" rtl="0" algn="l">
              <a:spcBef>
                <a:spcPts val="0"/>
              </a:spcBef>
              <a:spcAft>
                <a:spcPts val="0"/>
              </a:spcAft>
              <a:buSzPts val="1400"/>
              <a:buChar char="●"/>
              <a:defRPr b="0" i="0" sz="1800" u="none" cap="none" strike="noStrike">
                <a:solidFill>
                  <a:schemeClr val="dk1"/>
                </a:solidFill>
                <a:latin typeface="Arial"/>
                <a:ea typeface="Arial"/>
                <a:cs typeface="Arial"/>
                <a:sym typeface="Arial"/>
              </a:defRPr>
            </a:lvl4pPr>
            <a:lvl5pPr indent="-88900" lvl="4" marL="1828800" marR="0" rtl="0" algn="l">
              <a:spcBef>
                <a:spcPts val="0"/>
              </a:spcBef>
              <a:spcAft>
                <a:spcPts val="0"/>
              </a:spcAft>
              <a:buSzPts val="1400"/>
              <a:buChar char="○"/>
              <a:defRPr b="0" i="0" sz="1800" u="none" cap="none" strike="noStrike">
                <a:solidFill>
                  <a:schemeClr val="dk1"/>
                </a:solidFill>
                <a:latin typeface="Arial"/>
                <a:ea typeface="Arial"/>
                <a:cs typeface="Arial"/>
                <a:sym typeface="Arial"/>
              </a:defRPr>
            </a:lvl5pPr>
            <a:lvl6pPr indent="-88900" lvl="5" marL="2286000" marR="0" rtl="0" algn="l">
              <a:spcBef>
                <a:spcPts val="0"/>
              </a:spcBef>
              <a:spcAft>
                <a:spcPts val="0"/>
              </a:spcAft>
              <a:buSzPts val="1400"/>
              <a:buChar char="■"/>
              <a:defRPr b="0" i="0" sz="1800" u="none" cap="none" strike="noStrike">
                <a:solidFill>
                  <a:schemeClr val="dk1"/>
                </a:solidFill>
                <a:latin typeface="Arial"/>
                <a:ea typeface="Arial"/>
                <a:cs typeface="Arial"/>
                <a:sym typeface="Arial"/>
              </a:defRPr>
            </a:lvl6pPr>
            <a:lvl7pPr indent="-88900" lvl="6" marL="2743200" marR="0" rtl="0" algn="l">
              <a:spcBef>
                <a:spcPts val="0"/>
              </a:spcBef>
              <a:spcAft>
                <a:spcPts val="0"/>
              </a:spcAft>
              <a:buSzPts val="1400"/>
              <a:buChar char="●"/>
              <a:defRPr b="0" i="0" sz="1800" u="none" cap="none" strike="noStrike">
                <a:solidFill>
                  <a:schemeClr val="dk1"/>
                </a:solidFill>
                <a:latin typeface="Arial"/>
                <a:ea typeface="Arial"/>
                <a:cs typeface="Arial"/>
                <a:sym typeface="Arial"/>
              </a:defRPr>
            </a:lvl7pPr>
            <a:lvl8pPr indent="-88900" lvl="7" marL="3200400" marR="0" rtl="0" algn="l">
              <a:spcBef>
                <a:spcPts val="0"/>
              </a:spcBef>
              <a:spcAft>
                <a:spcPts val="0"/>
              </a:spcAft>
              <a:buSzPts val="1400"/>
              <a:buChar char="○"/>
              <a:defRPr b="0" i="0" sz="1800" u="none" cap="none" strike="noStrike">
                <a:solidFill>
                  <a:schemeClr val="dk1"/>
                </a:solidFill>
                <a:latin typeface="Arial"/>
                <a:ea typeface="Arial"/>
                <a:cs typeface="Arial"/>
                <a:sym typeface="Arial"/>
              </a:defRPr>
            </a:lvl8pPr>
            <a:lvl9pPr indent="-88900" lvl="8" marL="3657600" marR="0" rtl="0" algn="l">
              <a:spcBef>
                <a:spcPts val="0"/>
              </a:spcBef>
              <a:spcAft>
                <a:spcPts val="0"/>
              </a:spcAft>
              <a:buSzPts val="1400"/>
              <a:buChar char="■"/>
              <a:defRPr b="0" i="0" sz="1800" u="none" cap="none" strike="noStrike">
                <a:solidFill>
                  <a:schemeClr val="dk1"/>
                </a:solidFill>
                <a:latin typeface="Arial"/>
                <a:ea typeface="Arial"/>
                <a:cs typeface="Arial"/>
                <a:sym typeface="Arial"/>
              </a:defRPr>
            </a:lvl9pPr>
          </a:lstStyle>
          <a:p/>
        </p:txBody>
      </p:sp>
      <p:sp>
        <p:nvSpPr>
          <p:cNvPr id="13" name="Google Shape;13;p1"/>
          <p:cNvSpPr txBox="1"/>
          <p:nvPr>
            <p:ph idx="11" type="ftr"/>
          </p:nvPr>
        </p:nvSpPr>
        <p:spPr>
          <a:xfrm>
            <a:off x="3124200" y="6245225"/>
            <a:ext cx="2895600" cy="476250"/>
          </a:xfrm>
          <a:prstGeom prst="rect">
            <a:avLst/>
          </a:prstGeom>
          <a:noFill/>
          <a:ln>
            <a:noFill/>
          </a:ln>
        </p:spPr>
        <p:txBody>
          <a:bodyPr anchorCtr="0" anchor="t" bIns="91425" lIns="91425" spcFirstLastPara="1" rIns="91425" wrap="square" tIns="91425">
            <a:noAutofit/>
          </a:bodyPr>
          <a:lstStyle>
            <a:lvl1pPr indent="-88900" lvl="0" marL="0" marR="0" rtl="0" algn="l">
              <a:spcBef>
                <a:spcPts val="0"/>
              </a:spcBef>
              <a:spcAft>
                <a:spcPts val="0"/>
              </a:spcAft>
              <a:buSzPts val="1400"/>
              <a:buChar char="●"/>
              <a:defRPr b="0" i="0" sz="1800" u="none" cap="none" strike="noStrike">
                <a:solidFill>
                  <a:schemeClr val="dk1"/>
                </a:solidFill>
                <a:latin typeface="Arial"/>
                <a:ea typeface="Arial"/>
                <a:cs typeface="Arial"/>
                <a:sym typeface="Arial"/>
              </a:defRPr>
            </a:lvl1pPr>
            <a:lvl2pPr indent="-88900" lvl="1" marL="457200" marR="0" rtl="0" algn="l">
              <a:spcBef>
                <a:spcPts val="0"/>
              </a:spcBef>
              <a:spcAft>
                <a:spcPts val="0"/>
              </a:spcAft>
              <a:buSzPts val="1400"/>
              <a:buChar char="○"/>
              <a:defRPr b="0" i="0" sz="1800" u="none" cap="none" strike="noStrike">
                <a:solidFill>
                  <a:schemeClr val="dk1"/>
                </a:solidFill>
                <a:latin typeface="Arial"/>
                <a:ea typeface="Arial"/>
                <a:cs typeface="Arial"/>
                <a:sym typeface="Arial"/>
              </a:defRPr>
            </a:lvl2pPr>
            <a:lvl3pPr indent="-88900" lvl="2" marL="914400" marR="0" rtl="0" algn="l">
              <a:spcBef>
                <a:spcPts val="0"/>
              </a:spcBef>
              <a:spcAft>
                <a:spcPts val="0"/>
              </a:spcAft>
              <a:buSzPts val="1400"/>
              <a:buChar char="■"/>
              <a:defRPr b="0" i="0" sz="1800" u="none" cap="none" strike="noStrike">
                <a:solidFill>
                  <a:schemeClr val="dk1"/>
                </a:solidFill>
                <a:latin typeface="Arial"/>
                <a:ea typeface="Arial"/>
                <a:cs typeface="Arial"/>
                <a:sym typeface="Arial"/>
              </a:defRPr>
            </a:lvl3pPr>
            <a:lvl4pPr indent="-88900" lvl="3" marL="1371600" marR="0" rtl="0" algn="l">
              <a:spcBef>
                <a:spcPts val="0"/>
              </a:spcBef>
              <a:spcAft>
                <a:spcPts val="0"/>
              </a:spcAft>
              <a:buSzPts val="1400"/>
              <a:buChar char="●"/>
              <a:defRPr b="0" i="0" sz="1800" u="none" cap="none" strike="noStrike">
                <a:solidFill>
                  <a:schemeClr val="dk1"/>
                </a:solidFill>
                <a:latin typeface="Arial"/>
                <a:ea typeface="Arial"/>
                <a:cs typeface="Arial"/>
                <a:sym typeface="Arial"/>
              </a:defRPr>
            </a:lvl4pPr>
            <a:lvl5pPr indent="-88900" lvl="4" marL="1828800" marR="0" rtl="0" algn="l">
              <a:spcBef>
                <a:spcPts val="0"/>
              </a:spcBef>
              <a:spcAft>
                <a:spcPts val="0"/>
              </a:spcAft>
              <a:buSzPts val="1400"/>
              <a:buChar char="○"/>
              <a:defRPr b="0" i="0" sz="1800" u="none" cap="none" strike="noStrike">
                <a:solidFill>
                  <a:schemeClr val="dk1"/>
                </a:solidFill>
                <a:latin typeface="Arial"/>
                <a:ea typeface="Arial"/>
                <a:cs typeface="Arial"/>
                <a:sym typeface="Arial"/>
              </a:defRPr>
            </a:lvl5pPr>
            <a:lvl6pPr indent="-88900" lvl="5" marL="2286000" marR="0" rtl="0" algn="l">
              <a:spcBef>
                <a:spcPts val="0"/>
              </a:spcBef>
              <a:spcAft>
                <a:spcPts val="0"/>
              </a:spcAft>
              <a:buSzPts val="1400"/>
              <a:buChar char="■"/>
              <a:defRPr b="0" i="0" sz="1800" u="none" cap="none" strike="noStrike">
                <a:solidFill>
                  <a:schemeClr val="dk1"/>
                </a:solidFill>
                <a:latin typeface="Arial"/>
                <a:ea typeface="Arial"/>
                <a:cs typeface="Arial"/>
                <a:sym typeface="Arial"/>
              </a:defRPr>
            </a:lvl6pPr>
            <a:lvl7pPr indent="-88900" lvl="6" marL="2743200" marR="0" rtl="0" algn="l">
              <a:spcBef>
                <a:spcPts val="0"/>
              </a:spcBef>
              <a:spcAft>
                <a:spcPts val="0"/>
              </a:spcAft>
              <a:buSzPts val="1400"/>
              <a:buChar char="●"/>
              <a:defRPr b="0" i="0" sz="1800" u="none" cap="none" strike="noStrike">
                <a:solidFill>
                  <a:schemeClr val="dk1"/>
                </a:solidFill>
                <a:latin typeface="Arial"/>
                <a:ea typeface="Arial"/>
                <a:cs typeface="Arial"/>
                <a:sym typeface="Arial"/>
              </a:defRPr>
            </a:lvl7pPr>
            <a:lvl8pPr indent="-88900" lvl="7" marL="3200400" marR="0" rtl="0" algn="l">
              <a:spcBef>
                <a:spcPts val="0"/>
              </a:spcBef>
              <a:spcAft>
                <a:spcPts val="0"/>
              </a:spcAft>
              <a:buSzPts val="1400"/>
              <a:buChar char="○"/>
              <a:defRPr b="0" i="0" sz="1800" u="none" cap="none" strike="noStrike">
                <a:solidFill>
                  <a:schemeClr val="dk1"/>
                </a:solidFill>
                <a:latin typeface="Arial"/>
                <a:ea typeface="Arial"/>
                <a:cs typeface="Arial"/>
                <a:sym typeface="Arial"/>
              </a:defRPr>
            </a:lvl8pPr>
            <a:lvl9pPr indent="-88900" lvl="8" marL="3657600" marR="0" rtl="0" algn="l">
              <a:spcBef>
                <a:spcPts val="0"/>
              </a:spcBef>
              <a:spcAft>
                <a:spcPts val="0"/>
              </a:spcAft>
              <a:buSzPts val="1400"/>
              <a:buChar char="■"/>
              <a:defRPr b="0" i="0" sz="1800" u="none" cap="none" strike="noStrike">
                <a:solidFill>
                  <a:schemeClr val="dk1"/>
                </a:solidFill>
                <a:latin typeface="Arial"/>
                <a:ea typeface="Arial"/>
                <a:cs typeface="Arial"/>
                <a:sym typeface="Arial"/>
              </a:defRPr>
            </a:lvl9pPr>
          </a:lstStyle>
          <a:p/>
        </p:txBody>
      </p:sp>
      <p:sp>
        <p:nvSpPr>
          <p:cNvPr id="14" name="Google Shape;14;p1"/>
          <p:cNvSpPr txBox="1"/>
          <p:nvPr>
            <p:ph idx="12" type="sldNum"/>
          </p:nvPr>
        </p:nvSpPr>
        <p:spPr>
          <a:xfrm>
            <a:off x="6553200" y="6245225"/>
            <a:ext cx="2133600" cy="476250"/>
          </a:xfrm>
          <a:prstGeom prst="rect">
            <a:avLst/>
          </a:prstGeom>
          <a:noFill/>
          <a:ln>
            <a:noFill/>
          </a:ln>
        </p:spPr>
        <p:txBody>
          <a:bodyPr anchorCtr="0" anchor="t" bIns="91425" lIns="91425" spcFirstLastPara="1" rIns="91425" wrap="square" tIns="91425">
            <a:noAutofit/>
          </a:bodyPr>
          <a:lstStyle>
            <a:lvl1pPr indent="0" lvl="0" marL="0" marR="0" rtl="0" algn="r">
              <a:buNone/>
              <a:defRPr b="0" i="0" sz="1400" u="none" cap="none" strike="noStrike">
                <a:solidFill>
                  <a:schemeClr val="dk1"/>
                </a:solidFill>
                <a:latin typeface="Arial"/>
                <a:ea typeface="Arial"/>
                <a:cs typeface="Arial"/>
                <a:sym typeface="Arial"/>
              </a:defRPr>
            </a:lvl1pPr>
            <a:lvl2pPr indent="0" lvl="1" marL="0" marR="0" rtl="0" algn="r">
              <a:buNone/>
              <a:defRPr b="0" i="0" sz="1400" u="none" cap="none" strike="noStrike">
                <a:solidFill>
                  <a:schemeClr val="dk1"/>
                </a:solidFill>
                <a:latin typeface="Arial"/>
                <a:ea typeface="Arial"/>
                <a:cs typeface="Arial"/>
                <a:sym typeface="Arial"/>
              </a:defRPr>
            </a:lvl2pPr>
            <a:lvl3pPr indent="0" lvl="2" marL="0" marR="0" rtl="0" algn="r">
              <a:buNone/>
              <a:defRPr b="0" i="0" sz="1400" u="none" cap="none" strike="noStrike">
                <a:solidFill>
                  <a:schemeClr val="dk1"/>
                </a:solidFill>
                <a:latin typeface="Arial"/>
                <a:ea typeface="Arial"/>
                <a:cs typeface="Arial"/>
                <a:sym typeface="Arial"/>
              </a:defRPr>
            </a:lvl3pPr>
            <a:lvl4pPr indent="0" lvl="3" marL="0" marR="0" rtl="0" algn="r">
              <a:buNone/>
              <a:defRPr b="0" i="0" sz="1400" u="none" cap="none" strike="noStrike">
                <a:solidFill>
                  <a:schemeClr val="dk1"/>
                </a:solidFill>
                <a:latin typeface="Arial"/>
                <a:ea typeface="Arial"/>
                <a:cs typeface="Arial"/>
                <a:sym typeface="Arial"/>
              </a:defRPr>
            </a:lvl4pPr>
            <a:lvl5pPr indent="0" lvl="4" marL="0" marR="0" rtl="0" algn="r">
              <a:buNone/>
              <a:defRPr b="0" i="0" sz="1400" u="none" cap="none" strike="noStrike">
                <a:solidFill>
                  <a:schemeClr val="dk1"/>
                </a:solidFill>
                <a:latin typeface="Arial"/>
                <a:ea typeface="Arial"/>
                <a:cs typeface="Arial"/>
                <a:sym typeface="Arial"/>
              </a:defRPr>
            </a:lvl5pPr>
            <a:lvl6pPr indent="0" lvl="5" marL="0" marR="0" rtl="0" algn="r">
              <a:buNone/>
              <a:defRPr b="0" i="0" sz="1400" u="none" cap="none" strike="noStrike">
                <a:solidFill>
                  <a:schemeClr val="dk1"/>
                </a:solidFill>
                <a:latin typeface="Arial"/>
                <a:ea typeface="Arial"/>
                <a:cs typeface="Arial"/>
                <a:sym typeface="Arial"/>
              </a:defRPr>
            </a:lvl6pPr>
            <a:lvl7pPr indent="0" lvl="6" marL="0" marR="0" rtl="0" algn="r">
              <a:buNone/>
              <a:defRPr b="0" i="0" sz="1400" u="none" cap="none" strike="noStrike">
                <a:solidFill>
                  <a:schemeClr val="dk1"/>
                </a:solidFill>
                <a:latin typeface="Arial"/>
                <a:ea typeface="Arial"/>
                <a:cs typeface="Arial"/>
                <a:sym typeface="Arial"/>
              </a:defRPr>
            </a:lvl7pPr>
            <a:lvl8pPr indent="0" lvl="7" marL="0" marR="0" rtl="0" algn="r">
              <a:buNone/>
              <a:defRPr b="0" i="0" sz="1400" u="none" cap="none" strike="noStrike">
                <a:solidFill>
                  <a:schemeClr val="dk1"/>
                </a:solidFill>
                <a:latin typeface="Arial"/>
                <a:ea typeface="Arial"/>
                <a:cs typeface="Arial"/>
                <a:sym typeface="Arial"/>
              </a:defRPr>
            </a:lvl8pPr>
            <a:lvl9pPr indent="0" lvl="8" marL="0" marR="0" rtl="0" algn="r">
              <a:buNone/>
              <a:defRPr b="0" i="0" sz="1400" u="none" cap="none" strike="noStrike">
                <a:solidFill>
                  <a:schemeClr val="dk1"/>
                </a:solidFill>
                <a:latin typeface="Arial"/>
                <a:ea typeface="Arial"/>
                <a:cs typeface="Arial"/>
                <a:sym typeface="Arial"/>
              </a:defRPr>
            </a:lvl9pPr>
          </a:lstStyle>
          <a:p>
            <a:pPr indent="-88900" lvl="0" marL="0" rtl="0" algn="r">
              <a:spcBef>
                <a:spcPts val="0"/>
              </a:spcBef>
              <a:spcAft>
                <a:spcPts val="0"/>
              </a:spcAft>
              <a:buSzPts val="1400"/>
              <a:buChar char="●"/>
            </a:pPr>
            <a:r>
              <a:t/>
            </a:r>
            <a:endParaRPr/>
          </a:p>
          <a:p>
            <a:pPr indent="-88900" lvl="1" marL="0" rtl="0" algn="l">
              <a:spcBef>
                <a:spcPts val="0"/>
              </a:spcBef>
              <a:spcAft>
                <a:spcPts val="0"/>
              </a:spcAft>
              <a:buSzPts val="1400"/>
              <a:buChar char="○"/>
            </a:pPr>
            <a:r>
              <a:t/>
            </a:r>
            <a:endParaRPr>
              <a:solidFill>
                <a:srgbClr val="000000"/>
              </a:solidFill>
            </a:endParaRPr>
          </a:p>
          <a:p>
            <a:pPr indent="-88900" lvl="2" marL="0" rtl="0" algn="l">
              <a:spcBef>
                <a:spcPts val="0"/>
              </a:spcBef>
              <a:spcAft>
                <a:spcPts val="0"/>
              </a:spcAft>
              <a:buSzPts val="1400"/>
              <a:buChar char="■"/>
            </a:pPr>
            <a:r>
              <a:t/>
            </a:r>
            <a:endParaRPr>
              <a:solidFill>
                <a:srgbClr val="000000"/>
              </a:solidFill>
            </a:endParaRPr>
          </a:p>
          <a:p>
            <a:pPr indent="-88900" lvl="3" marL="0" rtl="0" algn="l">
              <a:spcBef>
                <a:spcPts val="0"/>
              </a:spcBef>
              <a:spcAft>
                <a:spcPts val="0"/>
              </a:spcAft>
              <a:buSzPts val="1400"/>
              <a:buChar char="●"/>
            </a:pPr>
            <a:r>
              <a:t/>
            </a:r>
            <a:endParaRPr>
              <a:solidFill>
                <a:srgbClr val="000000"/>
              </a:solidFill>
            </a:endParaRPr>
          </a:p>
          <a:p>
            <a:pPr indent="-88900" lvl="4" marL="0" rtl="0" algn="l">
              <a:spcBef>
                <a:spcPts val="0"/>
              </a:spcBef>
              <a:spcAft>
                <a:spcPts val="0"/>
              </a:spcAft>
              <a:buSzPts val="1400"/>
              <a:buChar char="○"/>
            </a:pPr>
            <a:r>
              <a:t/>
            </a:r>
            <a:endParaRPr>
              <a:solidFill>
                <a:srgbClr val="000000"/>
              </a:solidFill>
            </a:endParaRPr>
          </a:p>
          <a:p>
            <a:pPr indent="-88900" lvl="5" marL="0" rtl="0" algn="l">
              <a:spcBef>
                <a:spcPts val="0"/>
              </a:spcBef>
              <a:spcAft>
                <a:spcPts val="0"/>
              </a:spcAft>
              <a:buSzPts val="1400"/>
              <a:buChar char="■"/>
            </a:pPr>
            <a:r>
              <a:t/>
            </a:r>
            <a:endParaRPr>
              <a:solidFill>
                <a:srgbClr val="000000"/>
              </a:solidFill>
            </a:endParaRPr>
          </a:p>
          <a:p>
            <a:pPr indent="-88900" lvl="6" marL="0" rtl="0" algn="l">
              <a:spcBef>
                <a:spcPts val="0"/>
              </a:spcBef>
              <a:spcAft>
                <a:spcPts val="0"/>
              </a:spcAft>
              <a:buSzPts val="1400"/>
              <a:buChar char="●"/>
            </a:pPr>
            <a:r>
              <a:t/>
            </a:r>
            <a:endParaRPr>
              <a:solidFill>
                <a:srgbClr val="000000"/>
              </a:solidFill>
            </a:endParaRPr>
          </a:p>
          <a:p>
            <a:pPr indent="-88900" lvl="7" marL="0" rtl="0" algn="l">
              <a:spcBef>
                <a:spcPts val="0"/>
              </a:spcBef>
              <a:spcAft>
                <a:spcPts val="0"/>
              </a:spcAft>
              <a:buSzPts val="1400"/>
              <a:buChar char="○"/>
            </a:pPr>
            <a:r>
              <a:t/>
            </a:r>
            <a:endParaRPr>
              <a:solidFill>
                <a:srgbClr val="000000"/>
              </a:solidFill>
            </a:endParaRPr>
          </a:p>
          <a:p>
            <a:pPr indent="-88900" lvl="8" marL="0" rtl="0" algn="l">
              <a:spcBef>
                <a:spcPts val="0"/>
              </a:spcBef>
              <a:spcAft>
                <a:spcPts val="0"/>
              </a:spcAft>
              <a:buSzPts val="1400"/>
              <a:buChar char="■"/>
            </a:pPr>
            <a:r>
              <a:t/>
            </a:r>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 Id="rId3"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2"/>
              </a:buClr>
              <a:buFont typeface="Arial"/>
              <a:buNone/>
            </a:pPr>
            <a:r>
              <a:rPr b="0" i="0" lang="en-US" sz="4400" u="none" cap="none" strike="noStrike">
                <a:solidFill>
                  <a:schemeClr val="dk2"/>
                </a:solidFill>
                <a:latin typeface="Arial"/>
                <a:ea typeface="Arial"/>
                <a:cs typeface="Arial"/>
                <a:sym typeface="Arial"/>
              </a:rPr>
              <a:t>Power laws, Pareto distribution and Zipf's law</a:t>
            </a:r>
            <a:endParaRPr b="0" i="0" sz="4400" u="none" cap="none" strike="noStrike">
              <a:solidFill>
                <a:schemeClr val="dk2"/>
              </a:solidFill>
              <a:latin typeface="Arial"/>
              <a:ea typeface="Arial"/>
              <a:cs typeface="Arial"/>
              <a:sym typeface="Arial"/>
            </a:endParaRPr>
          </a:p>
        </p:txBody>
      </p:sp>
      <p:sp>
        <p:nvSpPr>
          <p:cNvPr id="61" name="Google Shape;61;p14"/>
          <p:cNvSpPr txBox="1"/>
          <p:nvPr>
            <p:ph idx="1" type="subTitle"/>
          </p:nvPr>
        </p:nvSpPr>
        <p:spPr>
          <a:xfrm>
            <a:off x="1371600" y="3886200"/>
            <a:ext cx="6400800" cy="1639887"/>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640"/>
              </a:spcBef>
              <a:spcAft>
                <a:spcPts val="0"/>
              </a:spcAft>
              <a:buClr>
                <a:schemeClr val="dk1"/>
              </a:buClr>
              <a:buFont typeface="Arial"/>
              <a:buNone/>
            </a:pPr>
            <a:r>
              <a:rPr b="0" i="0" lang="en-US" sz="3200" u="none" cap="none" strike="noStrike">
                <a:solidFill>
                  <a:schemeClr val="dk1"/>
                </a:solidFill>
                <a:latin typeface="Arial"/>
                <a:ea typeface="Arial"/>
                <a:cs typeface="Arial"/>
                <a:sym typeface="Arial"/>
              </a:rPr>
              <a:t>M. E. J. Newman</a:t>
            </a:r>
            <a:endParaRPr b="0" i="0" sz="3200" u="none" cap="none" strike="noStrike">
              <a:solidFill>
                <a:schemeClr val="dk1"/>
              </a:solidFill>
              <a:latin typeface="Arial"/>
              <a:ea typeface="Arial"/>
              <a:cs typeface="Arial"/>
              <a:sym typeface="Arial"/>
            </a:endParaRPr>
          </a:p>
          <a:p>
            <a:pPr indent="0" lvl="0" marL="0" marR="0" rtl="0" algn="ctr">
              <a:lnSpc>
                <a:spcPct val="90000"/>
              </a:lnSpc>
              <a:spcBef>
                <a:spcPts val="640"/>
              </a:spcBef>
              <a:spcAft>
                <a:spcPts val="0"/>
              </a:spcAft>
              <a:buClr>
                <a:schemeClr val="dk1"/>
              </a:buClr>
              <a:buFont typeface="Arial"/>
              <a:buNone/>
            </a:pPr>
            <a:r>
              <a:t/>
            </a:r>
            <a:endParaRPr b="0" i="0" sz="3200" u="none" cap="none" strike="noStrike">
              <a:solidFill>
                <a:schemeClr val="dk1"/>
              </a:solidFill>
              <a:latin typeface="Arial"/>
              <a:ea typeface="Arial"/>
              <a:cs typeface="Arial"/>
              <a:sym typeface="Arial"/>
            </a:endParaRPr>
          </a:p>
          <a:p>
            <a:pPr indent="0" lvl="0" marL="0" marR="0" rtl="0" algn="ctr">
              <a:lnSpc>
                <a:spcPct val="90000"/>
              </a:lnSpc>
              <a:spcBef>
                <a:spcPts val="400"/>
              </a:spcBef>
              <a:spcAft>
                <a:spcPts val="0"/>
              </a:spcAft>
              <a:buClr>
                <a:schemeClr val="dk1"/>
              </a:buClr>
              <a:buFont typeface="Arial"/>
              <a:buNone/>
            </a:pPr>
            <a:r>
              <a:rPr b="0" i="0" lang="en-US" sz="2000" u="none" cap="none" strike="noStrike">
                <a:solidFill>
                  <a:schemeClr val="dk1"/>
                </a:solidFill>
                <a:latin typeface="Arial"/>
                <a:ea typeface="Arial"/>
                <a:cs typeface="Arial"/>
                <a:sym typeface="Arial"/>
              </a:rPr>
              <a:t>Presented by:</a:t>
            </a:r>
            <a:endParaRPr b="0" i="0" sz="3200" u="none" cap="none" strike="noStrike">
              <a:solidFill>
                <a:schemeClr val="dk1"/>
              </a:solidFill>
              <a:latin typeface="Arial"/>
              <a:ea typeface="Arial"/>
              <a:cs typeface="Arial"/>
              <a:sym typeface="Arial"/>
            </a:endParaRPr>
          </a:p>
          <a:p>
            <a:pPr indent="0" lvl="0" marL="0" marR="0" rtl="0" algn="ctr">
              <a:lnSpc>
                <a:spcPct val="90000"/>
              </a:lnSpc>
              <a:spcBef>
                <a:spcPts val="400"/>
              </a:spcBef>
              <a:spcAft>
                <a:spcPts val="0"/>
              </a:spcAft>
              <a:buClr>
                <a:schemeClr val="dk1"/>
              </a:buClr>
              <a:buFont typeface="Arial"/>
              <a:buNone/>
            </a:pPr>
            <a:r>
              <a:rPr b="0" i="0" lang="en-US" sz="2000" u="none" cap="none" strike="noStrike">
                <a:solidFill>
                  <a:schemeClr val="dk1"/>
                </a:solidFill>
                <a:latin typeface="Arial"/>
                <a:ea typeface="Arial"/>
                <a:cs typeface="Arial"/>
                <a:sym typeface="Arial"/>
              </a:rPr>
              <a:t>Abdulkareem Alali</a:t>
            </a:r>
            <a:endParaRPr b="0" i="0" sz="32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2"/>
              </a:buClr>
              <a:buFont typeface="Arial"/>
              <a:buNone/>
            </a:pPr>
            <a:r>
              <a:rPr b="0" i="0" lang="en-US" sz="4000" u="none" cap="none" strike="noStrike">
                <a:solidFill>
                  <a:schemeClr val="dk2"/>
                </a:solidFill>
                <a:latin typeface="Arial"/>
                <a:ea typeface="Arial"/>
                <a:cs typeface="Arial"/>
                <a:sym typeface="Arial"/>
              </a:rPr>
              <a:t>Intro: Measurements distribution</a:t>
            </a:r>
            <a:endParaRPr b="0" i="0" sz="4400" u="none" cap="none" strike="noStrike">
              <a:solidFill>
                <a:schemeClr val="dk2"/>
              </a:solidFill>
              <a:latin typeface="Arial"/>
              <a:ea typeface="Arial"/>
              <a:cs typeface="Arial"/>
              <a:sym typeface="Arial"/>
            </a:endParaRPr>
          </a:p>
        </p:txBody>
      </p:sp>
      <p:sp>
        <p:nvSpPr>
          <p:cNvPr id="68" name="Google Shape;68;p1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560"/>
              </a:spcBef>
              <a:spcAft>
                <a:spcPts val="0"/>
              </a:spcAft>
              <a:buClr>
                <a:schemeClr val="dk1"/>
              </a:buClr>
              <a:buFont typeface="Arial"/>
              <a:buNone/>
            </a:pPr>
            <a:r>
              <a:rPr b="0" i="0" lang="en-US" sz="2800" u="none" cap="none" strike="noStrike">
                <a:solidFill>
                  <a:schemeClr val="dk1"/>
                </a:solidFill>
                <a:latin typeface="Arial"/>
                <a:ea typeface="Arial"/>
                <a:cs typeface="Arial"/>
                <a:sym typeface="Arial"/>
              </a:rPr>
              <a:t>One noticed observation on measuring quantities that they are scaled or centered around a typical value. As an example:</a:t>
            </a:r>
            <a:endParaRPr b="0" i="0" sz="3200" u="none" cap="none" strike="noStrike">
              <a:solidFill>
                <a:schemeClr val="dk1"/>
              </a:solidFill>
              <a:latin typeface="Arial"/>
              <a:ea typeface="Arial"/>
              <a:cs typeface="Arial"/>
              <a:sym typeface="Arial"/>
            </a:endParaRPr>
          </a:p>
          <a:p>
            <a:pPr indent="-285750" lvl="1" marL="742950" marR="0" rtl="0" algn="l">
              <a:lnSpc>
                <a:spcPct val="90000"/>
              </a:lnSpc>
              <a:spcBef>
                <a:spcPts val="480"/>
              </a:spcBef>
              <a:spcAft>
                <a:spcPts val="0"/>
              </a:spcAft>
              <a:buClr>
                <a:schemeClr val="dk1"/>
              </a:buClr>
              <a:buSzPts val="1450"/>
              <a:buFont typeface="Arial"/>
              <a:buChar char="●"/>
            </a:pPr>
            <a:r>
              <a:rPr b="0" i="0" lang="en-US" sz="2400" u="none" cap="none" strike="noStrike">
                <a:solidFill>
                  <a:schemeClr val="dk1"/>
                </a:solidFill>
                <a:latin typeface="Arial"/>
                <a:ea typeface="Arial"/>
                <a:cs typeface="Arial"/>
                <a:sym typeface="Arial"/>
              </a:rPr>
              <a:t> would be the heights of human beings. Most adult human beings </a:t>
            </a:r>
            <a:r>
              <a:rPr b="0" i="0" lang="en-US" sz="2400" u="none" cap="none" strike="noStrike">
                <a:solidFill>
                  <a:schemeClr val="accent2"/>
                </a:solidFill>
                <a:latin typeface="Arial"/>
                <a:ea typeface="Arial"/>
                <a:cs typeface="Arial"/>
                <a:sym typeface="Arial"/>
              </a:rPr>
              <a:t>are about 180cm tall</a:t>
            </a:r>
            <a:r>
              <a:rPr b="0" i="0" lang="en-US" sz="2400" u="none" cap="none" strike="noStrike">
                <a:solidFill>
                  <a:schemeClr val="dk1"/>
                </a:solidFill>
                <a:latin typeface="Arial"/>
                <a:ea typeface="Arial"/>
                <a:cs typeface="Arial"/>
                <a:sym typeface="Arial"/>
              </a:rPr>
              <a:t>. tallest and shortest adult men as having had heights 272cm and 57cm respectively, making the ratio 4.8.</a:t>
            </a:r>
            <a:endParaRPr b="0" i="0" sz="2800" u="none" cap="none" strike="noStrike">
              <a:solidFill>
                <a:schemeClr val="dk1"/>
              </a:solidFill>
              <a:latin typeface="Arial"/>
              <a:ea typeface="Arial"/>
              <a:cs typeface="Arial"/>
              <a:sym typeface="Arial"/>
            </a:endParaRPr>
          </a:p>
          <a:p>
            <a:pPr indent="-285750" lvl="1" marL="742950" marR="0" rtl="0" algn="l">
              <a:lnSpc>
                <a:spcPct val="90000"/>
              </a:lnSpc>
              <a:spcBef>
                <a:spcPts val="0"/>
              </a:spcBef>
              <a:spcAft>
                <a:spcPts val="0"/>
              </a:spcAft>
              <a:buClr>
                <a:schemeClr val="dk1"/>
              </a:buClr>
              <a:buSzPts val="1450"/>
              <a:buFont typeface="Arial"/>
              <a:buChar char="●"/>
            </a:pPr>
            <a:r>
              <a:rPr b="0" i="0" lang="en-US" sz="2400" u="none" cap="none" strike="noStrike">
                <a:solidFill>
                  <a:schemeClr val="dk1"/>
                </a:solidFill>
                <a:latin typeface="Arial"/>
                <a:ea typeface="Arial"/>
                <a:cs typeface="Arial"/>
                <a:sym typeface="Arial"/>
              </a:rPr>
              <a:t>another example of a quantity with a typical scale the speeds in miles per hour of cars on the motorway. Speeds are strongly </a:t>
            </a:r>
            <a:r>
              <a:rPr b="0" i="0" lang="en-US" sz="2400" u="none" cap="none" strike="noStrike">
                <a:solidFill>
                  <a:schemeClr val="accent2"/>
                </a:solidFill>
                <a:latin typeface="Arial"/>
                <a:ea typeface="Arial"/>
                <a:cs typeface="Arial"/>
                <a:sym typeface="Arial"/>
              </a:rPr>
              <a:t>peaked around 75mph</a:t>
            </a:r>
            <a:r>
              <a:rPr b="0" i="0" lang="en-US" sz="2400" u="none" cap="none" strike="noStrike">
                <a:solidFill>
                  <a:schemeClr val="dk1"/>
                </a:solidFill>
                <a:latin typeface="Arial"/>
                <a:ea typeface="Arial"/>
                <a:cs typeface="Arial"/>
                <a:sym typeface="Arial"/>
              </a:rPr>
              <a:t>.</a:t>
            </a:r>
            <a:endParaRPr b="0" i="0" sz="28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2"/>
              </a:buClr>
              <a:buFont typeface="Arial"/>
              <a:buNone/>
            </a:pPr>
            <a:r>
              <a:rPr b="0" i="0" lang="en-US" sz="4000" u="none" cap="none" strike="noStrike">
                <a:solidFill>
                  <a:schemeClr val="dk2"/>
                </a:solidFill>
                <a:latin typeface="Arial"/>
                <a:ea typeface="Arial"/>
                <a:cs typeface="Arial"/>
                <a:sym typeface="Arial"/>
              </a:rPr>
              <a:t>Intro: Measurements distribution</a:t>
            </a:r>
            <a:endParaRPr b="0" i="0" sz="4400" u="none" cap="none" strike="noStrike">
              <a:solidFill>
                <a:schemeClr val="dk2"/>
              </a:solidFill>
              <a:latin typeface="Arial"/>
              <a:ea typeface="Arial"/>
              <a:cs typeface="Arial"/>
              <a:sym typeface="Arial"/>
            </a:endParaRPr>
          </a:p>
        </p:txBody>
      </p:sp>
      <p:pic>
        <p:nvPicPr>
          <p:cNvPr id="75" name="Google Shape;75;p16"/>
          <p:cNvPicPr preferRelativeResize="0"/>
          <p:nvPr/>
        </p:nvPicPr>
        <p:blipFill>
          <a:blip r:embed="rId3">
            <a:alphaModFix/>
          </a:blip>
          <a:stretch>
            <a:fillRect/>
          </a:stretch>
        </p:blipFill>
        <p:spPr>
          <a:xfrm>
            <a:off x="52387" y="1828800"/>
            <a:ext cx="9091612" cy="3835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2"/>
              </a:buClr>
              <a:buFont typeface="Arial"/>
              <a:buNone/>
            </a:pPr>
            <a:r>
              <a:rPr b="0" i="0" lang="en-US" sz="4000" u="none" cap="none" strike="noStrike">
                <a:solidFill>
                  <a:schemeClr val="dk2"/>
                </a:solidFill>
                <a:latin typeface="Arial"/>
                <a:ea typeface="Arial"/>
                <a:cs typeface="Arial"/>
                <a:sym typeface="Arial"/>
              </a:rPr>
              <a:t>Intro: Measurements distribution</a:t>
            </a:r>
            <a:endParaRPr b="0" i="0" sz="4400" u="none" cap="none" strike="noStrike">
              <a:solidFill>
                <a:schemeClr val="dk2"/>
              </a:solidFill>
              <a:latin typeface="Arial"/>
              <a:ea typeface="Arial"/>
              <a:cs typeface="Arial"/>
              <a:sym typeface="Arial"/>
            </a:endParaRPr>
          </a:p>
        </p:txBody>
      </p:sp>
      <p:sp>
        <p:nvSpPr>
          <p:cNvPr id="82" name="Google Shape;82;p1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spcBef>
                <a:spcPts val="560"/>
              </a:spcBef>
              <a:spcAft>
                <a:spcPts val="0"/>
              </a:spcAft>
              <a:buClr>
                <a:schemeClr val="dk1"/>
              </a:buClr>
              <a:buFont typeface="Arial"/>
              <a:buNone/>
            </a:pPr>
            <a:r>
              <a:rPr b="0" i="0" lang="en-US" sz="2800" u="none" cap="none" strike="noStrike">
                <a:solidFill>
                  <a:schemeClr val="dk1"/>
                </a:solidFill>
                <a:latin typeface="Arial"/>
                <a:ea typeface="Arial"/>
                <a:cs typeface="Arial"/>
                <a:sym typeface="Arial"/>
              </a:rPr>
              <a:t>Another observation not all things we measure are peaked around a typical value. Some vary over an enormous dynamic range sometimes many orders of magnitude. As an example:</a:t>
            </a:r>
            <a:endParaRPr b="0" i="0" sz="3200" u="none" cap="none" strike="noStrike">
              <a:solidFill>
                <a:schemeClr val="dk1"/>
              </a:solidFill>
              <a:latin typeface="Arial"/>
              <a:ea typeface="Arial"/>
              <a:cs typeface="Arial"/>
              <a:sym typeface="Arial"/>
            </a:endParaRPr>
          </a:p>
          <a:p>
            <a:pPr indent="-342900" lvl="0" marL="342900" marR="0" rtl="0" algn="l">
              <a:spcBef>
                <a:spcPts val="560"/>
              </a:spcBef>
              <a:spcAft>
                <a:spcPts val="0"/>
              </a:spcAft>
              <a:buClr>
                <a:schemeClr val="dk1"/>
              </a:buClr>
              <a:buFont typeface="Arial"/>
              <a:buNone/>
            </a:pPr>
            <a:r>
              <a:rPr b="0" i="0" lang="en-US" sz="2800" u="none" cap="none" strike="noStrike">
                <a:solidFill>
                  <a:schemeClr val="dk1"/>
                </a:solidFill>
                <a:latin typeface="Arial"/>
                <a:ea typeface="Arial"/>
                <a:cs typeface="Arial"/>
                <a:sym typeface="Arial"/>
              </a:rPr>
              <a:t>The largest population of any city in the US is 8.00 million for New York City (2000). America’s smallest town is Duffield, Virginia, with a population of 52. the ratio of largest to smallest population is at least 150 000.</a:t>
            </a:r>
            <a:endParaRPr b="0" i="0" sz="32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2"/>
              </a:buClr>
              <a:buFont typeface="Arial"/>
              <a:buNone/>
            </a:pPr>
            <a:r>
              <a:rPr b="0" i="0" lang="en-US" sz="4000" u="none" cap="none" strike="noStrike">
                <a:solidFill>
                  <a:schemeClr val="dk2"/>
                </a:solidFill>
                <a:latin typeface="Arial"/>
                <a:ea typeface="Arial"/>
                <a:cs typeface="Arial"/>
                <a:sym typeface="Arial"/>
              </a:rPr>
              <a:t>Intro: Measurements distribution</a:t>
            </a:r>
            <a:endParaRPr b="0" i="0" sz="4400" u="none" cap="none" strike="noStrike">
              <a:solidFill>
                <a:schemeClr val="dk2"/>
              </a:solidFill>
              <a:latin typeface="Arial"/>
              <a:ea typeface="Arial"/>
              <a:cs typeface="Arial"/>
              <a:sym typeface="Arial"/>
            </a:endParaRPr>
          </a:p>
        </p:txBody>
      </p:sp>
      <p:pic>
        <p:nvPicPr>
          <p:cNvPr id="89" name="Google Shape;89;p18"/>
          <p:cNvPicPr preferRelativeResize="0"/>
          <p:nvPr/>
        </p:nvPicPr>
        <p:blipFill>
          <a:blip r:embed="rId3">
            <a:alphaModFix/>
          </a:blip>
          <a:stretch>
            <a:fillRect/>
          </a:stretch>
        </p:blipFill>
        <p:spPr>
          <a:xfrm>
            <a:off x="838200" y="1676400"/>
            <a:ext cx="7162800" cy="40417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2"/>
              </a:buClr>
              <a:buFont typeface="Arial"/>
              <a:buNone/>
            </a:pPr>
            <a:r>
              <a:rPr b="0" i="0" lang="en-US" sz="4000" u="none" cap="none" strike="noStrike">
                <a:solidFill>
                  <a:schemeClr val="dk2"/>
                </a:solidFill>
                <a:latin typeface="Arial"/>
                <a:ea typeface="Arial"/>
                <a:cs typeface="Arial"/>
                <a:sym typeface="Arial"/>
              </a:rPr>
              <a:t>Intro: Measurements distribution</a:t>
            </a:r>
            <a:endParaRPr b="0" i="0" sz="4400" u="none" cap="none" strike="noStrike">
              <a:solidFill>
                <a:schemeClr val="dk2"/>
              </a:solidFill>
              <a:latin typeface="Arial"/>
              <a:ea typeface="Arial"/>
              <a:cs typeface="Arial"/>
              <a:sym typeface="Arial"/>
            </a:endParaRPr>
          </a:p>
        </p:txBody>
      </p:sp>
      <p:sp>
        <p:nvSpPr>
          <p:cNvPr id="96" name="Google Shape;96;p1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spcBef>
                <a:spcPts val="560"/>
              </a:spcBef>
              <a:spcAft>
                <a:spcPts val="0"/>
              </a:spcAft>
              <a:buClr>
                <a:schemeClr val="dk1"/>
              </a:buClr>
              <a:buFont typeface="Arial"/>
              <a:buNone/>
            </a:pPr>
            <a:r>
              <a:rPr b="0" i="0" lang="en-US" sz="2800" u="none" cap="none" strike="noStrike">
                <a:solidFill>
                  <a:schemeClr val="dk1"/>
                </a:solidFill>
                <a:latin typeface="Arial"/>
                <a:ea typeface="Arial"/>
                <a:cs typeface="Arial"/>
                <a:sym typeface="Arial"/>
              </a:rPr>
              <a:t>America with a total population of 300 million people, you could at most have about 40 cities the size of New York. And the 2700 cities cannot have a mean population of more than 110,000.</a:t>
            </a:r>
            <a:endParaRPr b="0" i="0" sz="3200" u="none" cap="none" strike="noStrike">
              <a:solidFill>
                <a:schemeClr val="dk1"/>
              </a:solidFill>
              <a:latin typeface="Arial"/>
              <a:ea typeface="Arial"/>
              <a:cs typeface="Arial"/>
              <a:sym typeface="Arial"/>
            </a:endParaRPr>
          </a:p>
          <a:p>
            <a:pPr indent="-342900" lvl="0" marL="342900" marR="0" rtl="0" algn="l">
              <a:spcBef>
                <a:spcPts val="560"/>
              </a:spcBef>
              <a:spcAft>
                <a:spcPts val="0"/>
              </a:spcAft>
              <a:buClr>
                <a:schemeClr val="dk1"/>
              </a:buClr>
              <a:buFont typeface="Arial"/>
              <a:buNone/>
            </a:pPr>
            <a:r>
              <a:rPr b="0" i="0" lang="en-US" sz="2800" u="none" cap="none" strike="noStrike">
                <a:solidFill>
                  <a:schemeClr val="dk1"/>
                </a:solidFill>
                <a:latin typeface="Arial"/>
                <a:ea typeface="Arial"/>
                <a:cs typeface="Arial"/>
                <a:sym typeface="Arial"/>
              </a:rPr>
              <a:t>A histogram of city sizes plotted with logarithmic horizontal and vertical axes follows quite closely a straight line.</a:t>
            </a:r>
            <a:endParaRPr b="0" i="0" sz="32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2"/>
              </a:buClr>
              <a:buFont typeface="Arial"/>
              <a:buNone/>
            </a:pPr>
            <a:r>
              <a:rPr b="0" i="0" lang="en-US" sz="4000" u="none" cap="none" strike="noStrike">
                <a:solidFill>
                  <a:schemeClr val="dk2"/>
                </a:solidFill>
                <a:latin typeface="Arial"/>
                <a:ea typeface="Arial"/>
                <a:cs typeface="Arial"/>
                <a:sym typeface="Arial"/>
              </a:rPr>
              <a:t>Intro: Measurements distribution</a:t>
            </a:r>
            <a:endParaRPr b="0" i="0" sz="4400" u="none" cap="none" strike="noStrike">
              <a:solidFill>
                <a:schemeClr val="dk2"/>
              </a:solidFill>
              <a:latin typeface="Arial"/>
              <a:ea typeface="Arial"/>
              <a:cs typeface="Arial"/>
              <a:sym typeface="Arial"/>
            </a:endParaRPr>
          </a:p>
        </p:txBody>
      </p:sp>
      <p:pic>
        <p:nvPicPr>
          <p:cNvPr id="103" name="Google Shape;103;p20"/>
          <p:cNvPicPr preferRelativeResize="0"/>
          <p:nvPr/>
        </p:nvPicPr>
        <p:blipFill>
          <a:blip r:embed="rId3">
            <a:alphaModFix/>
          </a:blip>
          <a:stretch>
            <a:fillRect/>
          </a:stretch>
        </p:blipFill>
        <p:spPr>
          <a:xfrm>
            <a:off x="1371600" y="1752600"/>
            <a:ext cx="6934200" cy="35972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2"/>
              </a:buClr>
              <a:buFont typeface="Arial"/>
              <a:buNone/>
            </a:pPr>
            <a:r>
              <a:rPr b="0" i="0" lang="en-US" sz="4000" u="none" cap="none" strike="noStrike">
                <a:solidFill>
                  <a:schemeClr val="dk2"/>
                </a:solidFill>
                <a:latin typeface="Arial"/>
                <a:ea typeface="Arial"/>
                <a:cs typeface="Arial"/>
                <a:sym typeface="Arial"/>
              </a:rPr>
              <a:t>Intro: Measurements distribution</a:t>
            </a:r>
            <a:endParaRPr b="0" i="0" sz="4400" u="none" cap="none" strike="noStrike">
              <a:solidFill>
                <a:schemeClr val="dk2"/>
              </a:solidFill>
              <a:latin typeface="Arial"/>
              <a:ea typeface="Arial"/>
              <a:cs typeface="Arial"/>
              <a:sym typeface="Arial"/>
            </a:endParaRPr>
          </a:p>
        </p:txBody>
      </p:sp>
      <p:sp>
        <p:nvSpPr>
          <p:cNvPr id="110" name="Google Shape;110;p2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spcBef>
                <a:spcPts val="640"/>
              </a:spcBef>
              <a:spcAft>
                <a:spcPts val="0"/>
              </a:spcAft>
              <a:buClr>
                <a:schemeClr val="dk1"/>
              </a:buClr>
              <a:buFont typeface="Arial"/>
              <a:buNone/>
            </a:pPr>
            <a:r>
              <a:rPr b="0" i="0" lang="en-US" sz="3200" u="none" cap="none" strike="noStrike">
                <a:solidFill>
                  <a:schemeClr val="dk1"/>
                </a:solidFill>
                <a:latin typeface="Arial"/>
                <a:ea typeface="Arial"/>
                <a:cs typeface="Arial"/>
                <a:sym typeface="Arial"/>
              </a:rPr>
              <a:t>Such histogram can be represented as </a:t>
            </a:r>
            <a:endParaRPr b="0" i="0" sz="3200" u="none" cap="none" strike="noStrike">
              <a:solidFill>
                <a:schemeClr val="dk1"/>
              </a:solidFill>
              <a:latin typeface="Arial"/>
              <a:ea typeface="Arial"/>
              <a:cs typeface="Arial"/>
              <a:sym typeface="Arial"/>
            </a:endParaRPr>
          </a:p>
          <a:p>
            <a:pPr indent="-342900" lvl="0" marL="342900" marR="0" rtl="0" algn="ctr">
              <a:spcBef>
                <a:spcPts val="640"/>
              </a:spcBef>
              <a:spcAft>
                <a:spcPts val="0"/>
              </a:spcAft>
              <a:buClr>
                <a:schemeClr val="dk1"/>
              </a:buClr>
              <a:buFont typeface="Times New Roman"/>
              <a:buNone/>
            </a:pPr>
            <a:r>
              <a:rPr b="0" i="1" lang="en-US" sz="3200" u="none" cap="none" strike="noStrike">
                <a:solidFill>
                  <a:schemeClr val="dk1"/>
                </a:solidFill>
                <a:latin typeface="Times New Roman"/>
                <a:ea typeface="Times New Roman"/>
                <a:cs typeface="Times New Roman"/>
                <a:sym typeface="Times New Roman"/>
              </a:rPr>
              <a:t>ln(y) = A ln(x) + c</a:t>
            </a:r>
            <a:endParaRPr b="0" i="0" sz="3200" u="none" cap="none" strike="noStrike">
              <a:solidFill>
                <a:schemeClr val="dk1"/>
              </a:solidFill>
              <a:latin typeface="Arial"/>
              <a:ea typeface="Arial"/>
              <a:cs typeface="Arial"/>
              <a:sym typeface="Arial"/>
            </a:endParaRPr>
          </a:p>
          <a:p>
            <a:pPr indent="-342900" lvl="0" marL="342900" marR="0" rtl="0" algn="l">
              <a:spcBef>
                <a:spcPts val="640"/>
              </a:spcBef>
              <a:spcAft>
                <a:spcPts val="0"/>
              </a:spcAft>
              <a:buClr>
                <a:schemeClr val="dk1"/>
              </a:buClr>
              <a:buFont typeface="Arial"/>
              <a:buNone/>
            </a:pPr>
            <a:r>
              <a:rPr b="0" i="1" lang="en-US" sz="3200" u="none" cap="none" strike="noStrike">
                <a:solidFill>
                  <a:schemeClr val="dk1"/>
                </a:solidFill>
                <a:latin typeface="Arial"/>
                <a:ea typeface="Arial"/>
                <a:cs typeface="Arial"/>
                <a:sym typeface="Arial"/>
              </a:rPr>
              <a:t>Let </a:t>
            </a:r>
            <a:r>
              <a:rPr b="0" i="1" lang="en-US" sz="3200" u="none" cap="none" strike="noStrike">
                <a:solidFill>
                  <a:schemeClr val="dk1"/>
                </a:solidFill>
                <a:latin typeface="Times New Roman"/>
                <a:ea typeface="Times New Roman"/>
                <a:cs typeface="Times New Roman"/>
                <a:sym typeface="Times New Roman"/>
              </a:rPr>
              <a:t>p(x)dx</a:t>
            </a:r>
            <a:r>
              <a:rPr b="0" i="1" lang="en-US" sz="3200" u="none" cap="none" strike="noStrike">
                <a:solidFill>
                  <a:schemeClr val="dk1"/>
                </a:solidFill>
                <a:latin typeface="Arial"/>
                <a:ea typeface="Arial"/>
                <a:cs typeface="Arial"/>
                <a:sym typeface="Arial"/>
              </a:rPr>
              <a:t> be the fraction of cities with population between </a:t>
            </a:r>
            <a:r>
              <a:rPr b="0" i="1" lang="en-US" sz="3200" u="none" cap="none" strike="noStrike">
                <a:solidFill>
                  <a:schemeClr val="dk1"/>
                </a:solidFill>
                <a:latin typeface="Times New Roman"/>
                <a:ea typeface="Times New Roman"/>
                <a:cs typeface="Times New Roman"/>
                <a:sym typeface="Times New Roman"/>
              </a:rPr>
              <a:t>x</a:t>
            </a:r>
            <a:r>
              <a:rPr b="0" i="1" lang="en-US" sz="3200" u="none" cap="none" strike="noStrike">
                <a:solidFill>
                  <a:schemeClr val="dk1"/>
                </a:solidFill>
                <a:latin typeface="Arial"/>
                <a:ea typeface="Arial"/>
                <a:cs typeface="Arial"/>
                <a:sym typeface="Arial"/>
              </a:rPr>
              <a:t> and </a:t>
            </a:r>
            <a:r>
              <a:rPr b="0" i="1" lang="en-US" sz="3200" u="none" cap="none" strike="noStrike">
                <a:solidFill>
                  <a:schemeClr val="dk1"/>
                </a:solidFill>
                <a:latin typeface="Times New Roman"/>
                <a:ea typeface="Times New Roman"/>
                <a:cs typeface="Times New Roman"/>
                <a:sym typeface="Times New Roman"/>
              </a:rPr>
              <a:t>x + dx</a:t>
            </a:r>
            <a:r>
              <a:rPr b="0" i="1" lang="en-US" sz="3200" u="none" cap="none" strike="noStrike">
                <a:solidFill>
                  <a:schemeClr val="dk1"/>
                </a:solidFill>
                <a:latin typeface="Arial"/>
                <a:ea typeface="Arial"/>
                <a:cs typeface="Arial"/>
                <a:sym typeface="Arial"/>
              </a:rPr>
              <a:t>. If the histogram is a straight line on log-log scales, then </a:t>
            </a:r>
            <a:endParaRPr b="0" i="0" sz="3200" u="none" cap="none" strike="noStrike">
              <a:solidFill>
                <a:schemeClr val="dk1"/>
              </a:solidFill>
              <a:latin typeface="Arial"/>
              <a:ea typeface="Arial"/>
              <a:cs typeface="Arial"/>
              <a:sym typeface="Arial"/>
            </a:endParaRPr>
          </a:p>
          <a:p>
            <a:pPr indent="-342900" lvl="0" marL="342900" marR="0" rtl="0" algn="ctr">
              <a:spcBef>
                <a:spcPts val="640"/>
              </a:spcBef>
              <a:spcAft>
                <a:spcPts val="0"/>
              </a:spcAft>
              <a:buClr>
                <a:schemeClr val="dk1"/>
              </a:buClr>
              <a:buFont typeface="Times New Roman"/>
              <a:buNone/>
            </a:pPr>
            <a:r>
              <a:rPr b="0" i="1" lang="en-US" sz="3200" u="none" cap="none" strike="noStrike">
                <a:solidFill>
                  <a:schemeClr val="dk1"/>
                </a:solidFill>
                <a:latin typeface="Times New Roman"/>
                <a:ea typeface="Times New Roman"/>
                <a:cs typeface="Times New Roman"/>
                <a:sym typeface="Times New Roman"/>
              </a:rPr>
              <a:t>ln(p(x)) = -α ln(x) + c</a:t>
            </a:r>
            <a:endParaRPr b="0" i="0" sz="3200" u="none" cap="none" strike="noStrike">
              <a:solidFill>
                <a:schemeClr val="dk1"/>
              </a:solidFill>
              <a:latin typeface="Arial"/>
              <a:ea typeface="Arial"/>
              <a:cs typeface="Arial"/>
              <a:sym typeface="Arial"/>
            </a:endParaRPr>
          </a:p>
          <a:p>
            <a:pPr indent="-342900" lvl="0" marL="342900" marR="0" rtl="0" algn="ctr">
              <a:spcBef>
                <a:spcPts val="640"/>
              </a:spcBef>
              <a:spcAft>
                <a:spcPts val="0"/>
              </a:spcAft>
              <a:buClr>
                <a:schemeClr val="dk1"/>
              </a:buClr>
              <a:buFont typeface="Times New Roman"/>
              <a:buNone/>
            </a:pPr>
            <a:r>
              <a:rPr b="0" i="1" lang="en-US" sz="3200" u="none" cap="none" strike="noStrike">
                <a:solidFill>
                  <a:schemeClr val="dk1"/>
                </a:solidFill>
                <a:latin typeface="Times New Roman"/>
                <a:ea typeface="Times New Roman"/>
                <a:cs typeface="Times New Roman"/>
                <a:sym typeface="Times New Roman"/>
              </a:rPr>
              <a:t>⇒  p(x) = C x</a:t>
            </a:r>
            <a:r>
              <a:rPr b="0" baseline="30000" i="1" lang="en-US" sz="3200" u="none" cap="none" strike="noStrike">
                <a:solidFill>
                  <a:schemeClr val="dk1"/>
                </a:solidFill>
                <a:latin typeface="Times New Roman"/>
                <a:ea typeface="Times New Roman"/>
                <a:cs typeface="Times New Roman"/>
                <a:sym typeface="Times New Roman"/>
              </a:rPr>
              <a:t>−α</a:t>
            </a:r>
            <a:r>
              <a:rPr b="0" i="1" lang="en-US" sz="3200" u="none" cap="none" strike="noStrike">
                <a:solidFill>
                  <a:schemeClr val="dk1"/>
                </a:solidFill>
                <a:latin typeface="Times New Roman"/>
                <a:ea typeface="Times New Roman"/>
                <a:cs typeface="Times New Roman"/>
                <a:sym typeface="Times New Roman"/>
              </a:rPr>
              <a:t> </a:t>
            </a:r>
            <a:r>
              <a:rPr b="0" i="0" lang="en-US" sz="3200" u="none" cap="none" strike="noStrike">
                <a:solidFill>
                  <a:schemeClr val="dk1"/>
                </a:solidFill>
                <a:latin typeface="Times New Roman"/>
                <a:ea typeface="Times New Roman"/>
                <a:cs typeface="Times New Roman"/>
                <a:sym typeface="Times New Roman"/>
              </a:rPr>
              <a:t>,</a:t>
            </a:r>
            <a:r>
              <a:rPr b="0" i="1" lang="en-US" sz="3200" u="none" cap="none" strike="noStrike">
                <a:solidFill>
                  <a:schemeClr val="dk1"/>
                </a:solidFill>
                <a:latin typeface="Times New Roman"/>
                <a:ea typeface="Times New Roman"/>
                <a:cs typeface="Times New Roman"/>
                <a:sym typeface="Times New Roman"/>
              </a:rPr>
              <a:t> C = e</a:t>
            </a:r>
            <a:r>
              <a:rPr b="0" baseline="30000" i="1" lang="en-US" sz="3200" u="none" cap="none" strike="noStrike">
                <a:solidFill>
                  <a:schemeClr val="dk1"/>
                </a:solidFill>
                <a:latin typeface="Times New Roman"/>
                <a:ea typeface="Times New Roman"/>
                <a:cs typeface="Times New Roman"/>
                <a:sym typeface="Times New Roman"/>
              </a:rPr>
              <a:t>c</a:t>
            </a:r>
            <a:endParaRPr b="0" i="0" sz="32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2"/>
              </a:buClr>
              <a:buFont typeface="Arial"/>
              <a:buNone/>
            </a:pPr>
            <a:r>
              <a:rPr b="0" i="0" lang="en-US" sz="4200" u="none" cap="none" strike="noStrike">
                <a:solidFill>
                  <a:schemeClr val="dk2"/>
                </a:solidFill>
                <a:latin typeface="Arial"/>
                <a:ea typeface="Arial"/>
                <a:cs typeface="Arial"/>
                <a:sym typeface="Arial"/>
              </a:rPr>
              <a:t>Intro: power low distribution</a:t>
            </a:r>
            <a:endParaRPr b="0" i="0" sz="4400" u="none" cap="none" strike="noStrike">
              <a:solidFill>
                <a:schemeClr val="dk2"/>
              </a:solidFill>
              <a:latin typeface="Arial"/>
              <a:ea typeface="Arial"/>
              <a:cs typeface="Arial"/>
              <a:sym typeface="Arial"/>
            </a:endParaRPr>
          </a:p>
        </p:txBody>
      </p:sp>
      <p:sp>
        <p:nvSpPr>
          <p:cNvPr id="117" name="Google Shape;117;p2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spcBef>
                <a:spcPts val="640"/>
              </a:spcBef>
              <a:spcAft>
                <a:spcPts val="0"/>
              </a:spcAft>
              <a:buClr>
                <a:schemeClr val="dk1"/>
              </a:buClr>
              <a:buFont typeface="Arial"/>
              <a:buNone/>
            </a:pPr>
            <a:r>
              <a:rPr b="0" i="0" lang="en-US" sz="3200" u="none" cap="none" strike="noStrike">
                <a:solidFill>
                  <a:schemeClr val="dk1"/>
                </a:solidFill>
                <a:latin typeface="Arial"/>
                <a:ea typeface="Arial"/>
                <a:cs typeface="Arial"/>
                <a:sym typeface="Arial"/>
              </a:rPr>
              <a:t>This kind of distribution</a:t>
            </a:r>
            <a:r>
              <a:rPr b="0" i="1" lang="en-US" sz="3200" u="none" cap="none" strike="noStrike">
                <a:solidFill>
                  <a:schemeClr val="dk1"/>
                </a:solidFill>
                <a:latin typeface="Arial"/>
                <a:ea typeface="Arial"/>
                <a:cs typeface="Arial"/>
                <a:sym typeface="Arial"/>
              </a:rPr>
              <a:t> </a:t>
            </a:r>
            <a:r>
              <a:rPr b="0" i="1" lang="en-US" sz="3200" u="none" cap="none" strike="noStrike">
                <a:solidFill>
                  <a:schemeClr val="dk1"/>
                </a:solidFill>
                <a:latin typeface="Times New Roman"/>
                <a:ea typeface="Times New Roman"/>
                <a:cs typeface="Times New Roman"/>
                <a:sym typeface="Times New Roman"/>
              </a:rPr>
              <a:t>p(x) = C x</a:t>
            </a:r>
            <a:r>
              <a:rPr b="0" baseline="30000" i="1" lang="en-US" sz="3200" u="none" cap="none" strike="noStrike">
                <a:solidFill>
                  <a:schemeClr val="dk1"/>
                </a:solidFill>
                <a:latin typeface="Times New Roman"/>
                <a:ea typeface="Times New Roman"/>
                <a:cs typeface="Times New Roman"/>
                <a:sym typeface="Times New Roman"/>
              </a:rPr>
              <a:t>−α</a:t>
            </a:r>
            <a:r>
              <a:rPr b="0" i="1" lang="en-US" sz="3200" u="none" cap="none" strike="noStrike">
                <a:solidFill>
                  <a:schemeClr val="dk1"/>
                </a:solidFill>
                <a:latin typeface="Arial"/>
                <a:ea typeface="Arial"/>
                <a:cs typeface="Arial"/>
                <a:sym typeface="Arial"/>
              </a:rPr>
              <a:t> is </a:t>
            </a:r>
            <a:r>
              <a:rPr b="0" i="0" lang="en-US" sz="3200" u="none" cap="none" strike="noStrike">
                <a:solidFill>
                  <a:schemeClr val="dk1"/>
                </a:solidFill>
                <a:latin typeface="Arial"/>
                <a:ea typeface="Arial"/>
                <a:cs typeface="Arial"/>
                <a:sym typeface="Arial"/>
              </a:rPr>
              <a:t>called the</a:t>
            </a:r>
            <a:r>
              <a:rPr b="0" i="1" lang="en-US" sz="3200" u="none" cap="none" strike="noStrike">
                <a:solidFill>
                  <a:schemeClr val="dk1"/>
                </a:solidFill>
                <a:latin typeface="Arial"/>
                <a:ea typeface="Arial"/>
                <a:cs typeface="Arial"/>
                <a:sym typeface="Arial"/>
              </a:rPr>
              <a:t> </a:t>
            </a:r>
            <a:r>
              <a:rPr b="0" i="1" lang="en-US" sz="3200" u="none" cap="none" strike="noStrike">
                <a:solidFill>
                  <a:schemeClr val="accent2"/>
                </a:solidFill>
                <a:latin typeface="Arial"/>
                <a:ea typeface="Arial"/>
                <a:cs typeface="Arial"/>
                <a:sym typeface="Arial"/>
              </a:rPr>
              <a:t>power low distribution.</a:t>
            </a:r>
            <a:endParaRPr b="0" i="0" sz="3200" u="none" cap="none" strike="noStrike">
              <a:solidFill>
                <a:schemeClr val="dk1"/>
              </a:solidFill>
              <a:latin typeface="Arial"/>
              <a:ea typeface="Arial"/>
              <a:cs typeface="Arial"/>
              <a:sym typeface="Arial"/>
            </a:endParaRPr>
          </a:p>
          <a:p>
            <a:pPr indent="-342900" lvl="0" marL="342900" marR="0" rtl="0" algn="l">
              <a:spcBef>
                <a:spcPts val="640"/>
              </a:spcBef>
              <a:spcAft>
                <a:spcPts val="0"/>
              </a:spcAft>
              <a:buClr>
                <a:schemeClr val="dk1"/>
              </a:buClr>
              <a:buFont typeface="Arial"/>
              <a:buNone/>
            </a:pPr>
            <a:r>
              <a:rPr b="0" i="0" lang="en-US" sz="3200" u="none" cap="none" strike="noStrike">
                <a:solidFill>
                  <a:schemeClr val="dk1"/>
                </a:solidFill>
                <a:latin typeface="Arial"/>
                <a:ea typeface="Arial"/>
                <a:cs typeface="Arial"/>
                <a:sym typeface="Arial"/>
              </a:rPr>
              <a:t>Power low implies that small occurrences are extremely common, whereas large instances are extremely rare.</a:t>
            </a:r>
            <a:endParaRPr b="0" i="0" sz="320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2"/>
              </a:buClr>
              <a:buFont typeface="Arial"/>
              <a:buNone/>
            </a:pPr>
            <a:r>
              <a:rPr b="0" i="0" lang="en-US" sz="4200" u="none" cap="none" strike="noStrike">
                <a:solidFill>
                  <a:schemeClr val="dk2"/>
                </a:solidFill>
                <a:latin typeface="Arial"/>
                <a:ea typeface="Arial"/>
                <a:cs typeface="Arial"/>
                <a:sym typeface="Arial"/>
              </a:rPr>
              <a:t>Next:</a:t>
            </a:r>
            <a:endParaRPr b="0" i="0" sz="4400" u="none" cap="none" strike="noStrike">
              <a:solidFill>
                <a:schemeClr val="dk2"/>
              </a:solidFill>
              <a:latin typeface="Arial"/>
              <a:ea typeface="Arial"/>
              <a:cs typeface="Arial"/>
              <a:sym typeface="Arial"/>
            </a:endParaRPr>
          </a:p>
        </p:txBody>
      </p:sp>
      <p:sp>
        <p:nvSpPr>
          <p:cNvPr id="124" name="Google Shape;124;p2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812800" lvl="0" marL="0" marR="0" rtl="0" algn="l">
              <a:spcBef>
                <a:spcPts val="720"/>
              </a:spcBef>
              <a:spcAft>
                <a:spcPts val="0"/>
              </a:spcAft>
              <a:buClr>
                <a:schemeClr val="dk1"/>
              </a:buClr>
              <a:buSzPts val="3600"/>
              <a:buFont typeface="Arial"/>
              <a:buAutoNum type="romanUcPeriod"/>
            </a:pPr>
            <a:r>
              <a:rPr b="0" i="0" lang="en-US" sz="3600" u="none" cap="none" strike="noStrike">
                <a:solidFill>
                  <a:schemeClr val="dk1"/>
                </a:solidFill>
                <a:latin typeface="Arial"/>
                <a:ea typeface="Arial"/>
                <a:cs typeface="Arial"/>
                <a:sym typeface="Arial"/>
              </a:rPr>
              <a:t>Ways of detecting power-law behavior.</a:t>
            </a:r>
            <a:endParaRPr b="0" i="0" sz="3200" u="none" cap="none" strike="noStrike">
              <a:solidFill>
                <a:schemeClr val="dk1"/>
              </a:solidFill>
              <a:latin typeface="Arial"/>
              <a:ea typeface="Arial"/>
              <a:cs typeface="Arial"/>
              <a:sym typeface="Arial"/>
            </a:endParaRPr>
          </a:p>
          <a:p>
            <a:pPr indent="812800" lvl="0" marL="0" marR="0" rtl="0" algn="l">
              <a:spcBef>
                <a:spcPts val="0"/>
              </a:spcBef>
              <a:spcAft>
                <a:spcPts val="0"/>
              </a:spcAft>
              <a:buClr>
                <a:schemeClr val="dk1"/>
              </a:buClr>
              <a:buSzPts val="3600"/>
              <a:buFont typeface="Arial"/>
              <a:buAutoNum type="romanUcPeriod"/>
            </a:pPr>
            <a:r>
              <a:rPr b="0" i="0" lang="en-US" sz="3600" u="none" cap="none" strike="noStrike">
                <a:solidFill>
                  <a:schemeClr val="dk1"/>
                </a:solidFill>
                <a:latin typeface="Arial"/>
                <a:ea typeface="Arial"/>
                <a:cs typeface="Arial"/>
                <a:sym typeface="Arial"/>
              </a:rPr>
              <a:t>Give empirical evidence for power laws in a variety of systems.</a:t>
            </a:r>
            <a:endParaRPr b="0" i="0" sz="3200" u="none" cap="none" strike="noStrike">
              <a:solidFill>
                <a:schemeClr val="dk1"/>
              </a:solidFill>
              <a:latin typeface="Arial"/>
              <a:ea typeface="Arial"/>
              <a:cs typeface="Arial"/>
              <a:sym typeface="Arial"/>
            </a:endParaRPr>
          </a:p>
          <a:p>
            <a:pPr indent="-222250" lvl="0" marL="342900" marR="0" rtl="0" algn="l">
              <a:spcBef>
                <a:spcPts val="640"/>
              </a:spcBef>
              <a:spcAft>
                <a:spcPts val="0"/>
              </a:spcAft>
              <a:buClr>
                <a:schemeClr val="dk1"/>
              </a:buClr>
              <a:buSzPts val="1900"/>
              <a:buFont typeface="Arial"/>
              <a:buNone/>
            </a:pPr>
            <a:r>
              <a:t/>
            </a:r>
            <a:endParaRPr b="0" i="0" sz="32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4"/>
          <p:cNvSpPr txBox="1"/>
          <p:nvPr>
            <p:ph type="title"/>
          </p:nvPr>
        </p:nvSpPr>
        <p:spPr>
          <a:xfrm>
            <a:off x="533400" y="228600"/>
            <a:ext cx="822960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2"/>
              </a:buClr>
              <a:buFont typeface="Arial"/>
              <a:buNone/>
            </a:pPr>
            <a:r>
              <a:rPr b="0" i="0" lang="en-US" sz="3200" u="none" cap="none" strike="noStrike">
                <a:solidFill>
                  <a:schemeClr val="dk2"/>
                </a:solidFill>
                <a:latin typeface="Arial"/>
                <a:ea typeface="Arial"/>
                <a:cs typeface="Arial"/>
                <a:sym typeface="Arial"/>
              </a:rPr>
              <a:t>Example on an artificially generated data set</a:t>
            </a:r>
            <a:endParaRPr b="0" i="0" sz="4400" u="none" cap="none" strike="noStrike">
              <a:solidFill>
                <a:schemeClr val="dk2"/>
              </a:solidFill>
              <a:latin typeface="Arial"/>
              <a:ea typeface="Arial"/>
              <a:cs typeface="Arial"/>
              <a:sym typeface="Arial"/>
            </a:endParaRPr>
          </a:p>
        </p:txBody>
      </p:sp>
      <p:sp>
        <p:nvSpPr>
          <p:cNvPr id="131" name="Google Shape;131;p24"/>
          <p:cNvSpPr txBox="1"/>
          <p:nvPr>
            <p:ph idx="1" type="body"/>
          </p:nvPr>
        </p:nvSpPr>
        <p:spPr>
          <a:xfrm>
            <a:off x="533400" y="1295400"/>
            <a:ext cx="8229600" cy="51054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400"/>
              </a:spcBef>
              <a:spcAft>
                <a:spcPts val="0"/>
              </a:spcAft>
              <a:buClr>
                <a:schemeClr val="dk1"/>
              </a:buClr>
              <a:buFont typeface="Arial"/>
              <a:buNone/>
            </a:pPr>
            <a:r>
              <a:rPr b="0" i="0" lang="en-US" sz="2000" u="none" cap="none" strike="noStrike">
                <a:solidFill>
                  <a:schemeClr val="dk1"/>
                </a:solidFill>
                <a:latin typeface="Arial"/>
                <a:ea typeface="Arial"/>
                <a:cs typeface="Arial"/>
                <a:sym typeface="Arial"/>
              </a:rPr>
              <a:t>Take 1 million random numbers from a distribution with α = 2.5</a:t>
            </a:r>
            <a:endParaRPr b="0" i="0" sz="3200" u="none" cap="none" strike="noStrike">
              <a:solidFill>
                <a:schemeClr val="dk1"/>
              </a:solidFill>
              <a:latin typeface="Arial"/>
              <a:ea typeface="Arial"/>
              <a:cs typeface="Arial"/>
              <a:sym typeface="Arial"/>
            </a:endParaRPr>
          </a:p>
          <a:p>
            <a:pPr indent="-342900" lvl="0" marL="342900" marR="0" rtl="0" algn="l">
              <a:spcBef>
                <a:spcPts val="400"/>
              </a:spcBef>
              <a:spcAft>
                <a:spcPts val="0"/>
              </a:spcAft>
              <a:buClr>
                <a:schemeClr val="dk1"/>
              </a:buClr>
              <a:buFont typeface="Arial"/>
              <a:buNone/>
            </a:pPr>
            <a:r>
              <a:rPr b="0" i="0" lang="en-US" sz="2000" u="none" cap="none" strike="noStrike">
                <a:solidFill>
                  <a:schemeClr val="dk1"/>
                </a:solidFill>
                <a:latin typeface="Arial"/>
                <a:ea typeface="Arial"/>
                <a:cs typeface="Arial"/>
                <a:sym typeface="Arial"/>
              </a:rPr>
              <a:t>A normal histogram of the numbers, produced by binning them into bins of equal size 0.1. That is, the first bin goes from 1 to 1.1, the second from 1.1 to 1.2, and so forth. On the linear scales used this produces a nice smooth curve.</a:t>
            </a:r>
            <a:endParaRPr b="0" i="0" sz="3200" u="none" cap="none" strike="noStrike">
              <a:solidFill>
                <a:schemeClr val="dk1"/>
              </a:solidFill>
              <a:latin typeface="Arial"/>
              <a:ea typeface="Arial"/>
              <a:cs typeface="Arial"/>
              <a:sym typeface="Arial"/>
            </a:endParaRPr>
          </a:p>
        </p:txBody>
      </p:sp>
      <p:pic>
        <p:nvPicPr>
          <p:cNvPr id="132" name="Google Shape;132;p24"/>
          <p:cNvPicPr preferRelativeResize="0"/>
          <p:nvPr/>
        </p:nvPicPr>
        <p:blipFill>
          <a:blip r:embed="rId3">
            <a:alphaModFix/>
          </a:blip>
          <a:stretch>
            <a:fillRect/>
          </a:stretch>
        </p:blipFill>
        <p:spPr>
          <a:xfrm>
            <a:off x="1295400" y="2971800"/>
            <a:ext cx="6934200" cy="36353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5"/>
          <p:cNvSpPr txBox="1"/>
          <p:nvPr>
            <p:ph type="title"/>
          </p:nvPr>
        </p:nvSpPr>
        <p:spPr>
          <a:xfrm>
            <a:off x="457200" y="274637"/>
            <a:ext cx="8229600" cy="86836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2"/>
              </a:buClr>
              <a:buFont typeface="Arial"/>
              <a:buNone/>
            </a:pPr>
            <a:r>
              <a:rPr b="0" i="0" lang="en-US" sz="3200" u="none" cap="none" strike="noStrike">
                <a:solidFill>
                  <a:schemeClr val="dk2"/>
                </a:solidFill>
                <a:latin typeface="Arial"/>
                <a:ea typeface="Arial"/>
                <a:cs typeface="Arial"/>
                <a:sym typeface="Arial"/>
              </a:rPr>
              <a:t>problem with Linear scale plot of straight bin of the data</a:t>
            </a:r>
            <a:endParaRPr b="0" i="0" sz="4400" u="none" cap="none" strike="noStrike">
              <a:solidFill>
                <a:schemeClr val="dk2"/>
              </a:solidFill>
              <a:latin typeface="Arial"/>
              <a:ea typeface="Arial"/>
              <a:cs typeface="Arial"/>
              <a:sym typeface="Arial"/>
            </a:endParaRPr>
          </a:p>
        </p:txBody>
      </p:sp>
      <p:pic>
        <p:nvPicPr>
          <p:cNvPr id="139" name="Google Shape;139;p25"/>
          <p:cNvPicPr preferRelativeResize="0"/>
          <p:nvPr/>
        </p:nvPicPr>
        <p:blipFill>
          <a:blip r:embed="rId3">
            <a:alphaModFix/>
          </a:blip>
          <a:stretch>
            <a:fillRect/>
          </a:stretch>
        </p:blipFill>
        <p:spPr>
          <a:xfrm>
            <a:off x="228600" y="2438400"/>
            <a:ext cx="4572000" cy="3429000"/>
          </a:xfrm>
          <a:prstGeom prst="rect">
            <a:avLst/>
          </a:prstGeom>
          <a:noFill/>
          <a:ln>
            <a:noFill/>
          </a:ln>
        </p:spPr>
      </p:pic>
      <p:sp>
        <p:nvSpPr>
          <p:cNvPr id="140" name="Google Shape;140;p25"/>
          <p:cNvSpPr txBox="1"/>
          <p:nvPr/>
        </p:nvSpPr>
        <p:spPr>
          <a:xfrm>
            <a:off x="533400" y="1143000"/>
            <a:ext cx="8610600" cy="5029200"/>
          </a:xfrm>
          <a:prstGeom prst="rect">
            <a:avLst/>
          </a:prstGeom>
          <a:noFill/>
          <a:ln>
            <a:noFill/>
          </a:ln>
        </p:spPr>
        <p:txBody>
          <a:bodyPr anchorCtr="0" anchor="t" bIns="45700" lIns="91425" spcFirstLastPara="1" rIns="91425" wrap="square" tIns="45700">
            <a:noAutofit/>
          </a:bodyPr>
          <a:lstStyle/>
          <a:p>
            <a:pPr indent="342900" lvl="0" marL="0" marR="0" rtl="0" algn="l">
              <a:spcBef>
                <a:spcPts val="440"/>
              </a:spcBef>
              <a:spcAft>
                <a:spcPts val="0"/>
              </a:spcAft>
              <a:buClr>
                <a:schemeClr val="dk1"/>
              </a:buClr>
              <a:buFont typeface="Arial"/>
              <a:buNone/>
            </a:pPr>
            <a:r>
              <a:rPr b="0" i="0" lang="en-US" sz="2200" u="none" cap="none" strike="noStrike">
                <a:solidFill>
                  <a:schemeClr val="dk1"/>
                </a:solidFill>
                <a:latin typeface="Arial"/>
                <a:ea typeface="Arial"/>
                <a:cs typeface="Arial"/>
                <a:sym typeface="Arial"/>
              </a:rPr>
              <a:t>How many times did the number 1 or 3843 or 99723 occur, Power-law relationship not as apparent, Only makes sense to look at smallest bins</a:t>
            </a:r>
            <a:endParaRPr b="0" i="0" sz="1800" u="none" cap="none" strike="noStrike">
              <a:solidFill>
                <a:schemeClr val="dk1"/>
              </a:solidFill>
              <a:latin typeface="Arial"/>
              <a:ea typeface="Arial"/>
              <a:cs typeface="Arial"/>
              <a:sym typeface="Arial"/>
            </a:endParaRPr>
          </a:p>
        </p:txBody>
      </p:sp>
      <p:pic>
        <p:nvPicPr>
          <p:cNvPr id="141" name="Google Shape;141;p25"/>
          <p:cNvPicPr preferRelativeResize="0"/>
          <p:nvPr/>
        </p:nvPicPr>
        <p:blipFill>
          <a:blip r:embed="rId4">
            <a:alphaModFix/>
          </a:blip>
          <a:stretch>
            <a:fillRect/>
          </a:stretch>
        </p:blipFill>
        <p:spPr>
          <a:xfrm>
            <a:off x="4267200" y="2438400"/>
            <a:ext cx="4572000" cy="3429000"/>
          </a:xfrm>
          <a:prstGeom prst="rect">
            <a:avLst/>
          </a:prstGeom>
          <a:noFill/>
          <a:ln>
            <a:noFill/>
          </a:ln>
        </p:spPr>
      </p:pic>
      <p:sp>
        <p:nvSpPr>
          <p:cNvPr id="142" name="Google Shape;142;p25"/>
          <p:cNvSpPr txBox="1"/>
          <p:nvPr/>
        </p:nvSpPr>
        <p:spPr>
          <a:xfrm>
            <a:off x="5867400" y="6108700"/>
            <a:ext cx="1744662" cy="396875"/>
          </a:xfrm>
          <a:prstGeom prst="rect">
            <a:avLst/>
          </a:prstGeom>
          <a:noFill/>
          <a:ln>
            <a:noFill/>
          </a:ln>
        </p:spPr>
        <p:txBody>
          <a:bodyPr anchorCtr="0" anchor="t" bIns="45700" lIns="91425" spcFirstLastPara="1" rIns="91425" wrap="square" tIns="45700">
            <a:noAutofit/>
          </a:bodyPr>
          <a:lstStyle/>
          <a:p>
            <a:pPr indent="0" lvl="0" marL="0" marR="0" rtl="0" algn="l">
              <a:spcBef>
                <a:spcPts val="400"/>
              </a:spcBef>
              <a:spcAft>
                <a:spcPts val="0"/>
              </a:spcAft>
              <a:buClr>
                <a:schemeClr val="dk1"/>
              </a:buClr>
              <a:buFont typeface="Arial"/>
              <a:buNone/>
            </a:pPr>
            <a:r>
              <a:rPr b="0" i="0" lang="en-US" sz="2000" u="none" cap="none" strike="noStrike">
                <a:solidFill>
                  <a:schemeClr val="dk1"/>
                </a:solidFill>
                <a:latin typeface="Arial"/>
                <a:ea typeface="Arial"/>
                <a:cs typeface="Arial"/>
                <a:sym typeface="Arial"/>
              </a:rPr>
              <a:t>whole range</a:t>
            </a:r>
            <a:endParaRPr b="0" i="0" sz="1800" u="none" cap="none" strike="noStrike">
              <a:solidFill>
                <a:schemeClr val="dk1"/>
              </a:solidFill>
              <a:latin typeface="Arial"/>
              <a:ea typeface="Arial"/>
              <a:cs typeface="Arial"/>
              <a:sym typeface="Arial"/>
            </a:endParaRPr>
          </a:p>
        </p:txBody>
      </p:sp>
      <p:sp>
        <p:nvSpPr>
          <p:cNvPr id="143" name="Google Shape;143;p25"/>
          <p:cNvSpPr txBox="1"/>
          <p:nvPr/>
        </p:nvSpPr>
        <p:spPr>
          <a:xfrm>
            <a:off x="1905000" y="5992812"/>
            <a:ext cx="1647825" cy="396875"/>
          </a:xfrm>
          <a:prstGeom prst="rect">
            <a:avLst/>
          </a:prstGeom>
          <a:noFill/>
          <a:ln>
            <a:noFill/>
          </a:ln>
        </p:spPr>
        <p:txBody>
          <a:bodyPr anchorCtr="0" anchor="t" bIns="45700" lIns="91425" spcFirstLastPara="1" rIns="91425" wrap="square" tIns="45700">
            <a:noAutofit/>
          </a:bodyPr>
          <a:lstStyle/>
          <a:p>
            <a:pPr indent="0" lvl="0" marL="0" marR="0" rtl="0" algn="l">
              <a:spcBef>
                <a:spcPts val="400"/>
              </a:spcBef>
              <a:spcAft>
                <a:spcPts val="0"/>
              </a:spcAft>
              <a:buClr>
                <a:schemeClr val="dk1"/>
              </a:buClr>
              <a:buFont typeface="Arial"/>
              <a:buNone/>
            </a:pPr>
            <a:r>
              <a:rPr b="0" i="0" lang="en-US" sz="2000" u="none" cap="none" strike="noStrike">
                <a:solidFill>
                  <a:schemeClr val="dk1"/>
                </a:solidFill>
                <a:latin typeface="Arial"/>
                <a:ea typeface="Arial"/>
                <a:cs typeface="Arial"/>
                <a:sym typeface="Arial"/>
              </a:rPr>
              <a:t>first few bins</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2"/>
              </a:buClr>
              <a:buFont typeface="Arial"/>
              <a:buNone/>
            </a:pPr>
            <a:r>
              <a:rPr b="0" i="0" lang="en-US" sz="4200" u="none" cap="none" strike="noStrike">
                <a:solidFill>
                  <a:schemeClr val="dk2"/>
                </a:solidFill>
                <a:latin typeface="Arial"/>
                <a:ea typeface="Arial"/>
                <a:cs typeface="Arial"/>
                <a:sym typeface="Arial"/>
              </a:rPr>
              <a:t>I. Measuring Power Laws</a:t>
            </a:r>
            <a:endParaRPr b="0" i="0" sz="4400" u="none" cap="none" strike="noStrike">
              <a:solidFill>
                <a:schemeClr val="dk2"/>
              </a:solidFill>
              <a:latin typeface="Arial"/>
              <a:ea typeface="Arial"/>
              <a:cs typeface="Arial"/>
              <a:sym typeface="Arial"/>
            </a:endParaRPr>
          </a:p>
        </p:txBody>
      </p:sp>
      <p:sp>
        <p:nvSpPr>
          <p:cNvPr id="150" name="Google Shape;150;p2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609600" lvl="0" marL="0" marR="0" rtl="0" algn="l">
              <a:spcBef>
                <a:spcPts val="640"/>
              </a:spcBef>
              <a:spcAft>
                <a:spcPts val="0"/>
              </a:spcAft>
              <a:buClr>
                <a:schemeClr val="dk1"/>
              </a:buClr>
              <a:buFont typeface="Arial"/>
              <a:buNone/>
            </a:pPr>
            <a:r>
              <a:rPr b="0" i="0" lang="en-US" sz="3200" u="none" cap="none" strike="noStrike">
                <a:solidFill>
                  <a:schemeClr val="dk1"/>
                </a:solidFill>
                <a:latin typeface="Arial"/>
                <a:ea typeface="Arial"/>
                <a:cs typeface="Arial"/>
                <a:sym typeface="Arial"/>
              </a:rPr>
              <a:t>The author presents 3 ways to identifying power-law behavior:</a:t>
            </a:r>
            <a:endParaRPr b="0" i="0" sz="3200" u="none" cap="none" strike="noStrike">
              <a:solidFill>
                <a:schemeClr val="dk1"/>
              </a:solidFill>
              <a:latin typeface="Arial"/>
              <a:ea typeface="Arial"/>
              <a:cs typeface="Arial"/>
              <a:sym typeface="Arial"/>
            </a:endParaRPr>
          </a:p>
          <a:p>
            <a:pPr indent="609600" lvl="0" marL="0" marR="0" rtl="0" algn="l">
              <a:spcBef>
                <a:spcPts val="640"/>
              </a:spcBef>
              <a:spcAft>
                <a:spcPts val="0"/>
              </a:spcAft>
              <a:buClr>
                <a:schemeClr val="dk1"/>
              </a:buClr>
              <a:buSzPts val="3200"/>
              <a:buFont typeface="Arial"/>
              <a:buAutoNum type="arabicPeriod"/>
            </a:pPr>
            <a:r>
              <a:rPr b="0" i="0" lang="en-US" sz="3200" u="none" cap="none" strike="noStrike">
                <a:solidFill>
                  <a:schemeClr val="dk1"/>
                </a:solidFill>
                <a:latin typeface="Arial"/>
                <a:ea typeface="Arial"/>
                <a:cs typeface="Arial"/>
                <a:sym typeface="Arial"/>
              </a:rPr>
              <a:t>Log-log plot </a:t>
            </a:r>
            <a:endParaRPr b="0" i="0" sz="3200" u="none" cap="none" strike="noStrike">
              <a:solidFill>
                <a:schemeClr val="dk1"/>
              </a:solidFill>
              <a:latin typeface="Arial"/>
              <a:ea typeface="Arial"/>
              <a:cs typeface="Arial"/>
              <a:sym typeface="Arial"/>
            </a:endParaRPr>
          </a:p>
          <a:p>
            <a:pPr indent="609600" lvl="0" marL="0" marR="0" rtl="0" algn="l">
              <a:spcBef>
                <a:spcPts val="0"/>
              </a:spcBef>
              <a:spcAft>
                <a:spcPts val="0"/>
              </a:spcAft>
              <a:buClr>
                <a:schemeClr val="dk1"/>
              </a:buClr>
              <a:buSzPts val="3200"/>
              <a:buFont typeface="Arial"/>
              <a:buAutoNum type="arabicPeriod"/>
            </a:pPr>
            <a:r>
              <a:rPr b="0" i="0" lang="en-US" sz="3200" u="none" cap="none" strike="noStrike">
                <a:solidFill>
                  <a:schemeClr val="dk1"/>
                </a:solidFill>
                <a:latin typeface="Arial"/>
                <a:ea typeface="Arial"/>
                <a:cs typeface="Arial"/>
                <a:sym typeface="Arial"/>
              </a:rPr>
              <a:t>Logarithmic binning</a:t>
            </a:r>
            <a:endParaRPr b="0" i="0" sz="3200" u="none" cap="none" strike="noStrike">
              <a:solidFill>
                <a:schemeClr val="dk1"/>
              </a:solidFill>
              <a:latin typeface="Arial"/>
              <a:ea typeface="Arial"/>
              <a:cs typeface="Arial"/>
              <a:sym typeface="Arial"/>
            </a:endParaRPr>
          </a:p>
          <a:p>
            <a:pPr indent="609600" lvl="0" marL="0" marR="0" rtl="0" algn="l">
              <a:spcBef>
                <a:spcPts val="0"/>
              </a:spcBef>
              <a:spcAft>
                <a:spcPts val="0"/>
              </a:spcAft>
              <a:buClr>
                <a:schemeClr val="dk1"/>
              </a:buClr>
              <a:buSzPts val="3200"/>
              <a:buFont typeface="Arial"/>
              <a:buAutoNum type="arabicPeriod"/>
            </a:pPr>
            <a:r>
              <a:rPr b="0" i="0" lang="en-US" sz="3200" u="none" cap="none" strike="noStrike">
                <a:solidFill>
                  <a:schemeClr val="dk1"/>
                </a:solidFill>
                <a:latin typeface="Arial"/>
                <a:ea typeface="Arial"/>
                <a:cs typeface="Arial"/>
                <a:sym typeface="Arial"/>
              </a:rPr>
              <a:t>Cumulative distribution function</a:t>
            </a:r>
            <a:endParaRPr b="0" i="0" sz="320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2"/>
              </a:buClr>
              <a:buFont typeface="Arial"/>
              <a:buNone/>
            </a:pPr>
            <a:r>
              <a:rPr b="0" i="0" lang="en-US" sz="4200" u="none" cap="none" strike="noStrike">
                <a:solidFill>
                  <a:schemeClr val="dk2"/>
                </a:solidFill>
                <a:latin typeface="Arial"/>
                <a:ea typeface="Arial"/>
                <a:cs typeface="Arial"/>
                <a:sym typeface="Arial"/>
              </a:rPr>
              <a:t>1. Log-log plot</a:t>
            </a:r>
            <a:endParaRPr b="0" i="0" sz="4400" u="none" cap="none" strike="noStrike">
              <a:solidFill>
                <a:schemeClr val="dk2"/>
              </a:solidFill>
              <a:latin typeface="Arial"/>
              <a:ea typeface="Arial"/>
              <a:cs typeface="Arial"/>
              <a:sym typeface="Arial"/>
            </a:endParaRPr>
          </a:p>
        </p:txBody>
      </p:sp>
      <p:sp>
        <p:nvSpPr>
          <p:cNvPr id="157" name="Google Shape;157;p27"/>
          <p:cNvSpPr txBox="1"/>
          <p:nvPr>
            <p:ph idx="1" type="body"/>
          </p:nvPr>
        </p:nvSpPr>
        <p:spPr>
          <a:xfrm>
            <a:off x="457200" y="1600200"/>
            <a:ext cx="8229600" cy="10668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640"/>
              </a:spcBef>
              <a:spcAft>
                <a:spcPts val="0"/>
              </a:spcAft>
              <a:buClr>
                <a:schemeClr val="dk1"/>
              </a:buClr>
              <a:buFont typeface="Arial"/>
              <a:buNone/>
            </a:pPr>
            <a:r>
              <a:rPr b="0" i="0" lang="en-US" sz="3200" u="none" cap="none" strike="noStrike">
                <a:solidFill>
                  <a:schemeClr val="dk1"/>
                </a:solidFill>
                <a:latin typeface="Arial"/>
                <a:ea typeface="Arial"/>
                <a:cs typeface="Arial"/>
                <a:sym typeface="Arial"/>
              </a:rPr>
              <a:t>Logarithmic axes : powers of a number will be uniformly spaced</a:t>
            </a:r>
            <a:endParaRPr b="0" i="0" sz="3200" u="none" cap="none" strike="noStrike">
              <a:solidFill>
                <a:schemeClr val="dk1"/>
              </a:solidFill>
              <a:latin typeface="Arial"/>
              <a:ea typeface="Arial"/>
              <a:cs typeface="Arial"/>
              <a:sym typeface="Arial"/>
            </a:endParaRPr>
          </a:p>
        </p:txBody>
      </p:sp>
      <p:grpSp>
        <p:nvGrpSpPr>
          <p:cNvPr id="158" name="Google Shape;158;p27"/>
          <p:cNvGrpSpPr/>
          <p:nvPr/>
        </p:nvGrpSpPr>
        <p:grpSpPr>
          <a:xfrm>
            <a:off x="381000" y="3048000"/>
            <a:ext cx="8572499" cy="533399"/>
            <a:chOff x="228600" y="4191000"/>
            <a:chExt cx="8572499" cy="533399"/>
          </a:xfrm>
        </p:grpSpPr>
        <p:pic>
          <p:nvPicPr>
            <p:cNvPr id="159" name="Google Shape;159;p27"/>
            <p:cNvPicPr preferRelativeResize="0"/>
            <p:nvPr/>
          </p:nvPicPr>
          <p:blipFill>
            <a:blip r:embed="rId3">
              <a:alphaModFix/>
            </a:blip>
            <a:stretch>
              <a:fillRect/>
            </a:stretch>
          </p:blipFill>
          <p:spPr>
            <a:xfrm>
              <a:off x="341312" y="4191000"/>
              <a:ext cx="8459787" cy="190500"/>
            </a:xfrm>
            <a:prstGeom prst="rect">
              <a:avLst/>
            </a:prstGeom>
            <a:noFill/>
            <a:ln>
              <a:noFill/>
            </a:ln>
          </p:spPr>
        </p:pic>
        <p:sp>
          <p:nvSpPr>
            <p:cNvPr id="160" name="Google Shape;160;p27"/>
            <p:cNvSpPr txBox="1"/>
            <p:nvPr/>
          </p:nvSpPr>
          <p:spPr>
            <a:xfrm>
              <a:off x="228600" y="4357687"/>
              <a:ext cx="311150" cy="36671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Font typeface="Arial"/>
                <a:buNone/>
              </a:pPr>
              <a:r>
                <a:rPr b="1" i="0" lang="en-US" sz="1800" u="none" cap="none" strike="noStrike">
                  <a:solidFill>
                    <a:srgbClr val="000066"/>
                  </a:solidFill>
                  <a:latin typeface="Arial"/>
                  <a:ea typeface="Arial"/>
                  <a:cs typeface="Arial"/>
                  <a:sym typeface="Arial"/>
                </a:rPr>
                <a:t>1</a:t>
              </a:r>
              <a:endParaRPr/>
            </a:p>
          </p:txBody>
        </p:sp>
        <p:sp>
          <p:nvSpPr>
            <p:cNvPr id="161" name="Google Shape;161;p27"/>
            <p:cNvSpPr txBox="1"/>
            <p:nvPr/>
          </p:nvSpPr>
          <p:spPr>
            <a:xfrm>
              <a:off x="1066800" y="4357687"/>
              <a:ext cx="311150" cy="36671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Font typeface="Arial"/>
                <a:buNone/>
              </a:pPr>
              <a:r>
                <a:rPr b="1" i="0" lang="en-US" sz="1800" u="none" cap="none" strike="noStrike">
                  <a:solidFill>
                    <a:srgbClr val="000066"/>
                  </a:solidFill>
                  <a:latin typeface="Arial"/>
                  <a:ea typeface="Arial"/>
                  <a:cs typeface="Arial"/>
                  <a:sym typeface="Arial"/>
                </a:rPr>
                <a:t>2</a:t>
              </a:r>
              <a:endParaRPr/>
            </a:p>
          </p:txBody>
        </p:sp>
        <p:sp>
          <p:nvSpPr>
            <p:cNvPr id="162" name="Google Shape;162;p27"/>
            <p:cNvSpPr txBox="1"/>
            <p:nvPr/>
          </p:nvSpPr>
          <p:spPr>
            <a:xfrm>
              <a:off x="1524000" y="4357687"/>
              <a:ext cx="311150" cy="36671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Font typeface="Arial"/>
                <a:buNone/>
              </a:pPr>
              <a:r>
                <a:rPr b="1" i="0" lang="en-US" sz="1800" u="none" cap="none" strike="noStrike">
                  <a:solidFill>
                    <a:srgbClr val="000066"/>
                  </a:solidFill>
                  <a:latin typeface="Arial"/>
                  <a:ea typeface="Arial"/>
                  <a:cs typeface="Arial"/>
                  <a:sym typeface="Arial"/>
                </a:rPr>
                <a:t>3</a:t>
              </a:r>
              <a:endParaRPr/>
            </a:p>
          </p:txBody>
        </p:sp>
        <p:sp>
          <p:nvSpPr>
            <p:cNvPr id="163" name="Google Shape;163;p27"/>
            <p:cNvSpPr txBox="1"/>
            <p:nvPr/>
          </p:nvSpPr>
          <p:spPr>
            <a:xfrm>
              <a:off x="3048000" y="4356100"/>
              <a:ext cx="441325" cy="36671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Font typeface="Arial"/>
                <a:buNone/>
              </a:pPr>
              <a:r>
                <a:rPr b="1" i="0" lang="en-US" sz="1800" u="none" cap="none" strike="noStrike">
                  <a:solidFill>
                    <a:srgbClr val="000066"/>
                  </a:solidFill>
                  <a:latin typeface="Arial"/>
                  <a:ea typeface="Arial"/>
                  <a:cs typeface="Arial"/>
                  <a:sym typeface="Arial"/>
                </a:rPr>
                <a:t>10</a:t>
              </a:r>
              <a:endParaRPr/>
            </a:p>
          </p:txBody>
        </p:sp>
        <p:sp>
          <p:nvSpPr>
            <p:cNvPr id="164" name="Google Shape;164;p27"/>
            <p:cNvSpPr txBox="1"/>
            <p:nvPr/>
          </p:nvSpPr>
          <p:spPr>
            <a:xfrm>
              <a:off x="3810000" y="4356100"/>
              <a:ext cx="441325" cy="36671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Font typeface="Arial"/>
                <a:buNone/>
              </a:pPr>
              <a:r>
                <a:rPr b="1" i="0" lang="en-US" sz="1800" u="none" cap="none" strike="noStrike">
                  <a:solidFill>
                    <a:srgbClr val="000066"/>
                  </a:solidFill>
                  <a:latin typeface="Arial"/>
                  <a:ea typeface="Arial"/>
                  <a:cs typeface="Arial"/>
                  <a:sym typeface="Arial"/>
                </a:rPr>
                <a:t>20</a:t>
              </a:r>
              <a:endParaRPr/>
            </a:p>
          </p:txBody>
        </p:sp>
        <p:sp>
          <p:nvSpPr>
            <p:cNvPr id="165" name="Google Shape;165;p27"/>
            <p:cNvSpPr txBox="1"/>
            <p:nvPr/>
          </p:nvSpPr>
          <p:spPr>
            <a:xfrm>
              <a:off x="4343400" y="4356100"/>
              <a:ext cx="441325" cy="36671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Font typeface="Arial"/>
                <a:buNone/>
              </a:pPr>
              <a:r>
                <a:rPr b="1" i="0" lang="en-US" sz="1800" u="none" cap="none" strike="noStrike">
                  <a:solidFill>
                    <a:srgbClr val="000066"/>
                  </a:solidFill>
                  <a:latin typeface="Arial"/>
                  <a:ea typeface="Arial"/>
                  <a:cs typeface="Arial"/>
                  <a:sym typeface="Arial"/>
                </a:rPr>
                <a:t>30</a:t>
              </a:r>
              <a:endParaRPr/>
            </a:p>
          </p:txBody>
        </p:sp>
        <p:sp>
          <p:nvSpPr>
            <p:cNvPr id="166" name="Google Shape;166;p27"/>
            <p:cNvSpPr txBox="1"/>
            <p:nvPr/>
          </p:nvSpPr>
          <p:spPr>
            <a:xfrm>
              <a:off x="5715000" y="4356100"/>
              <a:ext cx="569912" cy="36671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Font typeface="Arial"/>
                <a:buNone/>
              </a:pPr>
              <a:r>
                <a:rPr b="1" i="0" lang="en-US" sz="1800" u="none" cap="none" strike="noStrike">
                  <a:solidFill>
                    <a:srgbClr val="000066"/>
                  </a:solidFill>
                  <a:latin typeface="Arial"/>
                  <a:ea typeface="Arial"/>
                  <a:cs typeface="Arial"/>
                  <a:sym typeface="Arial"/>
                </a:rPr>
                <a:t>100</a:t>
              </a:r>
              <a:endParaRPr/>
            </a:p>
          </p:txBody>
        </p:sp>
        <p:sp>
          <p:nvSpPr>
            <p:cNvPr id="167" name="Google Shape;167;p27"/>
            <p:cNvSpPr txBox="1"/>
            <p:nvPr/>
          </p:nvSpPr>
          <p:spPr>
            <a:xfrm>
              <a:off x="6521450" y="4356100"/>
              <a:ext cx="569912" cy="36671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Font typeface="Arial"/>
                <a:buNone/>
              </a:pPr>
              <a:r>
                <a:rPr b="1" i="0" lang="en-US" sz="1800" u="none" cap="none" strike="noStrike">
                  <a:solidFill>
                    <a:srgbClr val="000066"/>
                  </a:solidFill>
                  <a:latin typeface="Arial"/>
                  <a:ea typeface="Arial"/>
                  <a:cs typeface="Arial"/>
                  <a:sym typeface="Arial"/>
                </a:rPr>
                <a:t>200</a:t>
              </a:r>
              <a:endParaRPr/>
            </a:p>
          </p:txBody>
        </p:sp>
      </p:grpSp>
      <p:sp>
        <p:nvSpPr>
          <p:cNvPr id="168" name="Google Shape;168;p27"/>
          <p:cNvSpPr txBox="1"/>
          <p:nvPr/>
        </p:nvSpPr>
        <p:spPr>
          <a:xfrm>
            <a:off x="609600" y="4114800"/>
            <a:ext cx="8229600" cy="990600"/>
          </a:xfrm>
          <a:prstGeom prst="rect">
            <a:avLst/>
          </a:prstGeom>
          <a:noFill/>
          <a:ln>
            <a:noFill/>
          </a:ln>
        </p:spPr>
        <p:txBody>
          <a:bodyPr anchorCtr="0" anchor="t" bIns="45700" lIns="91425" spcFirstLastPara="1" rIns="91425" wrap="square" tIns="45700">
            <a:noAutofit/>
          </a:bodyPr>
          <a:lstStyle/>
          <a:p>
            <a:pPr indent="342900" lvl="0" marL="0" marR="0" rtl="0" algn="l">
              <a:spcBef>
                <a:spcPts val="640"/>
              </a:spcBef>
              <a:spcAft>
                <a:spcPts val="0"/>
              </a:spcAft>
              <a:buClr>
                <a:schemeClr val="dk1"/>
              </a:buClr>
              <a:buFont typeface="Arial"/>
              <a:buNone/>
            </a:pPr>
            <a:r>
              <a:rPr b="0" i="0" lang="en-US" sz="3200" u="none" cap="none" strike="noStrike">
                <a:solidFill>
                  <a:schemeClr val="dk1"/>
                </a:solidFill>
                <a:latin typeface="Arial"/>
                <a:ea typeface="Arial"/>
                <a:cs typeface="Arial"/>
                <a:sym typeface="Arial"/>
              </a:rPr>
              <a:t>2</a:t>
            </a:r>
            <a:r>
              <a:rPr b="0" baseline="30000" i="0" lang="en-US" sz="3200" u="none" cap="none" strike="noStrike">
                <a:solidFill>
                  <a:schemeClr val="dk1"/>
                </a:solidFill>
                <a:latin typeface="Arial"/>
                <a:ea typeface="Arial"/>
                <a:cs typeface="Arial"/>
                <a:sym typeface="Arial"/>
              </a:rPr>
              <a:t>0</a:t>
            </a:r>
            <a:r>
              <a:rPr b="0" i="0" lang="en-US" sz="3200" u="none" cap="none" strike="noStrike">
                <a:solidFill>
                  <a:schemeClr val="dk1"/>
                </a:solidFill>
                <a:latin typeface="Arial"/>
                <a:ea typeface="Arial"/>
                <a:cs typeface="Arial"/>
                <a:sym typeface="Arial"/>
              </a:rPr>
              <a:t>=1, 2</a:t>
            </a:r>
            <a:r>
              <a:rPr b="0" baseline="30000" i="0" lang="en-US" sz="3200" u="none" cap="none" strike="noStrike">
                <a:solidFill>
                  <a:schemeClr val="dk1"/>
                </a:solidFill>
                <a:latin typeface="Arial"/>
                <a:ea typeface="Arial"/>
                <a:cs typeface="Arial"/>
                <a:sym typeface="Arial"/>
              </a:rPr>
              <a:t>1</a:t>
            </a:r>
            <a:r>
              <a:rPr b="0" i="0" lang="en-US" sz="3200" u="none" cap="none" strike="noStrike">
                <a:solidFill>
                  <a:schemeClr val="dk1"/>
                </a:solidFill>
                <a:latin typeface="Arial"/>
                <a:ea typeface="Arial"/>
                <a:cs typeface="Arial"/>
                <a:sym typeface="Arial"/>
              </a:rPr>
              <a:t>=2, 2</a:t>
            </a:r>
            <a:r>
              <a:rPr b="0" baseline="30000" i="0" lang="en-US" sz="3200" u="none" cap="none" strike="noStrike">
                <a:solidFill>
                  <a:schemeClr val="dk1"/>
                </a:solidFill>
                <a:latin typeface="Arial"/>
                <a:ea typeface="Arial"/>
                <a:cs typeface="Arial"/>
                <a:sym typeface="Arial"/>
              </a:rPr>
              <a:t>2</a:t>
            </a:r>
            <a:r>
              <a:rPr b="0" i="0" lang="en-US" sz="3200" u="none" cap="none" strike="noStrike">
                <a:solidFill>
                  <a:schemeClr val="dk1"/>
                </a:solidFill>
                <a:latin typeface="Arial"/>
                <a:ea typeface="Arial"/>
                <a:cs typeface="Arial"/>
                <a:sym typeface="Arial"/>
              </a:rPr>
              <a:t>=4, 2</a:t>
            </a:r>
            <a:r>
              <a:rPr b="0" baseline="30000" i="0" lang="en-US" sz="3200" u="none" cap="none" strike="noStrike">
                <a:solidFill>
                  <a:schemeClr val="dk1"/>
                </a:solidFill>
                <a:latin typeface="Arial"/>
                <a:ea typeface="Arial"/>
                <a:cs typeface="Arial"/>
                <a:sym typeface="Arial"/>
              </a:rPr>
              <a:t>3</a:t>
            </a:r>
            <a:r>
              <a:rPr b="0" i="0" lang="en-US" sz="3200" u="none" cap="none" strike="noStrike">
                <a:solidFill>
                  <a:schemeClr val="dk1"/>
                </a:solidFill>
                <a:latin typeface="Arial"/>
                <a:ea typeface="Arial"/>
                <a:cs typeface="Arial"/>
                <a:sym typeface="Arial"/>
              </a:rPr>
              <a:t>=8, 2</a:t>
            </a:r>
            <a:r>
              <a:rPr b="0" baseline="30000" i="0" lang="en-US" sz="3200" u="none" cap="none" strike="noStrike">
                <a:solidFill>
                  <a:schemeClr val="dk1"/>
                </a:solidFill>
                <a:latin typeface="Arial"/>
                <a:ea typeface="Arial"/>
                <a:cs typeface="Arial"/>
                <a:sym typeface="Arial"/>
              </a:rPr>
              <a:t>4</a:t>
            </a:r>
            <a:r>
              <a:rPr b="0" i="0" lang="en-US" sz="3200" u="none" cap="none" strike="noStrike">
                <a:solidFill>
                  <a:schemeClr val="dk1"/>
                </a:solidFill>
                <a:latin typeface="Arial"/>
                <a:ea typeface="Arial"/>
                <a:cs typeface="Arial"/>
                <a:sym typeface="Arial"/>
              </a:rPr>
              <a:t>=16, 2</a:t>
            </a:r>
            <a:r>
              <a:rPr b="0" baseline="30000" i="0" lang="en-US" sz="3200" u="none" cap="none" strike="noStrike">
                <a:solidFill>
                  <a:schemeClr val="dk1"/>
                </a:solidFill>
                <a:latin typeface="Arial"/>
                <a:ea typeface="Arial"/>
                <a:cs typeface="Arial"/>
                <a:sym typeface="Arial"/>
              </a:rPr>
              <a:t>5</a:t>
            </a:r>
            <a:r>
              <a:rPr b="0" i="0" lang="en-US" sz="3200" u="none" cap="none" strike="noStrike">
                <a:solidFill>
                  <a:schemeClr val="dk1"/>
                </a:solidFill>
                <a:latin typeface="Arial"/>
                <a:ea typeface="Arial"/>
                <a:cs typeface="Arial"/>
                <a:sym typeface="Arial"/>
              </a:rPr>
              <a:t>=32, 2</a:t>
            </a:r>
            <a:r>
              <a:rPr b="0" baseline="30000" i="0" lang="en-US" sz="3200" u="none" cap="none" strike="noStrike">
                <a:solidFill>
                  <a:schemeClr val="dk1"/>
                </a:solidFill>
                <a:latin typeface="Arial"/>
                <a:ea typeface="Arial"/>
                <a:cs typeface="Arial"/>
                <a:sym typeface="Arial"/>
              </a:rPr>
              <a:t>6</a:t>
            </a:r>
            <a:r>
              <a:rPr b="0" i="0" lang="en-US" sz="3200" u="none" cap="none" strike="noStrike">
                <a:solidFill>
                  <a:schemeClr val="dk1"/>
                </a:solidFill>
                <a:latin typeface="Arial"/>
                <a:ea typeface="Arial"/>
                <a:cs typeface="Arial"/>
                <a:sym typeface="Arial"/>
              </a:rPr>
              <a:t>=64, ….</a:t>
            </a:r>
            <a:endParaRPr b="0" i="0" sz="1800" u="none" cap="none" strike="noStrike">
              <a:solidFill>
                <a:schemeClr val="dk1"/>
              </a:solidFill>
              <a:latin typeface="Arial"/>
              <a:ea typeface="Arial"/>
              <a:cs typeface="Arial"/>
              <a:sym typeface="Arial"/>
            </a:endParaRPr>
          </a:p>
        </p:txBody>
      </p:sp>
      <p:grpSp>
        <p:nvGrpSpPr>
          <p:cNvPr id="169" name="Google Shape;169;p27"/>
          <p:cNvGrpSpPr/>
          <p:nvPr/>
        </p:nvGrpSpPr>
        <p:grpSpPr>
          <a:xfrm>
            <a:off x="508000" y="3048000"/>
            <a:ext cx="6807200" cy="177800"/>
            <a:chOff x="508000" y="2438400"/>
            <a:chExt cx="6807200" cy="177800"/>
          </a:xfrm>
        </p:grpSpPr>
        <p:sp>
          <p:nvSpPr>
            <p:cNvPr id="170" name="Google Shape;170;p27"/>
            <p:cNvSpPr/>
            <p:nvPr/>
          </p:nvSpPr>
          <p:spPr>
            <a:xfrm>
              <a:off x="508000" y="2438400"/>
              <a:ext cx="152400" cy="152400"/>
            </a:xfrm>
            <a:prstGeom prst="ellipse">
              <a:avLst/>
            </a:prstGeom>
            <a:noFill/>
            <a:ln cap="rnd" cmpd="sng" w="381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27"/>
            <p:cNvSpPr/>
            <p:nvPr/>
          </p:nvSpPr>
          <p:spPr>
            <a:xfrm>
              <a:off x="1320800" y="2438400"/>
              <a:ext cx="152400" cy="152400"/>
            </a:xfrm>
            <a:prstGeom prst="ellipse">
              <a:avLst/>
            </a:prstGeom>
            <a:noFill/>
            <a:ln cap="rnd" cmpd="sng" w="381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27"/>
            <p:cNvSpPr/>
            <p:nvPr/>
          </p:nvSpPr>
          <p:spPr>
            <a:xfrm>
              <a:off x="2159000" y="2451100"/>
              <a:ext cx="152400" cy="152400"/>
            </a:xfrm>
            <a:prstGeom prst="ellipse">
              <a:avLst/>
            </a:prstGeom>
            <a:noFill/>
            <a:ln cap="rnd" cmpd="sng" w="381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27"/>
            <p:cNvSpPr/>
            <p:nvPr/>
          </p:nvSpPr>
          <p:spPr>
            <a:xfrm>
              <a:off x="2984500" y="2463800"/>
              <a:ext cx="152400" cy="152400"/>
            </a:xfrm>
            <a:prstGeom prst="ellipse">
              <a:avLst/>
            </a:prstGeom>
            <a:noFill/>
            <a:ln cap="rnd" cmpd="sng" w="381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27"/>
            <p:cNvSpPr/>
            <p:nvPr/>
          </p:nvSpPr>
          <p:spPr>
            <a:xfrm>
              <a:off x="3822700" y="2451100"/>
              <a:ext cx="152400" cy="152400"/>
            </a:xfrm>
            <a:prstGeom prst="ellipse">
              <a:avLst/>
            </a:prstGeom>
            <a:noFill/>
            <a:ln cap="rnd" cmpd="sng" w="381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27"/>
            <p:cNvSpPr/>
            <p:nvPr/>
          </p:nvSpPr>
          <p:spPr>
            <a:xfrm>
              <a:off x="4699000" y="2463800"/>
              <a:ext cx="152400" cy="152400"/>
            </a:xfrm>
            <a:prstGeom prst="ellipse">
              <a:avLst/>
            </a:prstGeom>
            <a:noFill/>
            <a:ln cap="rnd" cmpd="sng" w="381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27"/>
            <p:cNvSpPr/>
            <p:nvPr/>
          </p:nvSpPr>
          <p:spPr>
            <a:xfrm>
              <a:off x="5448300" y="2463800"/>
              <a:ext cx="152400" cy="152400"/>
            </a:xfrm>
            <a:prstGeom prst="ellipse">
              <a:avLst/>
            </a:prstGeom>
            <a:noFill/>
            <a:ln cap="rnd" cmpd="sng" w="381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27"/>
            <p:cNvSpPr/>
            <p:nvPr/>
          </p:nvSpPr>
          <p:spPr>
            <a:xfrm>
              <a:off x="6324600" y="2438400"/>
              <a:ext cx="152400" cy="152400"/>
            </a:xfrm>
            <a:prstGeom prst="ellipse">
              <a:avLst/>
            </a:prstGeom>
            <a:noFill/>
            <a:ln cap="rnd" cmpd="sng" w="381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27"/>
            <p:cNvSpPr/>
            <p:nvPr/>
          </p:nvSpPr>
          <p:spPr>
            <a:xfrm>
              <a:off x="7162800" y="2438400"/>
              <a:ext cx="152400" cy="152400"/>
            </a:xfrm>
            <a:prstGeom prst="ellipse">
              <a:avLst/>
            </a:prstGeom>
            <a:noFill/>
            <a:ln cap="rnd" cmpd="sng" w="381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2"/>
              </a:buClr>
              <a:buFont typeface="Arial"/>
              <a:buNone/>
            </a:pPr>
            <a:r>
              <a:rPr b="0" i="0" lang="en-US" sz="4200" u="none" cap="none" strike="noStrike">
                <a:solidFill>
                  <a:schemeClr val="dk2"/>
                </a:solidFill>
                <a:latin typeface="Arial"/>
                <a:ea typeface="Arial"/>
                <a:cs typeface="Arial"/>
                <a:sym typeface="Arial"/>
              </a:rPr>
              <a:t>1. Log-log plot</a:t>
            </a:r>
            <a:endParaRPr b="0" i="0" sz="4400" u="none" cap="none" strike="noStrike">
              <a:solidFill>
                <a:schemeClr val="dk2"/>
              </a:solidFill>
              <a:latin typeface="Arial"/>
              <a:ea typeface="Arial"/>
              <a:cs typeface="Arial"/>
              <a:sym typeface="Arial"/>
            </a:endParaRPr>
          </a:p>
        </p:txBody>
      </p:sp>
      <p:sp>
        <p:nvSpPr>
          <p:cNvPr id="185" name="Google Shape;185;p2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spcBef>
                <a:spcPts val="400"/>
              </a:spcBef>
              <a:spcAft>
                <a:spcPts val="0"/>
              </a:spcAft>
              <a:buClr>
                <a:schemeClr val="dk1"/>
              </a:buClr>
              <a:buFont typeface="Arial"/>
              <a:buNone/>
            </a:pPr>
            <a:r>
              <a:rPr b="0" i="0" lang="en-US" sz="2000" u="none" cap="none" strike="noStrike">
                <a:solidFill>
                  <a:schemeClr val="dk1"/>
                </a:solidFill>
                <a:latin typeface="Arial"/>
                <a:ea typeface="Arial"/>
                <a:cs typeface="Arial"/>
                <a:sym typeface="Arial"/>
              </a:rPr>
              <a:t>To fit power-law distributions the most common and not very accurate method:</a:t>
            </a:r>
            <a:endParaRPr b="0" i="0" sz="3200" u="none" cap="none" strike="noStrike">
              <a:solidFill>
                <a:schemeClr val="dk1"/>
              </a:solidFill>
              <a:latin typeface="Arial"/>
              <a:ea typeface="Arial"/>
              <a:cs typeface="Arial"/>
              <a:sym typeface="Arial"/>
            </a:endParaRPr>
          </a:p>
          <a:p>
            <a:pPr indent="-285750" lvl="1" marL="742950" marR="0" rtl="0" algn="l">
              <a:spcBef>
                <a:spcPts val="400"/>
              </a:spcBef>
              <a:spcAft>
                <a:spcPts val="0"/>
              </a:spcAft>
              <a:buClr>
                <a:schemeClr val="dk1"/>
              </a:buClr>
              <a:buSzPts val="1200"/>
              <a:buFont typeface="Arial"/>
              <a:buChar char="●"/>
            </a:pPr>
            <a:r>
              <a:rPr b="0" i="0" lang="en-US" sz="2000" u="none" cap="none" strike="noStrike">
                <a:solidFill>
                  <a:schemeClr val="dk1"/>
                </a:solidFill>
                <a:latin typeface="Arial"/>
                <a:ea typeface="Arial"/>
                <a:cs typeface="Arial"/>
                <a:sym typeface="Arial"/>
              </a:rPr>
              <a:t>Bin the different values of </a:t>
            </a:r>
            <a:r>
              <a:rPr b="0" i="1" lang="en-US" sz="2000" u="none" cap="none" strike="noStrike">
                <a:solidFill>
                  <a:schemeClr val="dk1"/>
                </a:solidFill>
                <a:latin typeface="Times New Roman"/>
                <a:ea typeface="Times New Roman"/>
                <a:cs typeface="Times New Roman"/>
                <a:sym typeface="Times New Roman"/>
              </a:rPr>
              <a:t>x</a:t>
            </a:r>
            <a:r>
              <a:rPr b="0" i="0" lang="en-US" sz="2000" u="none" cap="none" strike="noStrike">
                <a:solidFill>
                  <a:schemeClr val="dk1"/>
                </a:solidFill>
                <a:latin typeface="Arial"/>
                <a:ea typeface="Arial"/>
                <a:cs typeface="Arial"/>
                <a:sym typeface="Arial"/>
              </a:rPr>
              <a:t> and create a frequency histogram</a:t>
            </a:r>
            <a:endParaRPr b="0" i="0" sz="2800" u="none" cap="none" strike="noStrike">
              <a:solidFill>
                <a:schemeClr val="dk1"/>
              </a:solidFill>
              <a:latin typeface="Arial"/>
              <a:ea typeface="Arial"/>
              <a:cs typeface="Arial"/>
              <a:sym typeface="Arial"/>
            </a:endParaRPr>
          </a:p>
          <a:p>
            <a:pPr indent="-222250" lvl="0" marL="342900" marR="0" rtl="0" algn="l">
              <a:spcBef>
                <a:spcPts val="640"/>
              </a:spcBef>
              <a:spcAft>
                <a:spcPts val="0"/>
              </a:spcAft>
              <a:buClr>
                <a:schemeClr val="dk1"/>
              </a:buClr>
              <a:buSzPts val="1900"/>
              <a:buFont typeface="Arial"/>
              <a:buNone/>
            </a:pPr>
            <a:r>
              <a:t/>
            </a:r>
            <a:endParaRPr b="0" i="0" sz="3200" u="none" cap="none" strike="noStrike">
              <a:solidFill>
                <a:schemeClr val="dk1"/>
              </a:solidFill>
              <a:latin typeface="Arial"/>
              <a:ea typeface="Arial"/>
              <a:cs typeface="Arial"/>
              <a:sym typeface="Arial"/>
            </a:endParaRPr>
          </a:p>
        </p:txBody>
      </p:sp>
      <p:cxnSp>
        <p:nvCxnSpPr>
          <p:cNvPr id="186" name="Google Shape;186;p28"/>
          <p:cNvCxnSpPr/>
          <p:nvPr/>
        </p:nvCxnSpPr>
        <p:spPr>
          <a:xfrm rot="10800000">
            <a:off x="3581400" y="2895600"/>
            <a:ext cx="0" cy="3048000"/>
          </a:xfrm>
          <a:prstGeom prst="straightConnector1">
            <a:avLst/>
          </a:prstGeom>
          <a:noFill/>
          <a:ln cap="rnd" cmpd="sng" w="38100">
            <a:solidFill>
              <a:schemeClr val="dk1"/>
            </a:solidFill>
            <a:prstDash val="solid"/>
            <a:miter lim="8000"/>
            <a:headEnd len="sm" w="sm" type="none"/>
            <a:tailEnd len="sm" w="sm" type="triangle"/>
          </a:ln>
        </p:spPr>
      </p:cxnSp>
      <p:cxnSp>
        <p:nvCxnSpPr>
          <p:cNvPr id="187" name="Google Shape;187;p28"/>
          <p:cNvCxnSpPr/>
          <p:nvPr/>
        </p:nvCxnSpPr>
        <p:spPr>
          <a:xfrm>
            <a:off x="3276600" y="5715000"/>
            <a:ext cx="4114800" cy="0"/>
          </a:xfrm>
          <a:prstGeom prst="straightConnector1">
            <a:avLst/>
          </a:prstGeom>
          <a:noFill/>
          <a:ln cap="rnd" cmpd="sng" w="38100">
            <a:solidFill>
              <a:schemeClr val="dk1"/>
            </a:solidFill>
            <a:prstDash val="solid"/>
            <a:miter lim="8000"/>
            <a:headEnd len="sm" w="sm" type="none"/>
            <a:tailEnd len="sm" w="sm" type="triangle"/>
          </a:ln>
        </p:spPr>
      </p:cxnSp>
      <p:sp>
        <p:nvSpPr>
          <p:cNvPr id="188" name="Google Shape;188;p28"/>
          <p:cNvSpPr txBox="1"/>
          <p:nvPr/>
        </p:nvSpPr>
        <p:spPr>
          <a:xfrm>
            <a:off x="5943600" y="6021387"/>
            <a:ext cx="615950" cy="366712"/>
          </a:xfrm>
          <a:prstGeom prst="rect">
            <a:avLst/>
          </a:prstGeom>
          <a:noFill/>
          <a:ln>
            <a:noFill/>
          </a:ln>
        </p:spPr>
        <p:txBody>
          <a:bodyPr anchorCtr="0" anchor="t" bIns="45700" lIns="91425" spcFirstLastPara="1" rIns="91425" wrap="square" tIns="45700">
            <a:noAutofit/>
          </a:bodyPr>
          <a:lstStyle/>
          <a:p>
            <a:pPr indent="0" lvl="0" marL="0" marR="0" rtl="0" algn="l">
              <a:spcBef>
                <a:spcPts val="360"/>
              </a:spcBef>
              <a:spcAft>
                <a:spcPts val="0"/>
              </a:spcAft>
              <a:buClr>
                <a:schemeClr val="dk1"/>
              </a:buClr>
              <a:buFont typeface="Times New Roman"/>
              <a:buNone/>
            </a:pPr>
            <a:r>
              <a:rPr b="0" i="1" lang="en-US" sz="1800" u="none" cap="none" strike="noStrike">
                <a:solidFill>
                  <a:schemeClr val="dk1"/>
                </a:solidFill>
                <a:latin typeface="Times New Roman"/>
                <a:ea typeface="Times New Roman"/>
                <a:cs typeface="Times New Roman"/>
                <a:sym typeface="Times New Roman"/>
              </a:rPr>
              <a:t>ln(x)</a:t>
            </a:r>
            <a:endParaRPr b="0" i="0" sz="1800" u="none" cap="none" strike="noStrike">
              <a:solidFill>
                <a:schemeClr val="dk1"/>
              </a:solidFill>
              <a:latin typeface="Arial"/>
              <a:ea typeface="Arial"/>
              <a:cs typeface="Arial"/>
              <a:sym typeface="Arial"/>
            </a:endParaRPr>
          </a:p>
        </p:txBody>
      </p:sp>
      <p:sp>
        <p:nvSpPr>
          <p:cNvPr id="189" name="Google Shape;189;p28"/>
          <p:cNvSpPr txBox="1"/>
          <p:nvPr/>
        </p:nvSpPr>
        <p:spPr>
          <a:xfrm>
            <a:off x="533400" y="3733800"/>
            <a:ext cx="2971800" cy="366712"/>
          </a:xfrm>
          <a:prstGeom prst="rect">
            <a:avLst/>
          </a:prstGeom>
          <a:noFill/>
          <a:ln>
            <a:noFill/>
          </a:ln>
        </p:spPr>
        <p:txBody>
          <a:bodyPr anchorCtr="0" anchor="t" bIns="45700" lIns="91425" spcFirstLastPara="1" rIns="91425" wrap="square" tIns="45700">
            <a:noAutofit/>
          </a:bodyPr>
          <a:lstStyle/>
          <a:p>
            <a:pPr indent="0" lvl="0" marL="0" marR="0" rtl="0" algn="ctr">
              <a:spcBef>
                <a:spcPts val="360"/>
              </a:spcBef>
              <a:spcAft>
                <a:spcPts val="0"/>
              </a:spcAft>
              <a:buClr>
                <a:schemeClr val="dk1"/>
              </a:buClr>
              <a:buFont typeface="Times New Roman"/>
              <a:buNone/>
            </a:pPr>
            <a:r>
              <a:rPr b="0" i="1" lang="en-US" sz="1800" u="none" cap="none" strike="noStrike">
                <a:solidFill>
                  <a:schemeClr val="dk1"/>
                </a:solidFill>
                <a:latin typeface="Times New Roman"/>
                <a:ea typeface="Times New Roman"/>
                <a:cs typeface="Times New Roman"/>
                <a:sym typeface="Times New Roman"/>
              </a:rPr>
              <a:t>ln </a:t>
            </a:r>
            <a:r>
              <a:rPr b="0" i="1" lang="en-US" sz="1800" u="none" cap="none" strike="noStrike">
                <a:solidFill>
                  <a:schemeClr val="dk1"/>
                </a:solidFill>
                <a:latin typeface="Arial"/>
                <a:ea typeface="Arial"/>
                <a:cs typeface="Arial"/>
                <a:sym typeface="Arial"/>
              </a:rPr>
              <a:t>(# of times </a:t>
            </a:r>
            <a:r>
              <a:rPr b="0" i="1" lang="en-US" sz="1800" u="none" cap="none" strike="noStrike">
                <a:solidFill>
                  <a:schemeClr val="dk1"/>
                </a:solidFill>
                <a:latin typeface="Times New Roman"/>
                <a:ea typeface="Times New Roman"/>
                <a:cs typeface="Times New Roman"/>
                <a:sym typeface="Times New Roman"/>
              </a:rPr>
              <a:t>x</a:t>
            </a:r>
            <a:r>
              <a:rPr b="0" i="1" lang="en-US" sz="1800" u="none" cap="none" strike="noStrike">
                <a:solidFill>
                  <a:schemeClr val="dk1"/>
                </a:solidFill>
                <a:latin typeface="Arial"/>
                <a:ea typeface="Arial"/>
                <a:cs typeface="Arial"/>
                <a:sym typeface="Arial"/>
              </a:rPr>
              <a:t> occurred)</a:t>
            </a:r>
            <a:endParaRPr b="0" i="0" sz="1800" u="none" cap="none" strike="noStrike">
              <a:solidFill>
                <a:schemeClr val="dk1"/>
              </a:solidFill>
              <a:latin typeface="Arial"/>
              <a:ea typeface="Arial"/>
              <a:cs typeface="Arial"/>
              <a:sym typeface="Arial"/>
            </a:endParaRPr>
          </a:p>
        </p:txBody>
      </p:sp>
      <p:sp>
        <p:nvSpPr>
          <p:cNvPr id="190" name="Google Shape;190;p28"/>
          <p:cNvSpPr/>
          <p:nvPr/>
        </p:nvSpPr>
        <p:spPr>
          <a:xfrm>
            <a:off x="3722687" y="3332162"/>
            <a:ext cx="76200" cy="76200"/>
          </a:xfrm>
          <a:prstGeom prst="ellipse">
            <a:avLst/>
          </a:prstGeom>
          <a:noFill/>
          <a:ln cap="rnd" cmpd="sng" w="28575">
            <a:solidFill>
              <a:srgbClr val="FF000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28"/>
          <p:cNvSpPr/>
          <p:nvPr/>
        </p:nvSpPr>
        <p:spPr>
          <a:xfrm>
            <a:off x="3886200" y="3473450"/>
            <a:ext cx="76200" cy="76200"/>
          </a:xfrm>
          <a:prstGeom prst="ellipse">
            <a:avLst/>
          </a:prstGeom>
          <a:noFill/>
          <a:ln cap="rnd" cmpd="sng" w="28575">
            <a:solidFill>
              <a:srgbClr val="FF000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28"/>
          <p:cNvSpPr/>
          <p:nvPr/>
        </p:nvSpPr>
        <p:spPr>
          <a:xfrm>
            <a:off x="4040187" y="3516312"/>
            <a:ext cx="76200" cy="76200"/>
          </a:xfrm>
          <a:prstGeom prst="ellipse">
            <a:avLst/>
          </a:prstGeom>
          <a:noFill/>
          <a:ln cap="rnd" cmpd="sng" w="28575">
            <a:solidFill>
              <a:srgbClr val="FF000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28"/>
          <p:cNvSpPr/>
          <p:nvPr/>
        </p:nvSpPr>
        <p:spPr>
          <a:xfrm>
            <a:off x="4191000" y="3733800"/>
            <a:ext cx="76200" cy="76200"/>
          </a:xfrm>
          <a:prstGeom prst="ellipse">
            <a:avLst/>
          </a:prstGeom>
          <a:noFill/>
          <a:ln cap="rnd" cmpd="sng" w="28575">
            <a:solidFill>
              <a:srgbClr val="FF000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28"/>
          <p:cNvSpPr/>
          <p:nvPr/>
        </p:nvSpPr>
        <p:spPr>
          <a:xfrm>
            <a:off x="4343400" y="3886200"/>
            <a:ext cx="76200" cy="76200"/>
          </a:xfrm>
          <a:prstGeom prst="ellipse">
            <a:avLst/>
          </a:prstGeom>
          <a:noFill/>
          <a:ln cap="rnd" cmpd="sng" w="28575">
            <a:solidFill>
              <a:srgbClr val="FF000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28"/>
          <p:cNvSpPr/>
          <p:nvPr/>
        </p:nvSpPr>
        <p:spPr>
          <a:xfrm>
            <a:off x="4495800" y="3995737"/>
            <a:ext cx="76200" cy="76200"/>
          </a:xfrm>
          <a:prstGeom prst="ellipse">
            <a:avLst/>
          </a:prstGeom>
          <a:noFill/>
          <a:ln cap="rnd" cmpd="sng" w="28575">
            <a:solidFill>
              <a:srgbClr val="FF000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28"/>
          <p:cNvSpPr/>
          <p:nvPr/>
        </p:nvSpPr>
        <p:spPr>
          <a:xfrm>
            <a:off x="4648200" y="4179887"/>
            <a:ext cx="76200" cy="76200"/>
          </a:xfrm>
          <a:prstGeom prst="ellipse">
            <a:avLst/>
          </a:prstGeom>
          <a:noFill/>
          <a:ln cap="rnd" cmpd="sng" w="28575">
            <a:solidFill>
              <a:srgbClr val="FF000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28"/>
          <p:cNvSpPr/>
          <p:nvPr/>
        </p:nvSpPr>
        <p:spPr>
          <a:xfrm>
            <a:off x="4800600" y="4343400"/>
            <a:ext cx="76200" cy="76200"/>
          </a:xfrm>
          <a:prstGeom prst="ellipse">
            <a:avLst/>
          </a:prstGeom>
          <a:noFill/>
          <a:ln cap="rnd" cmpd="sng" w="28575">
            <a:solidFill>
              <a:srgbClr val="FF000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28"/>
          <p:cNvSpPr/>
          <p:nvPr/>
        </p:nvSpPr>
        <p:spPr>
          <a:xfrm>
            <a:off x="4964112" y="4494212"/>
            <a:ext cx="76200" cy="76200"/>
          </a:xfrm>
          <a:prstGeom prst="ellipse">
            <a:avLst/>
          </a:prstGeom>
          <a:noFill/>
          <a:ln cap="rnd" cmpd="sng" w="28575">
            <a:solidFill>
              <a:srgbClr val="FF000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28"/>
          <p:cNvSpPr/>
          <p:nvPr/>
        </p:nvSpPr>
        <p:spPr>
          <a:xfrm>
            <a:off x="5105400" y="4648200"/>
            <a:ext cx="76200" cy="76200"/>
          </a:xfrm>
          <a:prstGeom prst="ellipse">
            <a:avLst/>
          </a:prstGeom>
          <a:noFill/>
          <a:ln cap="rnd" cmpd="sng" w="28575">
            <a:solidFill>
              <a:srgbClr val="FF000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28"/>
          <p:cNvSpPr/>
          <p:nvPr/>
        </p:nvSpPr>
        <p:spPr>
          <a:xfrm>
            <a:off x="5257800" y="4800600"/>
            <a:ext cx="76200" cy="76200"/>
          </a:xfrm>
          <a:prstGeom prst="ellipse">
            <a:avLst/>
          </a:prstGeom>
          <a:noFill/>
          <a:ln cap="rnd" cmpd="sng" w="28575">
            <a:solidFill>
              <a:srgbClr val="FF000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28"/>
          <p:cNvSpPr/>
          <p:nvPr/>
        </p:nvSpPr>
        <p:spPr>
          <a:xfrm>
            <a:off x="5387975" y="4986337"/>
            <a:ext cx="76200" cy="76200"/>
          </a:xfrm>
          <a:prstGeom prst="ellipse">
            <a:avLst/>
          </a:prstGeom>
          <a:noFill/>
          <a:ln cap="rnd" cmpd="sng" w="28575">
            <a:solidFill>
              <a:srgbClr val="FF000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28"/>
          <p:cNvSpPr/>
          <p:nvPr/>
        </p:nvSpPr>
        <p:spPr>
          <a:xfrm>
            <a:off x="5518150" y="5127625"/>
            <a:ext cx="76200" cy="76200"/>
          </a:xfrm>
          <a:prstGeom prst="ellipse">
            <a:avLst/>
          </a:prstGeom>
          <a:noFill/>
          <a:ln cap="rnd" cmpd="sng" w="28575">
            <a:solidFill>
              <a:srgbClr val="FF000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28"/>
          <p:cNvSpPr/>
          <p:nvPr/>
        </p:nvSpPr>
        <p:spPr>
          <a:xfrm>
            <a:off x="5715000" y="5257800"/>
            <a:ext cx="76200" cy="76200"/>
          </a:xfrm>
          <a:prstGeom prst="ellipse">
            <a:avLst/>
          </a:prstGeom>
          <a:noFill/>
          <a:ln cap="rnd" cmpd="sng" w="28575">
            <a:solidFill>
              <a:srgbClr val="FF000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28"/>
          <p:cNvSpPr/>
          <p:nvPr/>
        </p:nvSpPr>
        <p:spPr>
          <a:xfrm>
            <a:off x="5900737" y="5365750"/>
            <a:ext cx="76200" cy="76200"/>
          </a:xfrm>
          <a:prstGeom prst="ellipse">
            <a:avLst/>
          </a:prstGeom>
          <a:noFill/>
          <a:ln cap="rnd" cmpd="sng" w="28575">
            <a:solidFill>
              <a:srgbClr val="FF000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28"/>
          <p:cNvSpPr/>
          <p:nvPr/>
        </p:nvSpPr>
        <p:spPr>
          <a:xfrm>
            <a:off x="6019800" y="5562600"/>
            <a:ext cx="76200" cy="76200"/>
          </a:xfrm>
          <a:prstGeom prst="ellipse">
            <a:avLst/>
          </a:prstGeom>
          <a:noFill/>
          <a:ln cap="rnd" cmpd="sng" w="28575">
            <a:solidFill>
              <a:srgbClr val="FF000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206" name="Google Shape;206;p28"/>
          <p:cNvCxnSpPr/>
          <p:nvPr/>
        </p:nvCxnSpPr>
        <p:spPr>
          <a:xfrm>
            <a:off x="3352800" y="3048000"/>
            <a:ext cx="3048000" cy="2819400"/>
          </a:xfrm>
          <a:prstGeom prst="straightConnector1">
            <a:avLst/>
          </a:prstGeom>
          <a:noFill/>
          <a:ln cap="rnd" cmpd="sng" w="28575">
            <a:solidFill>
              <a:srgbClr val="0033CC"/>
            </a:solidFill>
            <a:prstDash val="solid"/>
            <a:miter lim="8000"/>
            <a:headEnd len="sm" w="sm" type="none"/>
            <a:tailEnd len="sm" w="sm"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2"/>
              </a:buClr>
              <a:buFont typeface="Arial"/>
              <a:buNone/>
            </a:pPr>
            <a:r>
              <a:rPr b="0" i="0" lang="en-US" sz="3200" u="none" cap="none" strike="noStrike">
                <a:solidFill>
                  <a:schemeClr val="dk2"/>
                </a:solidFill>
                <a:latin typeface="Arial"/>
                <a:ea typeface="Arial"/>
                <a:cs typeface="Arial"/>
                <a:sym typeface="Arial"/>
              </a:rPr>
              <a:t>problem with the Linear scale log-log plot of straight bin of the data</a:t>
            </a:r>
            <a:endParaRPr b="0" i="0" sz="4400" u="none" cap="none" strike="noStrike">
              <a:solidFill>
                <a:schemeClr val="dk2"/>
              </a:solidFill>
              <a:latin typeface="Arial"/>
              <a:ea typeface="Arial"/>
              <a:cs typeface="Arial"/>
              <a:sym typeface="Arial"/>
            </a:endParaRPr>
          </a:p>
        </p:txBody>
      </p:sp>
      <p:sp>
        <p:nvSpPr>
          <p:cNvPr id="213" name="Google Shape;213;p2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spcBef>
                <a:spcPts val="400"/>
              </a:spcBef>
              <a:spcAft>
                <a:spcPts val="0"/>
              </a:spcAft>
              <a:buClr>
                <a:schemeClr val="dk1"/>
              </a:buClr>
              <a:buFont typeface="Arial"/>
              <a:buNone/>
            </a:pPr>
            <a:r>
              <a:rPr b="0" i="0" lang="en-US" sz="2000" u="none" cap="none" strike="noStrike">
                <a:solidFill>
                  <a:schemeClr val="dk1"/>
                </a:solidFill>
                <a:latin typeface="Arial"/>
                <a:ea typeface="Arial"/>
                <a:cs typeface="Arial"/>
                <a:sym typeface="Arial"/>
              </a:rPr>
              <a:t>the right-hand end of the distribution is noisy. Each bin only has a few samples in it, if any. So the fractional fluctuations in the bin counts are large and this appears as a noisy curve on the plot.</a:t>
            </a:r>
            <a:endParaRPr b="0" i="0" sz="3200" u="none" cap="none" strike="noStrike">
              <a:solidFill>
                <a:schemeClr val="dk1"/>
              </a:solidFill>
              <a:latin typeface="Arial"/>
              <a:ea typeface="Arial"/>
              <a:cs typeface="Arial"/>
              <a:sym typeface="Arial"/>
            </a:endParaRPr>
          </a:p>
          <a:p>
            <a:pPr indent="-222250" lvl="0" marL="342900" marR="0" rtl="0" algn="l">
              <a:spcBef>
                <a:spcPts val="640"/>
              </a:spcBef>
              <a:spcAft>
                <a:spcPts val="0"/>
              </a:spcAft>
              <a:buClr>
                <a:schemeClr val="dk1"/>
              </a:buClr>
              <a:buSzPts val="1900"/>
              <a:buFont typeface="Arial"/>
              <a:buNone/>
            </a:pPr>
            <a:r>
              <a:t/>
            </a:r>
            <a:endParaRPr b="0" i="0" sz="3200" u="none" cap="none" strike="noStrike">
              <a:solidFill>
                <a:schemeClr val="dk1"/>
              </a:solidFill>
              <a:latin typeface="Arial"/>
              <a:ea typeface="Arial"/>
              <a:cs typeface="Arial"/>
              <a:sym typeface="Arial"/>
            </a:endParaRPr>
          </a:p>
        </p:txBody>
      </p:sp>
      <p:pic>
        <p:nvPicPr>
          <p:cNvPr id="214" name="Google Shape;214;p29"/>
          <p:cNvPicPr preferRelativeResize="0"/>
          <p:nvPr/>
        </p:nvPicPr>
        <p:blipFill>
          <a:blip r:embed="rId3">
            <a:alphaModFix/>
          </a:blip>
          <a:stretch>
            <a:fillRect/>
          </a:stretch>
        </p:blipFill>
        <p:spPr>
          <a:xfrm>
            <a:off x="1905000" y="2895600"/>
            <a:ext cx="5105400" cy="3702050"/>
          </a:xfrm>
          <a:prstGeom prst="rect">
            <a:avLst/>
          </a:prstGeom>
          <a:noFill/>
          <a:ln>
            <a:noFill/>
          </a:ln>
        </p:spPr>
      </p:pic>
      <p:cxnSp>
        <p:nvCxnSpPr>
          <p:cNvPr id="215" name="Google Shape;215;p29"/>
          <p:cNvCxnSpPr/>
          <p:nvPr/>
        </p:nvCxnSpPr>
        <p:spPr>
          <a:xfrm flipH="1">
            <a:off x="4572000" y="4038600"/>
            <a:ext cx="762000" cy="304800"/>
          </a:xfrm>
          <a:prstGeom prst="straightConnector1">
            <a:avLst/>
          </a:prstGeom>
          <a:noFill/>
          <a:ln cap="rnd" cmpd="sng" w="38100">
            <a:solidFill>
              <a:srgbClr val="FF0000"/>
            </a:solidFill>
            <a:prstDash val="solid"/>
            <a:miter lim="8000"/>
            <a:headEnd len="sm" w="sm" type="none"/>
            <a:tailEnd len="sm" w="sm" type="triangle"/>
          </a:ln>
        </p:spPr>
      </p:cxnSp>
      <p:sp>
        <p:nvSpPr>
          <p:cNvPr id="216" name="Google Shape;216;p29"/>
          <p:cNvSpPr txBox="1"/>
          <p:nvPr/>
        </p:nvSpPr>
        <p:spPr>
          <a:xfrm>
            <a:off x="5334000" y="3124200"/>
            <a:ext cx="1828800" cy="1520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360"/>
              </a:spcBef>
              <a:spcAft>
                <a:spcPts val="0"/>
              </a:spcAft>
              <a:buClr>
                <a:schemeClr val="dk1"/>
              </a:buClr>
              <a:buFont typeface="Arial"/>
              <a:buNone/>
            </a:pPr>
            <a:r>
              <a:rPr b="0" i="0" lang="en-US" sz="1800" u="none" cap="none" strike="noStrike">
                <a:solidFill>
                  <a:schemeClr val="dk1"/>
                </a:solidFill>
                <a:latin typeface="Arial"/>
                <a:ea typeface="Arial"/>
                <a:cs typeface="Arial"/>
                <a:sym typeface="Arial"/>
              </a:rPr>
              <a:t>here we have tens of thousands of observations</a:t>
            </a:r>
            <a:endParaRPr b="0" i="0" sz="1800" u="none" cap="none" strike="noStrike">
              <a:solidFill>
                <a:schemeClr val="dk1"/>
              </a:solidFill>
              <a:latin typeface="Arial"/>
              <a:ea typeface="Arial"/>
              <a:cs typeface="Arial"/>
              <a:sym typeface="Arial"/>
            </a:endParaRPr>
          </a:p>
          <a:p>
            <a:pPr indent="0" lvl="0" marL="0" marR="0" rtl="0" algn="l">
              <a:spcBef>
                <a:spcPts val="360"/>
              </a:spcBef>
              <a:spcAft>
                <a:spcPts val="0"/>
              </a:spcAft>
              <a:buClr>
                <a:schemeClr val="dk1"/>
              </a:buClr>
              <a:buFont typeface="Arial"/>
              <a:buNone/>
            </a:pPr>
            <a:r>
              <a:rPr b="0" i="0" lang="en-US" sz="1800" u="none" cap="none" strike="noStrike">
                <a:solidFill>
                  <a:schemeClr val="dk1"/>
                </a:solidFill>
                <a:latin typeface="Arial"/>
                <a:ea typeface="Arial"/>
                <a:cs typeface="Arial"/>
                <a:sym typeface="Arial"/>
              </a:rPr>
              <a:t>when x &lt; 10</a:t>
            </a:r>
            <a:endParaRPr b="0" i="0" sz="1800" u="none" cap="none" strike="noStrike">
              <a:solidFill>
                <a:schemeClr val="dk1"/>
              </a:solidFill>
              <a:latin typeface="Arial"/>
              <a:ea typeface="Arial"/>
              <a:cs typeface="Arial"/>
              <a:sym typeface="Arial"/>
            </a:endParaRPr>
          </a:p>
        </p:txBody>
      </p:sp>
      <p:sp>
        <p:nvSpPr>
          <p:cNvPr id="217" name="Google Shape;217;p29"/>
          <p:cNvSpPr txBox="1"/>
          <p:nvPr/>
        </p:nvSpPr>
        <p:spPr>
          <a:xfrm>
            <a:off x="7162800" y="4724400"/>
            <a:ext cx="1676400" cy="1328737"/>
          </a:xfrm>
          <a:prstGeom prst="rect">
            <a:avLst/>
          </a:prstGeom>
          <a:noFill/>
          <a:ln>
            <a:noFill/>
          </a:ln>
        </p:spPr>
        <p:txBody>
          <a:bodyPr anchorCtr="0" anchor="t" bIns="45700" lIns="91425" spcFirstLastPara="1" rIns="91425" wrap="square" tIns="45700">
            <a:noAutofit/>
          </a:bodyPr>
          <a:lstStyle/>
          <a:p>
            <a:pPr indent="0" lvl="0" marL="0" marR="0" rtl="0" algn="l">
              <a:spcBef>
                <a:spcPts val="360"/>
              </a:spcBef>
              <a:spcAft>
                <a:spcPts val="0"/>
              </a:spcAft>
              <a:buClr>
                <a:schemeClr val="dk1"/>
              </a:buClr>
              <a:buFont typeface="Arial"/>
              <a:buNone/>
            </a:pPr>
            <a:r>
              <a:rPr b="0" i="0" lang="en-US" sz="1800" u="none" cap="none" strike="noStrike">
                <a:solidFill>
                  <a:schemeClr val="dk1"/>
                </a:solidFill>
                <a:latin typeface="Arial"/>
                <a:ea typeface="Arial"/>
                <a:cs typeface="Arial"/>
                <a:sym typeface="Arial"/>
              </a:rPr>
              <a:t>Noise in the tail, less data in bins</a:t>
            </a:r>
            <a:endParaRPr b="0" i="0" sz="18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218" name="Google Shape;218;p29"/>
          <p:cNvCxnSpPr/>
          <p:nvPr/>
        </p:nvCxnSpPr>
        <p:spPr>
          <a:xfrm flipH="1">
            <a:off x="6248400" y="5105400"/>
            <a:ext cx="914400" cy="304800"/>
          </a:xfrm>
          <a:prstGeom prst="straightConnector1">
            <a:avLst/>
          </a:prstGeom>
          <a:noFill/>
          <a:ln cap="rnd" cmpd="sng" w="38100">
            <a:solidFill>
              <a:srgbClr val="FF0000"/>
            </a:solidFill>
            <a:prstDash val="solid"/>
            <a:miter lim="8000"/>
            <a:headEnd len="sm" w="sm" type="none"/>
            <a:tailEnd len="sm" w="sm" type="triangl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2"/>
              </a:buClr>
              <a:buFont typeface="Arial"/>
              <a:buNone/>
            </a:pPr>
            <a:r>
              <a:rPr b="0" i="0" lang="en-US" sz="3400" u="none" cap="none" strike="noStrike">
                <a:solidFill>
                  <a:schemeClr val="dk2"/>
                </a:solidFill>
                <a:latin typeface="Arial"/>
                <a:ea typeface="Arial"/>
                <a:cs typeface="Arial"/>
                <a:sym typeface="Arial"/>
              </a:rPr>
              <a:t>Solution1:</a:t>
            </a:r>
            <a:br>
              <a:rPr b="0" i="0" lang="en-US" sz="3400" u="none" cap="none" strike="noStrike">
                <a:solidFill>
                  <a:schemeClr val="dk2"/>
                </a:solidFill>
                <a:latin typeface="Arial"/>
                <a:ea typeface="Arial"/>
                <a:cs typeface="Arial"/>
                <a:sym typeface="Arial"/>
              </a:rPr>
            </a:br>
            <a:r>
              <a:rPr b="0" i="0" lang="en-US" sz="3400" u="none" cap="none" strike="noStrike">
                <a:solidFill>
                  <a:schemeClr val="dk2"/>
                </a:solidFill>
                <a:latin typeface="Arial"/>
                <a:ea typeface="Arial"/>
                <a:cs typeface="Arial"/>
                <a:sym typeface="Arial"/>
              </a:rPr>
              <a:t>2. Logarithmic binning</a:t>
            </a:r>
            <a:endParaRPr b="0" i="0" sz="4400" u="none" cap="none" strike="noStrike">
              <a:solidFill>
                <a:schemeClr val="dk2"/>
              </a:solidFill>
              <a:latin typeface="Arial"/>
              <a:ea typeface="Arial"/>
              <a:cs typeface="Arial"/>
              <a:sym typeface="Arial"/>
            </a:endParaRPr>
          </a:p>
        </p:txBody>
      </p:sp>
      <p:sp>
        <p:nvSpPr>
          <p:cNvPr id="225" name="Google Shape;225;p3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480"/>
              </a:spcBef>
              <a:spcAft>
                <a:spcPts val="0"/>
              </a:spcAft>
              <a:buClr>
                <a:schemeClr val="dk1"/>
              </a:buClr>
              <a:buFont typeface="Arial"/>
              <a:buNone/>
            </a:pPr>
            <a:r>
              <a:rPr b="0" i="0" lang="en-US" sz="2400" u="none" cap="none" strike="noStrike">
                <a:solidFill>
                  <a:schemeClr val="dk1"/>
                </a:solidFill>
                <a:latin typeface="Arial"/>
                <a:ea typeface="Arial"/>
                <a:cs typeface="Arial"/>
                <a:sym typeface="Arial"/>
              </a:rPr>
              <a:t>is to vary the width of the bins in the histogram. Normalizing the sample counts by the width of the bins they fall in.</a:t>
            </a:r>
            <a:endParaRPr b="0" i="0" sz="3200" u="none" cap="none" strike="noStrike">
              <a:solidFill>
                <a:schemeClr val="dk1"/>
              </a:solidFill>
              <a:latin typeface="Arial"/>
              <a:ea typeface="Arial"/>
              <a:cs typeface="Arial"/>
              <a:sym typeface="Arial"/>
            </a:endParaRPr>
          </a:p>
          <a:p>
            <a:pPr indent="-342900" lvl="0" marL="342900" marR="0" rtl="0" algn="l">
              <a:lnSpc>
                <a:spcPct val="90000"/>
              </a:lnSpc>
              <a:spcBef>
                <a:spcPts val="480"/>
              </a:spcBef>
              <a:spcAft>
                <a:spcPts val="0"/>
              </a:spcAft>
              <a:buClr>
                <a:schemeClr val="dk1"/>
              </a:buClr>
              <a:buFont typeface="Arial"/>
              <a:buNone/>
            </a:pPr>
            <a:r>
              <a:rPr b="0" i="0" lang="en-US" sz="2400" u="none" cap="none" strike="noStrike">
                <a:solidFill>
                  <a:schemeClr val="dk1"/>
                </a:solidFill>
                <a:latin typeface="Arial"/>
                <a:ea typeface="Arial"/>
                <a:cs typeface="Arial"/>
                <a:sym typeface="Arial"/>
              </a:rPr>
              <a:t>Number samples in a bin of width </a:t>
            </a:r>
            <a:r>
              <a:rPr b="0" i="1" lang="en-US" sz="2400" u="none" cap="none" strike="noStrike">
                <a:solidFill>
                  <a:schemeClr val="dk1"/>
                </a:solidFill>
                <a:latin typeface="Times New Roman"/>
                <a:ea typeface="Times New Roman"/>
                <a:cs typeface="Times New Roman"/>
                <a:sym typeface="Times New Roman"/>
              </a:rPr>
              <a:t>Δ x</a:t>
            </a:r>
            <a:r>
              <a:rPr b="0" i="0" lang="en-US" sz="2400" u="none" cap="none" strike="noStrike">
                <a:solidFill>
                  <a:schemeClr val="dk1"/>
                </a:solidFill>
                <a:latin typeface="Arial"/>
                <a:ea typeface="Arial"/>
                <a:cs typeface="Arial"/>
                <a:sym typeface="Arial"/>
              </a:rPr>
              <a:t> should be divided by </a:t>
            </a:r>
            <a:r>
              <a:rPr b="0" i="1" lang="en-US" sz="2400" u="none" cap="none" strike="noStrike">
                <a:solidFill>
                  <a:schemeClr val="dk1"/>
                </a:solidFill>
                <a:latin typeface="Times New Roman"/>
                <a:ea typeface="Times New Roman"/>
                <a:cs typeface="Times New Roman"/>
                <a:sym typeface="Times New Roman"/>
              </a:rPr>
              <a:t>Δ x</a:t>
            </a:r>
            <a:r>
              <a:rPr b="0" i="0" lang="en-US" sz="2400" u="none" cap="none" strike="noStrike">
                <a:solidFill>
                  <a:schemeClr val="dk1"/>
                </a:solidFill>
                <a:latin typeface="Arial"/>
                <a:ea typeface="Arial"/>
                <a:cs typeface="Arial"/>
                <a:sym typeface="Arial"/>
              </a:rPr>
              <a:t> to get a count per unit interval of </a:t>
            </a:r>
            <a:r>
              <a:rPr b="0" i="1" lang="en-US" sz="2400" u="none" cap="none" strike="noStrike">
                <a:solidFill>
                  <a:schemeClr val="dk1"/>
                </a:solidFill>
                <a:latin typeface="Times New Roman"/>
                <a:ea typeface="Times New Roman"/>
                <a:cs typeface="Times New Roman"/>
                <a:sym typeface="Times New Roman"/>
              </a:rPr>
              <a:t>x</a:t>
            </a:r>
            <a:r>
              <a:rPr b="0" i="0" lang="en-US" sz="2400" u="none" cap="none" strike="noStrike">
                <a:solidFill>
                  <a:schemeClr val="dk1"/>
                </a:solidFill>
                <a:latin typeface="Arial"/>
                <a:ea typeface="Arial"/>
                <a:cs typeface="Arial"/>
                <a:sym typeface="Arial"/>
              </a:rPr>
              <a:t>. </a:t>
            </a:r>
            <a:endParaRPr b="0" i="0" sz="3200" u="none" cap="none" strike="noStrike">
              <a:solidFill>
                <a:schemeClr val="dk1"/>
              </a:solidFill>
              <a:latin typeface="Arial"/>
              <a:ea typeface="Arial"/>
              <a:cs typeface="Arial"/>
              <a:sym typeface="Arial"/>
            </a:endParaRPr>
          </a:p>
          <a:p>
            <a:pPr indent="-342900" lvl="0" marL="342900" marR="0" rtl="0" algn="l">
              <a:lnSpc>
                <a:spcPct val="90000"/>
              </a:lnSpc>
              <a:spcBef>
                <a:spcPts val="480"/>
              </a:spcBef>
              <a:spcAft>
                <a:spcPts val="0"/>
              </a:spcAft>
              <a:buClr>
                <a:schemeClr val="dk1"/>
              </a:buClr>
              <a:buFont typeface="Arial"/>
              <a:buNone/>
            </a:pPr>
            <a:r>
              <a:rPr b="0" i="0" lang="en-US" sz="2400" u="none" cap="none" strike="noStrike">
                <a:solidFill>
                  <a:schemeClr val="dk1"/>
                </a:solidFill>
                <a:latin typeface="Arial"/>
                <a:ea typeface="Arial"/>
                <a:cs typeface="Arial"/>
                <a:sym typeface="Arial"/>
              </a:rPr>
              <a:t>The normalized sample count becomes independent of bin width on average.</a:t>
            </a:r>
            <a:endParaRPr b="0" i="0" sz="3200" u="none" cap="none" strike="noStrike">
              <a:solidFill>
                <a:schemeClr val="dk1"/>
              </a:solidFill>
              <a:latin typeface="Arial"/>
              <a:ea typeface="Arial"/>
              <a:cs typeface="Arial"/>
              <a:sym typeface="Arial"/>
            </a:endParaRPr>
          </a:p>
          <a:p>
            <a:pPr indent="-342900" lvl="0" marL="342900" marR="0" rtl="0" algn="l">
              <a:lnSpc>
                <a:spcPct val="90000"/>
              </a:lnSpc>
              <a:spcBef>
                <a:spcPts val="480"/>
              </a:spcBef>
              <a:spcAft>
                <a:spcPts val="0"/>
              </a:spcAft>
              <a:buClr>
                <a:schemeClr val="dk1"/>
              </a:buClr>
              <a:buFont typeface="Arial"/>
              <a:buNone/>
            </a:pPr>
            <a:r>
              <a:rPr b="0" i="0" lang="en-US" sz="2400" u="none" cap="none" strike="noStrike">
                <a:solidFill>
                  <a:schemeClr val="dk1"/>
                </a:solidFill>
                <a:latin typeface="Arial"/>
                <a:ea typeface="Arial"/>
                <a:cs typeface="Arial"/>
                <a:sym typeface="Arial"/>
              </a:rPr>
              <a:t>Most common choice is a fixed multiple wider bin than the one before it.</a:t>
            </a:r>
            <a:endParaRPr b="0" i="0" sz="3200" u="none" cap="none" strike="noStrik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2"/>
              </a:buClr>
              <a:buFont typeface="Arial"/>
              <a:buNone/>
            </a:pPr>
            <a:r>
              <a:rPr b="0" i="0" lang="en-US" sz="3400" u="none" cap="none" strike="noStrike">
                <a:solidFill>
                  <a:schemeClr val="dk2"/>
                </a:solidFill>
                <a:latin typeface="Arial"/>
                <a:ea typeface="Arial"/>
                <a:cs typeface="Arial"/>
                <a:sym typeface="Arial"/>
              </a:rPr>
              <a:t>Logarithmic binning</a:t>
            </a:r>
            <a:endParaRPr b="0" i="0" sz="4400" u="none" cap="none" strike="noStrike">
              <a:solidFill>
                <a:schemeClr val="dk2"/>
              </a:solidFill>
              <a:latin typeface="Arial"/>
              <a:ea typeface="Arial"/>
              <a:cs typeface="Arial"/>
              <a:sym typeface="Arial"/>
            </a:endParaRPr>
          </a:p>
        </p:txBody>
      </p:sp>
      <p:sp>
        <p:nvSpPr>
          <p:cNvPr id="232" name="Google Shape;232;p3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spcBef>
                <a:spcPts val="400"/>
              </a:spcBef>
              <a:spcAft>
                <a:spcPts val="0"/>
              </a:spcAft>
              <a:buClr>
                <a:schemeClr val="dk1"/>
              </a:buClr>
              <a:buFont typeface="Arial"/>
              <a:buNone/>
            </a:pPr>
            <a:r>
              <a:rPr b="0" i="0" lang="en-US" sz="2000" u="none" cap="none" strike="noStrike">
                <a:solidFill>
                  <a:schemeClr val="dk1"/>
                </a:solidFill>
                <a:latin typeface="Arial"/>
                <a:ea typeface="Arial"/>
                <a:cs typeface="Arial"/>
                <a:sym typeface="Arial"/>
              </a:rPr>
              <a:t>Example :  Choose a multiplier of 2 and create bins that span the intervals 1 to 1.1, 1.1 to 1.3, 1.3 to 1.7 and so forth (i.e., the sizes of the bins are 0.1, 0.2, 0.4 and so forth). This means the bins in the tail of the distribution get more samples than they would if bin sizes were fixed. Bins appear more equally spaced.</a:t>
            </a:r>
            <a:endParaRPr b="0" i="0" sz="3200" u="none" cap="none" strike="noStrike">
              <a:solidFill>
                <a:schemeClr val="dk1"/>
              </a:solidFill>
              <a:latin typeface="Arial"/>
              <a:ea typeface="Arial"/>
              <a:cs typeface="Arial"/>
              <a:sym typeface="Arial"/>
            </a:endParaRPr>
          </a:p>
        </p:txBody>
      </p:sp>
      <p:pic>
        <p:nvPicPr>
          <p:cNvPr id="233" name="Google Shape;233;p31"/>
          <p:cNvPicPr preferRelativeResize="0"/>
          <p:nvPr/>
        </p:nvPicPr>
        <p:blipFill>
          <a:blip r:embed="rId3">
            <a:alphaModFix/>
          </a:blip>
          <a:stretch>
            <a:fillRect/>
          </a:stretch>
        </p:blipFill>
        <p:spPr>
          <a:xfrm>
            <a:off x="2362200" y="3276600"/>
            <a:ext cx="4191000" cy="3546475"/>
          </a:xfrm>
          <a:prstGeom prst="rect">
            <a:avLst/>
          </a:prstGeom>
          <a:noFill/>
          <a:ln>
            <a:noFill/>
          </a:ln>
        </p:spPr>
      </p:pic>
      <p:sp>
        <p:nvSpPr>
          <p:cNvPr id="234" name="Google Shape;234;p31"/>
          <p:cNvSpPr txBox="1"/>
          <p:nvPr/>
        </p:nvSpPr>
        <p:spPr>
          <a:xfrm>
            <a:off x="7010400" y="4038600"/>
            <a:ext cx="1524000" cy="1190625"/>
          </a:xfrm>
          <a:prstGeom prst="rect">
            <a:avLst/>
          </a:prstGeom>
          <a:noFill/>
          <a:ln>
            <a:noFill/>
          </a:ln>
        </p:spPr>
        <p:txBody>
          <a:bodyPr anchorCtr="0" anchor="t" bIns="45700" lIns="91425" spcFirstLastPara="1" rIns="91425" wrap="square" tIns="45700">
            <a:noAutofit/>
          </a:bodyPr>
          <a:lstStyle/>
          <a:p>
            <a:pPr indent="0" lvl="0" marL="0" marR="0" rtl="0" algn="l">
              <a:spcBef>
                <a:spcPts val="360"/>
              </a:spcBef>
              <a:spcAft>
                <a:spcPts val="0"/>
              </a:spcAft>
              <a:buClr>
                <a:schemeClr val="dk1"/>
              </a:buClr>
              <a:buFont typeface="Arial"/>
              <a:buNone/>
            </a:pPr>
            <a:r>
              <a:rPr b="0" i="0" lang="en-US" sz="1800" u="none" cap="none" strike="noStrike">
                <a:solidFill>
                  <a:schemeClr val="dk1"/>
                </a:solidFill>
                <a:latin typeface="Arial"/>
                <a:ea typeface="Arial"/>
                <a:cs typeface="Arial"/>
                <a:sym typeface="Arial"/>
              </a:rPr>
              <a:t>Logarithmic binning still have noise at the tail.</a:t>
            </a:r>
            <a:endParaRPr b="0" i="0" sz="1800" u="none" cap="none" strike="noStrike">
              <a:solidFill>
                <a:schemeClr val="dk1"/>
              </a:solidFill>
              <a:latin typeface="Arial"/>
              <a:ea typeface="Arial"/>
              <a:cs typeface="Arial"/>
              <a:sym typeface="Arial"/>
            </a:endParaRPr>
          </a:p>
        </p:txBody>
      </p:sp>
      <p:cxnSp>
        <p:nvCxnSpPr>
          <p:cNvPr id="235" name="Google Shape;235;p31"/>
          <p:cNvCxnSpPr/>
          <p:nvPr/>
        </p:nvCxnSpPr>
        <p:spPr>
          <a:xfrm flipH="1">
            <a:off x="6172200" y="4800600"/>
            <a:ext cx="838200" cy="685800"/>
          </a:xfrm>
          <a:prstGeom prst="straightConnector1">
            <a:avLst/>
          </a:prstGeom>
          <a:noFill/>
          <a:ln cap="rnd" cmpd="sng" w="38100">
            <a:solidFill>
              <a:srgbClr val="FF0000"/>
            </a:solidFill>
            <a:prstDash val="solid"/>
            <a:miter lim="8000"/>
            <a:headEnd len="sm" w="sm" type="none"/>
            <a:tailEnd len="sm" w="sm" type="triangl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2"/>
              </a:buClr>
              <a:buFont typeface="Arial"/>
              <a:buNone/>
            </a:pPr>
            <a:r>
              <a:rPr b="0" i="0" lang="en-US" sz="3400" u="none" cap="none" strike="noStrike">
                <a:solidFill>
                  <a:schemeClr val="dk2"/>
                </a:solidFill>
                <a:latin typeface="Arial"/>
                <a:ea typeface="Arial"/>
                <a:cs typeface="Arial"/>
                <a:sym typeface="Arial"/>
              </a:rPr>
              <a:t>Solution2:</a:t>
            </a:r>
            <a:br>
              <a:rPr b="0" i="0" lang="en-US" sz="3400" u="none" cap="none" strike="noStrike">
                <a:solidFill>
                  <a:schemeClr val="dk2"/>
                </a:solidFill>
                <a:latin typeface="Arial"/>
                <a:ea typeface="Arial"/>
                <a:cs typeface="Arial"/>
                <a:sym typeface="Arial"/>
              </a:rPr>
            </a:br>
            <a:r>
              <a:rPr b="0" i="0" lang="en-US" sz="3400" u="none" cap="none" strike="noStrike">
                <a:solidFill>
                  <a:schemeClr val="dk2"/>
                </a:solidFill>
                <a:latin typeface="Arial"/>
                <a:ea typeface="Arial"/>
                <a:cs typeface="Arial"/>
                <a:sym typeface="Arial"/>
              </a:rPr>
              <a:t>3. Cumulative distribution function</a:t>
            </a:r>
            <a:r>
              <a:rPr b="0" i="0" lang="en-US" sz="4000" u="none" cap="none" strike="noStrike">
                <a:solidFill>
                  <a:schemeClr val="dk2"/>
                </a:solidFill>
                <a:latin typeface="Arial"/>
                <a:ea typeface="Arial"/>
                <a:cs typeface="Arial"/>
                <a:sym typeface="Arial"/>
              </a:rPr>
              <a:t> </a:t>
            </a:r>
            <a:endParaRPr b="0" i="0" sz="4400" u="none" cap="none" strike="noStrike">
              <a:solidFill>
                <a:schemeClr val="dk2"/>
              </a:solidFill>
              <a:latin typeface="Arial"/>
              <a:ea typeface="Arial"/>
              <a:cs typeface="Arial"/>
              <a:sym typeface="Arial"/>
            </a:endParaRPr>
          </a:p>
        </p:txBody>
      </p:sp>
      <p:sp>
        <p:nvSpPr>
          <p:cNvPr id="242" name="Google Shape;242;p32"/>
          <p:cNvSpPr txBox="1"/>
          <p:nvPr>
            <p:ph idx="1" type="body"/>
          </p:nvPr>
        </p:nvSpPr>
        <p:spPr>
          <a:xfrm>
            <a:off x="457200" y="1600200"/>
            <a:ext cx="8229600" cy="45720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400"/>
              </a:spcBef>
              <a:spcAft>
                <a:spcPts val="0"/>
              </a:spcAft>
              <a:buClr>
                <a:schemeClr val="dk1"/>
              </a:buClr>
              <a:buFont typeface="Arial"/>
              <a:buNone/>
            </a:pPr>
            <a:r>
              <a:rPr b="0" i="0" lang="en-US" sz="2000" u="none" cap="none" strike="noStrike">
                <a:solidFill>
                  <a:schemeClr val="dk1"/>
                </a:solidFill>
                <a:latin typeface="Arial"/>
                <a:ea typeface="Arial"/>
                <a:cs typeface="Arial"/>
                <a:sym typeface="Arial"/>
              </a:rPr>
              <a:t>No loss of information</a:t>
            </a:r>
            <a:endParaRPr b="0" i="0" sz="3200" u="none" cap="none" strike="noStrike">
              <a:solidFill>
                <a:schemeClr val="dk1"/>
              </a:solidFill>
              <a:latin typeface="Arial"/>
              <a:ea typeface="Arial"/>
              <a:cs typeface="Arial"/>
              <a:sym typeface="Arial"/>
            </a:endParaRPr>
          </a:p>
          <a:p>
            <a:pPr indent="-285750" lvl="1" marL="742950" marR="0" rtl="0" algn="l">
              <a:spcBef>
                <a:spcPts val="400"/>
              </a:spcBef>
              <a:spcAft>
                <a:spcPts val="0"/>
              </a:spcAft>
              <a:buClr>
                <a:schemeClr val="dk1"/>
              </a:buClr>
              <a:buSzPts val="1200"/>
              <a:buFont typeface="Arial"/>
              <a:buChar char="●"/>
            </a:pPr>
            <a:r>
              <a:rPr b="0" i="0" lang="en-US" sz="2000" u="none" cap="none" strike="noStrike">
                <a:solidFill>
                  <a:schemeClr val="dk1"/>
                </a:solidFill>
                <a:latin typeface="Arial"/>
                <a:ea typeface="Arial"/>
                <a:cs typeface="Arial"/>
                <a:sym typeface="Arial"/>
              </a:rPr>
              <a:t>No need to bin, has value at each observed value of </a:t>
            </a:r>
            <a:r>
              <a:rPr b="0" i="1" lang="en-US" sz="2000" u="none" cap="none" strike="noStrike">
                <a:solidFill>
                  <a:schemeClr val="dk1"/>
                </a:solidFill>
                <a:latin typeface="Times New Roman"/>
                <a:ea typeface="Times New Roman"/>
                <a:cs typeface="Times New Roman"/>
                <a:sym typeface="Times New Roman"/>
              </a:rPr>
              <a:t>x</a:t>
            </a:r>
            <a:r>
              <a:rPr b="0" i="0" lang="en-US" sz="2000" u="none" cap="none" strike="noStrike">
                <a:solidFill>
                  <a:schemeClr val="dk1"/>
                </a:solidFill>
                <a:latin typeface="Arial"/>
                <a:ea typeface="Arial"/>
                <a:cs typeface="Arial"/>
                <a:sym typeface="Arial"/>
              </a:rPr>
              <a:t>.</a:t>
            </a:r>
            <a:endParaRPr b="0" i="0" sz="2800" u="none" cap="none" strike="noStrike">
              <a:solidFill>
                <a:schemeClr val="dk1"/>
              </a:solidFill>
              <a:latin typeface="Arial"/>
              <a:ea typeface="Arial"/>
              <a:cs typeface="Arial"/>
              <a:sym typeface="Arial"/>
            </a:endParaRPr>
          </a:p>
          <a:p>
            <a:pPr indent="-342900" lvl="0" marL="342900" marR="0" rtl="0" algn="l">
              <a:spcBef>
                <a:spcPts val="400"/>
              </a:spcBef>
              <a:spcAft>
                <a:spcPts val="0"/>
              </a:spcAft>
              <a:buClr>
                <a:schemeClr val="dk1"/>
              </a:buClr>
              <a:buFont typeface="Arial"/>
              <a:buNone/>
            </a:pPr>
            <a:r>
              <a:rPr b="0" i="0" lang="en-US" sz="2000" u="none" cap="none" strike="noStrike">
                <a:solidFill>
                  <a:schemeClr val="dk1"/>
                </a:solidFill>
                <a:latin typeface="Arial"/>
                <a:ea typeface="Arial"/>
                <a:cs typeface="Arial"/>
                <a:sym typeface="Arial"/>
              </a:rPr>
              <a:t>To have a cumulative distribution</a:t>
            </a:r>
            <a:endParaRPr b="0" i="0" sz="3200" u="none" cap="none" strike="noStrike">
              <a:solidFill>
                <a:schemeClr val="dk1"/>
              </a:solidFill>
              <a:latin typeface="Arial"/>
              <a:ea typeface="Arial"/>
              <a:cs typeface="Arial"/>
              <a:sym typeface="Arial"/>
            </a:endParaRPr>
          </a:p>
          <a:p>
            <a:pPr indent="-285750" lvl="1" marL="742950" marR="0" rtl="0" algn="l">
              <a:spcBef>
                <a:spcPts val="400"/>
              </a:spcBef>
              <a:spcAft>
                <a:spcPts val="0"/>
              </a:spcAft>
              <a:buClr>
                <a:schemeClr val="dk1"/>
              </a:buClr>
              <a:buSzPts val="1200"/>
              <a:buFont typeface="Arial"/>
              <a:buChar char="●"/>
            </a:pPr>
            <a:r>
              <a:rPr b="0" i="0" lang="en-US" sz="2000" u="none" cap="none" strike="noStrike">
                <a:solidFill>
                  <a:schemeClr val="dk1"/>
                </a:solidFill>
                <a:latin typeface="Arial"/>
                <a:ea typeface="Arial"/>
                <a:cs typeface="Arial"/>
                <a:sym typeface="Arial"/>
              </a:rPr>
              <a:t>i.e. how many of the values of </a:t>
            </a:r>
            <a:r>
              <a:rPr b="0" i="1" lang="en-US" sz="2000" u="none" cap="none" strike="noStrike">
                <a:solidFill>
                  <a:schemeClr val="dk1"/>
                </a:solidFill>
                <a:latin typeface="Times New Roman"/>
                <a:ea typeface="Times New Roman"/>
                <a:cs typeface="Times New Roman"/>
                <a:sym typeface="Times New Roman"/>
              </a:rPr>
              <a:t>x</a:t>
            </a:r>
            <a:r>
              <a:rPr b="0" i="0" lang="en-US" sz="2000" u="none" cap="none" strike="noStrike">
                <a:solidFill>
                  <a:schemeClr val="dk1"/>
                </a:solidFill>
                <a:latin typeface="Arial"/>
                <a:ea typeface="Arial"/>
                <a:cs typeface="Arial"/>
                <a:sym typeface="Arial"/>
              </a:rPr>
              <a:t> are at least </a:t>
            </a:r>
            <a:r>
              <a:rPr b="0" i="1" lang="en-US" sz="2000" u="none" cap="none" strike="noStrike">
                <a:solidFill>
                  <a:schemeClr val="dk1"/>
                </a:solidFill>
                <a:latin typeface="Times New Roman"/>
                <a:ea typeface="Times New Roman"/>
                <a:cs typeface="Times New Roman"/>
                <a:sym typeface="Times New Roman"/>
              </a:rPr>
              <a:t>x</a:t>
            </a:r>
            <a:r>
              <a:rPr b="0" i="0" lang="en-US" sz="2000" u="none" cap="none" strike="noStrike">
                <a:solidFill>
                  <a:schemeClr val="dk1"/>
                </a:solidFill>
                <a:latin typeface="Arial"/>
                <a:ea typeface="Arial"/>
                <a:cs typeface="Arial"/>
                <a:sym typeface="Arial"/>
              </a:rPr>
              <a:t>.</a:t>
            </a:r>
            <a:endParaRPr b="0" i="0" sz="2800" u="none" cap="none" strike="noStrike">
              <a:solidFill>
                <a:schemeClr val="dk1"/>
              </a:solidFill>
              <a:latin typeface="Arial"/>
              <a:ea typeface="Arial"/>
              <a:cs typeface="Arial"/>
              <a:sym typeface="Arial"/>
            </a:endParaRPr>
          </a:p>
          <a:p>
            <a:pPr indent="-285750" lvl="1" marL="742950" marR="0" rtl="0" algn="l">
              <a:spcBef>
                <a:spcPts val="0"/>
              </a:spcBef>
              <a:spcAft>
                <a:spcPts val="0"/>
              </a:spcAft>
              <a:buClr>
                <a:schemeClr val="dk1"/>
              </a:buClr>
              <a:buSzPts val="1200"/>
              <a:buFont typeface="Arial"/>
              <a:buChar char="●"/>
            </a:pPr>
            <a:r>
              <a:rPr b="0" i="0" lang="en-US" sz="2000" u="none" cap="none" strike="noStrike">
                <a:solidFill>
                  <a:schemeClr val="dk1"/>
                </a:solidFill>
                <a:latin typeface="Arial"/>
                <a:ea typeface="Arial"/>
                <a:cs typeface="Arial"/>
                <a:sym typeface="Arial"/>
              </a:rPr>
              <a:t>The cumulative probability of a power law probability distribution is also power law but with an exponent α – 1</a:t>
            </a:r>
            <a:r>
              <a:rPr b="1" i="0" lang="en-US" sz="2000" u="none" cap="none" strike="noStrike">
                <a:solidFill>
                  <a:schemeClr val="dk1"/>
                </a:solidFill>
                <a:latin typeface="Arial"/>
                <a:ea typeface="Arial"/>
                <a:cs typeface="Arial"/>
                <a:sym typeface="Arial"/>
              </a:rPr>
              <a:t>.</a:t>
            </a:r>
            <a:endParaRPr b="0" i="0" sz="2800" u="none" cap="none" strike="noStrike">
              <a:solidFill>
                <a:schemeClr val="dk1"/>
              </a:solidFill>
              <a:latin typeface="Arial"/>
              <a:ea typeface="Arial"/>
              <a:cs typeface="Arial"/>
              <a:sym typeface="Arial"/>
            </a:endParaRPr>
          </a:p>
        </p:txBody>
      </p:sp>
      <p:pic>
        <p:nvPicPr>
          <p:cNvPr id="243" name="Google Shape;243;p32"/>
          <p:cNvPicPr preferRelativeResize="0"/>
          <p:nvPr/>
        </p:nvPicPr>
        <p:blipFill>
          <a:blip r:embed="rId3">
            <a:alphaModFix/>
          </a:blip>
          <a:stretch>
            <a:fillRect/>
          </a:stretch>
        </p:blipFill>
        <p:spPr>
          <a:xfrm>
            <a:off x="2971800" y="4191000"/>
            <a:ext cx="3159125" cy="835025"/>
          </a:xfrm>
          <a:prstGeom prst="rect">
            <a:avLst/>
          </a:prstGeom>
          <a:noFill/>
          <a:ln>
            <a:noFill/>
          </a:ln>
        </p:spPr>
      </p:pic>
      <p:pic>
        <p:nvPicPr>
          <p:cNvPr id="244" name="Google Shape;244;p32"/>
          <p:cNvPicPr preferRelativeResize="0"/>
          <p:nvPr/>
        </p:nvPicPr>
        <p:blipFill>
          <a:blip r:embed="rId4">
            <a:alphaModFix/>
          </a:blip>
          <a:stretch>
            <a:fillRect/>
          </a:stretch>
        </p:blipFill>
        <p:spPr>
          <a:xfrm>
            <a:off x="2133600" y="5334000"/>
            <a:ext cx="4922837" cy="8604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2"/>
              </a:buClr>
              <a:buFont typeface="Arial"/>
              <a:buNone/>
            </a:pPr>
            <a:r>
              <a:rPr b="0" i="0" lang="en-US" sz="3800" u="none" cap="none" strike="noStrike">
                <a:solidFill>
                  <a:schemeClr val="dk2"/>
                </a:solidFill>
                <a:latin typeface="Arial"/>
                <a:ea typeface="Arial"/>
                <a:cs typeface="Arial"/>
                <a:sym typeface="Arial"/>
              </a:rPr>
              <a:t>Cumulative distribution function</a:t>
            </a:r>
            <a:endParaRPr b="0" i="0" sz="4400" u="none" cap="none" strike="noStrike">
              <a:solidFill>
                <a:schemeClr val="dk2"/>
              </a:solidFill>
              <a:latin typeface="Arial"/>
              <a:ea typeface="Arial"/>
              <a:cs typeface="Arial"/>
              <a:sym typeface="Arial"/>
            </a:endParaRPr>
          </a:p>
        </p:txBody>
      </p:sp>
      <p:pic>
        <p:nvPicPr>
          <p:cNvPr id="251" name="Google Shape;251;p33"/>
          <p:cNvPicPr preferRelativeResize="0"/>
          <p:nvPr/>
        </p:nvPicPr>
        <p:blipFill>
          <a:blip r:embed="rId3">
            <a:alphaModFix/>
          </a:blip>
          <a:stretch>
            <a:fillRect/>
          </a:stretch>
        </p:blipFill>
        <p:spPr>
          <a:xfrm>
            <a:off x="1066800" y="1600200"/>
            <a:ext cx="7162800" cy="455136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2"/>
              </a:buClr>
              <a:buFont typeface="Arial"/>
              <a:buNone/>
            </a:pPr>
            <a:r>
              <a:rPr b="0" i="0" lang="en-US" sz="3400" u="none" cap="none" strike="noStrike">
                <a:solidFill>
                  <a:schemeClr val="dk2"/>
                </a:solidFill>
                <a:latin typeface="Arial"/>
                <a:ea typeface="Arial"/>
                <a:cs typeface="Arial"/>
                <a:sym typeface="Arial"/>
              </a:rPr>
              <a:t>Power laws, Pareto distribution and Zipf's law</a:t>
            </a:r>
            <a:endParaRPr b="0" i="0" sz="4400" u="none" cap="none" strike="noStrike">
              <a:solidFill>
                <a:schemeClr val="dk2"/>
              </a:solidFill>
              <a:latin typeface="Arial"/>
              <a:ea typeface="Arial"/>
              <a:cs typeface="Arial"/>
              <a:sym typeface="Arial"/>
            </a:endParaRPr>
          </a:p>
        </p:txBody>
      </p:sp>
      <p:sp>
        <p:nvSpPr>
          <p:cNvPr id="258" name="Google Shape;258;p3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460"/>
              </a:spcBef>
              <a:spcAft>
                <a:spcPts val="0"/>
              </a:spcAft>
              <a:buClr>
                <a:schemeClr val="dk1"/>
              </a:buClr>
              <a:buFont typeface="Arial"/>
              <a:buNone/>
            </a:pPr>
            <a:r>
              <a:rPr b="0" i="0" lang="en-US" sz="2300" u="none" cap="none" strike="noStrike">
                <a:solidFill>
                  <a:schemeClr val="dk1"/>
                </a:solidFill>
                <a:latin typeface="Arial"/>
                <a:ea typeface="Arial"/>
                <a:cs typeface="Arial"/>
                <a:sym typeface="Arial"/>
              </a:rPr>
              <a:t>Cumulative distributions are sometimes also called </a:t>
            </a:r>
            <a:r>
              <a:rPr b="0" i="1" lang="en-US" sz="2300" u="none" cap="none" strike="noStrike">
                <a:solidFill>
                  <a:schemeClr val="accent2"/>
                </a:solidFill>
                <a:latin typeface="Arial"/>
                <a:ea typeface="Arial"/>
                <a:cs typeface="Arial"/>
                <a:sym typeface="Arial"/>
              </a:rPr>
              <a:t>rank/frequency</a:t>
            </a:r>
            <a:r>
              <a:rPr b="0" i="0" lang="en-US" sz="2300" u="none" cap="none" strike="noStrike">
                <a:solidFill>
                  <a:schemeClr val="dk1"/>
                </a:solidFill>
                <a:latin typeface="Arial"/>
                <a:ea typeface="Arial"/>
                <a:cs typeface="Arial"/>
                <a:sym typeface="Arial"/>
              </a:rPr>
              <a:t>. Cumulative distributions with a power-law form are sometimes said to follow Zipf’s law or a Pareto distribution, after two early researchers.</a:t>
            </a:r>
            <a:endParaRPr b="0" i="0" sz="3200" u="none" cap="none" strike="noStrike">
              <a:solidFill>
                <a:schemeClr val="dk1"/>
              </a:solidFill>
              <a:latin typeface="Arial"/>
              <a:ea typeface="Arial"/>
              <a:cs typeface="Arial"/>
              <a:sym typeface="Arial"/>
            </a:endParaRPr>
          </a:p>
          <a:p>
            <a:pPr indent="-342900" lvl="0" marL="342900" marR="0" rtl="0" algn="l">
              <a:lnSpc>
                <a:spcPct val="90000"/>
              </a:lnSpc>
              <a:spcBef>
                <a:spcPts val="460"/>
              </a:spcBef>
              <a:spcAft>
                <a:spcPts val="0"/>
              </a:spcAft>
              <a:buClr>
                <a:schemeClr val="dk1"/>
              </a:buClr>
              <a:buFont typeface="Arial"/>
              <a:buNone/>
            </a:pPr>
            <a:r>
              <a:rPr b="0" i="0" lang="en-US" sz="2300" u="none" cap="none" strike="noStrike">
                <a:solidFill>
                  <a:schemeClr val="dk1"/>
                </a:solidFill>
                <a:latin typeface="Arial"/>
                <a:ea typeface="Arial"/>
                <a:cs typeface="Arial"/>
                <a:sym typeface="Arial"/>
              </a:rPr>
              <a:t>“Zipf’s law” and “Pareto distribution” are effectively synonymous with “power-law distribution”. </a:t>
            </a:r>
            <a:endParaRPr b="0" i="0" sz="3200" u="none" cap="none" strike="noStrike">
              <a:solidFill>
                <a:schemeClr val="dk1"/>
              </a:solidFill>
              <a:latin typeface="Arial"/>
              <a:ea typeface="Arial"/>
              <a:cs typeface="Arial"/>
              <a:sym typeface="Arial"/>
            </a:endParaRPr>
          </a:p>
          <a:p>
            <a:pPr indent="-342900" lvl="0" marL="342900" marR="0" rtl="0" algn="l">
              <a:lnSpc>
                <a:spcPct val="90000"/>
              </a:lnSpc>
              <a:spcBef>
                <a:spcPts val="460"/>
              </a:spcBef>
              <a:spcAft>
                <a:spcPts val="0"/>
              </a:spcAft>
              <a:buClr>
                <a:schemeClr val="dk1"/>
              </a:buClr>
              <a:buFont typeface="Arial"/>
              <a:buNone/>
            </a:pPr>
            <a:r>
              <a:rPr b="0" i="0" lang="en-US" sz="2300" u="none" cap="none" strike="noStrike">
                <a:solidFill>
                  <a:schemeClr val="dk1"/>
                </a:solidFill>
                <a:latin typeface="Arial"/>
                <a:ea typeface="Arial"/>
                <a:cs typeface="Arial"/>
                <a:sym typeface="Arial"/>
              </a:rPr>
              <a:t>Zipf’s law and the Pareto distribution differ from one another in the way the cumulative distribution is plotted—Zipf made his plots with </a:t>
            </a:r>
            <a:r>
              <a:rPr b="0" i="1" lang="en-US" sz="2300" u="none" cap="none" strike="noStrike">
                <a:solidFill>
                  <a:schemeClr val="dk1"/>
                </a:solidFill>
                <a:latin typeface="Times New Roman"/>
                <a:ea typeface="Times New Roman"/>
                <a:cs typeface="Times New Roman"/>
                <a:sym typeface="Times New Roman"/>
              </a:rPr>
              <a:t>x</a:t>
            </a:r>
            <a:r>
              <a:rPr b="0" i="0" lang="en-US" sz="2300" u="none" cap="none" strike="noStrike">
                <a:solidFill>
                  <a:schemeClr val="dk1"/>
                </a:solidFill>
                <a:latin typeface="Arial"/>
                <a:ea typeface="Arial"/>
                <a:cs typeface="Arial"/>
                <a:sym typeface="Arial"/>
              </a:rPr>
              <a:t> on the horizontal axis and </a:t>
            </a:r>
            <a:r>
              <a:rPr b="0" i="1" lang="en-US" sz="2300" u="none" cap="none" strike="noStrike">
                <a:solidFill>
                  <a:schemeClr val="dk1"/>
                </a:solidFill>
                <a:latin typeface="Times New Roman"/>
                <a:ea typeface="Times New Roman"/>
                <a:cs typeface="Times New Roman"/>
                <a:sym typeface="Times New Roman"/>
              </a:rPr>
              <a:t>P(x)</a:t>
            </a:r>
            <a:r>
              <a:rPr b="0" i="0" lang="en-US" sz="2300" u="none" cap="none" strike="noStrike">
                <a:solidFill>
                  <a:schemeClr val="dk1"/>
                </a:solidFill>
                <a:latin typeface="Arial"/>
                <a:ea typeface="Arial"/>
                <a:cs typeface="Arial"/>
                <a:sym typeface="Arial"/>
              </a:rPr>
              <a:t> on the vertical one; Pareto did it the other way around. This causes much confusion in the literature, but the data depicted in the plots are of course identical.</a:t>
            </a:r>
            <a:endParaRPr b="0" i="0" sz="3200" u="none" cap="none" strike="noStrike">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2"/>
              </a:buClr>
              <a:buFont typeface="Arial"/>
              <a:buNone/>
            </a:pPr>
            <a:r>
              <a:rPr b="0" i="0" lang="en-US" sz="3400" u="none" cap="none" strike="noStrike">
                <a:solidFill>
                  <a:schemeClr val="dk2"/>
                </a:solidFill>
                <a:latin typeface="Arial"/>
                <a:ea typeface="Arial"/>
                <a:cs typeface="Arial"/>
                <a:sym typeface="Arial"/>
              </a:rPr>
              <a:t>Cumulative distributions</a:t>
            </a:r>
            <a:r>
              <a:rPr b="0" i="0" lang="en-US" sz="3400" u="none" cap="none" strike="noStrike">
                <a:solidFill>
                  <a:schemeClr val="dk1"/>
                </a:solidFill>
                <a:latin typeface="Arial"/>
                <a:ea typeface="Arial"/>
                <a:cs typeface="Arial"/>
                <a:sym typeface="Arial"/>
              </a:rPr>
              <a:t> vs. rank/frequency</a:t>
            </a:r>
            <a:endParaRPr b="0" i="0" sz="4400" u="none" cap="none" strike="noStrike">
              <a:solidFill>
                <a:schemeClr val="dk2"/>
              </a:solidFill>
              <a:latin typeface="Arial"/>
              <a:ea typeface="Arial"/>
              <a:cs typeface="Arial"/>
              <a:sym typeface="Arial"/>
            </a:endParaRPr>
          </a:p>
        </p:txBody>
      </p:sp>
      <p:sp>
        <p:nvSpPr>
          <p:cNvPr id="265" name="Google Shape;265;p3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spcBef>
                <a:spcPts val="440"/>
              </a:spcBef>
              <a:spcAft>
                <a:spcPts val="0"/>
              </a:spcAft>
              <a:buClr>
                <a:schemeClr val="dk1"/>
              </a:buClr>
              <a:buFont typeface="Arial"/>
              <a:buNone/>
            </a:pPr>
            <a:r>
              <a:rPr b="0" i="0" lang="en-US" sz="2200" u="none" cap="none" strike="noStrike">
                <a:solidFill>
                  <a:schemeClr val="dk1"/>
                </a:solidFill>
                <a:latin typeface="Arial"/>
                <a:ea typeface="Arial"/>
                <a:cs typeface="Arial"/>
                <a:sym typeface="Arial"/>
              </a:rPr>
              <a:t>Sorting and ranking measurements and then plotting rank against those measurements is usually the quickest way to construct a plot of the cumulative distribution of a quantity. This the way the author used to plot all of the cumulative distributions in his paper.</a:t>
            </a:r>
            <a:endParaRPr b="0" i="0" sz="3200" u="none" cap="none" strike="noStrike">
              <a:solidFill>
                <a:schemeClr val="dk1"/>
              </a:solidFill>
              <a:latin typeface="Arial"/>
              <a:ea typeface="Arial"/>
              <a:cs typeface="Arial"/>
              <a:sym typeface="Arial"/>
            </a:endParaRPr>
          </a:p>
        </p:txBody>
      </p:sp>
      <p:pic>
        <p:nvPicPr>
          <p:cNvPr id="266" name="Google Shape;266;p35"/>
          <p:cNvPicPr preferRelativeResize="0"/>
          <p:nvPr/>
        </p:nvPicPr>
        <p:blipFill>
          <a:blip r:embed="rId3">
            <a:alphaModFix/>
          </a:blip>
          <a:stretch>
            <a:fillRect/>
          </a:stretch>
        </p:blipFill>
        <p:spPr>
          <a:xfrm>
            <a:off x="2895600" y="3429000"/>
            <a:ext cx="3024187" cy="30480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2"/>
              </a:buClr>
              <a:buFont typeface="Arial"/>
              <a:buNone/>
            </a:pPr>
            <a:r>
              <a:rPr b="0" i="0" lang="en-US" sz="3400" u="none" cap="none" strike="noStrike">
                <a:solidFill>
                  <a:schemeClr val="dk2"/>
                </a:solidFill>
                <a:latin typeface="Arial"/>
                <a:ea typeface="Arial"/>
                <a:cs typeface="Arial"/>
                <a:sym typeface="Arial"/>
              </a:rPr>
              <a:t>Cumulative distributions</a:t>
            </a:r>
            <a:r>
              <a:rPr b="0" i="0" lang="en-US" sz="3400" u="none" cap="none" strike="noStrike">
                <a:solidFill>
                  <a:schemeClr val="dk1"/>
                </a:solidFill>
                <a:latin typeface="Arial"/>
                <a:ea typeface="Arial"/>
                <a:cs typeface="Arial"/>
                <a:sym typeface="Arial"/>
              </a:rPr>
              <a:t> vs. rank/frequency</a:t>
            </a:r>
            <a:endParaRPr b="0" i="0" sz="4400" u="none" cap="none" strike="noStrike">
              <a:solidFill>
                <a:schemeClr val="dk2"/>
              </a:solidFill>
              <a:latin typeface="Arial"/>
              <a:ea typeface="Arial"/>
              <a:cs typeface="Arial"/>
              <a:sym typeface="Arial"/>
            </a:endParaRPr>
          </a:p>
        </p:txBody>
      </p:sp>
      <p:sp>
        <p:nvSpPr>
          <p:cNvPr id="273" name="Google Shape;273;p3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80000"/>
              </a:lnSpc>
              <a:spcBef>
                <a:spcPts val="560"/>
              </a:spcBef>
              <a:spcAft>
                <a:spcPts val="0"/>
              </a:spcAft>
              <a:buClr>
                <a:schemeClr val="dk1"/>
              </a:buClr>
              <a:buFont typeface="Arial"/>
              <a:buNone/>
            </a:pPr>
            <a:r>
              <a:rPr b="0" i="0" lang="en-US" sz="2800" u="none" cap="none" strike="noStrike">
                <a:solidFill>
                  <a:schemeClr val="dk1"/>
                </a:solidFill>
                <a:latin typeface="Arial"/>
                <a:ea typeface="Arial"/>
                <a:cs typeface="Arial"/>
                <a:sym typeface="Arial"/>
              </a:rPr>
              <a:t>Plotting of the cumulative distribution function </a:t>
            </a:r>
            <a:r>
              <a:rPr b="0" i="1" lang="en-US" sz="2800" u="none" cap="none" strike="noStrike">
                <a:solidFill>
                  <a:schemeClr val="dk1"/>
                </a:solidFill>
                <a:latin typeface="Times New Roman"/>
                <a:ea typeface="Times New Roman"/>
                <a:cs typeface="Times New Roman"/>
                <a:sym typeface="Times New Roman"/>
              </a:rPr>
              <a:t>P(x)</a:t>
            </a:r>
            <a:r>
              <a:rPr b="0" i="0" lang="en-US" sz="2800" u="none" cap="none" strike="noStrike">
                <a:solidFill>
                  <a:schemeClr val="dk1"/>
                </a:solidFill>
                <a:latin typeface="Arial"/>
                <a:ea typeface="Arial"/>
                <a:cs typeface="Arial"/>
                <a:sym typeface="Arial"/>
              </a:rPr>
              <a:t> of the frequency with which words appear in a body of text: </a:t>
            </a:r>
            <a:endParaRPr b="0" i="0" sz="3200" u="none" cap="none" strike="noStrike">
              <a:solidFill>
                <a:schemeClr val="dk1"/>
              </a:solidFill>
              <a:latin typeface="Arial"/>
              <a:ea typeface="Arial"/>
              <a:cs typeface="Arial"/>
              <a:sym typeface="Arial"/>
            </a:endParaRPr>
          </a:p>
          <a:p>
            <a:pPr indent="-342900" lvl="0" marL="342900" marR="0" rtl="0" algn="l">
              <a:lnSpc>
                <a:spcPct val="80000"/>
              </a:lnSpc>
              <a:spcBef>
                <a:spcPts val="560"/>
              </a:spcBef>
              <a:spcAft>
                <a:spcPts val="0"/>
              </a:spcAft>
              <a:buClr>
                <a:schemeClr val="dk1"/>
              </a:buClr>
              <a:buFont typeface="Arial"/>
              <a:buNone/>
            </a:pPr>
            <a:r>
              <a:rPr b="0" i="0" lang="en-US" sz="2800" u="none" cap="none" strike="noStrike">
                <a:solidFill>
                  <a:schemeClr val="dk1"/>
                </a:solidFill>
                <a:latin typeface="Arial"/>
                <a:ea typeface="Arial"/>
                <a:cs typeface="Arial"/>
                <a:sym typeface="Arial"/>
              </a:rPr>
              <a:t>We start by making a list of all the words along with their frequency of occurrence. Now the cumulative distribution of the frequency is defined such that </a:t>
            </a:r>
            <a:r>
              <a:rPr b="0" i="1" lang="en-US" sz="2800" u="none" cap="none" strike="noStrike">
                <a:solidFill>
                  <a:schemeClr val="dk1"/>
                </a:solidFill>
                <a:latin typeface="Times New Roman"/>
                <a:ea typeface="Times New Roman"/>
                <a:cs typeface="Times New Roman"/>
                <a:sym typeface="Times New Roman"/>
              </a:rPr>
              <a:t>P(x)</a:t>
            </a:r>
            <a:r>
              <a:rPr b="0" i="0" lang="en-US" sz="2800" u="none" cap="none" strike="noStrike">
                <a:solidFill>
                  <a:schemeClr val="dk1"/>
                </a:solidFill>
                <a:latin typeface="Arial"/>
                <a:ea typeface="Arial"/>
                <a:cs typeface="Arial"/>
                <a:sym typeface="Arial"/>
              </a:rPr>
              <a:t> is the fraction of words with frequency greater than or equal to </a:t>
            </a:r>
            <a:r>
              <a:rPr b="0" i="1" lang="en-US" sz="2800" u="none" cap="none" strike="noStrike">
                <a:solidFill>
                  <a:schemeClr val="dk1"/>
                </a:solidFill>
                <a:latin typeface="Times New Roman"/>
                <a:ea typeface="Times New Roman"/>
                <a:cs typeface="Times New Roman"/>
                <a:sym typeface="Times New Roman"/>
              </a:rPr>
              <a:t>x </a:t>
            </a:r>
            <a:r>
              <a:rPr b="0" i="0" lang="en-US" sz="2800" u="none" cap="none" strike="noStrike">
                <a:solidFill>
                  <a:schemeClr val="dk1"/>
                </a:solidFill>
                <a:latin typeface="Times New Roman"/>
                <a:ea typeface="Times New Roman"/>
                <a:cs typeface="Times New Roman"/>
                <a:sym typeface="Times New Roman"/>
              </a:rPr>
              <a:t>(</a:t>
            </a:r>
            <a:r>
              <a:rPr b="0" i="1" lang="en-US" sz="2800" u="none" cap="none" strike="noStrike">
                <a:solidFill>
                  <a:schemeClr val="dk1"/>
                </a:solidFill>
                <a:latin typeface="Times New Roman"/>
                <a:ea typeface="Times New Roman"/>
                <a:cs typeface="Times New Roman"/>
                <a:sym typeface="Times New Roman"/>
              </a:rPr>
              <a:t>P(X≥ x)</a:t>
            </a:r>
            <a:r>
              <a:rPr b="0" i="0" lang="en-US" sz="2800" u="none" cap="none" strike="noStrike">
                <a:solidFill>
                  <a:schemeClr val="dk1"/>
                </a:solidFill>
                <a:latin typeface="Arial"/>
                <a:ea typeface="Arial"/>
                <a:cs typeface="Arial"/>
                <a:sym typeface="Arial"/>
              </a:rPr>
              <a:t> </a:t>
            </a:r>
            <a:r>
              <a:rPr b="0" i="0" lang="en-US" sz="2800" u="none" cap="none" strike="noStrike">
                <a:solidFill>
                  <a:schemeClr val="dk1"/>
                </a:solidFill>
                <a:latin typeface="Times New Roman"/>
                <a:ea typeface="Times New Roman"/>
                <a:cs typeface="Times New Roman"/>
                <a:sym typeface="Times New Roman"/>
              </a:rPr>
              <a:t>)</a:t>
            </a:r>
            <a:r>
              <a:rPr b="0" i="0" lang="en-US" sz="2800" u="none" cap="none" strike="noStrike">
                <a:solidFill>
                  <a:schemeClr val="dk1"/>
                </a:solidFill>
                <a:latin typeface="Arial"/>
                <a:ea typeface="Arial"/>
                <a:cs typeface="Arial"/>
                <a:sym typeface="Arial"/>
              </a:rPr>
              <a:t>. </a:t>
            </a:r>
            <a:endParaRPr b="0" i="0" sz="3200" u="none" cap="none" strike="noStrike">
              <a:solidFill>
                <a:schemeClr val="dk1"/>
              </a:solidFill>
              <a:latin typeface="Arial"/>
              <a:ea typeface="Arial"/>
              <a:cs typeface="Arial"/>
              <a:sym typeface="Arial"/>
            </a:endParaRPr>
          </a:p>
          <a:p>
            <a:pPr indent="-342900" lvl="0" marL="342900" marR="0" rtl="0" algn="l">
              <a:lnSpc>
                <a:spcPct val="80000"/>
              </a:lnSpc>
              <a:spcBef>
                <a:spcPts val="560"/>
              </a:spcBef>
              <a:spcAft>
                <a:spcPts val="0"/>
              </a:spcAft>
              <a:buClr>
                <a:schemeClr val="dk1"/>
              </a:buClr>
              <a:buFont typeface="Arial"/>
              <a:buNone/>
            </a:pPr>
            <a:r>
              <a:rPr b="0" i="0" lang="en-US" sz="2800" u="none" cap="none" strike="noStrike">
                <a:solidFill>
                  <a:schemeClr val="dk1"/>
                </a:solidFill>
                <a:latin typeface="Arial"/>
                <a:ea typeface="Arial"/>
                <a:cs typeface="Arial"/>
                <a:sym typeface="Arial"/>
              </a:rPr>
              <a:t>Alternatively one could simply plot the number of words with frequency greater than or equal to </a:t>
            </a:r>
            <a:r>
              <a:rPr b="0" i="1" lang="en-US" sz="2800" u="none" cap="none" strike="noStrike">
                <a:solidFill>
                  <a:schemeClr val="dk1"/>
                </a:solidFill>
                <a:latin typeface="Times New Roman"/>
                <a:ea typeface="Times New Roman"/>
                <a:cs typeface="Times New Roman"/>
                <a:sym typeface="Times New Roman"/>
              </a:rPr>
              <a:t>x</a:t>
            </a:r>
            <a:r>
              <a:rPr b="0" i="0" lang="en-US" sz="2800" u="none" cap="none" strike="noStrike">
                <a:solidFill>
                  <a:schemeClr val="dk1"/>
                </a:solidFill>
                <a:latin typeface="Arial"/>
                <a:ea typeface="Arial"/>
                <a:cs typeface="Arial"/>
                <a:sym typeface="Arial"/>
              </a:rPr>
              <a:t>.</a:t>
            </a:r>
            <a:endParaRPr b="0" i="0" sz="3200" u="none" cap="none" strike="noStrike">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2"/>
              </a:buClr>
              <a:buFont typeface="Arial"/>
              <a:buNone/>
            </a:pPr>
            <a:r>
              <a:rPr b="0" i="0" lang="en-US" sz="3400" u="none" cap="none" strike="noStrike">
                <a:solidFill>
                  <a:schemeClr val="dk2"/>
                </a:solidFill>
                <a:latin typeface="Arial"/>
                <a:ea typeface="Arial"/>
                <a:cs typeface="Arial"/>
                <a:sym typeface="Arial"/>
              </a:rPr>
              <a:t>Cumulative distributions</a:t>
            </a:r>
            <a:r>
              <a:rPr b="0" i="0" lang="en-US" sz="3400" u="none" cap="none" strike="noStrike">
                <a:solidFill>
                  <a:schemeClr val="dk1"/>
                </a:solidFill>
                <a:latin typeface="Arial"/>
                <a:ea typeface="Arial"/>
                <a:cs typeface="Arial"/>
                <a:sym typeface="Arial"/>
              </a:rPr>
              <a:t> vs. rank/frequency</a:t>
            </a:r>
            <a:endParaRPr b="0" i="0" sz="4400" u="none" cap="none" strike="noStrike">
              <a:solidFill>
                <a:schemeClr val="dk2"/>
              </a:solidFill>
              <a:latin typeface="Arial"/>
              <a:ea typeface="Arial"/>
              <a:cs typeface="Arial"/>
              <a:sym typeface="Arial"/>
            </a:endParaRPr>
          </a:p>
        </p:txBody>
      </p:sp>
      <p:sp>
        <p:nvSpPr>
          <p:cNvPr id="280" name="Google Shape;280;p3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80000"/>
              </a:lnSpc>
              <a:spcBef>
                <a:spcPts val="400"/>
              </a:spcBef>
              <a:spcAft>
                <a:spcPts val="0"/>
              </a:spcAft>
              <a:buClr>
                <a:schemeClr val="dk1"/>
              </a:buClr>
              <a:buFont typeface="Arial"/>
              <a:buNone/>
            </a:pPr>
            <a:r>
              <a:rPr b="1" i="0" lang="en-US" sz="2000" u="none" cap="none" strike="noStrike">
                <a:solidFill>
                  <a:schemeClr val="dk1"/>
                </a:solidFill>
                <a:latin typeface="Arial"/>
                <a:ea typeface="Arial"/>
                <a:cs typeface="Arial"/>
                <a:sym typeface="Arial"/>
              </a:rPr>
              <a:t>For example :</a:t>
            </a:r>
            <a:r>
              <a:rPr b="0" i="0" lang="en-US" sz="2000" u="none" cap="none" strike="noStrike">
                <a:solidFill>
                  <a:schemeClr val="dk1"/>
                </a:solidFill>
                <a:latin typeface="Arial"/>
                <a:ea typeface="Arial"/>
                <a:cs typeface="Arial"/>
                <a:sym typeface="Arial"/>
              </a:rPr>
              <a:t> The most frequent word, which is “the” in most written English texts. If </a:t>
            </a:r>
            <a:r>
              <a:rPr b="0" i="1" lang="en-US" sz="2000" u="none" cap="none" strike="noStrike">
                <a:solidFill>
                  <a:schemeClr val="dk1"/>
                </a:solidFill>
                <a:latin typeface="Times New Roman"/>
                <a:ea typeface="Times New Roman"/>
                <a:cs typeface="Times New Roman"/>
                <a:sym typeface="Times New Roman"/>
              </a:rPr>
              <a:t>x</a:t>
            </a:r>
            <a:r>
              <a:rPr b="0" i="0" lang="en-US" sz="2000" u="none" cap="none" strike="noStrike">
                <a:solidFill>
                  <a:schemeClr val="dk1"/>
                </a:solidFill>
                <a:latin typeface="Arial"/>
                <a:ea typeface="Arial"/>
                <a:cs typeface="Arial"/>
                <a:sym typeface="Arial"/>
              </a:rPr>
              <a:t> is the frequency with which this word occurs, then clearly there is exactly one word with frequency greater than or equal to </a:t>
            </a:r>
            <a:r>
              <a:rPr b="0" i="1" lang="en-US" sz="2000" u="none" cap="none" strike="noStrike">
                <a:solidFill>
                  <a:schemeClr val="dk1"/>
                </a:solidFill>
                <a:latin typeface="Times New Roman"/>
                <a:ea typeface="Times New Roman"/>
                <a:cs typeface="Times New Roman"/>
                <a:sym typeface="Times New Roman"/>
              </a:rPr>
              <a:t>x</a:t>
            </a:r>
            <a:r>
              <a:rPr b="0" i="0" lang="en-US" sz="2000" u="none" cap="none" strike="noStrike">
                <a:solidFill>
                  <a:schemeClr val="dk1"/>
                </a:solidFill>
                <a:latin typeface="Arial"/>
                <a:ea typeface="Arial"/>
                <a:cs typeface="Arial"/>
                <a:sym typeface="Arial"/>
              </a:rPr>
              <a:t>, since no other word is more frequent.</a:t>
            </a:r>
            <a:endParaRPr b="0" i="0" sz="3200" u="none" cap="none" strike="noStrike">
              <a:solidFill>
                <a:schemeClr val="dk1"/>
              </a:solidFill>
              <a:latin typeface="Arial"/>
              <a:ea typeface="Arial"/>
              <a:cs typeface="Arial"/>
              <a:sym typeface="Arial"/>
            </a:endParaRPr>
          </a:p>
          <a:p>
            <a:pPr indent="-342900" lvl="0" marL="342900" marR="0" rtl="0" algn="l">
              <a:lnSpc>
                <a:spcPct val="80000"/>
              </a:lnSpc>
              <a:spcBef>
                <a:spcPts val="400"/>
              </a:spcBef>
              <a:spcAft>
                <a:spcPts val="0"/>
              </a:spcAft>
              <a:buClr>
                <a:schemeClr val="dk1"/>
              </a:buClr>
              <a:buFont typeface="Arial"/>
              <a:buNone/>
            </a:pPr>
            <a:r>
              <a:rPr b="0" i="0" lang="en-US" sz="2000" u="none" cap="none" strike="noStrike">
                <a:solidFill>
                  <a:schemeClr val="dk1"/>
                </a:solidFill>
                <a:latin typeface="Arial"/>
                <a:ea typeface="Arial"/>
                <a:cs typeface="Arial"/>
                <a:sym typeface="Arial"/>
              </a:rPr>
              <a:t>Similarly, for the frequency of the second most common word—usually “of”—there are two words with that frequency or greater, namely “of” and “the”. And so forth. </a:t>
            </a:r>
            <a:endParaRPr b="0" i="0" sz="3200" u="none" cap="none" strike="noStrike">
              <a:solidFill>
                <a:schemeClr val="dk1"/>
              </a:solidFill>
              <a:latin typeface="Arial"/>
              <a:ea typeface="Arial"/>
              <a:cs typeface="Arial"/>
              <a:sym typeface="Arial"/>
            </a:endParaRPr>
          </a:p>
          <a:p>
            <a:pPr indent="-342900" lvl="0" marL="342900" marR="0" rtl="0" algn="l">
              <a:lnSpc>
                <a:spcPct val="80000"/>
              </a:lnSpc>
              <a:spcBef>
                <a:spcPts val="400"/>
              </a:spcBef>
              <a:spcAft>
                <a:spcPts val="0"/>
              </a:spcAft>
              <a:buClr>
                <a:schemeClr val="dk1"/>
              </a:buClr>
              <a:buFont typeface="Arial"/>
              <a:buNone/>
            </a:pPr>
            <a:r>
              <a:rPr b="0" i="0" lang="en-US" sz="2000" u="none" cap="none" strike="noStrike">
                <a:solidFill>
                  <a:schemeClr val="dk1"/>
                </a:solidFill>
                <a:latin typeface="Arial"/>
                <a:ea typeface="Arial"/>
                <a:cs typeface="Arial"/>
                <a:sym typeface="Arial"/>
              </a:rPr>
              <a:t>In other words, if we rank the words in order, then by definition there are n words with frequency greater than or equal to that of the nth most common word. Thus the cumulative distribution </a:t>
            </a:r>
            <a:r>
              <a:rPr b="0" i="1" lang="en-US" sz="2000" u="none" cap="none" strike="noStrike">
                <a:solidFill>
                  <a:schemeClr val="dk1"/>
                </a:solidFill>
                <a:latin typeface="Times New Roman"/>
                <a:ea typeface="Times New Roman"/>
                <a:cs typeface="Times New Roman"/>
                <a:sym typeface="Times New Roman"/>
              </a:rPr>
              <a:t>P(x)</a:t>
            </a:r>
            <a:r>
              <a:rPr b="0" i="0" lang="en-US" sz="2000" u="none" cap="none" strike="noStrike">
                <a:solidFill>
                  <a:schemeClr val="dk1"/>
                </a:solidFill>
                <a:latin typeface="Arial"/>
                <a:ea typeface="Arial"/>
                <a:cs typeface="Arial"/>
                <a:sym typeface="Arial"/>
              </a:rPr>
              <a:t> is simply proportional to the rank n of a word. This means that to make a plot of </a:t>
            </a:r>
            <a:r>
              <a:rPr b="0" i="1" lang="en-US" sz="2000" u="none" cap="none" strike="noStrike">
                <a:solidFill>
                  <a:schemeClr val="dk1"/>
                </a:solidFill>
                <a:latin typeface="Times New Roman"/>
                <a:ea typeface="Times New Roman"/>
                <a:cs typeface="Times New Roman"/>
                <a:sym typeface="Times New Roman"/>
              </a:rPr>
              <a:t>P(x)</a:t>
            </a:r>
            <a:r>
              <a:rPr b="0" i="0" lang="en-US" sz="2000" u="none" cap="none" strike="noStrike">
                <a:solidFill>
                  <a:schemeClr val="dk1"/>
                </a:solidFill>
                <a:latin typeface="Arial"/>
                <a:ea typeface="Arial"/>
                <a:cs typeface="Arial"/>
                <a:sym typeface="Arial"/>
              </a:rPr>
              <a:t> all we need do is sort the words in decreasing order of frequency, number them starting from 1, and then plot their ranks as a function of their frequency. </a:t>
            </a:r>
            <a:endParaRPr b="0" i="0" sz="3200" u="none" cap="none" strike="noStrike">
              <a:solidFill>
                <a:schemeClr val="dk1"/>
              </a:solidFill>
              <a:latin typeface="Arial"/>
              <a:ea typeface="Arial"/>
              <a:cs typeface="Arial"/>
              <a:sym typeface="Arial"/>
            </a:endParaRPr>
          </a:p>
          <a:p>
            <a:pPr indent="-342900" lvl="0" marL="342900" marR="0" rtl="0" algn="l">
              <a:lnSpc>
                <a:spcPct val="80000"/>
              </a:lnSpc>
              <a:spcBef>
                <a:spcPts val="400"/>
              </a:spcBef>
              <a:spcAft>
                <a:spcPts val="0"/>
              </a:spcAft>
              <a:buClr>
                <a:schemeClr val="dk1"/>
              </a:buClr>
              <a:buFont typeface="Arial"/>
              <a:buNone/>
            </a:pPr>
            <a:r>
              <a:rPr b="0" i="0" lang="en-US" sz="2000" u="none" cap="none" strike="noStrike">
                <a:solidFill>
                  <a:schemeClr val="dk1"/>
                </a:solidFill>
                <a:latin typeface="Arial"/>
                <a:ea typeface="Arial"/>
                <a:cs typeface="Arial"/>
                <a:sym typeface="Arial"/>
              </a:rPr>
              <a:t>Such a plot of rank against frequency was called by Zipf a rank/frequency plot.</a:t>
            </a:r>
            <a:endParaRPr b="0" i="0" sz="3200" u="none" cap="none" strike="noStrike">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2"/>
              </a:buClr>
              <a:buFont typeface="Arial"/>
              <a:buNone/>
            </a:pPr>
            <a:r>
              <a:rPr b="0" i="0" lang="en-US" sz="3400" u="none" cap="none" strike="noStrike">
                <a:solidFill>
                  <a:schemeClr val="dk2"/>
                </a:solidFill>
                <a:latin typeface="Arial"/>
                <a:ea typeface="Arial"/>
                <a:cs typeface="Arial"/>
                <a:sym typeface="Arial"/>
              </a:rPr>
              <a:t>Estimate α from observed data </a:t>
            </a:r>
            <a:endParaRPr b="0" i="0" sz="4400" u="none" cap="none" strike="noStrike">
              <a:solidFill>
                <a:schemeClr val="dk2"/>
              </a:solidFill>
              <a:latin typeface="Arial"/>
              <a:ea typeface="Arial"/>
              <a:cs typeface="Arial"/>
              <a:sym typeface="Arial"/>
            </a:endParaRPr>
          </a:p>
        </p:txBody>
      </p:sp>
      <p:sp>
        <p:nvSpPr>
          <p:cNvPr id="287" name="Google Shape;287;p3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spcBef>
                <a:spcPts val="400"/>
              </a:spcBef>
              <a:spcAft>
                <a:spcPts val="0"/>
              </a:spcAft>
              <a:buClr>
                <a:schemeClr val="dk1"/>
              </a:buClr>
              <a:buFont typeface="Arial"/>
              <a:buNone/>
            </a:pPr>
            <a:r>
              <a:rPr b="0" i="0" lang="en-US" sz="2000" u="none" cap="none" strike="noStrike">
                <a:solidFill>
                  <a:schemeClr val="dk1"/>
                </a:solidFill>
                <a:latin typeface="Arial"/>
                <a:ea typeface="Arial"/>
                <a:cs typeface="Arial"/>
                <a:sym typeface="Arial"/>
              </a:rPr>
              <a:t>One way is to fit the slope of the line in plots and this is the most commonly used method. For example,  for the plot that was generated by Logarithmic binning gives α = 2.26 ± 0.02, which is incompatible with the known value of α = 2.5 from which the data were generated. </a:t>
            </a:r>
            <a:endParaRPr b="0" i="0" sz="3200" u="none" cap="none" strike="noStrike">
              <a:solidFill>
                <a:schemeClr val="dk1"/>
              </a:solidFill>
              <a:latin typeface="Arial"/>
              <a:ea typeface="Arial"/>
              <a:cs typeface="Arial"/>
              <a:sym typeface="Arial"/>
            </a:endParaRPr>
          </a:p>
          <a:p>
            <a:pPr indent="-342900" lvl="0" marL="342900" marR="0" rtl="0" algn="l">
              <a:spcBef>
                <a:spcPts val="400"/>
              </a:spcBef>
              <a:spcAft>
                <a:spcPts val="0"/>
              </a:spcAft>
              <a:buClr>
                <a:schemeClr val="dk1"/>
              </a:buClr>
              <a:buFont typeface="Arial"/>
              <a:buNone/>
            </a:pPr>
            <a:r>
              <a:rPr b="0" i="0" lang="en-US" sz="2000" u="none" cap="none" strike="noStrike">
                <a:solidFill>
                  <a:schemeClr val="dk1"/>
                </a:solidFill>
                <a:latin typeface="Arial"/>
                <a:ea typeface="Arial"/>
                <a:cs typeface="Arial"/>
                <a:sym typeface="Arial"/>
              </a:rPr>
              <a:t>An alternative, simple and reliable method for extracting the exponent is to employ the formula which gives α = 2.500 ± 0.002 to the generated data.</a:t>
            </a:r>
            <a:endParaRPr b="0" i="0" sz="3200" u="none" cap="none" strike="noStrike">
              <a:solidFill>
                <a:schemeClr val="dk1"/>
              </a:solidFill>
              <a:latin typeface="Arial"/>
              <a:ea typeface="Arial"/>
              <a:cs typeface="Arial"/>
              <a:sym typeface="Arial"/>
            </a:endParaRPr>
          </a:p>
          <a:p>
            <a:pPr indent="-222250" lvl="0" marL="342900" marR="0" rtl="0" algn="l">
              <a:spcBef>
                <a:spcPts val="640"/>
              </a:spcBef>
              <a:spcAft>
                <a:spcPts val="0"/>
              </a:spcAft>
              <a:buClr>
                <a:schemeClr val="dk1"/>
              </a:buClr>
              <a:buSzPts val="1900"/>
              <a:buFont typeface="Arial"/>
              <a:buNone/>
            </a:pPr>
            <a:r>
              <a:t/>
            </a:r>
            <a:endParaRPr b="0" i="0" sz="3200" u="none" cap="none" strike="noStrike">
              <a:solidFill>
                <a:schemeClr val="dk1"/>
              </a:solidFill>
              <a:latin typeface="Arial"/>
              <a:ea typeface="Arial"/>
              <a:cs typeface="Arial"/>
              <a:sym typeface="Arial"/>
            </a:endParaRPr>
          </a:p>
        </p:txBody>
      </p:sp>
      <p:sp>
        <p:nvSpPr>
          <p:cNvPr id="288" name="Google Shape;288;p38"/>
          <p:cNvSpPr txBox="1"/>
          <p:nvPr/>
        </p:nvSpPr>
        <p:spPr>
          <a:xfrm>
            <a:off x="4230687" y="5067300"/>
            <a:ext cx="9144000" cy="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pic>
        <p:nvPicPr>
          <p:cNvPr id="289" name="Google Shape;289;p38"/>
          <p:cNvPicPr preferRelativeResize="0"/>
          <p:nvPr/>
        </p:nvPicPr>
        <p:blipFill>
          <a:blip r:embed="rId3">
            <a:alphaModFix/>
          </a:blip>
          <a:stretch>
            <a:fillRect/>
          </a:stretch>
        </p:blipFill>
        <p:spPr>
          <a:xfrm>
            <a:off x="2514600" y="4800600"/>
            <a:ext cx="3735387" cy="827087"/>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2"/>
              </a:buClr>
              <a:buFont typeface="Arial"/>
              <a:buNone/>
            </a:pPr>
            <a:r>
              <a:rPr b="0" i="0" lang="en-US" sz="3400" u="none" cap="none" strike="noStrike">
                <a:solidFill>
                  <a:schemeClr val="dk2"/>
                </a:solidFill>
                <a:latin typeface="Arial"/>
                <a:ea typeface="Arial"/>
                <a:cs typeface="Arial"/>
                <a:sym typeface="Arial"/>
              </a:rPr>
              <a:t>Examples of power laws</a:t>
            </a:r>
            <a:endParaRPr b="0" i="0" sz="4400" u="none" cap="none" strike="noStrike">
              <a:solidFill>
                <a:schemeClr val="dk2"/>
              </a:solidFill>
              <a:latin typeface="Arial"/>
              <a:ea typeface="Arial"/>
              <a:cs typeface="Arial"/>
              <a:sym typeface="Arial"/>
            </a:endParaRPr>
          </a:p>
        </p:txBody>
      </p:sp>
      <p:sp>
        <p:nvSpPr>
          <p:cNvPr id="296" name="Google Shape;296;p3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457200" lvl="0" marL="0" marR="0" rtl="0" algn="l">
              <a:lnSpc>
                <a:spcPct val="90000"/>
              </a:lnSpc>
              <a:spcBef>
                <a:spcPts val="480"/>
              </a:spcBef>
              <a:spcAft>
                <a:spcPts val="0"/>
              </a:spcAft>
              <a:buClr>
                <a:schemeClr val="dk1"/>
              </a:buClr>
              <a:buSzPts val="2400"/>
              <a:buFont typeface="Arial"/>
              <a:buAutoNum type="alphaLcPeriod"/>
            </a:pPr>
            <a:r>
              <a:rPr b="0" i="0" lang="en-US" sz="2400" u="none" cap="none" strike="noStrike">
                <a:solidFill>
                  <a:schemeClr val="dk1"/>
                </a:solidFill>
                <a:latin typeface="Arial"/>
                <a:ea typeface="Arial"/>
                <a:cs typeface="Arial"/>
                <a:sym typeface="Arial"/>
              </a:rPr>
              <a:t>Word frequency: Estoup. </a:t>
            </a:r>
            <a:endParaRPr b="0" i="0" sz="3200" u="none" cap="none" strike="noStrike">
              <a:solidFill>
                <a:schemeClr val="dk1"/>
              </a:solidFill>
              <a:latin typeface="Arial"/>
              <a:ea typeface="Arial"/>
              <a:cs typeface="Arial"/>
              <a:sym typeface="Arial"/>
            </a:endParaRPr>
          </a:p>
          <a:p>
            <a:pPr indent="457200" lvl="0" marL="0" marR="0" rtl="0" algn="l">
              <a:lnSpc>
                <a:spcPct val="90000"/>
              </a:lnSpc>
              <a:spcBef>
                <a:spcPts val="0"/>
              </a:spcBef>
              <a:spcAft>
                <a:spcPts val="0"/>
              </a:spcAft>
              <a:buClr>
                <a:schemeClr val="dk1"/>
              </a:buClr>
              <a:buSzPts val="2400"/>
              <a:buFont typeface="Arial"/>
              <a:buAutoNum type="alphaLcPeriod"/>
            </a:pPr>
            <a:r>
              <a:rPr b="0" i="0" lang="en-US" sz="2400" u="none" cap="none" strike="noStrike">
                <a:solidFill>
                  <a:schemeClr val="dk1"/>
                </a:solidFill>
                <a:latin typeface="Arial"/>
                <a:ea typeface="Arial"/>
                <a:cs typeface="Arial"/>
                <a:sym typeface="Arial"/>
              </a:rPr>
              <a:t>Citations of scientific papers: Price.</a:t>
            </a:r>
            <a:endParaRPr b="0" i="0" sz="3200" u="none" cap="none" strike="noStrike">
              <a:solidFill>
                <a:schemeClr val="dk1"/>
              </a:solidFill>
              <a:latin typeface="Arial"/>
              <a:ea typeface="Arial"/>
              <a:cs typeface="Arial"/>
              <a:sym typeface="Arial"/>
            </a:endParaRPr>
          </a:p>
          <a:p>
            <a:pPr indent="457200" lvl="0" marL="0" marR="0" rtl="0" algn="l">
              <a:lnSpc>
                <a:spcPct val="90000"/>
              </a:lnSpc>
              <a:spcBef>
                <a:spcPts val="0"/>
              </a:spcBef>
              <a:spcAft>
                <a:spcPts val="0"/>
              </a:spcAft>
              <a:buClr>
                <a:schemeClr val="dk1"/>
              </a:buClr>
              <a:buSzPts val="2400"/>
              <a:buFont typeface="Arial"/>
              <a:buAutoNum type="alphaLcPeriod"/>
            </a:pPr>
            <a:r>
              <a:rPr b="0" i="0" lang="en-US" sz="2400" u="none" cap="none" strike="noStrike">
                <a:solidFill>
                  <a:schemeClr val="dk1"/>
                </a:solidFill>
                <a:latin typeface="Arial"/>
                <a:ea typeface="Arial"/>
                <a:cs typeface="Arial"/>
                <a:sym typeface="Arial"/>
              </a:rPr>
              <a:t>Web hits: Adamic and Huberman</a:t>
            </a:r>
            <a:endParaRPr b="0" i="0" sz="3200" u="none" cap="none" strike="noStrike">
              <a:solidFill>
                <a:schemeClr val="dk1"/>
              </a:solidFill>
              <a:latin typeface="Arial"/>
              <a:ea typeface="Arial"/>
              <a:cs typeface="Arial"/>
              <a:sym typeface="Arial"/>
            </a:endParaRPr>
          </a:p>
          <a:p>
            <a:pPr indent="457200" lvl="0" marL="0" marR="0" rtl="0" algn="l">
              <a:lnSpc>
                <a:spcPct val="90000"/>
              </a:lnSpc>
              <a:spcBef>
                <a:spcPts val="0"/>
              </a:spcBef>
              <a:spcAft>
                <a:spcPts val="0"/>
              </a:spcAft>
              <a:buClr>
                <a:schemeClr val="dk1"/>
              </a:buClr>
              <a:buSzPts val="2400"/>
              <a:buFont typeface="Arial"/>
              <a:buAutoNum type="alphaLcPeriod"/>
            </a:pPr>
            <a:r>
              <a:rPr b="0" i="0" lang="en-US" sz="2400" u="none" cap="none" strike="noStrike">
                <a:solidFill>
                  <a:schemeClr val="dk1"/>
                </a:solidFill>
                <a:latin typeface="Arial"/>
                <a:ea typeface="Arial"/>
                <a:cs typeface="Arial"/>
                <a:sym typeface="Arial"/>
              </a:rPr>
              <a:t>Copies of books sold.</a:t>
            </a:r>
            <a:endParaRPr b="0" i="0" sz="3200" u="none" cap="none" strike="noStrike">
              <a:solidFill>
                <a:schemeClr val="dk1"/>
              </a:solidFill>
              <a:latin typeface="Arial"/>
              <a:ea typeface="Arial"/>
              <a:cs typeface="Arial"/>
              <a:sym typeface="Arial"/>
            </a:endParaRPr>
          </a:p>
          <a:p>
            <a:pPr indent="457200" lvl="0" marL="0" marR="0" rtl="0" algn="l">
              <a:lnSpc>
                <a:spcPct val="90000"/>
              </a:lnSpc>
              <a:spcBef>
                <a:spcPts val="0"/>
              </a:spcBef>
              <a:spcAft>
                <a:spcPts val="0"/>
              </a:spcAft>
              <a:buClr>
                <a:schemeClr val="dk1"/>
              </a:buClr>
              <a:buSzPts val="2400"/>
              <a:buFont typeface="Arial"/>
              <a:buAutoNum type="alphaLcPeriod"/>
            </a:pPr>
            <a:r>
              <a:rPr b="0" i="0" lang="en-US" sz="2400" u="none" cap="none" strike="noStrike">
                <a:solidFill>
                  <a:schemeClr val="dk1"/>
                </a:solidFill>
                <a:latin typeface="Arial"/>
                <a:ea typeface="Arial"/>
                <a:cs typeface="Arial"/>
                <a:sym typeface="Arial"/>
              </a:rPr>
              <a:t>Diameter of moon craters: Neukum &amp; Ivanov.</a:t>
            </a:r>
            <a:endParaRPr b="0" i="0" sz="3200" u="none" cap="none" strike="noStrike">
              <a:solidFill>
                <a:schemeClr val="dk1"/>
              </a:solidFill>
              <a:latin typeface="Arial"/>
              <a:ea typeface="Arial"/>
              <a:cs typeface="Arial"/>
              <a:sym typeface="Arial"/>
            </a:endParaRPr>
          </a:p>
          <a:p>
            <a:pPr indent="457200" lvl="0" marL="0" marR="0" rtl="0" algn="l">
              <a:lnSpc>
                <a:spcPct val="90000"/>
              </a:lnSpc>
              <a:spcBef>
                <a:spcPts val="0"/>
              </a:spcBef>
              <a:spcAft>
                <a:spcPts val="0"/>
              </a:spcAft>
              <a:buClr>
                <a:schemeClr val="dk1"/>
              </a:buClr>
              <a:buSzPts val="2400"/>
              <a:buFont typeface="Arial"/>
              <a:buAutoNum type="alphaLcPeriod"/>
            </a:pPr>
            <a:r>
              <a:rPr b="0" i="0" lang="en-US" sz="2400" u="none" cap="none" strike="noStrike">
                <a:solidFill>
                  <a:schemeClr val="dk1"/>
                </a:solidFill>
                <a:latin typeface="Arial"/>
                <a:ea typeface="Arial"/>
                <a:cs typeface="Arial"/>
                <a:sym typeface="Arial"/>
              </a:rPr>
              <a:t>Intensity of solar flares: Lu and Hamilton.</a:t>
            </a:r>
            <a:endParaRPr b="0" i="0" sz="3200" u="none" cap="none" strike="noStrike">
              <a:solidFill>
                <a:schemeClr val="dk1"/>
              </a:solidFill>
              <a:latin typeface="Arial"/>
              <a:ea typeface="Arial"/>
              <a:cs typeface="Arial"/>
              <a:sym typeface="Arial"/>
            </a:endParaRPr>
          </a:p>
          <a:p>
            <a:pPr indent="457200" lvl="0" marL="0" marR="0" rtl="0" algn="l">
              <a:lnSpc>
                <a:spcPct val="90000"/>
              </a:lnSpc>
              <a:spcBef>
                <a:spcPts val="0"/>
              </a:spcBef>
              <a:spcAft>
                <a:spcPts val="0"/>
              </a:spcAft>
              <a:buClr>
                <a:schemeClr val="dk1"/>
              </a:buClr>
              <a:buSzPts val="2400"/>
              <a:buFont typeface="Arial"/>
              <a:buAutoNum type="alphaLcPeriod"/>
            </a:pPr>
            <a:r>
              <a:rPr b="0" i="0" lang="en-US" sz="2400" u="none" cap="none" strike="noStrike">
                <a:solidFill>
                  <a:schemeClr val="dk1"/>
                </a:solidFill>
                <a:latin typeface="Arial"/>
                <a:ea typeface="Arial"/>
                <a:cs typeface="Arial"/>
                <a:sym typeface="Arial"/>
              </a:rPr>
              <a:t>Intensity of wars: Small and Singer.</a:t>
            </a:r>
            <a:endParaRPr b="0" i="0" sz="3200" u="none" cap="none" strike="noStrike">
              <a:solidFill>
                <a:schemeClr val="dk1"/>
              </a:solidFill>
              <a:latin typeface="Arial"/>
              <a:ea typeface="Arial"/>
              <a:cs typeface="Arial"/>
              <a:sym typeface="Arial"/>
            </a:endParaRPr>
          </a:p>
          <a:p>
            <a:pPr indent="457200" lvl="0" marL="0" marR="0" rtl="0" algn="l">
              <a:lnSpc>
                <a:spcPct val="90000"/>
              </a:lnSpc>
              <a:spcBef>
                <a:spcPts val="0"/>
              </a:spcBef>
              <a:spcAft>
                <a:spcPts val="0"/>
              </a:spcAft>
              <a:buClr>
                <a:schemeClr val="dk1"/>
              </a:buClr>
              <a:buSzPts val="2400"/>
              <a:buFont typeface="Arial"/>
              <a:buAutoNum type="alphaLcPeriod"/>
            </a:pPr>
            <a:r>
              <a:rPr b="0" i="0" lang="en-US" sz="2400" u="none" cap="none" strike="noStrike">
                <a:solidFill>
                  <a:schemeClr val="dk1"/>
                </a:solidFill>
                <a:latin typeface="Arial"/>
                <a:ea typeface="Arial"/>
                <a:cs typeface="Arial"/>
                <a:sym typeface="Arial"/>
              </a:rPr>
              <a:t>Wealth of the richest people.</a:t>
            </a:r>
            <a:endParaRPr b="0" i="0" sz="3200" u="none" cap="none" strike="noStrike">
              <a:solidFill>
                <a:schemeClr val="dk1"/>
              </a:solidFill>
              <a:latin typeface="Arial"/>
              <a:ea typeface="Arial"/>
              <a:cs typeface="Arial"/>
              <a:sym typeface="Arial"/>
            </a:endParaRPr>
          </a:p>
          <a:p>
            <a:pPr indent="457200" lvl="0" marL="0" marR="0" rtl="0" algn="l">
              <a:lnSpc>
                <a:spcPct val="90000"/>
              </a:lnSpc>
              <a:spcBef>
                <a:spcPts val="0"/>
              </a:spcBef>
              <a:spcAft>
                <a:spcPts val="0"/>
              </a:spcAft>
              <a:buClr>
                <a:schemeClr val="dk1"/>
              </a:buClr>
              <a:buSzPts val="2400"/>
              <a:buFont typeface="Arial"/>
              <a:buAutoNum type="alphaLcPeriod"/>
            </a:pPr>
            <a:r>
              <a:rPr b="0" i="0" lang="en-US" sz="2400" u="none" cap="none" strike="noStrike">
                <a:solidFill>
                  <a:schemeClr val="dk1"/>
                </a:solidFill>
                <a:latin typeface="Arial"/>
                <a:ea typeface="Arial"/>
                <a:cs typeface="Arial"/>
                <a:sym typeface="Arial"/>
              </a:rPr>
              <a:t>Frequencies of family names: e.g. US &amp; Japan not Korea.</a:t>
            </a:r>
            <a:endParaRPr b="0" i="0" sz="3200" u="none" cap="none" strike="noStrike">
              <a:solidFill>
                <a:schemeClr val="dk1"/>
              </a:solidFill>
              <a:latin typeface="Arial"/>
              <a:ea typeface="Arial"/>
              <a:cs typeface="Arial"/>
              <a:sym typeface="Arial"/>
            </a:endParaRPr>
          </a:p>
          <a:p>
            <a:pPr indent="457200" lvl="0" marL="0" marR="0" rtl="0" algn="l">
              <a:lnSpc>
                <a:spcPct val="90000"/>
              </a:lnSpc>
              <a:spcBef>
                <a:spcPts val="0"/>
              </a:spcBef>
              <a:spcAft>
                <a:spcPts val="0"/>
              </a:spcAft>
              <a:buClr>
                <a:schemeClr val="dk1"/>
              </a:buClr>
              <a:buSzPts val="2400"/>
              <a:buFont typeface="Arial"/>
              <a:buAutoNum type="alphaLcPeriod"/>
            </a:pPr>
            <a:r>
              <a:rPr b="0" i="0" lang="en-US" sz="2400" u="none" cap="none" strike="noStrike">
                <a:solidFill>
                  <a:schemeClr val="dk1"/>
                </a:solidFill>
                <a:latin typeface="Arial"/>
                <a:ea typeface="Arial"/>
                <a:cs typeface="Arial"/>
                <a:sym typeface="Arial"/>
              </a:rPr>
              <a:t>Populations of cities.</a:t>
            </a:r>
            <a:endParaRPr b="0" i="0" sz="3200" u="none" cap="none" strike="noStrike">
              <a:solidFill>
                <a:schemeClr val="dk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pic>
        <p:nvPicPr>
          <p:cNvPr id="302" name="Google Shape;302;p40"/>
          <p:cNvPicPr preferRelativeResize="0"/>
          <p:nvPr/>
        </p:nvPicPr>
        <p:blipFill>
          <a:blip r:embed="rId3">
            <a:alphaModFix/>
          </a:blip>
          <a:stretch>
            <a:fillRect/>
          </a:stretch>
        </p:blipFill>
        <p:spPr>
          <a:xfrm>
            <a:off x="1828800" y="0"/>
            <a:ext cx="5326062" cy="6858000"/>
          </a:xfrm>
          <a:prstGeom prst="rect">
            <a:avLst/>
          </a:prstGeom>
          <a:noFill/>
          <a:ln>
            <a:noFill/>
          </a:ln>
        </p:spPr>
      </p:pic>
      <p:sp>
        <p:nvSpPr>
          <p:cNvPr id="303" name="Google Shape;303;p40"/>
          <p:cNvSpPr txBox="1"/>
          <p:nvPr/>
        </p:nvSpPr>
        <p:spPr>
          <a:xfrm>
            <a:off x="152400" y="1447800"/>
            <a:ext cx="1676400" cy="1739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Font typeface="Arial"/>
              <a:buNone/>
            </a:pPr>
            <a:r>
              <a:rPr b="0" i="0" lang="en-US" sz="1800" u="none" cap="none" strike="noStrike">
                <a:solidFill>
                  <a:schemeClr val="dk1"/>
                </a:solidFill>
                <a:latin typeface="Arial"/>
                <a:ea typeface="Arial"/>
                <a:cs typeface="Arial"/>
                <a:sym typeface="Arial"/>
              </a:rPr>
              <a:t>The following graph is plotted using Cumulative distributions</a:t>
            </a:r>
            <a:endParaRPr b="0" i="0" sz="18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2"/>
              </a:buClr>
              <a:buFont typeface="Arial"/>
              <a:buNone/>
            </a:pPr>
            <a:r>
              <a:rPr b="0" i="0" lang="en-US" sz="3400" u="none" cap="none" strike="noStrike">
                <a:solidFill>
                  <a:schemeClr val="dk2"/>
                </a:solidFill>
                <a:latin typeface="Arial"/>
                <a:ea typeface="Arial"/>
                <a:cs typeface="Arial"/>
                <a:sym typeface="Arial"/>
              </a:rPr>
              <a:t>Real world data for </a:t>
            </a:r>
            <a:r>
              <a:rPr b="0" i="1" lang="en-US" sz="3400" u="none" cap="none" strike="noStrike">
                <a:solidFill>
                  <a:schemeClr val="dk2"/>
                </a:solidFill>
                <a:latin typeface="Times New Roman"/>
                <a:ea typeface="Times New Roman"/>
                <a:cs typeface="Times New Roman"/>
                <a:sym typeface="Times New Roman"/>
              </a:rPr>
              <a:t>x</a:t>
            </a:r>
            <a:r>
              <a:rPr b="0" baseline="-25000" i="1" lang="en-US" sz="3400" u="none" cap="none" strike="noStrike">
                <a:solidFill>
                  <a:schemeClr val="dk2"/>
                </a:solidFill>
                <a:latin typeface="Times New Roman"/>
                <a:ea typeface="Times New Roman"/>
                <a:cs typeface="Times New Roman"/>
                <a:sym typeface="Times New Roman"/>
              </a:rPr>
              <a:t>min</a:t>
            </a:r>
            <a:r>
              <a:rPr b="0" i="0" lang="en-US" sz="3400" u="none" cap="none" strike="noStrike">
                <a:solidFill>
                  <a:schemeClr val="dk2"/>
                </a:solidFill>
                <a:latin typeface="Arial"/>
                <a:ea typeface="Arial"/>
                <a:cs typeface="Arial"/>
                <a:sym typeface="Arial"/>
              </a:rPr>
              <a:t> and </a:t>
            </a:r>
            <a:r>
              <a:rPr b="0" i="1" lang="en-US" sz="3600" u="none" cap="none" strike="noStrike">
                <a:solidFill>
                  <a:schemeClr val="dk2"/>
                </a:solidFill>
                <a:latin typeface="Arial"/>
                <a:ea typeface="Arial"/>
                <a:cs typeface="Arial"/>
                <a:sym typeface="Arial"/>
              </a:rPr>
              <a:t>α</a:t>
            </a:r>
            <a:r>
              <a:rPr b="0" i="0" lang="en-US" sz="3400" u="none" cap="none" strike="noStrike">
                <a:solidFill>
                  <a:schemeClr val="dk2"/>
                </a:solidFill>
                <a:latin typeface="Arial"/>
                <a:ea typeface="Arial"/>
                <a:cs typeface="Arial"/>
                <a:sym typeface="Arial"/>
              </a:rPr>
              <a:t> </a:t>
            </a:r>
            <a:endParaRPr b="0" i="0" sz="4400" u="none" cap="none" strike="noStrike">
              <a:solidFill>
                <a:schemeClr val="dk2"/>
              </a:solidFill>
              <a:latin typeface="Arial"/>
              <a:ea typeface="Arial"/>
              <a:cs typeface="Arial"/>
              <a:sym typeface="Arial"/>
            </a:endParaRPr>
          </a:p>
        </p:txBody>
      </p:sp>
      <p:graphicFrame>
        <p:nvGraphicFramePr>
          <p:cNvPr id="310" name="Google Shape;310;p41"/>
          <p:cNvGraphicFramePr/>
          <p:nvPr/>
        </p:nvGraphicFramePr>
        <p:xfrm>
          <a:off x="609600" y="1447800"/>
          <a:ext cx="3000000" cy="3000000"/>
        </p:xfrm>
        <a:graphic>
          <a:graphicData uri="http://schemas.openxmlformats.org/drawingml/2006/table">
            <a:tbl>
              <a:tblPr>
                <a:noFill/>
                <a:tableStyleId>{E93F79E0-300D-4C81-8997-A36FD775586A}</a:tableStyleId>
              </a:tblPr>
              <a:tblGrid>
                <a:gridCol w="3973500"/>
                <a:gridCol w="1692275"/>
                <a:gridCol w="1954200"/>
              </a:tblGrid>
              <a:tr h="396875">
                <a:tc>
                  <a:txBody>
                    <a:bodyPr/>
                    <a:lstStyle/>
                    <a:p>
                      <a:pPr indent="0" lvl="0" marL="0" rtl="0" algn="l">
                        <a:spcBef>
                          <a:spcPts val="0"/>
                        </a:spcBef>
                        <a:spcAft>
                          <a:spcPts val="0"/>
                        </a:spcAft>
                        <a:buNone/>
                      </a:pPr>
                      <a:r>
                        <a:t/>
                      </a:r>
                      <a:endParaRPr/>
                    </a:p>
                  </a:txBody>
                  <a:tcPr marT="91425" marB="91425" marR="91425" marL="91425">
                    <a:lnR cap="flat" cmpd="sng" w="12700">
                      <a:solidFill>
                        <a:schemeClr val="dk1"/>
                      </a:solidFill>
                      <a:prstDash val="solid"/>
                      <a:round/>
                      <a:headEnd len="sm" w="sm" type="none"/>
                      <a:tailEnd len="sm" w="sm" type="none"/>
                    </a:lnR>
                    <a:lnB cap="flat" cmpd="sng" w="12700">
                      <a:solidFill>
                        <a:schemeClr val="dk1"/>
                      </a:solidFill>
                      <a:prstDash val="solid"/>
                      <a:round/>
                      <a:headEnd len="sm" w="sm" type="none"/>
                      <a:tailEnd len="sm" w="sm" type="none"/>
                    </a:lnB>
                  </a:tcPr>
                </a:tc>
                <a:tc>
                  <a:txBody>
                    <a:bodyPr/>
                    <a:lstStyle/>
                    <a:p>
                      <a:pPr indent="0" lvl="0" marL="0" rtl="0" algn="l">
                        <a:spcBef>
                          <a:spcPts val="400"/>
                        </a:spcBef>
                        <a:spcAft>
                          <a:spcPts val="0"/>
                        </a:spcAft>
                        <a:buFont typeface="Times New Roman"/>
                        <a:buNone/>
                      </a:pPr>
                      <a:r>
                        <a:rPr i="1" lang="en-US" sz="2000">
                          <a:solidFill>
                            <a:schemeClr val="dk1"/>
                          </a:solidFill>
                          <a:latin typeface="Times New Roman"/>
                          <a:ea typeface="Times New Roman"/>
                          <a:cs typeface="Times New Roman"/>
                          <a:sym typeface="Times New Roman"/>
                        </a:rPr>
                        <a:t>x</a:t>
                      </a:r>
                      <a:r>
                        <a:rPr baseline="-25000" i="1" lang="en-US" sz="2000">
                          <a:solidFill>
                            <a:schemeClr val="dk1"/>
                          </a:solidFill>
                          <a:latin typeface="Times New Roman"/>
                          <a:ea typeface="Times New Roman"/>
                          <a:cs typeface="Times New Roman"/>
                          <a:sym typeface="Times New Roman"/>
                        </a:rPr>
                        <a:t>min</a:t>
                      </a:r>
                      <a:endParaRPr/>
                    </a:p>
                  </a:txBody>
                  <a:tcPr marT="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B cap="flat" cmpd="sng" w="12700">
                      <a:solidFill>
                        <a:schemeClr val="dk1"/>
                      </a:solidFill>
                      <a:prstDash val="solid"/>
                      <a:round/>
                      <a:headEnd len="sm" w="sm" type="none"/>
                      <a:tailEnd len="sm" w="sm" type="none"/>
                    </a:lnB>
                  </a:tcPr>
                </a:tc>
                <a:tc>
                  <a:txBody>
                    <a:bodyPr/>
                    <a:lstStyle/>
                    <a:p>
                      <a:pPr indent="0" lvl="0" marL="0" rtl="0" algn="l">
                        <a:spcBef>
                          <a:spcPts val="400"/>
                        </a:spcBef>
                        <a:spcAft>
                          <a:spcPts val="0"/>
                        </a:spcAft>
                        <a:buNone/>
                      </a:pPr>
                      <a:r>
                        <a:rPr i="1" lang="en-US" sz="2000">
                          <a:solidFill>
                            <a:schemeClr val="dk1"/>
                          </a:solidFill>
                        </a:rPr>
                        <a:t>α</a:t>
                      </a:r>
                      <a:endParaRPr/>
                    </a:p>
                  </a:txBody>
                  <a:tcPr marT="0" marB="0" marR="0" marL="0">
                    <a:lnL cap="flat" cmpd="sng" w="12700">
                      <a:solidFill>
                        <a:schemeClr val="dk1"/>
                      </a:solidFill>
                      <a:prstDash val="solid"/>
                      <a:round/>
                      <a:headEnd len="sm" w="sm" type="none"/>
                      <a:tailEnd len="sm" w="sm" type="none"/>
                    </a:lnL>
                    <a:lnB cap="flat" cmpd="sng" w="12700">
                      <a:solidFill>
                        <a:schemeClr val="dk1"/>
                      </a:solidFill>
                      <a:prstDash val="solid"/>
                      <a:round/>
                      <a:headEnd len="sm" w="sm" type="none"/>
                      <a:tailEnd len="sm" w="sm" type="none"/>
                    </a:lnB>
                  </a:tcPr>
                </a:tc>
              </a:tr>
              <a:tr h="381000">
                <a:tc>
                  <a:txBody>
                    <a:bodyPr/>
                    <a:lstStyle/>
                    <a:p>
                      <a:pPr indent="0" lvl="0" marL="0" rtl="0" algn="l">
                        <a:spcBef>
                          <a:spcPts val="380"/>
                        </a:spcBef>
                        <a:spcAft>
                          <a:spcPts val="0"/>
                        </a:spcAft>
                        <a:buNone/>
                      </a:pPr>
                      <a:r>
                        <a:rPr lang="en-US" sz="1900">
                          <a:solidFill>
                            <a:schemeClr val="dk1"/>
                          </a:solidFill>
                        </a:rPr>
                        <a:t>frequency of use of words</a:t>
                      </a:r>
                      <a:endParaRPr/>
                    </a:p>
                  </a:txBody>
                  <a:tcPr marT="0" marB="0" marR="0" marL="0">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380"/>
                        </a:spcBef>
                        <a:spcAft>
                          <a:spcPts val="0"/>
                        </a:spcAft>
                        <a:buNone/>
                      </a:pPr>
                      <a:r>
                        <a:rPr lang="en-US" sz="1900">
                          <a:solidFill>
                            <a:schemeClr val="dk1"/>
                          </a:solidFill>
                        </a:rPr>
                        <a:t>1</a:t>
                      </a:r>
                      <a:endParaRPr/>
                    </a:p>
                  </a:txBody>
                  <a:tcPr marT="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380"/>
                        </a:spcBef>
                        <a:spcAft>
                          <a:spcPts val="0"/>
                        </a:spcAft>
                        <a:buNone/>
                      </a:pPr>
                      <a:r>
                        <a:rPr lang="en-US" sz="1900">
                          <a:solidFill>
                            <a:schemeClr val="dk1"/>
                          </a:solidFill>
                        </a:rPr>
                        <a:t>2.20</a:t>
                      </a:r>
                      <a:endParaRPr/>
                    </a:p>
                  </a:txBody>
                  <a:tcPr marT="0" marB="0" marR="0" marL="0">
                    <a:lnL cap="flat" cmpd="sng" w="12700">
                      <a:solidFill>
                        <a:schemeClr val="dk1"/>
                      </a:solidFill>
                      <a:prstDash val="solid"/>
                      <a:round/>
                      <a:headEnd len="sm" w="sm" type="none"/>
                      <a:tailEnd len="sm" w="sm" type="none"/>
                    </a:lnL>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81000">
                <a:tc>
                  <a:txBody>
                    <a:bodyPr/>
                    <a:lstStyle/>
                    <a:p>
                      <a:pPr indent="0" lvl="0" marL="0" rtl="0" algn="l">
                        <a:spcBef>
                          <a:spcPts val="380"/>
                        </a:spcBef>
                        <a:spcAft>
                          <a:spcPts val="0"/>
                        </a:spcAft>
                        <a:buNone/>
                      </a:pPr>
                      <a:r>
                        <a:rPr lang="en-US" sz="1900">
                          <a:solidFill>
                            <a:schemeClr val="dk1"/>
                          </a:solidFill>
                        </a:rPr>
                        <a:t>number of citations to papers</a:t>
                      </a:r>
                      <a:endParaRPr/>
                    </a:p>
                  </a:txBody>
                  <a:tcPr marT="0" marB="0" marR="0" marL="0">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380"/>
                        </a:spcBef>
                        <a:spcAft>
                          <a:spcPts val="0"/>
                        </a:spcAft>
                        <a:buNone/>
                      </a:pPr>
                      <a:r>
                        <a:rPr lang="en-US" sz="1900">
                          <a:solidFill>
                            <a:schemeClr val="dk1"/>
                          </a:solidFill>
                        </a:rPr>
                        <a:t>100</a:t>
                      </a:r>
                      <a:endParaRPr/>
                    </a:p>
                  </a:txBody>
                  <a:tcPr marT="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380"/>
                        </a:spcBef>
                        <a:spcAft>
                          <a:spcPts val="0"/>
                        </a:spcAft>
                        <a:buNone/>
                      </a:pPr>
                      <a:r>
                        <a:rPr lang="en-US" sz="1900">
                          <a:solidFill>
                            <a:schemeClr val="dk1"/>
                          </a:solidFill>
                        </a:rPr>
                        <a:t>3.04</a:t>
                      </a:r>
                      <a:endParaRPr/>
                    </a:p>
                  </a:txBody>
                  <a:tcPr marT="0" marB="0" marR="0" marL="0">
                    <a:lnL cap="flat" cmpd="sng" w="12700">
                      <a:solidFill>
                        <a:schemeClr val="dk1"/>
                      </a:solidFill>
                      <a:prstDash val="solid"/>
                      <a:round/>
                      <a:headEnd len="sm" w="sm" type="none"/>
                      <a:tailEnd len="sm" w="sm" type="none"/>
                    </a:lnL>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98450">
                <a:tc>
                  <a:txBody>
                    <a:bodyPr/>
                    <a:lstStyle/>
                    <a:p>
                      <a:pPr indent="0" lvl="0" marL="0" rtl="0" algn="l">
                        <a:spcBef>
                          <a:spcPts val="380"/>
                        </a:spcBef>
                        <a:spcAft>
                          <a:spcPts val="0"/>
                        </a:spcAft>
                        <a:buNone/>
                      </a:pPr>
                      <a:r>
                        <a:rPr lang="en-US" sz="1900">
                          <a:solidFill>
                            <a:schemeClr val="dk1"/>
                          </a:solidFill>
                        </a:rPr>
                        <a:t>number of hits on web sites</a:t>
                      </a:r>
                      <a:endParaRPr/>
                    </a:p>
                  </a:txBody>
                  <a:tcPr marT="0" marB="0" marR="0" marL="0">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380"/>
                        </a:spcBef>
                        <a:spcAft>
                          <a:spcPts val="0"/>
                        </a:spcAft>
                        <a:buNone/>
                      </a:pPr>
                      <a:r>
                        <a:rPr lang="en-US" sz="1900">
                          <a:solidFill>
                            <a:schemeClr val="dk1"/>
                          </a:solidFill>
                        </a:rPr>
                        <a:t>1</a:t>
                      </a:r>
                      <a:endParaRPr/>
                    </a:p>
                  </a:txBody>
                  <a:tcPr marT="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380"/>
                        </a:spcBef>
                        <a:spcAft>
                          <a:spcPts val="0"/>
                        </a:spcAft>
                        <a:buNone/>
                      </a:pPr>
                      <a:r>
                        <a:rPr lang="en-US" sz="1900">
                          <a:solidFill>
                            <a:schemeClr val="dk1"/>
                          </a:solidFill>
                        </a:rPr>
                        <a:t>2.40</a:t>
                      </a:r>
                      <a:endParaRPr/>
                    </a:p>
                  </a:txBody>
                  <a:tcPr marT="0" marB="0" marR="0" marL="0">
                    <a:lnL cap="flat" cmpd="sng" w="12700">
                      <a:solidFill>
                        <a:schemeClr val="dk1"/>
                      </a:solidFill>
                      <a:prstDash val="solid"/>
                      <a:round/>
                      <a:headEnd len="sm" w="sm" type="none"/>
                      <a:tailEnd len="sm" w="sm" type="none"/>
                    </a:lnL>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81000">
                <a:tc>
                  <a:txBody>
                    <a:bodyPr/>
                    <a:lstStyle/>
                    <a:p>
                      <a:pPr indent="0" lvl="0" marL="0" rtl="0" algn="l">
                        <a:spcBef>
                          <a:spcPts val="380"/>
                        </a:spcBef>
                        <a:spcAft>
                          <a:spcPts val="0"/>
                        </a:spcAft>
                        <a:buNone/>
                      </a:pPr>
                      <a:r>
                        <a:rPr lang="en-US" sz="1900">
                          <a:solidFill>
                            <a:schemeClr val="dk1"/>
                          </a:solidFill>
                        </a:rPr>
                        <a:t>copies of books sold in the US</a:t>
                      </a:r>
                      <a:endParaRPr/>
                    </a:p>
                  </a:txBody>
                  <a:tcPr marT="0" marB="0" marR="0" marL="0">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380"/>
                        </a:spcBef>
                        <a:spcAft>
                          <a:spcPts val="0"/>
                        </a:spcAft>
                        <a:buNone/>
                      </a:pPr>
                      <a:r>
                        <a:rPr lang="en-US" sz="1900">
                          <a:solidFill>
                            <a:schemeClr val="dk1"/>
                          </a:solidFill>
                        </a:rPr>
                        <a:t>2 000 000</a:t>
                      </a:r>
                      <a:endParaRPr/>
                    </a:p>
                  </a:txBody>
                  <a:tcPr marT="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380"/>
                        </a:spcBef>
                        <a:spcAft>
                          <a:spcPts val="0"/>
                        </a:spcAft>
                        <a:buNone/>
                      </a:pPr>
                      <a:r>
                        <a:rPr lang="en-US" sz="1900">
                          <a:solidFill>
                            <a:schemeClr val="dk1"/>
                          </a:solidFill>
                        </a:rPr>
                        <a:t>3.51</a:t>
                      </a:r>
                      <a:endParaRPr/>
                    </a:p>
                  </a:txBody>
                  <a:tcPr marT="0" marB="0" marR="0" marL="0">
                    <a:lnL cap="flat" cmpd="sng" w="12700">
                      <a:solidFill>
                        <a:schemeClr val="dk1"/>
                      </a:solidFill>
                      <a:prstDash val="solid"/>
                      <a:round/>
                      <a:headEnd len="sm" w="sm" type="none"/>
                      <a:tailEnd len="sm" w="sm" type="none"/>
                    </a:lnL>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81000">
                <a:tc>
                  <a:txBody>
                    <a:bodyPr/>
                    <a:lstStyle/>
                    <a:p>
                      <a:pPr indent="0" lvl="0" marL="0" rtl="0" algn="l">
                        <a:spcBef>
                          <a:spcPts val="380"/>
                        </a:spcBef>
                        <a:spcAft>
                          <a:spcPts val="0"/>
                        </a:spcAft>
                        <a:buNone/>
                      </a:pPr>
                      <a:r>
                        <a:rPr lang="en-US" sz="1900">
                          <a:solidFill>
                            <a:schemeClr val="dk1"/>
                          </a:solidFill>
                        </a:rPr>
                        <a:t>telephone calls received</a:t>
                      </a:r>
                      <a:endParaRPr/>
                    </a:p>
                  </a:txBody>
                  <a:tcPr marT="0" marB="0" marR="0" marL="0">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380"/>
                        </a:spcBef>
                        <a:spcAft>
                          <a:spcPts val="0"/>
                        </a:spcAft>
                        <a:buNone/>
                      </a:pPr>
                      <a:r>
                        <a:rPr lang="en-US" sz="1900">
                          <a:solidFill>
                            <a:schemeClr val="dk1"/>
                          </a:solidFill>
                        </a:rPr>
                        <a:t>10</a:t>
                      </a:r>
                      <a:endParaRPr/>
                    </a:p>
                  </a:txBody>
                  <a:tcPr marT="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380"/>
                        </a:spcBef>
                        <a:spcAft>
                          <a:spcPts val="0"/>
                        </a:spcAft>
                        <a:buNone/>
                      </a:pPr>
                      <a:r>
                        <a:rPr lang="en-US" sz="1900">
                          <a:solidFill>
                            <a:schemeClr val="dk1"/>
                          </a:solidFill>
                        </a:rPr>
                        <a:t>2.22</a:t>
                      </a:r>
                      <a:endParaRPr/>
                    </a:p>
                  </a:txBody>
                  <a:tcPr marT="0" marB="0" marR="0" marL="0">
                    <a:lnL cap="flat" cmpd="sng" w="12700">
                      <a:solidFill>
                        <a:schemeClr val="dk1"/>
                      </a:solidFill>
                      <a:prstDash val="solid"/>
                      <a:round/>
                      <a:headEnd len="sm" w="sm" type="none"/>
                      <a:tailEnd len="sm" w="sm" type="none"/>
                    </a:lnL>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81000">
                <a:tc>
                  <a:txBody>
                    <a:bodyPr/>
                    <a:lstStyle/>
                    <a:p>
                      <a:pPr indent="0" lvl="0" marL="0" rtl="0" algn="l">
                        <a:spcBef>
                          <a:spcPts val="380"/>
                        </a:spcBef>
                        <a:spcAft>
                          <a:spcPts val="0"/>
                        </a:spcAft>
                        <a:buNone/>
                      </a:pPr>
                      <a:r>
                        <a:rPr lang="en-US" sz="1900">
                          <a:solidFill>
                            <a:schemeClr val="dk1"/>
                          </a:solidFill>
                        </a:rPr>
                        <a:t>magnitude of earthquakes</a:t>
                      </a:r>
                      <a:endParaRPr/>
                    </a:p>
                  </a:txBody>
                  <a:tcPr marT="0" marB="0" marR="0" marL="0">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380"/>
                        </a:spcBef>
                        <a:spcAft>
                          <a:spcPts val="0"/>
                        </a:spcAft>
                        <a:buNone/>
                      </a:pPr>
                      <a:r>
                        <a:rPr lang="en-US" sz="1900">
                          <a:solidFill>
                            <a:schemeClr val="dk1"/>
                          </a:solidFill>
                        </a:rPr>
                        <a:t>3.8</a:t>
                      </a:r>
                      <a:endParaRPr/>
                    </a:p>
                  </a:txBody>
                  <a:tcPr marT="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380"/>
                        </a:spcBef>
                        <a:spcAft>
                          <a:spcPts val="0"/>
                        </a:spcAft>
                        <a:buNone/>
                      </a:pPr>
                      <a:r>
                        <a:rPr lang="en-US" sz="1900">
                          <a:solidFill>
                            <a:schemeClr val="dk1"/>
                          </a:solidFill>
                        </a:rPr>
                        <a:t>3.04</a:t>
                      </a:r>
                      <a:endParaRPr/>
                    </a:p>
                  </a:txBody>
                  <a:tcPr marT="0" marB="0" marR="0" marL="0">
                    <a:lnL cap="flat" cmpd="sng" w="12700">
                      <a:solidFill>
                        <a:schemeClr val="dk1"/>
                      </a:solidFill>
                      <a:prstDash val="solid"/>
                      <a:round/>
                      <a:headEnd len="sm" w="sm" type="none"/>
                      <a:tailEnd len="sm" w="sm" type="none"/>
                    </a:lnL>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81000">
                <a:tc>
                  <a:txBody>
                    <a:bodyPr/>
                    <a:lstStyle/>
                    <a:p>
                      <a:pPr indent="0" lvl="0" marL="0" rtl="0" algn="l">
                        <a:spcBef>
                          <a:spcPts val="380"/>
                        </a:spcBef>
                        <a:spcAft>
                          <a:spcPts val="0"/>
                        </a:spcAft>
                        <a:buNone/>
                      </a:pPr>
                      <a:r>
                        <a:rPr lang="en-US" sz="1900">
                          <a:solidFill>
                            <a:schemeClr val="dk1"/>
                          </a:solidFill>
                        </a:rPr>
                        <a:t>diameter of moon craters</a:t>
                      </a:r>
                      <a:endParaRPr/>
                    </a:p>
                  </a:txBody>
                  <a:tcPr marT="0" marB="0" marR="0" marL="0">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380"/>
                        </a:spcBef>
                        <a:spcAft>
                          <a:spcPts val="0"/>
                        </a:spcAft>
                        <a:buNone/>
                      </a:pPr>
                      <a:r>
                        <a:rPr lang="en-US" sz="1900">
                          <a:solidFill>
                            <a:schemeClr val="dk1"/>
                          </a:solidFill>
                        </a:rPr>
                        <a:t>0.01</a:t>
                      </a:r>
                      <a:endParaRPr/>
                    </a:p>
                  </a:txBody>
                  <a:tcPr marT="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380"/>
                        </a:spcBef>
                        <a:spcAft>
                          <a:spcPts val="0"/>
                        </a:spcAft>
                        <a:buNone/>
                      </a:pPr>
                      <a:r>
                        <a:rPr lang="en-US" sz="1900">
                          <a:solidFill>
                            <a:schemeClr val="dk1"/>
                          </a:solidFill>
                        </a:rPr>
                        <a:t>3.14</a:t>
                      </a:r>
                      <a:endParaRPr/>
                    </a:p>
                  </a:txBody>
                  <a:tcPr marT="0" marB="0" marR="0" marL="0">
                    <a:lnL cap="flat" cmpd="sng" w="12700">
                      <a:solidFill>
                        <a:schemeClr val="dk1"/>
                      </a:solidFill>
                      <a:prstDash val="solid"/>
                      <a:round/>
                      <a:headEnd len="sm" w="sm" type="none"/>
                      <a:tailEnd len="sm" w="sm" type="none"/>
                    </a:lnL>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81000">
                <a:tc>
                  <a:txBody>
                    <a:bodyPr/>
                    <a:lstStyle/>
                    <a:p>
                      <a:pPr indent="0" lvl="0" marL="0" rtl="0" algn="l">
                        <a:spcBef>
                          <a:spcPts val="380"/>
                        </a:spcBef>
                        <a:spcAft>
                          <a:spcPts val="0"/>
                        </a:spcAft>
                        <a:buNone/>
                      </a:pPr>
                      <a:r>
                        <a:rPr lang="en-US" sz="1900">
                          <a:solidFill>
                            <a:schemeClr val="dk1"/>
                          </a:solidFill>
                        </a:rPr>
                        <a:t>intensity of solar flares</a:t>
                      </a:r>
                      <a:endParaRPr/>
                    </a:p>
                  </a:txBody>
                  <a:tcPr marT="0" marB="0" marR="0" marL="0">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380"/>
                        </a:spcBef>
                        <a:spcAft>
                          <a:spcPts val="0"/>
                        </a:spcAft>
                        <a:buNone/>
                      </a:pPr>
                      <a:r>
                        <a:rPr lang="en-US" sz="1900">
                          <a:solidFill>
                            <a:schemeClr val="dk1"/>
                          </a:solidFill>
                        </a:rPr>
                        <a:t>200</a:t>
                      </a:r>
                      <a:endParaRPr/>
                    </a:p>
                  </a:txBody>
                  <a:tcPr marT="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380"/>
                        </a:spcBef>
                        <a:spcAft>
                          <a:spcPts val="0"/>
                        </a:spcAft>
                        <a:buNone/>
                      </a:pPr>
                      <a:r>
                        <a:rPr lang="en-US" sz="1900">
                          <a:solidFill>
                            <a:schemeClr val="dk1"/>
                          </a:solidFill>
                        </a:rPr>
                        <a:t>1.83</a:t>
                      </a:r>
                      <a:endParaRPr/>
                    </a:p>
                  </a:txBody>
                  <a:tcPr marT="0" marB="0" marR="0" marL="0">
                    <a:lnL cap="flat" cmpd="sng" w="12700">
                      <a:solidFill>
                        <a:schemeClr val="dk1"/>
                      </a:solidFill>
                      <a:prstDash val="solid"/>
                      <a:round/>
                      <a:headEnd len="sm" w="sm" type="none"/>
                      <a:tailEnd len="sm" w="sm" type="none"/>
                    </a:lnL>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81000">
                <a:tc>
                  <a:txBody>
                    <a:bodyPr/>
                    <a:lstStyle/>
                    <a:p>
                      <a:pPr indent="0" lvl="0" marL="0" rtl="0" algn="l">
                        <a:spcBef>
                          <a:spcPts val="380"/>
                        </a:spcBef>
                        <a:spcAft>
                          <a:spcPts val="0"/>
                        </a:spcAft>
                        <a:buNone/>
                      </a:pPr>
                      <a:r>
                        <a:rPr lang="en-US" sz="1900">
                          <a:solidFill>
                            <a:schemeClr val="dk1"/>
                          </a:solidFill>
                        </a:rPr>
                        <a:t>intensity of wars</a:t>
                      </a:r>
                      <a:endParaRPr/>
                    </a:p>
                  </a:txBody>
                  <a:tcPr marT="0" marB="0" marR="0" marL="0">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380"/>
                        </a:spcBef>
                        <a:spcAft>
                          <a:spcPts val="0"/>
                        </a:spcAft>
                        <a:buNone/>
                      </a:pPr>
                      <a:r>
                        <a:rPr lang="en-US" sz="1900">
                          <a:solidFill>
                            <a:schemeClr val="dk1"/>
                          </a:solidFill>
                        </a:rPr>
                        <a:t>3</a:t>
                      </a:r>
                      <a:endParaRPr/>
                    </a:p>
                  </a:txBody>
                  <a:tcPr marT="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380"/>
                        </a:spcBef>
                        <a:spcAft>
                          <a:spcPts val="0"/>
                        </a:spcAft>
                        <a:buNone/>
                      </a:pPr>
                      <a:r>
                        <a:rPr lang="en-US" sz="1900">
                          <a:solidFill>
                            <a:schemeClr val="dk1"/>
                          </a:solidFill>
                        </a:rPr>
                        <a:t>1.80</a:t>
                      </a:r>
                      <a:endParaRPr/>
                    </a:p>
                  </a:txBody>
                  <a:tcPr marT="0" marB="0" marR="0" marL="0">
                    <a:lnL cap="flat" cmpd="sng" w="12700">
                      <a:solidFill>
                        <a:schemeClr val="dk1"/>
                      </a:solidFill>
                      <a:prstDash val="solid"/>
                      <a:round/>
                      <a:headEnd len="sm" w="sm" type="none"/>
                      <a:tailEnd len="sm" w="sm" type="none"/>
                    </a:lnL>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81000">
                <a:tc>
                  <a:txBody>
                    <a:bodyPr/>
                    <a:lstStyle/>
                    <a:p>
                      <a:pPr indent="0" lvl="0" marL="0" rtl="0" algn="l">
                        <a:spcBef>
                          <a:spcPts val="380"/>
                        </a:spcBef>
                        <a:spcAft>
                          <a:spcPts val="0"/>
                        </a:spcAft>
                        <a:buNone/>
                      </a:pPr>
                      <a:r>
                        <a:rPr lang="en-US" sz="1900">
                          <a:solidFill>
                            <a:schemeClr val="dk1"/>
                          </a:solidFill>
                        </a:rPr>
                        <a:t>net worth of Americans</a:t>
                      </a:r>
                      <a:endParaRPr/>
                    </a:p>
                  </a:txBody>
                  <a:tcPr marT="0" marB="0" marR="0" marL="0">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380"/>
                        </a:spcBef>
                        <a:spcAft>
                          <a:spcPts val="0"/>
                        </a:spcAft>
                        <a:buNone/>
                      </a:pPr>
                      <a:r>
                        <a:rPr lang="en-US" sz="1900">
                          <a:solidFill>
                            <a:schemeClr val="dk1"/>
                          </a:solidFill>
                        </a:rPr>
                        <a:t>$600m</a:t>
                      </a:r>
                      <a:endParaRPr/>
                    </a:p>
                  </a:txBody>
                  <a:tcPr marT="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380"/>
                        </a:spcBef>
                        <a:spcAft>
                          <a:spcPts val="0"/>
                        </a:spcAft>
                        <a:buNone/>
                      </a:pPr>
                      <a:r>
                        <a:rPr lang="en-US" sz="1900">
                          <a:solidFill>
                            <a:schemeClr val="dk1"/>
                          </a:solidFill>
                        </a:rPr>
                        <a:t>2.09</a:t>
                      </a:r>
                      <a:endParaRPr/>
                    </a:p>
                  </a:txBody>
                  <a:tcPr marT="0" marB="0" marR="0" marL="0">
                    <a:lnL cap="flat" cmpd="sng" w="12700">
                      <a:solidFill>
                        <a:schemeClr val="dk1"/>
                      </a:solidFill>
                      <a:prstDash val="solid"/>
                      <a:round/>
                      <a:headEnd len="sm" w="sm" type="none"/>
                      <a:tailEnd len="sm" w="sm" type="none"/>
                    </a:lnL>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81000">
                <a:tc>
                  <a:txBody>
                    <a:bodyPr/>
                    <a:lstStyle/>
                    <a:p>
                      <a:pPr indent="0" lvl="0" marL="0" rtl="0" algn="l">
                        <a:spcBef>
                          <a:spcPts val="380"/>
                        </a:spcBef>
                        <a:spcAft>
                          <a:spcPts val="0"/>
                        </a:spcAft>
                        <a:buNone/>
                      </a:pPr>
                      <a:r>
                        <a:rPr lang="en-US" sz="1900">
                          <a:solidFill>
                            <a:schemeClr val="dk1"/>
                          </a:solidFill>
                        </a:rPr>
                        <a:t>frequency of family names</a:t>
                      </a:r>
                      <a:endParaRPr/>
                    </a:p>
                  </a:txBody>
                  <a:tcPr marT="0" marB="0" marR="0" marL="0">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380"/>
                        </a:spcBef>
                        <a:spcAft>
                          <a:spcPts val="0"/>
                        </a:spcAft>
                        <a:buNone/>
                      </a:pPr>
                      <a:r>
                        <a:rPr lang="en-US" sz="1900">
                          <a:solidFill>
                            <a:schemeClr val="dk1"/>
                          </a:solidFill>
                        </a:rPr>
                        <a:t>10 000</a:t>
                      </a:r>
                      <a:endParaRPr/>
                    </a:p>
                  </a:txBody>
                  <a:tcPr marT="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l">
                        <a:spcBef>
                          <a:spcPts val="380"/>
                        </a:spcBef>
                        <a:spcAft>
                          <a:spcPts val="0"/>
                        </a:spcAft>
                        <a:buNone/>
                      </a:pPr>
                      <a:r>
                        <a:rPr lang="en-US" sz="1900">
                          <a:solidFill>
                            <a:schemeClr val="dk1"/>
                          </a:solidFill>
                        </a:rPr>
                        <a:t>1.94</a:t>
                      </a:r>
                      <a:endParaRPr/>
                    </a:p>
                  </a:txBody>
                  <a:tcPr marT="0" marB="0" marR="0" marL="0">
                    <a:lnL cap="flat" cmpd="sng" w="12700">
                      <a:solidFill>
                        <a:schemeClr val="dk1"/>
                      </a:solidFill>
                      <a:prstDash val="solid"/>
                      <a:round/>
                      <a:headEnd len="sm" w="sm" type="none"/>
                      <a:tailEnd len="sm" w="sm" type="none"/>
                    </a:lnL>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81000">
                <a:tc>
                  <a:txBody>
                    <a:bodyPr/>
                    <a:lstStyle/>
                    <a:p>
                      <a:pPr indent="0" lvl="0" marL="0" rtl="0" algn="l">
                        <a:spcBef>
                          <a:spcPts val="380"/>
                        </a:spcBef>
                        <a:spcAft>
                          <a:spcPts val="0"/>
                        </a:spcAft>
                        <a:buNone/>
                      </a:pPr>
                      <a:r>
                        <a:rPr lang="en-US" sz="1900">
                          <a:solidFill>
                            <a:schemeClr val="dk1"/>
                          </a:solidFill>
                        </a:rPr>
                        <a:t>population of US cities</a:t>
                      </a:r>
                      <a:endParaRPr/>
                    </a:p>
                  </a:txBody>
                  <a:tcPr marT="0" marB="0" marR="0" marL="0">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tcPr>
                </a:tc>
                <a:tc>
                  <a:txBody>
                    <a:bodyPr/>
                    <a:lstStyle/>
                    <a:p>
                      <a:pPr indent="0" lvl="0" marL="0" rtl="0" algn="l">
                        <a:spcBef>
                          <a:spcPts val="380"/>
                        </a:spcBef>
                        <a:spcAft>
                          <a:spcPts val="0"/>
                        </a:spcAft>
                        <a:buNone/>
                      </a:pPr>
                      <a:r>
                        <a:rPr lang="en-US" sz="1900">
                          <a:solidFill>
                            <a:schemeClr val="dk1"/>
                          </a:solidFill>
                        </a:rPr>
                        <a:t>40 000</a:t>
                      </a:r>
                      <a:endParaRPr/>
                    </a:p>
                  </a:txBody>
                  <a:tcPr marT="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tcPr>
                </a:tc>
                <a:tc>
                  <a:txBody>
                    <a:bodyPr/>
                    <a:lstStyle/>
                    <a:p>
                      <a:pPr indent="0" lvl="0" marL="0" rtl="0" algn="l">
                        <a:spcBef>
                          <a:spcPts val="380"/>
                        </a:spcBef>
                        <a:spcAft>
                          <a:spcPts val="0"/>
                        </a:spcAft>
                        <a:buNone/>
                      </a:pPr>
                      <a:r>
                        <a:rPr lang="en-US" sz="1900">
                          <a:solidFill>
                            <a:schemeClr val="dk1"/>
                          </a:solidFill>
                        </a:rPr>
                        <a:t>2.30</a:t>
                      </a:r>
                      <a:endParaRPr/>
                    </a:p>
                  </a:txBody>
                  <a:tcPr marT="0" marB="0" marR="0" marL="0">
                    <a:lnL cap="flat" cmpd="sng" w="12700">
                      <a:solidFill>
                        <a:schemeClr val="dk1"/>
                      </a:solidFill>
                      <a:prstDash val="solid"/>
                      <a:round/>
                      <a:headEnd len="sm" w="sm" type="none"/>
                      <a:tailEnd len="sm" w="sm" type="none"/>
                    </a:lnL>
                    <a:lnT cap="flat" cmpd="sng" w="12700">
                      <a:solidFill>
                        <a:schemeClr val="dk1"/>
                      </a:solidFill>
                      <a:prstDash val="solid"/>
                      <a:round/>
                      <a:headEnd len="sm" w="sm" type="none"/>
                      <a:tailEnd len="sm" w="sm" type="none"/>
                    </a:lnT>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2"/>
              </a:buClr>
              <a:buFont typeface="Arial"/>
              <a:buNone/>
            </a:pPr>
            <a:r>
              <a:rPr b="0" i="0" lang="en-US" sz="3400" u="none" cap="none" strike="noStrike">
                <a:solidFill>
                  <a:schemeClr val="dk2"/>
                </a:solidFill>
                <a:latin typeface="Arial"/>
                <a:ea typeface="Arial"/>
                <a:cs typeface="Arial"/>
                <a:sym typeface="Arial"/>
              </a:rPr>
              <a:t>Not everything is a power law</a:t>
            </a:r>
            <a:endParaRPr b="0" i="0" sz="4400" u="none" cap="none" strike="noStrike">
              <a:solidFill>
                <a:schemeClr val="dk2"/>
              </a:solidFill>
              <a:latin typeface="Arial"/>
              <a:ea typeface="Arial"/>
              <a:cs typeface="Arial"/>
              <a:sym typeface="Arial"/>
            </a:endParaRPr>
          </a:p>
        </p:txBody>
      </p:sp>
      <p:sp>
        <p:nvSpPr>
          <p:cNvPr id="317" name="Google Shape;317;p42"/>
          <p:cNvSpPr txBox="1"/>
          <p:nvPr>
            <p:ph idx="1" type="body"/>
          </p:nvPr>
        </p:nvSpPr>
        <p:spPr>
          <a:xfrm>
            <a:off x="457200" y="1600200"/>
            <a:ext cx="8229600" cy="4419600"/>
          </a:xfrm>
          <a:prstGeom prst="rect">
            <a:avLst/>
          </a:prstGeom>
          <a:noFill/>
          <a:ln>
            <a:noFill/>
          </a:ln>
        </p:spPr>
        <p:txBody>
          <a:bodyPr anchorCtr="0" anchor="t" bIns="45700" lIns="91425" spcFirstLastPara="1" rIns="91425" wrap="square" tIns="45700">
            <a:noAutofit/>
          </a:bodyPr>
          <a:lstStyle/>
          <a:p>
            <a:pPr indent="609600" lvl="0" marL="0" marR="0" rtl="0" algn="l">
              <a:spcBef>
                <a:spcPts val="640"/>
              </a:spcBef>
              <a:spcAft>
                <a:spcPts val="0"/>
              </a:spcAft>
              <a:buClr>
                <a:schemeClr val="dk1"/>
              </a:buClr>
              <a:buSzPts val="3200"/>
              <a:buFont typeface="Arial"/>
              <a:buAutoNum type="alphaLcPeriod"/>
            </a:pPr>
            <a:r>
              <a:rPr b="0" i="0" lang="en-US" sz="3200" u="none" cap="none" strike="noStrike">
                <a:solidFill>
                  <a:schemeClr val="dk1"/>
                </a:solidFill>
                <a:latin typeface="Arial"/>
                <a:ea typeface="Arial"/>
                <a:cs typeface="Arial"/>
                <a:sym typeface="Arial"/>
              </a:rPr>
              <a:t>The abundance of North American bird species.</a:t>
            </a:r>
            <a:endParaRPr b="0" i="0" sz="3200" u="none" cap="none" strike="noStrike">
              <a:solidFill>
                <a:schemeClr val="dk1"/>
              </a:solidFill>
              <a:latin typeface="Arial"/>
              <a:ea typeface="Arial"/>
              <a:cs typeface="Arial"/>
              <a:sym typeface="Arial"/>
            </a:endParaRPr>
          </a:p>
          <a:p>
            <a:pPr indent="609600" lvl="0" marL="0" marR="0" rtl="0" algn="l">
              <a:spcBef>
                <a:spcPts val="0"/>
              </a:spcBef>
              <a:spcAft>
                <a:spcPts val="0"/>
              </a:spcAft>
              <a:buClr>
                <a:schemeClr val="dk1"/>
              </a:buClr>
              <a:buSzPts val="3200"/>
              <a:buFont typeface="Arial"/>
              <a:buAutoNum type="alphaLcPeriod"/>
            </a:pPr>
            <a:r>
              <a:rPr b="0" i="0" lang="en-US" sz="3200" u="none" cap="none" strike="noStrike">
                <a:solidFill>
                  <a:schemeClr val="dk1"/>
                </a:solidFill>
                <a:latin typeface="Arial"/>
                <a:ea typeface="Arial"/>
                <a:cs typeface="Arial"/>
                <a:sym typeface="Arial"/>
              </a:rPr>
              <a:t>The number of entries in people’s email address</a:t>
            </a:r>
            <a:endParaRPr b="0" i="0" sz="3200" u="none" cap="none" strike="noStrike">
              <a:solidFill>
                <a:schemeClr val="dk1"/>
              </a:solidFill>
              <a:latin typeface="Arial"/>
              <a:ea typeface="Arial"/>
              <a:cs typeface="Arial"/>
              <a:sym typeface="Arial"/>
            </a:endParaRPr>
          </a:p>
          <a:p>
            <a:pPr indent="609600" lvl="0" marL="0" marR="0" rtl="0" algn="l">
              <a:spcBef>
                <a:spcPts val="0"/>
              </a:spcBef>
              <a:spcAft>
                <a:spcPts val="0"/>
              </a:spcAft>
              <a:buClr>
                <a:schemeClr val="dk1"/>
              </a:buClr>
              <a:buSzPts val="3200"/>
              <a:buFont typeface="Arial"/>
              <a:buAutoNum type="alphaLcPeriod"/>
            </a:pPr>
            <a:r>
              <a:rPr b="0" i="0" lang="en-US" sz="3200" u="none" cap="none" strike="noStrike">
                <a:solidFill>
                  <a:schemeClr val="dk1"/>
                </a:solidFill>
                <a:latin typeface="Arial"/>
                <a:ea typeface="Arial"/>
                <a:cs typeface="Arial"/>
                <a:sym typeface="Arial"/>
              </a:rPr>
              <a:t>The distribution of the sizes of forest fires.</a:t>
            </a:r>
            <a:endParaRPr b="0" i="0" sz="3200" u="none" cap="none" strike="noStrike">
              <a:solidFill>
                <a:schemeClr val="dk1"/>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2"/>
              </a:buClr>
              <a:buFont typeface="Arial"/>
              <a:buNone/>
            </a:pPr>
            <a:r>
              <a:rPr b="0" i="0" lang="en-US" sz="3400" u="none" cap="none" strike="noStrike">
                <a:solidFill>
                  <a:schemeClr val="dk2"/>
                </a:solidFill>
                <a:latin typeface="Arial"/>
                <a:ea typeface="Arial"/>
                <a:cs typeface="Arial"/>
                <a:sym typeface="Arial"/>
              </a:rPr>
              <a:t>Not everything is a power law</a:t>
            </a:r>
            <a:endParaRPr b="0" i="0" sz="4400" u="none" cap="none" strike="noStrike">
              <a:solidFill>
                <a:schemeClr val="dk2"/>
              </a:solidFill>
              <a:latin typeface="Arial"/>
              <a:ea typeface="Arial"/>
              <a:cs typeface="Arial"/>
              <a:sym typeface="Arial"/>
            </a:endParaRPr>
          </a:p>
        </p:txBody>
      </p:sp>
      <p:pic>
        <p:nvPicPr>
          <p:cNvPr id="324" name="Google Shape;324;p43"/>
          <p:cNvPicPr preferRelativeResize="0"/>
          <p:nvPr/>
        </p:nvPicPr>
        <p:blipFill>
          <a:blip r:embed="rId3">
            <a:alphaModFix/>
          </a:blip>
          <a:stretch>
            <a:fillRect/>
          </a:stretch>
        </p:blipFill>
        <p:spPr>
          <a:xfrm>
            <a:off x="1600200" y="1295400"/>
            <a:ext cx="5254625" cy="53340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2"/>
              </a:buClr>
              <a:buFont typeface="Arial"/>
              <a:buNone/>
            </a:pPr>
            <a:r>
              <a:rPr b="0" i="0" lang="en-US" sz="3400" u="none" cap="none" strike="noStrike">
                <a:solidFill>
                  <a:schemeClr val="dk2"/>
                </a:solidFill>
                <a:latin typeface="Arial"/>
                <a:ea typeface="Arial"/>
                <a:cs typeface="Arial"/>
                <a:sym typeface="Arial"/>
              </a:rPr>
              <a:t>Conclusion</a:t>
            </a:r>
            <a:endParaRPr b="0" i="0" sz="4400" u="none" cap="none" strike="noStrike">
              <a:solidFill>
                <a:schemeClr val="dk2"/>
              </a:solidFill>
              <a:latin typeface="Arial"/>
              <a:ea typeface="Arial"/>
              <a:cs typeface="Arial"/>
              <a:sym typeface="Arial"/>
            </a:endParaRPr>
          </a:p>
        </p:txBody>
      </p:sp>
      <p:sp>
        <p:nvSpPr>
          <p:cNvPr id="331" name="Google Shape;331;p4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spcBef>
                <a:spcPts val="560"/>
              </a:spcBef>
              <a:spcAft>
                <a:spcPts val="0"/>
              </a:spcAft>
              <a:buClr>
                <a:schemeClr val="dk1"/>
              </a:buClr>
              <a:buFont typeface="Arial"/>
              <a:buNone/>
            </a:pPr>
            <a:r>
              <a:rPr b="0" i="0" lang="en-US" sz="2800" u="none" cap="none" strike="noStrike">
                <a:solidFill>
                  <a:schemeClr val="dk1"/>
                </a:solidFill>
                <a:latin typeface="Arial"/>
                <a:ea typeface="Arial"/>
                <a:cs typeface="Arial"/>
                <a:sym typeface="Arial"/>
              </a:rPr>
              <a:t>The power-law statistical distributions seen in a wide variety of natural and man-made phenomena, from earthquakes and solar flares to populations of cities and sales of books.</a:t>
            </a:r>
            <a:endParaRPr b="0" i="0" sz="3200" u="none" cap="none" strike="noStrike">
              <a:solidFill>
                <a:schemeClr val="dk1"/>
              </a:solidFill>
              <a:latin typeface="Arial"/>
              <a:ea typeface="Arial"/>
              <a:cs typeface="Arial"/>
              <a:sym typeface="Arial"/>
            </a:endParaRPr>
          </a:p>
          <a:p>
            <a:pPr indent="-342900" lvl="0" marL="342900" marR="0" rtl="0" algn="l">
              <a:spcBef>
                <a:spcPts val="580"/>
              </a:spcBef>
              <a:spcAft>
                <a:spcPts val="0"/>
              </a:spcAft>
              <a:buClr>
                <a:schemeClr val="dk1"/>
              </a:buClr>
              <a:buFont typeface="Arial"/>
              <a:buNone/>
            </a:pPr>
            <a:r>
              <a:rPr b="0" i="0" lang="en-US" sz="2800" u="none" cap="none" strike="noStrike">
                <a:solidFill>
                  <a:schemeClr val="dk1"/>
                </a:solidFill>
                <a:latin typeface="Arial"/>
                <a:ea typeface="Arial"/>
                <a:cs typeface="Arial"/>
                <a:sym typeface="Arial"/>
              </a:rPr>
              <a:t>We have seen examples of power-law distributions in real data and seen 3 ways that have been used to m</a:t>
            </a:r>
            <a:r>
              <a:rPr b="0" i="0" lang="en-US" sz="2900" u="none" cap="none" strike="noStrike">
                <a:solidFill>
                  <a:schemeClr val="dk1"/>
                </a:solidFill>
                <a:latin typeface="Arial"/>
                <a:ea typeface="Arial"/>
                <a:cs typeface="Arial"/>
                <a:sym typeface="Arial"/>
              </a:rPr>
              <a:t>easuring power laws</a:t>
            </a:r>
            <a:r>
              <a:rPr b="0" i="0" lang="en-US" sz="2800" u="none" cap="none" strike="noStrike">
                <a:solidFill>
                  <a:schemeClr val="dk1"/>
                </a:solidFill>
                <a:latin typeface="Arial"/>
                <a:ea typeface="Arial"/>
                <a:cs typeface="Arial"/>
                <a:sym typeface="Arial"/>
              </a:rPr>
              <a:t>.</a:t>
            </a:r>
            <a:endParaRPr b="0" i="0" sz="3200" u="none" cap="none" strike="noStrike">
              <a:solidFill>
                <a:schemeClr val="dk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2"/>
              </a:buClr>
              <a:buFont typeface="Arial"/>
              <a:buNone/>
            </a:pPr>
            <a:r>
              <a:rPr b="0" i="0" lang="en-US" sz="3400" u="none" cap="none" strike="noStrike">
                <a:solidFill>
                  <a:schemeClr val="dk2"/>
                </a:solidFill>
                <a:latin typeface="Arial"/>
                <a:ea typeface="Arial"/>
                <a:cs typeface="Arial"/>
                <a:sym typeface="Arial"/>
              </a:rPr>
              <a:t>References</a:t>
            </a:r>
            <a:endParaRPr b="0" i="0" sz="4400" u="none" cap="none" strike="noStrike">
              <a:solidFill>
                <a:schemeClr val="dk2"/>
              </a:solidFill>
              <a:latin typeface="Arial"/>
              <a:ea typeface="Arial"/>
              <a:cs typeface="Arial"/>
              <a:sym typeface="Arial"/>
            </a:endParaRPr>
          </a:p>
        </p:txBody>
      </p:sp>
      <p:sp>
        <p:nvSpPr>
          <p:cNvPr id="338" name="Google Shape;338;p4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spcBef>
                <a:spcPts val="640"/>
              </a:spcBef>
              <a:spcAft>
                <a:spcPts val="0"/>
              </a:spcAft>
              <a:buClr>
                <a:schemeClr val="dk1"/>
              </a:buClr>
              <a:buFont typeface="Arial"/>
              <a:buNone/>
            </a:pPr>
            <a:r>
              <a:rPr b="0" i="0" lang="en-US" sz="3200" u="none" cap="none" strike="noStrike">
                <a:solidFill>
                  <a:schemeClr val="accent2"/>
                </a:solidFill>
                <a:latin typeface="Arial"/>
                <a:ea typeface="Arial"/>
                <a:cs typeface="Arial"/>
                <a:sym typeface="Arial"/>
              </a:rPr>
              <a:t>Power laws, Pareto distributions and Zipf’s law</a:t>
            </a:r>
            <a:r>
              <a:rPr b="0" i="0" lang="en-US" sz="3200" u="none" cap="none" strike="noStrike">
                <a:solidFill>
                  <a:schemeClr val="dk1"/>
                </a:solidFill>
                <a:latin typeface="Arial"/>
                <a:ea typeface="Arial"/>
                <a:cs typeface="Arial"/>
                <a:sym typeface="Arial"/>
              </a:rPr>
              <a:t>. </a:t>
            </a:r>
            <a:r>
              <a:rPr b="1" i="0" lang="en-US" sz="3200" u="none" cap="none" strike="noStrike">
                <a:solidFill>
                  <a:schemeClr val="dk1"/>
                </a:solidFill>
                <a:latin typeface="Arial"/>
                <a:ea typeface="Arial"/>
                <a:cs typeface="Arial"/>
                <a:sym typeface="Arial"/>
              </a:rPr>
              <a:t>M. E. J. Newman</a:t>
            </a:r>
            <a:r>
              <a:rPr b="0" i="0" lang="en-US" sz="3200" u="none" cap="none" strike="noStrike">
                <a:solidFill>
                  <a:schemeClr val="dk1"/>
                </a:solidFill>
                <a:latin typeface="Arial"/>
                <a:ea typeface="Arial"/>
                <a:cs typeface="Arial"/>
                <a:sym typeface="Arial"/>
              </a:rPr>
              <a:t>, </a:t>
            </a:r>
            <a:r>
              <a:rPr b="0" i="1" lang="en-US" sz="3200" u="none" cap="none" strike="noStrike">
                <a:solidFill>
                  <a:schemeClr val="dk1"/>
                </a:solidFill>
                <a:latin typeface="Arial"/>
                <a:ea typeface="Arial"/>
                <a:cs typeface="Arial"/>
                <a:sym typeface="Arial"/>
              </a:rPr>
              <a:t>Department of Physics and Center for the Study of Complex Systems, University of Michigan, Ann Arbor, MI 48109. U.S.A.</a:t>
            </a:r>
            <a:endParaRPr b="0" i="0" sz="3200" u="none" cap="none" strike="noStrike">
              <a:solidFill>
                <a:schemeClr val="dk1"/>
              </a:solidFill>
              <a:latin typeface="Arial"/>
              <a:ea typeface="Arial"/>
              <a:cs typeface="Arial"/>
              <a:sym typeface="Arial"/>
            </a:endParaRPr>
          </a:p>
          <a:p>
            <a:pPr indent="-222250" lvl="0" marL="342900" marR="0" rtl="0" algn="l">
              <a:spcBef>
                <a:spcPts val="640"/>
              </a:spcBef>
              <a:spcAft>
                <a:spcPts val="0"/>
              </a:spcAft>
              <a:buClr>
                <a:schemeClr val="dk1"/>
              </a:buClr>
              <a:buSzPts val="1900"/>
              <a:buFont typeface="Arial"/>
              <a:buNone/>
            </a:pPr>
            <a:r>
              <a:t/>
            </a:r>
            <a:endParaRPr b="0" i="0" sz="3200" u="none" cap="none" strike="noStrike">
              <a:solidFill>
                <a:schemeClr val="dk1"/>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46"/>
          <p:cNvSpPr txBox="1"/>
          <p:nvPr/>
        </p:nvSpPr>
        <p:spPr>
          <a:xfrm>
            <a:off x="3886200" y="3048000"/>
            <a:ext cx="1295400" cy="579437"/>
          </a:xfrm>
          <a:prstGeom prst="rect">
            <a:avLst/>
          </a:prstGeom>
          <a:noFill/>
          <a:ln>
            <a:noFill/>
          </a:ln>
        </p:spPr>
        <p:txBody>
          <a:bodyPr anchorCtr="0" anchor="t" bIns="45700" lIns="91425" spcFirstLastPara="1" rIns="91425" wrap="square" tIns="45700">
            <a:noAutofit/>
          </a:bodyPr>
          <a:lstStyle/>
          <a:p>
            <a:pPr indent="0" lvl="0" marL="0" marR="0" rtl="0" algn="ctr">
              <a:spcBef>
                <a:spcPts val="1600"/>
              </a:spcBef>
              <a:spcAft>
                <a:spcPts val="0"/>
              </a:spcAft>
              <a:buClr>
                <a:schemeClr val="dk1"/>
              </a:buClr>
              <a:buFont typeface="Arial"/>
              <a:buNone/>
            </a:pPr>
            <a:r>
              <a:rPr b="0" i="0" lang="en-US" sz="3200" u="none" cap="none" strike="noStrike">
                <a:solidFill>
                  <a:schemeClr val="dk1"/>
                </a:solidFill>
                <a:latin typeface="Arial"/>
                <a:ea typeface="Arial"/>
                <a:cs typeface="Arial"/>
                <a:sym typeface="Arial"/>
              </a:rPr>
              <a:t>End</a:t>
            </a:r>
            <a:endParaRPr b="0" i="0" sz="180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Custom">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BBE0E3"/>
      </a:accent4>
      <a:accent5>
        <a:srgbClr val="333399"/>
      </a:accent5>
      <a:accent6>
        <a:srgbClr val="FFFFFF"/>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