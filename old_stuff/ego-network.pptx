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861875" y="2254100"/>
            <a:ext cx="1033800" cy="934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Ego</a:t>
            </a:r>
            <a:endParaRPr sz="1800"/>
          </a:p>
        </p:txBody>
      </p:sp>
      <p:sp>
        <p:nvSpPr>
          <p:cNvPr id="55" name="Google Shape;55;p13"/>
          <p:cNvSpPr/>
          <p:nvPr/>
        </p:nvSpPr>
        <p:spPr>
          <a:xfrm>
            <a:off x="2343875" y="1062300"/>
            <a:ext cx="612000" cy="579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</a:rPr>
              <a:t>B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604950" y="2431850"/>
            <a:ext cx="612000" cy="579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072775" y="734500"/>
            <a:ext cx="612000" cy="579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</a:rPr>
              <a:t>C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5658675" y="1062300"/>
            <a:ext cx="612000" cy="579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</a:rPr>
              <a:t>D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6270675" y="2431850"/>
            <a:ext cx="612000" cy="579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</a:rPr>
              <a:t>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2343875" y="3474000"/>
            <a:ext cx="612000" cy="579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 sz="1800">
                <a:solidFill>
                  <a:srgbClr val="FFFFFF"/>
                </a:solidFill>
              </a:rPr>
              <a:t>I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5765775" y="3512100"/>
            <a:ext cx="612000" cy="579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</a:rPr>
              <a:t>F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4036975" y="4129200"/>
            <a:ext cx="612000" cy="579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</a:rPr>
              <a:t>H</a:t>
            </a:r>
            <a:endParaRPr/>
          </a:p>
        </p:txBody>
      </p:sp>
      <p:cxnSp>
        <p:nvCxnSpPr>
          <p:cNvPr id="63" name="Google Shape;63;p13"/>
          <p:cNvCxnSpPr>
            <a:stCxn id="55" idx="3"/>
            <a:endCxn id="56" idx="0"/>
          </p:cNvCxnSpPr>
          <p:nvPr/>
        </p:nvCxnSpPr>
        <p:spPr>
          <a:xfrm flipH="1">
            <a:off x="1910900" y="1556507"/>
            <a:ext cx="522600" cy="87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3"/>
          <p:cNvCxnSpPr>
            <a:stCxn id="55" idx="4"/>
            <a:endCxn id="62" idx="0"/>
          </p:cNvCxnSpPr>
          <p:nvPr/>
        </p:nvCxnSpPr>
        <p:spPr>
          <a:xfrm>
            <a:off x="2649875" y="1641300"/>
            <a:ext cx="1693200" cy="24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" name="Google Shape;65;p13"/>
          <p:cNvCxnSpPr>
            <a:stCxn id="62" idx="2"/>
            <a:endCxn id="60" idx="5"/>
          </p:cNvCxnSpPr>
          <p:nvPr/>
        </p:nvCxnSpPr>
        <p:spPr>
          <a:xfrm rot="10800000">
            <a:off x="2866375" y="3968100"/>
            <a:ext cx="1170600" cy="450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3"/>
          <p:cNvCxnSpPr>
            <a:stCxn id="58" idx="4"/>
            <a:endCxn id="62" idx="0"/>
          </p:cNvCxnSpPr>
          <p:nvPr/>
        </p:nvCxnSpPr>
        <p:spPr>
          <a:xfrm flipH="1">
            <a:off x="4342875" y="1641300"/>
            <a:ext cx="1621800" cy="24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3"/>
          <p:cNvCxnSpPr>
            <a:stCxn id="61" idx="3"/>
            <a:endCxn id="62" idx="6"/>
          </p:cNvCxnSpPr>
          <p:nvPr/>
        </p:nvCxnSpPr>
        <p:spPr>
          <a:xfrm flipH="1">
            <a:off x="4649100" y="4006307"/>
            <a:ext cx="1206300" cy="412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3"/>
          <p:cNvCxnSpPr>
            <a:stCxn id="60" idx="6"/>
            <a:endCxn id="54" idx="3"/>
          </p:cNvCxnSpPr>
          <p:nvPr/>
        </p:nvCxnSpPr>
        <p:spPr>
          <a:xfrm flipH="1" rot="10800000">
            <a:off x="2955875" y="3051600"/>
            <a:ext cx="1057500" cy="7119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3"/>
          <p:cNvCxnSpPr>
            <a:stCxn id="56" idx="6"/>
            <a:endCxn id="54" idx="2"/>
          </p:cNvCxnSpPr>
          <p:nvPr/>
        </p:nvCxnSpPr>
        <p:spPr>
          <a:xfrm>
            <a:off x="2216950" y="2721350"/>
            <a:ext cx="16449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3"/>
          <p:cNvCxnSpPr>
            <a:stCxn id="55" idx="5"/>
            <a:endCxn id="54" idx="1"/>
          </p:cNvCxnSpPr>
          <p:nvPr/>
        </p:nvCxnSpPr>
        <p:spPr>
          <a:xfrm>
            <a:off x="2866250" y="1556507"/>
            <a:ext cx="1146900" cy="834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3"/>
          <p:cNvCxnSpPr>
            <a:stCxn id="54" idx="0"/>
            <a:endCxn id="57" idx="4"/>
          </p:cNvCxnSpPr>
          <p:nvPr/>
        </p:nvCxnSpPr>
        <p:spPr>
          <a:xfrm rot="10800000">
            <a:off x="4378775" y="1313600"/>
            <a:ext cx="0" cy="940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3"/>
          <p:cNvCxnSpPr>
            <a:stCxn id="62" idx="0"/>
            <a:endCxn id="54" idx="4"/>
          </p:cNvCxnSpPr>
          <p:nvPr/>
        </p:nvCxnSpPr>
        <p:spPr>
          <a:xfrm flipH="1" rot="10800000">
            <a:off x="4342975" y="3188700"/>
            <a:ext cx="35700" cy="940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3"/>
          <p:cNvCxnSpPr>
            <a:stCxn id="61" idx="2"/>
            <a:endCxn id="54" idx="5"/>
          </p:cNvCxnSpPr>
          <p:nvPr/>
        </p:nvCxnSpPr>
        <p:spPr>
          <a:xfrm rot="10800000">
            <a:off x="4744275" y="3051600"/>
            <a:ext cx="1021500" cy="750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3"/>
          <p:cNvCxnSpPr>
            <a:stCxn id="54" idx="6"/>
            <a:endCxn id="59" idx="2"/>
          </p:cNvCxnSpPr>
          <p:nvPr/>
        </p:nvCxnSpPr>
        <p:spPr>
          <a:xfrm>
            <a:off x="4895675" y="2721350"/>
            <a:ext cx="13749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3"/>
          <p:cNvCxnSpPr>
            <a:stCxn id="58" idx="3"/>
            <a:endCxn id="54" idx="7"/>
          </p:cNvCxnSpPr>
          <p:nvPr/>
        </p:nvCxnSpPr>
        <p:spPr>
          <a:xfrm flipH="1">
            <a:off x="4744200" y="1556507"/>
            <a:ext cx="1004100" cy="834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3"/>
          <p:cNvCxnSpPr>
            <a:stCxn id="59" idx="4"/>
            <a:endCxn id="61" idx="7"/>
          </p:cNvCxnSpPr>
          <p:nvPr/>
        </p:nvCxnSpPr>
        <p:spPr>
          <a:xfrm flipH="1">
            <a:off x="6288075" y="3010850"/>
            <a:ext cx="288600" cy="58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" name="Google Shape;77;p13"/>
          <p:cNvCxnSpPr>
            <a:stCxn id="58" idx="5"/>
            <a:endCxn id="59" idx="0"/>
          </p:cNvCxnSpPr>
          <p:nvPr/>
        </p:nvCxnSpPr>
        <p:spPr>
          <a:xfrm>
            <a:off x="6181050" y="1556507"/>
            <a:ext cx="395700" cy="87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3"/>
          <p:cNvCxnSpPr>
            <a:stCxn id="62" idx="1"/>
            <a:endCxn id="56" idx="5"/>
          </p:cNvCxnSpPr>
          <p:nvPr/>
        </p:nvCxnSpPr>
        <p:spPr>
          <a:xfrm rot="10800000">
            <a:off x="2127400" y="2926093"/>
            <a:ext cx="1999200" cy="12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3"/>
          <p:cNvCxnSpPr>
            <a:stCxn id="60" idx="2"/>
            <a:endCxn id="56" idx="4"/>
          </p:cNvCxnSpPr>
          <p:nvPr/>
        </p:nvCxnSpPr>
        <p:spPr>
          <a:xfrm rot="10800000">
            <a:off x="1910975" y="3010800"/>
            <a:ext cx="432900" cy="75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3"/>
          <p:cNvCxnSpPr>
            <a:stCxn id="61" idx="2"/>
            <a:endCxn id="60" idx="6"/>
          </p:cNvCxnSpPr>
          <p:nvPr/>
        </p:nvCxnSpPr>
        <p:spPr>
          <a:xfrm rot="10800000">
            <a:off x="2955975" y="3763500"/>
            <a:ext cx="2809800" cy="38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3"/>
          <p:cNvCxnSpPr>
            <a:stCxn id="59" idx="3"/>
            <a:endCxn id="62" idx="7"/>
          </p:cNvCxnSpPr>
          <p:nvPr/>
        </p:nvCxnSpPr>
        <p:spPr>
          <a:xfrm flipH="1">
            <a:off x="4559400" y="2926057"/>
            <a:ext cx="1800900" cy="128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