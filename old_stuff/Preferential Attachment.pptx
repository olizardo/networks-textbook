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b9af733f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b9af733f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b9af733f_0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b9af733f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b9af733f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b9af733f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and out degree??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 -  URLs found on HTML doc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- links that point to doc  *****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edges vs adding nodes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reattachment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acdab6d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9acdab6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9acdab6d_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9acdab6d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acdab6d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9acdab6d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9acdab6d_0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9acdab6d_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acdab6d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acdab6d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9acdab6d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9acdab6d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9acdab6d_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9acdab6d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9acdab6d_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9acdab6d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9acdab6d_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9acdab6d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acdab6d_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acdab6d_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Preferential Attachment		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Barabasi &amp; Albert (1999):  Emergence of Scaling in Random Networks, Science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Edros-Renyi (ER) random graph</a:t>
            </a:r>
            <a:r>
              <a:rPr lang="en" sz="1800"/>
              <a:t>	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Probability 2 vertices connected is random and uniform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Constant degree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Low clustering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Poisson distribution</a:t>
            </a:r>
            <a:endParaRPr sz="1800"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1800"/>
              <a:t>Probability of vertices with large k decreases exponentially with k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Fixed 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Watts-Stogatz (WS)</a:t>
            </a:r>
            <a:endParaRPr b="1"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lattice with clustering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random rewiring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constant degree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Fixed N 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Poisson Distribution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Preferential Attachment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Not fixed N:  N varies over time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Probability two vertices are connected is not random and uniform</a:t>
            </a:r>
            <a:endParaRPr baseline="30000" sz="1800"/>
          </a:p>
        </p:txBody>
      </p:sp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851" y="3143100"/>
            <a:ext cx="4933876" cy="349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Preferential Attachment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600200"/>
            <a:ext cx="82296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400"/>
              <a:t>Preferential Connectivity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Probability a new vertex will connect to another vertex is a function of the degree of the other vertices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P(k) ~ k </a:t>
            </a:r>
            <a:r>
              <a:rPr baseline="30000" lang="en" sz="1800"/>
              <a:t>-y</a:t>
            </a:r>
            <a:endParaRPr baseline="30000"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194" y="3326700"/>
            <a:ext cx="5429243" cy="282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PA Model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4167600" cy="3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Power-law degree distribution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linear on log-log scale</a:t>
            </a:r>
            <a:endParaRPr sz="18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hubs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y ~ 2.5 - 3.0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scale-free  (invariance)</a:t>
            </a:r>
            <a:endParaRPr sz="24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percent increase in k --&gt;  percent increase in P(k)</a:t>
            </a:r>
            <a:endParaRPr sz="18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independent of t, m</a:t>
            </a:r>
            <a:r>
              <a:rPr baseline="-25000" lang="en" sz="1800"/>
              <a:t>0</a:t>
            </a:r>
            <a:r>
              <a:rPr lang="en" sz="1800"/>
              <a:t>, and time added</a:t>
            </a:r>
            <a:endParaRPr sz="18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no mean (average, norm)</a:t>
            </a:r>
            <a:endParaRPr sz="18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self-organized scale-free stationary state</a:t>
            </a:r>
            <a:endParaRPr sz="1800"/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/>
              <a:t>SW? </a:t>
            </a:r>
            <a:endParaRPr sz="1800"/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150" y="1767777"/>
            <a:ext cx="4576625" cy="252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Gould 2002	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Hierarchies (status inequalities) as emergent social process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local actions (respect, liking, admiring)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individual differences amplified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via judgements of relative quality</a:t>
            </a:r>
            <a:endParaRPr sz="18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emergent social structure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 sz="2400"/>
              <a:t>Argument</a:t>
            </a:r>
            <a:endParaRPr b="1"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if no individual differences --&gt;  equality or total (winner-take-all) inequality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If differences --&gt; winner-take-all  (star/hub)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but social systems in between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another social process -- reciprocity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cost of liking A and not being liked by A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457200" y="26138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Amplification </a:t>
            </a:r>
            <a:br>
              <a:rPr lang="en"/>
            </a:br>
            <a:r>
              <a:rPr lang="en"/>
              <a:t>(of individual differences)</a:t>
            </a:r>
            <a:endParaRPr/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159326" y="3332734"/>
            <a:ext cx="2994000" cy="31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400"/>
              <a:t>  "a substantial intensification of status inequality as the importance of social influence relative to exogenous quality increases" (p. 1158)</a:t>
            </a:r>
            <a:endParaRPr sz="2400"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399" y="3184450"/>
            <a:ext cx="5202400" cy="324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600" y="2425288"/>
            <a:ext cx="3761878" cy="62819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 txBox="1"/>
          <p:nvPr/>
        </p:nvSpPr>
        <p:spPr>
          <a:xfrm>
            <a:off x="457575" y="1784575"/>
            <a:ext cx="8254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Weighted social influence (w) amplifies perception of quality 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Tradeoff	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8229600" cy="28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Attached to desirable others (preferential attachment)  --&gt; amplification &amp; inequality</a:t>
            </a:r>
            <a:endParaRPr sz="24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attach to available others (reciprocity)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tolerance for asymmetry	 (</a:t>
            </a:r>
            <a:r>
              <a:rPr i="1" lang="en"/>
              <a:t>s</a:t>
            </a:r>
            <a:r>
              <a:rPr lang="en"/>
              <a:t> parameter)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if painful --&gt; attach to available others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slows amplification process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if not painful --&gt; attach to desirable others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acceptance of status inferiority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Martin:  Social Influence (Chapter 5)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57200" y="1600200"/>
            <a:ext cx="4281000" cy="49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Selection	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preferential attachment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popularity tournament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Commitment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e.g. marriage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reciprocity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Dominance 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transitivity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pecking order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social influence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PA  is not dominance</a:t>
            </a:r>
            <a:endParaRPr sz="2400"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826" y="2571194"/>
            <a:ext cx="4283975" cy="29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Influence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Contagion:  not specific, no resistance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Traditional "infection" model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 shape curve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Pressure:  not specific, resistance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threshold model:  resist until enough others "infect" you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critical mass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Diffusion:  specific, no resistance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p-differential:  probability of contact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but whatever increases probability of contact could be the cause of similarity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spurious diffusion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asymmetry --&gt;  q-differential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00" y="62763"/>
            <a:ext cx="3555973" cy="14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Authority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57200" y="1600200"/>
            <a:ext cx="8229600" cy="3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q-differential:  probability of transmission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credibility vs. authority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credibility --&gt;  mutuality, cliques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authority --&gt;  command trees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Hierarchy Forms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57200" y="1600200"/>
            <a:ext cx="8229600" cy="33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q-differential - credibility --&gt;  cliques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in-group /  out-group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PA --&gt;  status hierarchy, amplification, deference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core-periphery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random seed diffusion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q-differential - authority --&gt;  command trees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specific starting place diffusion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pecking order (caged system) ??   emergent??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always accept influence from those higher in status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949" y="5116960"/>
            <a:ext cx="2551034" cy="183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320" y="5214372"/>
            <a:ext cx="3723505" cy="163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Trisets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457200" y="1600200"/>
            <a:ext cx="79614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600"/>
              <a:t>Never accept influence from someone lower than you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all arrows go down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can reject influence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600"/>
              <a:t>Tendency not to directly influence someone who is far below you (mediation)  </a:t>
            </a:r>
            <a:endParaRPr sz="26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600"/>
              <a:t>Multiple influencers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210" y="643850"/>
            <a:ext cx="7073967" cy="5161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57200" y="568281"/>
            <a:ext cx="8505000" cy="8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Core-Periphery Structure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989" y="1794870"/>
            <a:ext cx="4022879" cy="4739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