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9144000"/>
  <p:notesSz cx="6858000" cy="9144000"/>
  <p:embeddedFontLst>
    <p:embeddedFont>
      <p:font typeface="Josefin Slab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efinSlab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JosefinSlab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JosefinSlab-italic.fntdata"/><Relationship Id="rId6" Type="http://schemas.openxmlformats.org/officeDocument/2006/relationships/slide" Target="slides/slide2.xml"/><Relationship Id="rId18" Type="http://schemas.openxmlformats.org/officeDocument/2006/relationships/font" Target="fonts/JosefinSlab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975a105d_0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1975a105d_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975a105d_0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975a105d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975a105d_0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1975a105d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975a105d_0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1975a105d_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da737283_0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da737283_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da737283_0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da737283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da737283_0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da737283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da737283_0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da737283_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a737283_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a737283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a737283_0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a737283_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975a105d_0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975a105d_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a737283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a737283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Clustering Coefficient (Again)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One place to begin is with the simple clustering coefficient at the ego-network level: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Where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g</a:t>
            </a:r>
            <a:r>
              <a:rPr baseline="-25000" i="1" lang="en">
                <a:latin typeface="Josefin Slab"/>
                <a:ea typeface="Josefin Slab"/>
                <a:cs typeface="Josefin Slab"/>
                <a:sym typeface="Josefin Slab"/>
              </a:rPr>
              <a:t>jk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= 1 if i's j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neighbor is connected to her k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neighbor, and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baseline="-25000" i="1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i's total number of neighbors.</a:t>
            </a:r>
            <a:endParaRPr baseline="30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725" y="2801975"/>
            <a:ext cx="26098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(global) clustering coefficient</a:t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can then characterize the global network structure by computing: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Average Clustering Coefficient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48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Ascertaining the relationship between k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C(k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) (vertex degree and the average clustering for vertices of degree k)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Strong Negative dependence of C(k) on k may indicate that the network relies on hubs as connectors between disparate worlds.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4" name="Google Shape;4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014" y="2595936"/>
            <a:ext cx="1628708" cy="87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Transitivity</a:t>
            </a:r>
            <a:endParaRPr/>
          </a:p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57200" y="1600200"/>
            <a:ext cx="4533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Transitivity is the key index of triadic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Akin to Mathematical transitivity; relation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transitive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iff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b, and b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 jointly imply a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Equality, Less than, Greater than, etc.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Same reasoning applies to social relationships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1" name="Google Shape;5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356" y="1961217"/>
            <a:ext cx="3594336" cy="4245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measures of transitivity</a:t>
            </a:r>
            <a:endParaRPr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simple way to quantify the level of transitivity in a network is to think of as a probability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this case, it is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conditional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probability that (for any three vertices u, w, v):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we observe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uw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edge and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uv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edge,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will also observe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wv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edge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Note that condition (i) defines 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path of length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 a way to quantify transitivity in the network is simply to: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Count all of the paths of length two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Determine how many of them are closed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Divide the last quantity by the first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to Weighted Networks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/>
              <a:t>There is no agreed upon way to generalize the clustering coefficient to weighted networks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/>
              <a:t>The most intuitive proposal is by Onnela et al (2005) who introduce the concept of </a:t>
            </a:r>
            <a:r>
              <a:rPr i="1" lang="en"/>
              <a:t>triangle intensity</a:t>
            </a:r>
            <a:endParaRPr i="1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/>
              <a:t>The intensity of the triangle is then given by the geometric mean of the weights of the triangle centered on vertex </a:t>
            </a:r>
            <a:r>
              <a:rPr i="1" lang="en"/>
              <a:t>i</a:t>
            </a:r>
            <a:r>
              <a:rPr lang="en"/>
              <a:t>.</a:t>
            </a:r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288" y="5218350"/>
            <a:ext cx="75914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to Weighted Networks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/>
              <a:t>Same approach can be used to come up with a generalization of the weighted clustering coefficient at the global level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lang="en"/>
              <a:t>Decide on a method to compute the value of a triplet (a three-some of connected vertices), such as the geometric means of the weights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lang="en"/>
              <a:t>Compute the value of all closed triplets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lang="en"/>
              <a:t>Divide (a) by the value all triplets: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794" y="4990725"/>
            <a:ext cx="4616411" cy="1268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to Weighted Networks</a:t>
            </a: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290" y="1720257"/>
            <a:ext cx="7435419" cy="323884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C(a) = C(b) = 0.33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Cw(a) = 0.44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Cw(b) = 0.23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17" y="355982"/>
            <a:ext cx="7953418" cy="614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Multiplicity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degree dependent clustering coefficient is a vertex level index: The number of triangles (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baseline="-25000" i="1" lang="en" sz="24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) in which a vertex participates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We may ask the same question about a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pair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of vertices, defining an index of clustering for edges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multiplicity of an edge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m</a:t>
            </a:r>
            <a:r>
              <a:rPr baseline="-25000" i="1" lang="en" sz="2400">
                <a:latin typeface="Josefin Slab"/>
                <a:ea typeface="Josefin Slab"/>
                <a:cs typeface="Josefin Slab"/>
                <a:sym typeface="Josefin Slab"/>
              </a:rPr>
              <a:t>ij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can be defined as the number of triangles in which that edge participates.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quantities are related as: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											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930" y="5227978"/>
            <a:ext cx="3552329" cy="631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Multiplicity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 = (n * (n - 1))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 = J(e, 3, 0)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z = 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for (i = 1; i &lt;= n; i++)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for (j = 1; j &lt;= n; j++)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if (A[i, j] == 1)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E[z, 1] = i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E[z, 2] = j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m = 0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for (k = 1; k &lt;= n; k++)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	if (A[i, k] == 1 &amp; A[j, k] == 1) {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		m++ /*increment triangle counter*/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		} /*close second if*/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E[z, 3] = m	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} /*close k loop*/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	} /*close first if*/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	} /*close j loop*/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	} /*close i loop*/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clustering coefficient in different networks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98" y="2190021"/>
            <a:ext cx="8255803" cy="378805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3552775" y="2722825"/>
            <a:ext cx="771600" cy="30432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measures of transitivity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457200" y="1600200"/>
            <a:ext cx="83799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G = J(n, 1, 0)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Ci = J(n, 1, 0)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D = rowsum(A)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for (i = 1; i &lt;= n; i++)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for (j = 1; j &lt;= n; j++)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for (k = 1; k &lt;= n; k++)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	if (A[i, j] == 1 &amp; A[i, k] == 1 &amp; A[j, k] == 1) 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		G[i, 1] = G[i, 1] + 1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} /*close if*/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} /*close k loop*/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} /*close j loop*/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Ci[i, 1] = G[i, 1] / (D[i, 1] * (D[i, 1] - 1))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} /*close i loop*/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 = rowsum(Ci) / 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