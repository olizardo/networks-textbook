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Economica"/>
      <p:regular r:id="rId65"/>
      <p:bold r:id="rId66"/>
      <p:italic r:id="rId67"/>
      <p:boldItalic r:id="rId68"/>
    </p:embeddedFont>
    <p:embeddedFont>
      <p:font typeface="Roboto"/>
      <p:regular r:id="rId69"/>
      <p:bold r:id="rId70"/>
      <p:italic r:id="rId71"/>
      <p:boldItalic r:id="rId72"/>
    </p:embeddedFont>
    <p:embeddedFont>
      <p:font typeface="Oxygen"/>
      <p:regular r:id="rId73"/>
      <p:bold r:id="rId74"/>
    </p:embeddedFont>
    <p:embeddedFont>
      <p:font typeface="Cantarell"/>
      <p:regular r:id="rId75"/>
      <p:bold r:id="rId76"/>
      <p:italic r:id="rId77"/>
      <p:boldItalic r:id="rId78"/>
    </p:embeddedFont>
    <p:embeddedFont>
      <p:font typeface="Open Sans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OpenSans-bold.fntdata"/><Relationship Id="rId82" Type="http://schemas.openxmlformats.org/officeDocument/2006/relationships/font" Target="fonts/OpenSans-boldItalic.fntdata"/><Relationship Id="rId81" Type="http://schemas.openxmlformats.org/officeDocument/2006/relationships/font" Target="fonts/Open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xygen-regular.fntdata"/><Relationship Id="rId72" Type="http://schemas.openxmlformats.org/officeDocument/2006/relationships/font" Target="fonts/Roboto-boldItalic.fntdata"/><Relationship Id="rId31" Type="http://schemas.openxmlformats.org/officeDocument/2006/relationships/slide" Target="slides/slide25.xml"/><Relationship Id="rId75" Type="http://schemas.openxmlformats.org/officeDocument/2006/relationships/font" Target="fonts/Cantarell-regular.fntdata"/><Relationship Id="rId30" Type="http://schemas.openxmlformats.org/officeDocument/2006/relationships/slide" Target="slides/slide24.xml"/><Relationship Id="rId74" Type="http://schemas.openxmlformats.org/officeDocument/2006/relationships/font" Target="fonts/Oxygen-bold.fntdata"/><Relationship Id="rId33" Type="http://schemas.openxmlformats.org/officeDocument/2006/relationships/slide" Target="slides/slide27.xml"/><Relationship Id="rId77" Type="http://schemas.openxmlformats.org/officeDocument/2006/relationships/font" Target="fonts/Cantarell-italic.fntdata"/><Relationship Id="rId32" Type="http://schemas.openxmlformats.org/officeDocument/2006/relationships/slide" Target="slides/slide26.xml"/><Relationship Id="rId76" Type="http://schemas.openxmlformats.org/officeDocument/2006/relationships/font" Target="fonts/Cantarell-bold.fntdata"/><Relationship Id="rId35" Type="http://schemas.openxmlformats.org/officeDocument/2006/relationships/slide" Target="slides/slide29.xml"/><Relationship Id="rId79" Type="http://schemas.openxmlformats.org/officeDocument/2006/relationships/font" Target="fonts/OpenSans-regular.fntdata"/><Relationship Id="rId34" Type="http://schemas.openxmlformats.org/officeDocument/2006/relationships/slide" Target="slides/slide28.xml"/><Relationship Id="rId78" Type="http://schemas.openxmlformats.org/officeDocument/2006/relationships/font" Target="fonts/Cantarell-boldItalic.fntdata"/><Relationship Id="rId71" Type="http://schemas.openxmlformats.org/officeDocument/2006/relationships/font" Target="fonts/Roboto-italic.fntdata"/><Relationship Id="rId70" Type="http://schemas.openxmlformats.org/officeDocument/2006/relationships/font" Target="fonts/Robot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Economica-bold.fntdata"/><Relationship Id="rId21" Type="http://schemas.openxmlformats.org/officeDocument/2006/relationships/slide" Target="slides/slide15.xml"/><Relationship Id="rId65" Type="http://schemas.openxmlformats.org/officeDocument/2006/relationships/font" Target="fonts/Economica-regular.fntdata"/><Relationship Id="rId24" Type="http://schemas.openxmlformats.org/officeDocument/2006/relationships/slide" Target="slides/slide18.xml"/><Relationship Id="rId68" Type="http://schemas.openxmlformats.org/officeDocument/2006/relationships/font" Target="fonts/Economica-boldItalic.fntdata"/><Relationship Id="rId23" Type="http://schemas.openxmlformats.org/officeDocument/2006/relationships/slide" Target="slides/slide17.xml"/><Relationship Id="rId67" Type="http://schemas.openxmlformats.org/officeDocument/2006/relationships/font" Target="fonts/Economica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d0f12f7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d0f12f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a014a22e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a014a22e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a014a22e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a014a22e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a014a22eb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a014a22eb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a014a22e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a014a22e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a014a22e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a014a22e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a014a22e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0a014a22e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a014a22e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a014a22e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a014a22e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a014a22e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a014a22eb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a014a22eb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a014a22eb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a014a22e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0a014a22e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0a014a22e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a014a22e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a014a22e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a014a22eb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a014a22eb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0a014a22eb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0a014a22eb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0a014a22eb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0a014a22eb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a014a22eb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a014a22eb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a014a22eb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a014a22eb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0a014a22eb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0a014a22eb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0a014a22eb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0a014a22eb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0a014a22eb_0_1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0a014a22eb_0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0a014a22eb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0a014a22eb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a014a22eb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a014a22eb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0a014a22eb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0a014a22eb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a014a22eb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0a014a22eb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0a014a22eb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0a014a22eb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0a014a22eb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0a014a22eb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0a014a22eb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0a014a22eb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0a014a22eb_0_1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10a014a22eb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10a014a22eb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10a014a22eb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0a014a22eb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0a014a22eb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0a014a22eb_0_4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0a014a22eb_0_4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0a014a22eb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0a014a22eb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0a014a22eb_0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0a014a22eb_0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10a014a22eb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10a014a22eb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0a014a22eb_0_2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10a014a22eb_0_2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0a014a22eb_0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10a014a22eb_0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10a014a22eb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10a014a22eb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0a014a22eb_0_2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0a014a22eb_0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0a014a22eb_0_2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0a014a22eb_0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10a014a22eb_0_4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10a014a22eb_0_4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0a014a22eb_0_2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10a014a22eb_0_2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10a014a22eb_0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10a014a22eb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0a014a22eb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0a014a22eb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10a014a22eb_0_2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10a014a22eb_0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10a014a22eb_0_2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10a014a22eb_0_2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10a014a22eb_0_3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10a014a22eb_0_3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10a014a22eb_0_3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10a014a22eb_0_3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10a014a22eb_0_3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10a014a22eb_0_3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10a014a22eb_0_3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10a014a22eb_0_3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10a014a22eb_0_3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10a014a22eb_0_3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10a014a22eb_0_3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10a014a22eb_0_3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10a014a22eb_0_3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10a014a22eb_0_3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10a014a22eb_0_3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10a014a22eb_0_3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10a014a22eb_0_3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10a014a22eb_0_3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10a014a22eb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10a014a22eb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g10a014a22eb_0_3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4" name="Google Shape;2494;g10a014a22eb_0_3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g1c910e8e8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1" name="Google Shape;2611;g1c910e8e8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and Triads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22" name="Google Shape;122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7" name="Google Shape;127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32" name="Google Shape;132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7" name="Google Shape;137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0" name="Google Shape;140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42" name="Google Shape;142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5" name="Google Shape;145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" name="Google Shape;146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7" name="Google Shape;147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8" name="Google Shape;158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9" name="Google Shape;159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0" name="Google Shape;160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1" name="Google Shape;161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2" name="Google Shape;162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3" name="Google Shape;163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64" name="Google Shape;164;p2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9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71" name="Google Shape;171;p29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9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9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29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9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6" name="Google Shape;176;p29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29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9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9" name="Google Shape;179;p29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9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81" name="Google Shape;181;p29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9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9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4" name="Google Shape;184;p29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29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6" name="Google Shape;186;p29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29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" name="Google Shape;190;p29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91" name="Google Shape;191;p29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9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9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9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9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9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9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9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9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9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9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2" name="Google Shape;202;p29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3" name="Google Shape;203;p29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4" name="Google Shape;204;p29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5" name="Google Shape;205;p29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6" name="Google Shape;206;p29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7" name="Google Shape;207;p29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8" name="Google Shape;208;p29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9" name="Google Shape;209;p29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29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9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3" name="Google Shape;213;p29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234113" y="1713500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4" name="Google Shape;224;p30"/>
          <p:cNvCxnSpPr>
            <a:stCxn id="222" idx="6"/>
            <a:endCxn id="22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" name="Google Shape;228;p30"/>
          <p:cNvCxnSpPr>
            <a:stCxn id="223" idx="7"/>
            <a:endCxn id="22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>
            <a:stCxn id="227" idx="1"/>
            <a:endCxn id="22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0"/>
          <p:cNvCxnSpPr>
            <a:stCxn id="227" idx="3"/>
            <a:endCxn id="22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0"/>
          <p:cNvCxnSpPr>
            <a:stCxn id="226" idx="1"/>
            <a:endCxn id="22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0"/>
          <p:cNvCxnSpPr>
            <a:stCxn id="226" idx="0"/>
            <a:endCxn id="22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0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that includes any two nodes!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3" name="Google Shape;243;p31"/>
          <p:cNvCxnSpPr>
            <a:stCxn id="241" idx="6"/>
            <a:endCxn id="24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7" name="Google Shape;247;p31"/>
          <p:cNvCxnSpPr>
            <a:stCxn id="242" idx="7"/>
            <a:endCxn id="24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1"/>
          <p:cNvCxnSpPr>
            <a:stCxn id="246" idx="1"/>
            <a:endCxn id="24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>
            <a:stCxn id="246" idx="3"/>
            <a:endCxn id="24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>
            <a:stCxn id="245" idx="1"/>
            <a:endCxn id="24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1"/>
          <p:cNvCxnSpPr>
            <a:stCxn id="245" idx="0"/>
            <a:endCxn id="24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1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1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that includes any two nodes!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D dyad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32"/>
          <p:cNvCxnSpPr>
            <a:stCxn id="260" idx="6"/>
            <a:endCxn id="26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6" name="Google Shape;266;p32"/>
          <p:cNvCxnSpPr>
            <a:stCxn id="261" idx="7"/>
            <a:endCxn id="26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>
            <a:stCxn id="265" idx="1"/>
            <a:endCxn id="26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2"/>
          <p:cNvCxnSpPr>
            <a:stCxn id="265" idx="3"/>
            <a:endCxn id="26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2"/>
          <p:cNvCxnSpPr>
            <a:stCxn id="264" idx="1"/>
            <a:endCxn id="26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>
            <a:stCxn id="264" idx="0"/>
            <a:endCxn id="26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32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that includes any two nodes!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D dyad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Symmetric edges in undirected graphs can either be present or absent!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" name="Google Shape;280;p33"/>
          <p:cNvCxnSpPr>
            <a:stCxn id="279" idx="6"/>
            <a:endCxn id="281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5727983" y="319827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7341884" y="319827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Undirected Graphs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5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295" name="Google Shape;295;p35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6" name="Google Shape;296;p35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8" name="Google Shape;298;p35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9" name="Google Shape;299;p35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00" name="Google Shape;300;p35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1" name="Google Shape;301;p35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3" name="Google Shape;303;p35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4" name="Google Shape;304;p35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305" name="Google Shape;305;p35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35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8" name="Google Shape;308;p35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9" name="Google Shape;309;p35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310" name="Google Shape;310;p35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1" name="Google Shape;311;p35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5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3" name="Google Shape;313;p35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4" name="Google Shape;314;p35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315" name="Google Shape;315;p35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6" name="Google Shape;316;p35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5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9" name="Google Shape;319;p35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320" name="Google Shape;320;p35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1" name="Google Shape;321;p35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2" name="Google Shape;322;p3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3" name="Google Shape;323;p35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4" name="Google Shape;324;p35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5" name="Google Shape;325;p35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6" name="Google Shape;326;p35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7" name="Google Shape;327;p35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8" name="Google Shape;328;p35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9" name="Google Shape;329;p3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0" name="Google Shape;330;p35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1" name="Google Shape;331;p3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2" name="Google Shape;332;p35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3" name="Google Shape;333;p3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4" name="Google Shape;334;p35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5" name="Google Shape;335;p3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6" name="Google Shape;336;p3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337" name="Google Shape;337;p35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6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344" name="Google Shape;344;p36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36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6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47" name="Google Shape;347;p36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8" name="Google Shape;348;p36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349" name="Google Shape;349;p36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" name="Google Shape;350;p36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6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2" name="Google Shape;352;p36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3" name="Google Shape;353;p36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354" name="Google Shape;354;p36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36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6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" name="Google Shape;358;p36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359" name="Google Shape;359;p36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0" name="Google Shape;360;p36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62" name="Google Shape;362;p36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" name="Google Shape;363;p36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364" name="Google Shape;364;p36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5" name="Google Shape;365;p36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6" name="Google Shape;366;p36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7" name="Google Shape;367;p36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8" name="Google Shape;368;p36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9" name="Google Shape;369;p36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0" name="Google Shape;370;p36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1" name="Google Shape;371;p36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2" name="Google Shape;372;p36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3" name="Google Shape;373;p36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4" name="Google Shape;374;p36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5" name="Google Shape;375;p36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6" name="Google Shape;376;p36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7" name="Google Shape;377;p36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8" name="Google Shape;378;p36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9" name="Google Shape;379;p36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80" name="Google Shape;380;p36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381" name="Google Shape;381;p36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82" name="Google Shape;382;p36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3" name="Google Shape;383;p36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6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85" name="Google Shape;385;p36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6" name="Google Shape;386;p36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7" name="Google Shape;38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766075" y="2115325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" name="Google Shape;396;p37"/>
          <p:cNvCxnSpPr>
            <a:stCxn id="394" idx="6"/>
            <a:endCxn id="3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0" name="Google Shape;400;p37"/>
          <p:cNvCxnSpPr>
            <a:stCxn id="395" idx="7"/>
            <a:endCxn id="3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7"/>
          <p:cNvCxnSpPr>
            <a:stCxn id="399" idx="1"/>
            <a:endCxn id="397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7"/>
          <p:cNvCxnSpPr>
            <a:stCxn id="399" idx="3"/>
            <a:endCxn id="398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7"/>
          <p:cNvCxnSpPr>
            <a:stCxn id="398" idx="1"/>
            <a:endCxn id="3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7"/>
          <p:cNvCxnSpPr>
            <a:stCxn id="398" idx="0"/>
            <a:endCxn id="3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" name="Google Shape;407;p37"/>
          <p:cNvCxnSpPr>
            <a:stCxn id="406" idx="0"/>
            <a:endCxn id="395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13" name="Google Shape;413;p3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5" name="Google Shape;415;p38"/>
          <p:cNvCxnSpPr>
            <a:stCxn id="413" idx="6"/>
            <a:endCxn id="41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9" name="Google Shape;419;p38"/>
          <p:cNvCxnSpPr>
            <a:stCxn id="414" idx="7"/>
            <a:endCxn id="41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stCxn id="418" idx="1"/>
            <a:endCxn id="416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8"/>
          <p:cNvCxnSpPr>
            <a:stCxn id="418" idx="3"/>
            <a:endCxn id="417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8"/>
          <p:cNvCxnSpPr>
            <a:stCxn id="417" idx="1"/>
            <a:endCxn id="41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8"/>
          <p:cNvCxnSpPr>
            <a:stCxn id="417" idx="0"/>
            <a:endCxn id="41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" name="Google Shape;426;p38"/>
          <p:cNvCxnSpPr>
            <a:stCxn id="425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32" name="Google Shape;432;p3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4" name="Google Shape;434;p39"/>
          <p:cNvCxnSpPr>
            <a:stCxn id="432" idx="6"/>
            <a:endCxn id="43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" name="Google Shape;438;p39"/>
          <p:cNvCxnSpPr>
            <a:stCxn id="433" idx="7"/>
            <a:endCxn id="43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9"/>
          <p:cNvCxnSpPr>
            <a:stCxn id="437" idx="1"/>
            <a:endCxn id="435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9"/>
          <p:cNvCxnSpPr>
            <a:stCxn id="437" idx="3"/>
            <a:endCxn id="436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9"/>
          <p:cNvCxnSpPr>
            <a:stCxn id="436" idx="1"/>
            <a:endCxn id="43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9"/>
          <p:cNvCxnSpPr>
            <a:stCxn id="436" idx="0"/>
            <a:endCxn id="43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3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44" name="Google Shape;444;p39"/>
          <p:cNvSpPr/>
          <p:nvPr/>
        </p:nvSpPr>
        <p:spPr>
          <a:xfrm>
            <a:off x="4834825" y="1147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triad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45" name="Google Shape;445;p39"/>
          <p:cNvCxnSpPr>
            <a:stCxn id="444" idx="4"/>
          </p:cNvCxnSpPr>
          <p:nvPr/>
        </p:nvCxnSpPr>
        <p:spPr>
          <a:xfrm>
            <a:off x="5758075" y="1978525"/>
            <a:ext cx="860100" cy="28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39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7" name="Google Shape;447;p39"/>
          <p:cNvCxnSpPr>
            <a:stCxn id="446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53" name="Google Shape;453;p4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6" name="Google Shape;456;p40"/>
          <p:cNvCxnSpPr>
            <a:stCxn id="454" idx="6"/>
            <a:endCxn id="45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0" name="Google Shape;460;p40"/>
          <p:cNvCxnSpPr>
            <a:stCxn id="455" idx="7"/>
            <a:endCxn id="45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40"/>
          <p:cNvCxnSpPr>
            <a:stCxn id="459" idx="1"/>
            <a:endCxn id="457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0"/>
          <p:cNvCxnSpPr>
            <a:stCxn id="459" idx="3"/>
            <a:endCxn id="458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0"/>
          <p:cNvCxnSpPr>
            <a:stCxn id="458" idx="1"/>
            <a:endCxn id="45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0"/>
          <p:cNvCxnSpPr>
            <a:stCxn id="458" idx="0"/>
            <a:endCxn id="45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0"/>
          <p:cNvSpPr/>
          <p:nvPr/>
        </p:nvSpPr>
        <p:spPr>
          <a:xfrm>
            <a:off x="4169075" y="130367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triad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66" name="Google Shape;466;p40"/>
          <p:cNvCxnSpPr>
            <a:stCxn id="465" idx="5"/>
          </p:cNvCxnSpPr>
          <p:nvPr/>
        </p:nvCxnSpPr>
        <p:spPr>
          <a:xfrm>
            <a:off x="5745161" y="2013234"/>
            <a:ext cx="407700" cy="438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40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8" name="Google Shape;468;p40"/>
          <p:cNvCxnSpPr>
            <a:stCxn id="467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74" name="Google Shape;474;p4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75" name="Google Shape;475;p4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7" name="Google Shape;477;p41"/>
          <p:cNvCxnSpPr>
            <a:stCxn id="475" idx="6"/>
            <a:endCxn id="47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1" name="Google Shape;481;p41"/>
          <p:cNvCxnSpPr>
            <a:stCxn id="476" idx="7"/>
            <a:endCxn id="47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1"/>
          <p:cNvCxnSpPr>
            <a:stCxn id="480" idx="1"/>
            <a:endCxn id="478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1"/>
          <p:cNvCxnSpPr>
            <a:stCxn id="480" idx="3"/>
            <a:endCxn id="479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1"/>
          <p:cNvCxnSpPr>
            <a:stCxn id="479" idx="1"/>
            <a:endCxn id="47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1"/>
          <p:cNvCxnSpPr>
            <a:stCxn id="479" idx="0"/>
            <a:endCxn id="47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1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7" name="Google Shape;487;p41"/>
          <p:cNvCxnSpPr>
            <a:stCxn id="486" idx="0"/>
            <a:endCxn id="476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1"/>
          <p:cNvSpPr/>
          <p:nvPr/>
        </p:nvSpPr>
        <p:spPr>
          <a:xfrm>
            <a:off x="3537300" y="3762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Triads don’t have to be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89" name="Google Shape;489;p41"/>
          <p:cNvCxnSpPr>
            <a:stCxn id="488" idx="7"/>
          </p:cNvCxnSpPr>
          <p:nvPr/>
        </p:nvCxnSpPr>
        <p:spPr>
          <a:xfrm flipH="1" rot="10800000">
            <a:off x="5113386" y="3351166"/>
            <a:ext cx="737400" cy="53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95" name="Google Shape;495;p4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96" name="Google Shape;496;p4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8" name="Google Shape;498;p42"/>
          <p:cNvCxnSpPr>
            <a:stCxn id="496" idx="6"/>
            <a:endCxn id="49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4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2" name="Google Shape;502;p42"/>
          <p:cNvCxnSpPr>
            <a:stCxn id="497" idx="7"/>
            <a:endCxn id="49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2"/>
          <p:cNvCxnSpPr>
            <a:stCxn id="501" idx="1"/>
            <a:endCxn id="499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2"/>
          <p:cNvCxnSpPr>
            <a:stCxn id="501" idx="3"/>
            <a:endCxn id="500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2"/>
          <p:cNvCxnSpPr>
            <a:stCxn id="500" idx="1"/>
            <a:endCxn id="49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2"/>
          <p:cNvCxnSpPr>
            <a:stCxn id="500" idx="0"/>
            <a:endCxn id="49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2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8" name="Google Shape;508;p42"/>
          <p:cNvCxnSpPr>
            <a:stCxn id="507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42"/>
          <p:cNvSpPr/>
          <p:nvPr/>
        </p:nvSpPr>
        <p:spPr>
          <a:xfrm>
            <a:off x="3537300" y="3762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Triads could be empty subgraphs!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0" name="Google Shape;510;p42"/>
          <p:cNvCxnSpPr>
            <a:stCxn id="509" idx="7"/>
          </p:cNvCxnSpPr>
          <p:nvPr/>
        </p:nvCxnSpPr>
        <p:spPr>
          <a:xfrm flipH="1" rot="10800000">
            <a:off x="5113386" y="3351166"/>
            <a:ext cx="737400" cy="53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triads are there?</a:t>
            </a:r>
            <a:endParaRPr/>
          </a:p>
        </p:txBody>
      </p:sp>
      <p:sp>
        <p:nvSpPr>
          <p:cNvPr id="516" name="Google Shape;516;p43"/>
          <p:cNvSpPr txBox="1"/>
          <p:nvPr>
            <p:ph idx="1" type="body"/>
          </p:nvPr>
        </p:nvSpPr>
        <p:spPr>
          <a:xfrm>
            <a:off x="311700" y="1225225"/>
            <a:ext cx="4528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</a:pPr>
            <a:r>
              <a:rPr b="1" lang="en">
                <a:solidFill>
                  <a:schemeClr val="accent6"/>
                </a:solidFill>
              </a:rPr>
              <a:t>Closed triad</a:t>
            </a:r>
            <a:endParaRPr b="1">
              <a:solidFill>
                <a:schemeClr val="accent6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</a:pPr>
            <a:r>
              <a:rPr b="1" lang="en">
                <a:solidFill>
                  <a:schemeClr val="accent5"/>
                </a:solidFill>
              </a:rPr>
              <a:t>Open triad</a:t>
            </a:r>
            <a:endParaRPr b="1">
              <a:solidFill>
                <a:schemeClr val="accent5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</a:pPr>
            <a:r>
              <a:rPr b="1" lang="en">
                <a:solidFill>
                  <a:schemeClr val="lt2"/>
                </a:solidFill>
              </a:rPr>
              <a:t>Connected pair + unconnected third party</a:t>
            </a:r>
            <a:endParaRPr b="1">
              <a:solidFill>
                <a:schemeClr val="l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</a:pPr>
            <a:r>
              <a:rPr b="1" lang="en">
                <a:solidFill>
                  <a:schemeClr val="accent3"/>
                </a:solidFill>
              </a:rPr>
              <a:t>Null (empty) triad</a:t>
            </a:r>
            <a:endParaRPr b="1">
              <a:solidFill>
                <a:schemeClr val="accent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9" name="Google Shape;519;p43"/>
          <p:cNvCxnSpPr>
            <a:stCxn id="517" idx="6"/>
            <a:endCxn id="5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3" name="Google Shape;523;p43"/>
          <p:cNvCxnSpPr>
            <a:stCxn id="518" idx="7"/>
            <a:endCxn id="5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3"/>
          <p:cNvCxnSpPr>
            <a:stCxn id="522" idx="1"/>
            <a:endCxn id="520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43"/>
          <p:cNvCxnSpPr>
            <a:stCxn id="522" idx="3"/>
            <a:endCxn id="521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43"/>
          <p:cNvCxnSpPr>
            <a:stCxn id="521" idx="1"/>
            <a:endCxn id="5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3"/>
          <p:cNvCxnSpPr>
            <a:stCxn id="521" idx="0"/>
            <a:endCxn id="5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43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9" name="Google Shape;529;p43"/>
          <p:cNvCxnSpPr>
            <a:stCxn id="528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3"/>
          <p:cNvSpPr/>
          <p:nvPr/>
        </p:nvSpPr>
        <p:spPr>
          <a:xfrm>
            <a:off x="246150" y="37990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717544" y="3349550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717544" y="4248109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3" name="Google Shape;533;p43"/>
          <p:cNvCxnSpPr>
            <a:stCxn id="530" idx="7"/>
            <a:endCxn id="531" idx="3"/>
          </p:cNvCxnSpPr>
          <p:nvPr/>
        </p:nvCxnSpPr>
        <p:spPr>
          <a:xfrm flipH="1" rot="10800000">
            <a:off x="513227" y="361690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3"/>
          <p:cNvCxnSpPr>
            <a:stCxn id="532" idx="1"/>
            <a:endCxn id="530" idx="5"/>
          </p:cNvCxnSpPr>
          <p:nvPr/>
        </p:nvCxnSpPr>
        <p:spPr>
          <a:xfrm rot="10800000">
            <a:off x="513167" y="406627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3"/>
          <p:cNvCxnSpPr>
            <a:stCxn id="532" idx="0"/>
            <a:endCxn id="531" idx="4"/>
          </p:cNvCxnSpPr>
          <p:nvPr/>
        </p:nvCxnSpPr>
        <p:spPr>
          <a:xfrm rot="10800000">
            <a:off x="873994" y="366280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43"/>
          <p:cNvSpPr/>
          <p:nvPr/>
        </p:nvSpPr>
        <p:spPr>
          <a:xfrm>
            <a:off x="1415200" y="367417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1928936" y="367416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8" name="Google Shape;538;p43"/>
          <p:cNvCxnSpPr>
            <a:stCxn id="536" idx="6"/>
            <a:endCxn id="537" idx="2"/>
          </p:cNvCxnSpPr>
          <p:nvPr/>
        </p:nvCxnSpPr>
        <p:spPr>
          <a:xfrm>
            <a:off x="1726000" y="3829575"/>
            <a:ext cx="202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43"/>
          <p:cNvSpPr/>
          <p:nvPr/>
        </p:nvSpPr>
        <p:spPr>
          <a:xfrm>
            <a:off x="2265316" y="4002446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0" name="Google Shape;540;p43"/>
          <p:cNvCxnSpPr>
            <a:stCxn id="539" idx="1"/>
            <a:endCxn id="537" idx="5"/>
          </p:cNvCxnSpPr>
          <p:nvPr/>
        </p:nvCxnSpPr>
        <p:spPr>
          <a:xfrm rot="10800000">
            <a:off x="2194132" y="3939361"/>
            <a:ext cx="116700" cy="108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43"/>
          <p:cNvSpPr/>
          <p:nvPr/>
        </p:nvSpPr>
        <p:spPr>
          <a:xfrm>
            <a:off x="2707513" y="351640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3445738" y="351640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2707513" y="412235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4" name="Google Shape;544;p43"/>
          <p:cNvCxnSpPr>
            <a:stCxn id="543" idx="0"/>
            <a:endCxn id="541" idx="4"/>
          </p:cNvCxnSpPr>
          <p:nvPr/>
        </p:nvCxnSpPr>
        <p:spPr>
          <a:xfrm rot="10800000">
            <a:off x="2862913" y="3827150"/>
            <a:ext cx="0" cy="295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3"/>
          <p:cNvSpPr/>
          <p:nvPr/>
        </p:nvSpPr>
        <p:spPr>
          <a:xfrm>
            <a:off x="3964700" y="348130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4780275" y="404795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4224075" y="404795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311700" y="46088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Closed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1502625" y="46088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Open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738850" y="4608850"/>
            <a:ext cx="1065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Connected Pair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1" name="Google Shape;551;p43"/>
          <p:cNvSpPr txBox="1"/>
          <p:nvPr/>
        </p:nvSpPr>
        <p:spPr>
          <a:xfrm>
            <a:off x="4171350" y="46088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triads are there?</a:t>
            </a:r>
            <a:endParaRPr/>
          </a:p>
        </p:txBody>
      </p:sp>
      <p:sp>
        <p:nvSpPr>
          <p:cNvPr id="557" name="Google Shape;557;p44"/>
          <p:cNvSpPr txBox="1"/>
          <p:nvPr>
            <p:ph idx="1" type="body"/>
          </p:nvPr>
        </p:nvSpPr>
        <p:spPr>
          <a:xfrm>
            <a:off x="311700" y="1225225"/>
            <a:ext cx="4528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</a:pPr>
            <a:r>
              <a:rPr b="1" lang="en">
                <a:solidFill>
                  <a:schemeClr val="accent6"/>
                </a:solidFill>
              </a:rPr>
              <a:t>Closed triad</a:t>
            </a:r>
            <a:endParaRPr b="1">
              <a:solidFill>
                <a:schemeClr val="accent6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</a:pPr>
            <a:r>
              <a:rPr b="1" lang="en">
                <a:solidFill>
                  <a:schemeClr val="accent5"/>
                </a:solidFill>
              </a:rPr>
              <a:t>Open triad</a:t>
            </a:r>
            <a:endParaRPr b="1">
              <a:solidFill>
                <a:schemeClr val="accent5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</a:pPr>
            <a:r>
              <a:rPr b="1" lang="en">
                <a:solidFill>
                  <a:schemeClr val="lt2"/>
                </a:solidFill>
              </a:rPr>
              <a:t>Connected pair + unconnected third party</a:t>
            </a:r>
            <a:endParaRPr b="1">
              <a:solidFill>
                <a:schemeClr val="l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</a:pPr>
            <a:r>
              <a:rPr b="1" lang="en">
                <a:solidFill>
                  <a:schemeClr val="accent3"/>
                </a:solidFill>
              </a:rPr>
              <a:t>Null (empty) triad</a:t>
            </a:r>
            <a:endParaRPr b="1">
              <a:solidFill>
                <a:schemeClr val="accent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0" name="Google Shape;560;p44"/>
          <p:cNvCxnSpPr>
            <a:stCxn id="558" idx="6"/>
            <a:endCxn id="55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4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4" name="Google Shape;564;p44"/>
          <p:cNvCxnSpPr>
            <a:stCxn id="559" idx="7"/>
            <a:endCxn id="56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44"/>
          <p:cNvCxnSpPr>
            <a:stCxn id="563" idx="1"/>
            <a:endCxn id="561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44"/>
          <p:cNvCxnSpPr>
            <a:stCxn id="563" idx="3"/>
            <a:endCxn id="562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4"/>
          <p:cNvCxnSpPr>
            <a:stCxn id="562" idx="1"/>
            <a:endCxn id="55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4"/>
          <p:cNvCxnSpPr>
            <a:stCxn id="562" idx="0"/>
            <a:endCxn id="56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44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0" name="Google Shape;570;p44"/>
          <p:cNvCxnSpPr>
            <a:stCxn id="569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4"/>
          <p:cNvSpPr/>
          <p:nvPr/>
        </p:nvSpPr>
        <p:spPr>
          <a:xfrm>
            <a:off x="246150" y="37990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717544" y="3349550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3" name="Google Shape;573;p44"/>
          <p:cNvSpPr/>
          <p:nvPr/>
        </p:nvSpPr>
        <p:spPr>
          <a:xfrm>
            <a:off x="717544" y="4248109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4" name="Google Shape;574;p44"/>
          <p:cNvCxnSpPr>
            <a:stCxn id="571" idx="7"/>
            <a:endCxn id="572" idx="3"/>
          </p:cNvCxnSpPr>
          <p:nvPr/>
        </p:nvCxnSpPr>
        <p:spPr>
          <a:xfrm flipH="1" rot="10800000">
            <a:off x="513227" y="361690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4"/>
          <p:cNvCxnSpPr>
            <a:stCxn id="573" idx="1"/>
            <a:endCxn id="571" idx="5"/>
          </p:cNvCxnSpPr>
          <p:nvPr/>
        </p:nvCxnSpPr>
        <p:spPr>
          <a:xfrm rot="10800000">
            <a:off x="513167" y="406627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4"/>
          <p:cNvCxnSpPr>
            <a:stCxn id="573" idx="0"/>
            <a:endCxn id="572" idx="4"/>
          </p:cNvCxnSpPr>
          <p:nvPr/>
        </p:nvCxnSpPr>
        <p:spPr>
          <a:xfrm rot="10800000">
            <a:off x="873994" y="366280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44"/>
          <p:cNvSpPr txBox="1"/>
          <p:nvPr/>
        </p:nvSpPr>
        <p:spPr>
          <a:xfrm>
            <a:off x="311700" y="46088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Closed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8" name="Google Shape;578;p44"/>
          <p:cNvSpPr txBox="1"/>
          <p:nvPr/>
        </p:nvSpPr>
        <p:spPr>
          <a:xfrm>
            <a:off x="1502625" y="46088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Open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2738850" y="4608850"/>
            <a:ext cx="1065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Connected Pair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0" name="Google Shape;580;p44"/>
          <p:cNvSpPr txBox="1"/>
          <p:nvPr/>
        </p:nvSpPr>
        <p:spPr>
          <a:xfrm>
            <a:off x="4171350" y="46088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1580425" y="381838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2051819" y="3368900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3" name="Google Shape;583;p44"/>
          <p:cNvSpPr/>
          <p:nvPr/>
        </p:nvSpPr>
        <p:spPr>
          <a:xfrm>
            <a:off x="2051819" y="4267459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4" name="Google Shape;584;p44"/>
          <p:cNvCxnSpPr>
            <a:stCxn id="581" idx="7"/>
            <a:endCxn id="582" idx="3"/>
          </p:cNvCxnSpPr>
          <p:nvPr/>
        </p:nvCxnSpPr>
        <p:spPr>
          <a:xfrm flipH="1" rot="10800000">
            <a:off x="1847502" y="363625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4"/>
          <p:cNvCxnSpPr>
            <a:stCxn id="583" idx="1"/>
            <a:endCxn id="581" idx="5"/>
          </p:cNvCxnSpPr>
          <p:nvPr/>
        </p:nvCxnSpPr>
        <p:spPr>
          <a:xfrm rot="10800000">
            <a:off x="1847442" y="408562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4"/>
          <p:cNvSpPr/>
          <p:nvPr/>
        </p:nvSpPr>
        <p:spPr>
          <a:xfrm>
            <a:off x="2915600" y="381858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3386994" y="3369100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3386994" y="4267659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9" name="Google Shape;589;p44"/>
          <p:cNvCxnSpPr>
            <a:stCxn id="588" idx="0"/>
            <a:endCxn id="587" idx="4"/>
          </p:cNvCxnSpPr>
          <p:nvPr/>
        </p:nvCxnSpPr>
        <p:spPr>
          <a:xfrm rot="10800000">
            <a:off x="3543444" y="368235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44"/>
          <p:cNvSpPr/>
          <p:nvPr/>
        </p:nvSpPr>
        <p:spPr>
          <a:xfrm>
            <a:off x="4210025" y="3818785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1" name="Google Shape;591;p44"/>
          <p:cNvSpPr/>
          <p:nvPr/>
        </p:nvSpPr>
        <p:spPr>
          <a:xfrm>
            <a:off x="4681419" y="3369300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2" name="Google Shape;592;p44"/>
          <p:cNvSpPr/>
          <p:nvPr/>
        </p:nvSpPr>
        <p:spPr>
          <a:xfrm>
            <a:off x="4681419" y="4267859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</a:t>
            </a:r>
            <a:r>
              <a:rPr lang="en"/>
              <a:t> in Directed Graphs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603" name="Google Shape;603;p46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609" name="Google Shape;609;p47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7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1" name="Google Shape;611;p47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2" name="Google Shape;612;p47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8"/>
          <p:cNvSpPr/>
          <p:nvPr/>
        </p:nvSpPr>
        <p:spPr>
          <a:xfrm rot="3379568">
            <a:off x="6040220" y="2026221"/>
            <a:ext cx="3532054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18" name="Google Shape;618;p48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19" name="Google Shape;619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620" name="Google Shape;620;p48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8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2" name="Google Shape;622;p48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3" name="Google Shape;623;p48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4" name="Google Shape;624;p48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9"/>
          <p:cNvSpPr/>
          <p:nvPr/>
        </p:nvSpPr>
        <p:spPr>
          <a:xfrm rot="3379568">
            <a:off x="6040220" y="2026221"/>
            <a:ext cx="3532054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30" name="Google Shape;630;p49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31" name="Google Shape;63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632" name="Google Shape;632;p49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9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6" name="Google Shape;636;p49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0"/>
          <p:cNvSpPr/>
          <p:nvPr/>
        </p:nvSpPr>
        <p:spPr>
          <a:xfrm rot="3379730">
            <a:off x="6040091" y="2026370"/>
            <a:ext cx="3532303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42" name="Google Shape;642;p50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43" name="Google Shape;643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644" name="Google Shape;644;p50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possible combinations define the types of directed triads!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0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6" name="Google Shape;646;p50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7" name="Google Shape;647;p50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8" name="Google Shape;648;p50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654" name="Google Shape;654;p51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use the MAN notation: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NNN</a:t>
            </a:r>
            <a:r>
              <a:rPr lang="en"/>
              <a:t> is the directed triad with three null dyads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more are there?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1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6" name="Google Shape;656;p51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7" name="Google Shape;657;p51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8" name="Google Shape;658;p51"/>
          <p:cNvSpPr txBox="1"/>
          <p:nvPr/>
        </p:nvSpPr>
        <p:spPr>
          <a:xfrm>
            <a:off x="6040750" y="41419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2"/>
          <p:cNvSpPr/>
          <p:nvPr/>
        </p:nvSpPr>
        <p:spPr>
          <a:xfrm>
            <a:off x="311700" y="3707300"/>
            <a:ext cx="6030300" cy="1212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First, t</a:t>
            </a:r>
            <a:r>
              <a:rPr b="1" lang="en">
                <a:solidFill>
                  <a:srgbClr val="FF0000"/>
                </a:solidFill>
              </a:rPr>
              <a:t>here will be directed triads combining one connected dyad with two null dyads: The directed version of the “connected pair”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4" name="Google Shape;664;p5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5" name="Google Shape;665;p5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6" name="Google Shape;666;p5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7" name="Google Shape;667;p5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3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3" name="Google Shape;673;p5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4" name="Google Shape;674;p5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5" name="Google Shape;675;p5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6" name="Google Shape;676;p5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77" name="Google Shape;677;p5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9" name="Google Shape;679;p5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0" name="Google Shape;680;p5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1" name="Google Shape;681;p5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2" name="Google Shape;682;p5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3" name="Google Shape;683;p53"/>
          <p:cNvSpPr/>
          <p:nvPr/>
        </p:nvSpPr>
        <p:spPr>
          <a:xfrm>
            <a:off x="311700" y="3707300"/>
            <a:ext cx="6030300" cy="1212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will be directed triads combining one connected dyad with two null dyads: The directed version of the “connected pair”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9" name="Google Shape;689;p54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will feature one asymmetric dyad and two null dyads (ANN)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0" name="Google Shape;690;p5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1" name="Google Shape;691;p5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2" name="Google Shape;692;p5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3" name="Google Shape;693;p5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4" name="Google Shape;694;p5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5" name="Google Shape;695;p5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6" name="Google Shape;696;p5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7" name="Google Shape;697;p5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8" name="Google Shape;698;p5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9" name="Google Shape;699;p5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0" name="Google Shape;700;p5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01" name="Google Shape;701;p54"/>
          <p:cNvCxnSpPr>
            <a:stCxn id="697" idx="0"/>
            <a:endCxn id="69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5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07" name="Google Shape;707;p55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other will feature a mutual dyad and two null dyads (MNN)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08" name="Google Shape;708;p5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9" name="Google Shape;709;p5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0" name="Google Shape;710;p5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1" name="Google Shape;711;p5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2" name="Google Shape;712;p5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3" name="Google Shape;713;p5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4" name="Google Shape;714;p5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5" name="Google Shape;715;p5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16" name="Google Shape;716;p55"/>
          <p:cNvCxnSpPr>
            <a:stCxn id="712" idx="0"/>
            <a:endCxn id="71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7" name="Google Shape;717;p55"/>
          <p:cNvCxnSpPr>
            <a:stCxn id="713" idx="4"/>
            <a:endCxn id="71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8" name="Google Shape;718;p5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9" name="Google Shape;719;p5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0" name="Google Shape;720;p5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1" name="Google Shape;721;p5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22" name="Google Shape;722;p55"/>
          <p:cNvCxnSpPr>
            <a:stCxn id="718" idx="0"/>
            <a:endCxn id="71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6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triads featuring two connected dyads and one null dyad: The directed version of the “open triad.”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28" name="Google Shape;728;p5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9" name="Google Shape;729;p5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1" name="Google Shape;731;p5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32" name="Google Shape;732;p5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3" name="Google Shape;733;p5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4" name="Google Shape;734;p5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5" name="Google Shape;735;p5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6" name="Google Shape;736;p56"/>
          <p:cNvCxnSpPr>
            <a:stCxn id="732" idx="0"/>
            <a:endCxn id="73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7" name="Google Shape;737;p56"/>
          <p:cNvCxnSpPr>
            <a:stCxn id="733" idx="4"/>
            <a:endCxn id="73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8" name="Google Shape;738;p5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9" name="Google Shape;739;p5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0" name="Google Shape;740;p5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1" name="Google Shape;741;p5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2" name="Google Shape;742;p56"/>
          <p:cNvCxnSpPr>
            <a:stCxn id="738" idx="0"/>
            <a:endCxn id="73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7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8" name="Google Shape;748;p5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9" name="Google Shape;749;p5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0" name="Google Shape;750;p5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1" name="Google Shape;751;p5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2" name="Google Shape;752;p5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3" name="Google Shape;753;p5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4" name="Google Shape;754;p5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5" name="Google Shape;755;p5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56" name="Google Shape;756;p57"/>
          <p:cNvCxnSpPr>
            <a:stCxn id="752" idx="0"/>
            <a:endCxn id="75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7" name="Google Shape;757;p57"/>
          <p:cNvCxnSpPr>
            <a:stCxn id="753" idx="4"/>
            <a:endCxn id="75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8" name="Google Shape;758;p5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9" name="Google Shape;759;p5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0" name="Google Shape;760;p5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1" name="Google Shape;761;p5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62" name="Google Shape;762;p57"/>
          <p:cNvCxnSpPr>
            <a:stCxn id="758" idx="0"/>
            <a:endCxn id="75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9" name="Google Shape;769;p5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0" name="Google Shape;770;p5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71" name="Google Shape;771;p5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2" name="Google Shape;772;p5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3" name="Google Shape;773;p5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4" name="Google Shape;774;p5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5" name="Google Shape;775;p5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6" name="Google Shape;776;p5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7" name="Google Shape;777;p5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78" name="Google Shape;778;p58"/>
          <p:cNvCxnSpPr>
            <a:stCxn id="771" idx="0"/>
            <a:endCxn id="77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9" name="Google Shape;779;p5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80" name="Google Shape;780;p58"/>
          <p:cNvCxnSpPr>
            <a:stCxn id="774" idx="0"/>
            <a:endCxn id="77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81" name="Google Shape;781;p58"/>
          <p:cNvCxnSpPr>
            <a:stCxn id="775" idx="4"/>
            <a:endCxn id="77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2" name="Google Shape;782;p5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3" name="Google Shape;783;p5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4" name="Google Shape;784;p5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5" name="Google Shape;785;p5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6" name="Google Shape;786;p5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8" name="Google Shape;788;p5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9" name="Google Shape;789;p5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0" name="Google Shape;790;p5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1" name="Google Shape;791;p58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be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92" name="Google Shape;792;p58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8" name="Google Shape;798;p5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9" name="Google Shape;799;p5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0" name="Google Shape;800;p5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01" name="Google Shape;801;p5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2" name="Google Shape;802;p5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3" name="Google Shape;803;p5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4" name="Google Shape;804;p5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5" name="Google Shape;805;p5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6" name="Google Shape;806;p5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7" name="Google Shape;807;p5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8" name="Google Shape;808;p59"/>
          <p:cNvCxnSpPr>
            <a:stCxn id="801" idx="0"/>
            <a:endCxn id="80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9" name="Google Shape;809;p5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0" name="Google Shape;810;p59"/>
          <p:cNvCxnSpPr>
            <a:stCxn id="804" idx="0"/>
            <a:endCxn id="80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1" name="Google Shape;811;p59"/>
          <p:cNvCxnSpPr>
            <a:stCxn id="805" idx="4"/>
            <a:endCxn id="80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2" name="Google Shape;812;p5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3" name="Google Shape;813;p5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4" name="Google Shape;814;p5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5" name="Google Shape;815;p5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6" name="Google Shape;816;p59"/>
          <p:cNvCxnSpPr>
            <a:stCxn id="812" idx="0"/>
            <a:endCxn id="81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7" name="Google Shape;817;p5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8" name="Google Shape;818;p5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9" name="Google Shape;819;p5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0" name="Google Shape;820;p5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1" name="Google Shape;821;p5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2" name="Google Shape;822;p5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3" name="Google Shape;823;p59"/>
          <p:cNvCxnSpPr>
            <a:stCxn id="813" idx="5"/>
            <a:endCxn id="81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4" name="Google Shape;824;p59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is called the line triad: ANN(L)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25" name="Google Shape;825;p59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1" name="Google Shape;831;p6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2" name="Google Shape;832;p6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3" name="Google Shape;833;p6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34" name="Google Shape;834;p6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5" name="Google Shape;835;p6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6" name="Google Shape;836;p6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7" name="Google Shape;837;p6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8" name="Google Shape;838;p6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9" name="Google Shape;839;p6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0" name="Google Shape;840;p6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41" name="Google Shape;841;p60"/>
          <p:cNvCxnSpPr>
            <a:stCxn id="834" idx="0"/>
            <a:endCxn id="835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2" name="Google Shape;842;p6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43" name="Google Shape;843;p60"/>
          <p:cNvCxnSpPr>
            <a:stCxn id="837" idx="0"/>
            <a:endCxn id="83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4" name="Google Shape;844;p60"/>
          <p:cNvCxnSpPr>
            <a:stCxn id="838" idx="4"/>
            <a:endCxn id="83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5" name="Google Shape;845;p6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6" name="Google Shape;846;p6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7" name="Google Shape;847;p6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8" name="Google Shape;848;p6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49" name="Google Shape;849;p60"/>
          <p:cNvCxnSpPr>
            <a:stCxn id="845" idx="0"/>
            <a:endCxn id="846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0" name="Google Shape;850;p60"/>
          <p:cNvCxnSpPr>
            <a:stCxn id="846" idx="5"/>
            <a:endCxn id="847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1" name="Google Shape;851;p60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is called the out-star: ANN(O)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52" name="Google Shape;852;p6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3" name="Google Shape;853;p6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4" name="Google Shape;854;p6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5" name="Google Shape;855;p6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56" name="Google Shape;856;p60"/>
          <p:cNvCxnSpPr>
            <a:stCxn id="853" idx="5"/>
            <a:endCxn id="85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7" name="Google Shape;857;p60"/>
          <p:cNvCxnSpPr>
            <a:stCxn id="853" idx="3"/>
            <a:endCxn id="85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8" name="Google Shape;858;p6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0" name="Google Shape;860;p6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1" name="Google Shape;861;p60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7" name="Google Shape;867;p6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8" name="Google Shape;868;p6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9" name="Google Shape;869;p6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70" name="Google Shape;870;p6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1" name="Google Shape;871;p6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2" name="Google Shape;872;p6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3" name="Google Shape;873;p6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4" name="Google Shape;874;p6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5" name="Google Shape;875;p6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6" name="Google Shape;876;p6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77" name="Google Shape;877;p61"/>
          <p:cNvCxnSpPr>
            <a:stCxn id="870" idx="0"/>
            <a:endCxn id="87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78" name="Google Shape;878;p6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79" name="Google Shape;879;p61"/>
          <p:cNvCxnSpPr>
            <a:stCxn id="873" idx="0"/>
            <a:endCxn id="87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0" name="Google Shape;880;p61"/>
          <p:cNvCxnSpPr>
            <a:stCxn id="874" idx="4"/>
            <a:endCxn id="87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81" name="Google Shape;881;p6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2" name="Google Shape;882;p6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3" name="Google Shape;883;p6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4" name="Google Shape;884;p6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85" name="Google Shape;885;p61"/>
          <p:cNvCxnSpPr>
            <a:stCxn id="881" idx="0"/>
            <a:endCxn id="88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6" name="Google Shape;886;p61"/>
          <p:cNvCxnSpPr>
            <a:stCxn id="882" idx="5"/>
            <a:endCxn id="88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87" name="Google Shape;887;p61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is called the in-star: ANN(I)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88" name="Google Shape;888;p6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9" name="Google Shape;889;p6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0" name="Google Shape;890;p6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1" name="Google Shape;891;p6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92" name="Google Shape;892;p61"/>
          <p:cNvCxnSpPr>
            <a:stCxn id="889" idx="5"/>
            <a:endCxn id="89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3" name="Google Shape;893;p61"/>
          <p:cNvCxnSpPr>
            <a:stCxn id="889" idx="3"/>
            <a:endCxn id="88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4" name="Google Shape;894;p6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5" name="Google Shape;895;p6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6" name="Google Shape;896;p6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7" name="Google Shape;897;p6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98" name="Google Shape;898;p61"/>
          <p:cNvCxnSpPr>
            <a:stCxn id="894" idx="0"/>
            <a:endCxn id="89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9" name="Google Shape;899;p61"/>
          <p:cNvCxnSpPr>
            <a:stCxn id="896" idx="0"/>
            <a:endCxn id="89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0" name="Google Shape;900;p61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6" name="Google Shape;906;p6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7" name="Google Shape;907;p6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8" name="Google Shape;908;p6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9" name="Google Shape;909;p6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0" name="Google Shape;910;p6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1" name="Google Shape;911;p6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2" name="Google Shape;912;p6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3" name="Google Shape;913;p6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4" name="Google Shape;914;p6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5" name="Google Shape;915;p6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16" name="Google Shape;916;p62"/>
          <p:cNvCxnSpPr>
            <a:stCxn id="909" idx="0"/>
            <a:endCxn id="91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17" name="Google Shape;917;p6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18" name="Google Shape;918;p62"/>
          <p:cNvCxnSpPr>
            <a:stCxn id="912" idx="0"/>
            <a:endCxn id="91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9" name="Google Shape;919;p62"/>
          <p:cNvCxnSpPr>
            <a:stCxn id="913" idx="4"/>
            <a:endCxn id="91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0" name="Google Shape;920;p6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1" name="Google Shape;921;p6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2" name="Google Shape;922;p6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3" name="Google Shape;923;p6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24" name="Google Shape;924;p62"/>
          <p:cNvCxnSpPr>
            <a:stCxn id="920" idx="0"/>
            <a:endCxn id="92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62"/>
          <p:cNvCxnSpPr>
            <a:stCxn id="921" idx="5"/>
            <a:endCxn id="92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6" name="Google Shape;926;p62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one of each dyad: A mutual, asymmetric and null: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27" name="Google Shape;927;p6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8" name="Google Shape;928;p6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9" name="Google Shape;929;p6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0" name="Google Shape;930;p6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31" name="Google Shape;931;p62"/>
          <p:cNvCxnSpPr>
            <a:stCxn id="928" idx="5"/>
            <a:endCxn id="92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62"/>
          <p:cNvCxnSpPr>
            <a:stCxn id="928" idx="3"/>
            <a:endCxn id="92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3" name="Google Shape;933;p6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4" name="Google Shape;934;p6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5" name="Google Shape;935;p6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6" name="Google Shape;936;p6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37" name="Google Shape;937;p62"/>
          <p:cNvCxnSpPr>
            <a:stCxn id="933" idx="0"/>
            <a:endCxn id="93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8" name="Google Shape;938;p62"/>
          <p:cNvCxnSpPr>
            <a:stCxn id="935" idx="0"/>
            <a:endCxn id="93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4" name="Google Shape;944;p6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5" name="Google Shape;945;p6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6" name="Google Shape;946;p6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47" name="Google Shape;947;p6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8" name="Google Shape;948;p6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9" name="Google Shape;949;p6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0" name="Google Shape;950;p6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1" name="Google Shape;951;p6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2" name="Google Shape;952;p6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3" name="Google Shape;953;p6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54" name="Google Shape;954;p63"/>
          <p:cNvCxnSpPr>
            <a:stCxn id="947" idx="0"/>
            <a:endCxn id="94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5" name="Google Shape;955;p6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56" name="Google Shape;956;p63"/>
          <p:cNvCxnSpPr>
            <a:stCxn id="950" idx="0"/>
            <a:endCxn id="951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7" name="Google Shape;957;p63"/>
          <p:cNvCxnSpPr>
            <a:stCxn id="951" idx="4"/>
            <a:endCxn id="950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8" name="Google Shape;958;p6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9" name="Google Shape;959;p6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0" name="Google Shape;960;p6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1" name="Google Shape;961;p6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62" name="Google Shape;962;p63"/>
          <p:cNvCxnSpPr>
            <a:stCxn id="958" idx="0"/>
            <a:endCxn id="959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3" name="Google Shape;963;p63"/>
          <p:cNvCxnSpPr>
            <a:stCxn id="959" idx="5"/>
            <a:endCxn id="960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64" name="Google Shape;964;p63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one of each dyad: A mutual, asymmetric and null: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65" name="Google Shape;965;p6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6" name="Google Shape;966;p6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7" name="Google Shape;967;p6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8" name="Google Shape;968;p6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69" name="Google Shape;969;p63"/>
          <p:cNvCxnSpPr>
            <a:stCxn id="966" idx="5"/>
            <a:endCxn id="96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0" name="Google Shape;970;p63"/>
          <p:cNvCxnSpPr>
            <a:stCxn id="966" idx="3"/>
            <a:endCxn id="96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1" name="Google Shape;971;p6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2" name="Google Shape;972;p6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3" name="Google Shape;973;p6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4" name="Google Shape;974;p6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75" name="Google Shape;975;p63"/>
          <p:cNvCxnSpPr>
            <a:stCxn id="971" idx="0"/>
            <a:endCxn id="97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6" name="Google Shape;976;p63"/>
          <p:cNvCxnSpPr>
            <a:stCxn id="973" idx="0"/>
            <a:endCxn id="97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7" name="Google Shape;977;p63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78" name="Google Shape;978;p6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9" name="Google Shape;979;p6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0" name="Google Shape;980;p6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1" name="Google Shape;981;p6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82" name="Google Shape;982;p6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3" name="Google Shape;983;p6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4" name="Google Shape;984;p6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5" name="Google Shape;985;p6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86" name="Google Shape;986;p63"/>
          <p:cNvCxnSpPr>
            <a:stCxn id="978" idx="0"/>
            <a:endCxn id="979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7" name="Google Shape;987;p63"/>
          <p:cNvCxnSpPr>
            <a:stCxn id="979" idx="4"/>
            <a:endCxn id="978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8" name="Google Shape;988;p63"/>
          <p:cNvCxnSpPr>
            <a:stCxn id="978" idx="6"/>
            <a:endCxn id="980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9" name="Google Shape;989;p63"/>
          <p:cNvCxnSpPr>
            <a:stCxn id="982" idx="6"/>
            <a:endCxn id="984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90" name="Google Shape;990;p63"/>
          <p:cNvCxnSpPr>
            <a:stCxn id="983" idx="4"/>
            <a:endCxn id="982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1" name="Google Shape;991;p63"/>
          <p:cNvCxnSpPr>
            <a:stCxn id="982" idx="0"/>
            <a:endCxn id="983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7" name="Google Shape;997;p6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6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9" name="Google Shape;999;p6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0" name="Google Shape;1000;p6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1" name="Google Shape;1001;p6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2" name="Google Shape;1002;p6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4" name="Google Shape;1004;p6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5" name="Google Shape;1005;p6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6" name="Google Shape;1006;p6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07" name="Google Shape;1007;p64"/>
          <p:cNvCxnSpPr>
            <a:stCxn id="1000" idx="0"/>
            <a:endCxn id="100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08" name="Google Shape;1008;p6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09" name="Google Shape;1009;p64"/>
          <p:cNvCxnSpPr>
            <a:stCxn id="1003" idx="0"/>
            <a:endCxn id="100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0" name="Google Shape;1010;p64"/>
          <p:cNvCxnSpPr>
            <a:stCxn id="1004" idx="4"/>
            <a:endCxn id="100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1" name="Google Shape;1011;p6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2" name="Google Shape;1012;p6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3" name="Google Shape;1013;p6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4" name="Google Shape;1014;p6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15" name="Google Shape;1015;p64"/>
          <p:cNvCxnSpPr>
            <a:stCxn id="1011" idx="0"/>
            <a:endCxn id="101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6" name="Google Shape;1016;p64"/>
          <p:cNvCxnSpPr>
            <a:stCxn id="1012" idx="5"/>
            <a:endCxn id="101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7" name="Google Shape;1017;p64"/>
          <p:cNvSpPr/>
          <p:nvPr/>
        </p:nvSpPr>
        <p:spPr>
          <a:xfrm>
            <a:off x="3286825" y="26630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two mutual dyads: MMN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18" name="Google Shape;1018;p6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9" name="Google Shape;1019;p6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0" name="Google Shape;1020;p6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1" name="Google Shape;1021;p6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22" name="Google Shape;1022;p64"/>
          <p:cNvCxnSpPr>
            <a:stCxn id="1019" idx="5"/>
            <a:endCxn id="102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3" name="Google Shape;1023;p64"/>
          <p:cNvCxnSpPr>
            <a:stCxn id="1019" idx="3"/>
            <a:endCxn id="101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4" name="Google Shape;1024;p6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5" name="Google Shape;1025;p6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6" name="Google Shape;1026;p6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7" name="Google Shape;1027;p6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28" name="Google Shape;1028;p64"/>
          <p:cNvCxnSpPr>
            <a:stCxn id="1024" idx="0"/>
            <a:endCxn id="102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9" name="Google Shape;1029;p64"/>
          <p:cNvCxnSpPr>
            <a:stCxn id="1026" idx="0"/>
            <a:endCxn id="102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0" name="Google Shape;1030;p64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1" name="Google Shape;1031;p64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2" name="Google Shape;1032;p64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3" name="Google Shape;1033;p64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34" name="Google Shape;1034;p64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5" name="Google Shape;1035;p64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6" name="Google Shape;1036;p64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7" name="Google Shape;1037;p64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38" name="Google Shape;1038;p64"/>
          <p:cNvCxnSpPr>
            <a:stCxn id="1030" idx="0"/>
            <a:endCxn id="103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9" name="Google Shape;1039;p64"/>
          <p:cNvCxnSpPr>
            <a:stCxn id="1031" idx="4"/>
            <a:endCxn id="103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0" name="Google Shape;1040;p64"/>
          <p:cNvCxnSpPr>
            <a:stCxn id="1030" idx="6"/>
            <a:endCxn id="103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1" name="Google Shape;1041;p64"/>
          <p:cNvCxnSpPr>
            <a:stCxn id="1034" idx="6"/>
            <a:endCxn id="103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2" name="Google Shape;1042;p64"/>
          <p:cNvCxnSpPr>
            <a:stCxn id="1035" idx="4"/>
            <a:endCxn id="103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3" name="Google Shape;1043;p64"/>
          <p:cNvCxnSpPr>
            <a:stCxn id="1034" idx="0"/>
            <a:endCxn id="103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9" name="Google Shape;1049;p6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0" name="Google Shape;1050;p6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1" name="Google Shape;1051;p6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52" name="Google Shape;1052;p6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3" name="Google Shape;1053;p6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4" name="Google Shape;1054;p6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5" name="Google Shape;1055;p6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6" name="Google Shape;1056;p6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7" name="Google Shape;1057;p6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8" name="Google Shape;1058;p6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59" name="Google Shape;1059;p65"/>
          <p:cNvCxnSpPr>
            <a:stCxn id="1052" idx="0"/>
            <a:endCxn id="105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0" name="Google Shape;1060;p6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61" name="Google Shape;1061;p65"/>
          <p:cNvCxnSpPr>
            <a:stCxn id="1055" idx="0"/>
            <a:endCxn id="105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2" name="Google Shape;1062;p65"/>
          <p:cNvCxnSpPr>
            <a:stCxn id="1056" idx="4"/>
            <a:endCxn id="105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3" name="Google Shape;1063;p6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4" name="Google Shape;1064;p6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5" name="Google Shape;1065;p6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6" name="Google Shape;1066;p6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67" name="Google Shape;1067;p65"/>
          <p:cNvCxnSpPr>
            <a:stCxn id="1063" idx="0"/>
            <a:endCxn id="106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8" name="Google Shape;1068;p65"/>
          <p:cNvCxnSpPr>
            <a:stCxn id="1064" idx="5"/>
            <a:endCxn id="106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9" name="Google Shape;1069;p65"/>
          <p:cNvSpPr/>
          <p:nvPr/>
        </p:nvSpPr>
        <p:spPr>
          <a:xfrm>
            <a:off x="3286825" y="26630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two mutual dyads: MMN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70" name="Google Shape;1070;p6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1" name="Google Shape;1071;p6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2" name="Google Shape;1072;p6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3" name="Google Shape;1073;p6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74" name="Google Shape;1074;p65"/>
          <p:cNvCxnSpPr>
            <a:stCxn id="1071" idx="5"/>
            <a:endCxn id="107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5" name="Google Shape;1075;p65"/>
          <p:cNvCxnSpPr>
            <a:stCxn id="1071" idx="3"/>
            <a:endCxn id="107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6" name="Google Shape;1076;p6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7" name="Google Shape;1077;p6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8" name="Google Shape;1078;p6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9" name="Google Shape;1079;p6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80" name="Google Shape;1080;p65"/>
          <p:cNvCxnSpPr>
            <a:stCxn id="1076" idx="0"/>
            <a:endCxn id="107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1" name="Google Shape;1081;p65"/>
          <p:cNvCxnSpPr>
            <a:stCxn id="1078" idx="0"/>
            <a:endCxn id="107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82" name="Google Shape;1082;p65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3" name="Google Shape;1083;p65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4" name="Google Shape;1084;p65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5" name="Google Shape;1085;p65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86" name="Google Shape;1086;p65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7" name="Google Shape;1087;p65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8" name="Google Shape;1088;p65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9" name="Google Shape;1089;p65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90" name="Google Shape;1090;p65"/>
          <p:cNvCxnSpPr>
            <a:stCxn id="1082" idx="0"/>
            <a:endCxn id="1083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1" name="Google Shape;1091;p65"/>
          <p:cNvCxnSpPr>
            <a:stCxn id="1083" idx="4"/>
            <a:endCxn id="1082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2" name="Google Shape;1092;p65"/>
          <p:cNvCxnSpPr>
            <a:stCxn id="1082" idx="6"/>
            <a:endCxn id="1084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3" name="Google Shape;1093;p65"/>
          <p:cNvCxnSpPr>
            <a:stCxn id="1086" idx="6"/>
            <a:endCxn id="1088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4" name="Google Shape;1094;p65"/>
          <p:cNvCxnSpPr>
            <a:stCxn id="1087" idx="4"/>
            <a:endCxn id="1086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5" name="Google Shape;1095;p65"/>
          <p:cNvCxnSpPr>
            <a:stCxn id="1086" idx="0"/>
            <a:endCxn id="1087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6" name="Google Shape;1096;p65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There’s only one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97" name="Google Shape;1097;p65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8" name="Google Shape;1098;p65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9" name="Google Shape;1099;p65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0" name="Google Shape;1100;p65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01" name="Google Shape;1101;p65"/>
          <p:cNvCxnSpPr>
            <a:stCxn id="1097" idx="0"/>
            <a:endCxn id="109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2" name="Google Shape;1102;p65"/>
          <p:cNvCxnSpPr>
            <a:stCxn id="1098" idx="5"/>
            <a:endCxn id="109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3" name="Google Shape;1103;p65"/>
          <p:cNvCxnSpPr>
            <a:stCxn id="1097" idx="7"/>
            <a:endCxn id="109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04" name="Google Shape;1104;p65"/>
          <p:cNvCxnSpPr>
            <a:stCxn id="1099" idx="1"/>
            <a:endCxn id="109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0" name="Google Shape;1110;p6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1" name="Google Shape;1111;p6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2" name="Google Shape;1112;p6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13" name="Google Shape;1113;p6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4" name="Google Shape;1114;p6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5" name="Google Shape;1115;p6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6" name="Google Shape;1116;p6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7" name="Google Shape;1117;p6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8" name="Google Shape;1118;p6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9" name="Google Shape;1119;p6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20" name="Google Shape;1120;p66"/>
          <p:cNvCxnSpPr>
            <a:stCxn id="1113" idx="0"/>
            <a:endCxn id="111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1" name="Google Shape;1121;p6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22" name="Google Shape;1122;p66"/>
          <p:cNvCxnSpPr>
            <a:stCxn id="1116" idx="0"/>
            <a:endCxn id="1117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3" name="Google Shape;1123;p66"/>
          <p:cNvCxnSpPr>
            <a:stCxn id="1117" idx="4"/>
            <a:endCxn id="1116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4" name="Google Shape;1124;p6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5" name="Google Shape;1125;p6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6" name="Google Shape;1126;p6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7" name="Google Shape;1127;p6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28" name="Google Shape;1128;p66"/>
          <p:cNvCxnSpPr>
            <a:stCxn id="1124" idx="0"/>
            <a:endCxn id="1125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9" name="Google Shape;1129;p66"/>
          <p:cNvCxnSpPr>
            <a:stCxn id="1125" idx="5"/>
            <a:endCxn id="1126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0" name="Google Shape;1130;p6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1" name="Google Shape;1131;p6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2" name="Google Shape;1132;p6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3" name="Google Shape;1133;p6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34" name="Google Shape;1134;p66"/>
          <p:cNvCxnSpPr>
            <a:stCxn id="1131" idx="5"/>
            <a:endCxn id="113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5" name="Google Shape;1135;p66"/>
          <p:cNvCxnSpPr>
            <a:stCxn id="1131" idx="3"/>
            <a:endCxn id="113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6" name="Google Shape;1136;p6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7" name="Google Shape;1137;p6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8" name="Google Shape;1138;p6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9" name="Google Shape;1139;p6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40" name="Google Shape;1140;p66"/>
          <p:cNvCxnSpPr>
            <a:stCxn id="1136" idx="0"/>
            <a:endCxn id="113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1" name="Google Shape;1141;p66"/>
          <p:cNvCxnSpPr>
            <a:stCxn id="1138" idx="0"/>
            <a:endCxn id="113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2" name="Google Shape;1142;p6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3" name="Google Shape;1143;p6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4" name="Google Shape;1144;p6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5" name="Google Shape;1145;p6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46" name="Google Shape;1146;p6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7" name="Google Shape;1147;p6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8" name="Google Shape;1148;p6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9" name="Google Shape;1149;p6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50" name="Google Shape;1150;p66"/>
          <p:cNvCxnSpPr>
            <a:stCxn id="1142" idx="0"/>
            <a:endCxn id="1143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1" name="Google Shape;1151;p66"/>
          <p:cNvCxnSpPr>
            <a:stCxn id="1143" idx="4"/>
            <a:endCxn id="1142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2" name="Google Shape;1152;p66"/>
          <p:cNvCxnSpPr>
            <a:stCxn id="1142" idx="6"/>
            <a:endCxn id="1144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3" name="Google Shape;1153;p66"/>
          <p:cNvCxnSpPr>
            <a:stCxn id="1146" idx="6"/>
            <a:endCxn id="1148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54" name="Google Shape;1154;p66"/>
          <p:cNvCxnSpPr>
            <a:stCxn id="1147" idx="4"/>
            <a:endCxn id="1146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5" name="Google Shape;1155;p66"/>
          <p:cNvCxnSpPr>
            <a:stCxn id="1146" idx="0"/>
            <a:endCxn id="1147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6" name="Google Shape;1156;p66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all the open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57" name="Google Shape;1157;p66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8" name="Google Shape;1158;p66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9" name="Google Shape;1159;p66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0" name="Google Shape;1160;p66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61" name="Google Shape;1161;p66"/>
          <p:cNvCxnSpPr>
            <a:stCxn id="1157" idx="0"/>
            <a:endCxn id="115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2" name="Google Shape;1162;p66"/>
          <p:cNvCxnSpPr>
            <a:stCxn id="1158" idx="5"/>
            <a:endCxn id="115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3" name="Google Shape;1163;p66"/>
          <p:cNvCxnSpPr>
            <a:stCxn id="1157" idx="7"/>
            <a:endCxn id="115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4" name="Google Shape;1164;p66"/>
          <p:cNvCxnSpPr>
            <a:stCxn id="1159" idx="1"/>
            <a:endCxn id="115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5" name="Google Shape;1165;p66"/>
          <p:cNvSpPr/>
          <p:nvPr/>
        </p:nvSpPr>
        <p:spPr>
          <a:xfrm>
            <a:off x="1623775" y="1299350"/>
            <a:ext cx="58800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66"/>
          <p:cNvSpPr/>
          <p:nvPr/>
        </p:nvSpPr>
        <p:spPr>
          <a:xfrm>
            <a:off x="1623775" y="2571650"/>
            <a:ext cx="14787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66"/>
          <p:cNvSpPr/>
          <p:nvPr/>
        </p:nvSpPr>
        <p:spPr>
          <a:xfrm>
            <a:off x="6025075" y="0"/>
            <a:ext cx="1478700" cy="1299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3" name="Google Shape;1173;p6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4" name="Google Shape;1174;p6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5" name="Google Shape;1175;p6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6" name="Google Shape;1176;p6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7" name="Google Shape;1177;p6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9" name="Google Shape;1179;p6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0" name="Google Shape;1180;p6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1" name="Google Shape;1181;p6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2" name="Google Shape;1182;p6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83" name="Google Shape;1183;p67"/>
          <p:cNvCxnSpPr>
            <a:stCxn id="1176" idx="0"/>
            <a:endCxn id="117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4" name="Google Shape;1184;p6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85" name="Google Shape;1185;p67"/>
          <p:cNvCxnSpPr>
            <a:stCxn id="1179" idx="0"/>
            <a:endCxn id="118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6" name="Google Shape;1186;p67"/>
          <p:cNvCxnSpPr>
            <a:stCxn id="1180" idx="4"/>
            <a:endCxn id="117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7" name="Google Shape;1187;p6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8" name="Google Shape;1188;p6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9" name="Google Shape;1189;p6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0" name="Google Shape;1190;p67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91" name="Google Shape;1191;p67"/>
          <p:cNvCxnSpPr>
            <a:stCxn id="1187" idx="0"/>
            <a:endCxn id="118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2" name="Google Shape;1192;p67"/>
          <p:cNvCxnSpPr>
            <a:stCxn id="1188" idx="5"/>
            <a:endCxn id="118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3" name="Google Shape;1193;p67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graduate to the closed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4" name="Google Shape;1194;p6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5" name="Google Shape;1195;p6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6" name="Google Shape;1196;p6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7" name="Google Shape;1197;p67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98" name="Google Shape;1198;p67"/>
          <p:cNvCxnSpPr>
            <a:stCxn id="1195" idx="5"/>
            <a:endCxn id="1196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9" name="Google Shape;1199;p67"/>
          <p:cNvCxnSpPr>
            <a:stCxn id="1195" idx="3"/>
            <a:endCxn id="1194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0" name="Google Shape;1200;p6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1" name="Google Shape;1201;p6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2" name="Google Shape;1202;p6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3" name="Google Shape;1203;p67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04" name="Google Shape;1204;p67"/>
          <p:cNvCxnSpPr>
            <a:stCxn id="1200" idx="0"/>
            <a:endCxn id="1201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5" name="Google Shape;1205;p67"/>
          <p:cNvCxnSpPr>
            <a:stCxn id="1202" idx="0"/>
            <a:endCxn id="1201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6" name="Google Shape;1206;p67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7" name="Google Shape;1207;p67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8" name="Google Shape;1208;p67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9" name="Google Shape;1209;p67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10" name="Google Shape;1210;p67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1" name="Google Shape;1211;p67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2" name="Google Shape;1212;p67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3" name="Google Shape;1213;p67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14" name="Google Shape;1214;p67"/>
          <p:cNvCxnSpPr>
            <a:stCxn id="1206" idx="0"/>
            <a:endCxn id="1207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5" name="Google Shape;1215;p67"/>
          <p:cNvCxnSpPr>
            <a:stCxn id="1207" idx="4"/>
            <a:endCxn id="1206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6" name="Google Shape;1216;p67"/>
          <p:cNvCxnSpPr>
            <a:stCxn id="1206" idx="6"/>
            <a:endCxn id="1208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7" name="Google Shape;1217;p67"/>
          <p:cNvCxnSpPr>
            <a:stCxn id="1210" idx="6"/>
            <a:endCxn id="1212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18" name="Google Shape;1218;p67"/>
          <p:cNvCxnSpPr>
            <a:stCxn id="1211" idx="4"/>
            <a:endCxn id="1210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9" name="Google Shape;1219;p67"/>
          <p:cNvCxnSpPr>
            <a:stCxn id="1210" idx="0"/>
            <a:endCxn id="1211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0" name="Google Shape;1220;p67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1" name="Google Shape;1221;p67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2" name="Google Shape;1222;p67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3" name="Google Shape;1223;p67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24" name="Google Shape;1224;p67"/>
          <p:cNvCxnSpPr>
            <a:stCxn id="1220" idx="0"/>
            <a:endCxn id="1221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5" name="Google Shape;1225;p67"/>
          <p:cNvCxnSpPr>
            <a:stCxn id="1221" idx="5"/>
            <a:endCxn id="1222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6" name="Google Shape;1226;p67"/>
          <p:cNvCxnSpPr>
            <a:stCxn id="1220" idx="7"/>
            <a:endCxn id="1221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7" name="Google Shape;1227;p67"/>
          <p:cNvCxnSpPr>
            <a:stCxn id="1222" idx="1"/>
            <a:endCxn id="1221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6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3" name="Google Shape;1233;p6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4" name="Google Shape;1234;p6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5" name="Google Shape;1235;p6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6" name="Google Shape;1236;p6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7" name="Google Shape;1237;p6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8" name="Google Shape;1238;p6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9" name="Google Shape;1239;p6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0" name="Google Shape;1240;p6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1" name="Google Shape;1241;p6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2" name="Google Shape;1242;p6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43" name="Google Shape;1243;p68"/>
          <p:cNvCxnSpPr>
            <a:stCxn id="1236" idx="0"/>
            <a:endCxn id="123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4" name="Google Shape;1244;p6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45" name="Google Shape;1245;p68"/>
          <p:cNvCxnSpPr>
            <a:stCxn id="1239" idx="0"/>
            <a:endCxn id="124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6" name="Google Shape;1246;p68"/>
          <p:cNvCxnSpPr>
            <a:stCxn id="1240" idx="4"/>
            <a:endCxn id="123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7" name="Google Shape;1247;p6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8" name="Google Shape;1248;p6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9" name="Google Shape;1249;p6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0" name="Google Shape;1250;p6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51" name="Google Shape;1251;p68"/>
          <p:cNvCxnSpPr>
            <a:stCxn id="1247" idx="0"/>
            <a:endCxn id="124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2" name="Google Shape;1252;p68"/>
          <p:cNvCxnSpPr>
            <a:stCxn id="1248" idx="5"/>
            <a:endCxn id="124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53" name="Google Shape;1253;p68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graduate to the closed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54" name="Google Shape;1254;p6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5" name="Google Shape;1255;p6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6" name="Google Shape;1256;p6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7" name="Google Shape;1257;p68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58" name="Google Shape;1258;p68"/>
          <p:cNvCxnSpPr>
            <a:stCxn id="1255" idx="5"/>
            <a:endCxn id="1256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9" name="Google Shape;1259;p68"/>
          <p:cNvCxnSpPr>
            <a:stCxn id="1255" idx="3"/>
            <a:endCxn id="1254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60" name="Google Shape;1260;p6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1" name="Google Shape;1261;p6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2" name="Google Shape;1262;p6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3" name="Google Shape;1263;p68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64" name="Google Shape;1264;p68"/>
          <p:cNvCxnSpPr>
            <a:stCxn id="1260" idx="0"/>
            <a:endCxn id="1261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5" name="Google Shape;1265;p68"/>
          <p:cNvCxnSpPr>
            <a:stCxn id="1262" idx="0"/>
            <a:endCxn id="1261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66" name="Google Shape;1266;p68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7" name="Google Shape;1267;p68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8" name="Google Shape;1268;p68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9" name="Google Shape;1269;p68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70" name="Google Shape;1270;p68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1" name="Google Shape;1271;p68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2" name="Google Shape;1272;p68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3" name="Google Shape;1273;p68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74" name="Google Shape;1274;p68"/>
          <p:cNvCxnSpPr>
            <a:stCxn id="1266" idx="0"/>
            <a:endCxn id="1267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5" name="Google Shape;1275;p68"/>
          <p:cNvCxnSpPr>
            <a:stCxn id="1267" idx="4"/>
            <a:endCxn id="1266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6" name="Google Shape;1276;p68"/>
          <p:cNvCxnSpPr>
            <a:stCxn id="1266" idx="6"/>
            <a:endCxn id="1268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7" name="Google Shape;1277;p68"/>
          <p:cNvCxnSpPr>
            <a:stCxn id="1270" idx="6"/>
            <a:endCxn id="1272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78" name="Google Shape;1278;p68"/>
          <p:cNvCxnSpPr>
            <a:stCxn id="1271" idx="4"/>
            <a:endCxn id="1270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9" name="Google Shape;1279;p68"/>
          <p:cNvCxnSpPr>
            <a:stCxn id="1270" idx="0"/>
            <a:endCxn id="1271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0" name="Google Shape;1280;p68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1" name="Google Shape;1281;p68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2" name="Google Shape;1282;p68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3" name="Google Shape;1283;p68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84" name="Google Shape;1284;p68"/>
          <p:cNvCxnSpPr>
            <a:stCxn id="1280" idx="0"/>
            <a:endCxn id="1281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5" name="Google Shape;1285;p68"/>
          <p:cNvCxnSpPr>
            <a:stCxn id="1281" idx="5"/>
            <a:endCxn id="1282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6" name="Google Shape;1286;p68"/>
          <p:cNvCxnSpPr>
            <a:stCxn id="1280" idx="7"/>
            <a:endCxn id="1281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87" name="Google Shape;1287;p68"/>
          <p:cNvCxnSpPr>
            <a:stCxn id="1282" idx="1"/>
            <a:endCxn id="1281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8" name="Google Shape;1288;p68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are those containing only asymmetric dyads: AAA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6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4" name="Google Shape;1294;p6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5" name="Google Shape;1295;p6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6" name="Google Shape;1296;p6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7" name="Google Shape;1297;p6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8" name="Google Shape;1298;p6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9" name="Google Shape;1299;p6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0" name="Google Shape;1300;p6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1" name="Google Shape;1301;p6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2" name="Google Shape;1302;p6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3" name="Google Shape;1303;p6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04" name="Google Shape;1304;p69"/>
          <p:cNvCxnSpPr>
            <a:stCxn id="1297" idx="0"/>
            <a:endCxn id="129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05" name="Google Shape;1305;p6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06" name="Google Shape;1306;p69"/>
          <p:cNvCxnSpPr>
            <a:stCxn id="1300" idx="0"/>
            <a:endCxn id="1301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7" name="Google Shape;1307;p69"/>
          <p:cNvCxnSpPr>
            <a:stCxn id="1301" idx="4"/>
            <a:endCxn id="1300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08" name="Google Shape;1308;p6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9" name="Google Shape;1309;p6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0" name="Google Shape;1310;p6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1" name="Google Shape;1311;p6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12" name="Google Shape;1312;p69"/>
          <p:cNvCxnSpPr>
            <a:stCxn id="1308" idx="0"/>
            <a:endCxn id="1309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3" name="Google Shape;1313;p69"/>
          <p:cNvCxnSpPr>
            <a:stCxn id="1309" idx="5"/>
            <a:endCxn id="1310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4" name="Google Shape;1314;p69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15" name="Google Shape;1315;p6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6" name="Google Shape;1316;p6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7" name="Google Shape;1317;p6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8" name="Google Shape;1318;p6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19" name="Google Shape;1319;p69"/>
          <p:cNvCxnSpPr>
            <a:stCxn id="1316" idx="5"/>
            <a:endCxn id="131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0" name="Google Shape;1320;p69"/>
          <p:cNvCxnSpPr>
            <a:stCxn id="1316" idx="3"/>
            <a:endCxn id="131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1" name="Google Shape;1321;p6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2" name="Google Shape;1322;p6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3" name="Google Shape;1323;p6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4" name="Google Shape;1324;p69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25" name="Google Shape;1325;p69"/>
          <p:cNvCxnSpPr>
            <a:stCxn id="1321" idx="0"/>
            <a:endCxn id="132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6" name="Google Shape;1326;p69"/>
          <p:cNvCxnSpPr>
            <a:stCxn id="1323" idx="0"/>
            <a:endCxn id="132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7" name="Google Shape;1327;p69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8" name="Google Shape;1328;p69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9" name="Google Shape;1329;p69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0" name="Google Shape;1330;p69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31" name="Google Shape;1331;p69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2" name="Google Shape;1332;p69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3" name="Google Shape;1333;p69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4" name="Google Shape;1334;p69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35" name="Google Shape;1335;p69"/>
          <p:cNvCxnSpPr>
            <a:stCxn id="1327" idx="0"/>
            <a:endCxn id="132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6" name="Google Shape;1336;p69"/>
          <p:cNvCxnSpPr>
            <a:stCxn id="1328" idx="4"/>
            <a:endCxn id="132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7" name="Google Shape;1337;p69"/>
          <p:cNvCxnSpPr>
            <a:stCxn id="1327" idx="6"/>
            <a:endCxn id="132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8" name="Google Shape;1338;p69"/>
          <p:cNvCxnSpPr>
            <a:stCxn id="1331" idx="6"/>
            <a:endCxn id="133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9" name="Google Shape;1339;p69"/>
          <p:cNvCxnSpPr>
            <a:stCxn id="1332" idx="4"/>
            <a:endCxn id="133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0" name="Google Shape;1340;p69"/>
          <p:cNvCxnSpPr>
            <a:stCxn id="1331" idx="0"/>
            <a:endCxn id="133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1" name="Google Shape;1341;p69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2" name="Google Shape;1342;p69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3" name="Google Shape;1343;p69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4" name="Google Shape;1344;p69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45" name="Google Shape;1345;p69"/>
          <p:cNvCxnSpPr>
            <a:stCxn id="1341" idx="0"/>
            <a:endCxn id="1342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6" name="Google Shape;1346;p69"/>
          <p:cNvCxnSpPr>
            <a:stCxn id="1342" idx="5"/>
            <a:endCxn id="1343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7" name="Google Shape;1347;p69"/>
          <p:cNvCxnSpPr>
            <a:stCxn id="1341" idx="7"/>
            <a:endCxn id="1342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48" name="Google Shape;1348;p69"/>
          <p:cNvCxnSpPr>
            <a:stCxn id="1343" idx="1"/>
            <a:endCxn id="1342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9" name="Google Shape;1349;p69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are those containing only asymmetric dyads: AAA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50" name="Google Shape;1350;p69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1" name="Google Shape;1351;p69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2" name="Google Shape;1352;p69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3" name="Google Shape;1353;p69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4" name="Google Shape;1354;p69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5" name="Google Shape;1355;p69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7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1" name="Google Shape;1361;p7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2" name="Google Shape;1362;p7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3" name="Google Shape;1363;p7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4" name="Google Shape;1364;p7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5" name="Google Shape;1365;p7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6" name="Google Shape;1366;p7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7" name="Google Shape;1367;p7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8" name="Google Shape;1368;p7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9" name="Google Shape;1369;p7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0" name="Google Shape;1370;p7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1" name="Google Shape;1371;p70"/>
          <p:cNvCxnSpPr>
            <a:stCxn id="1364" idx="0"/>
            <a:endCxn id="1365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72" name="Google Shape;1372;p7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3" name="Google Shape;1373;p70"/>
          <p:cNvCxnSpPr>
            <a:stCxn id="1367" idx="0"/>
            <a:endCxn id="136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4" name="Google Shape;1374;p70"/>
          <p:cNvCxnSpPr>
            <a:stCxn id="1368" idx="4"/>
            <a:endCxn id="136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75" name="Google Shape;1375;p7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6" name="Google Shape;1376;p7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7" name="Google Shape;1377;p7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8" name="Google Shape;1378;p7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9" name="Google Shape;1379;p70"/>
          <p:cNvCxnSpPr>
            <a:stCxn id="1375" idx="0"/>
            <a:endCxn id="1376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0" name="Google Shape;1380;p70"/>
          <p:cNvCxnSpPr>
            <a:stCxn id="1376" idx="5"/>
            <a:endCxn id="1377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1" name="Google Shape;1381;p70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82" name="Google Shape;1382;p7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3" name="Google Shape;1383;p7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4" name="Google Shape;1384;p7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5" name="Google Shape;1385;p7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86" name="Google Shape;1386;p70"/>
          <p:cNvCxnSpPr>
            <a:stCxn id="1383" idx="5"/>
            <a:endCxn id="138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7" name="Google Shape;1387;p70"/>
          <p:cNvCxnSpPr>
            <a:stCxn id="1383" idx="3"/>
            <a:endCxn id="138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8" name="Google Shape;1388;p7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9" name="Google Shape;1389;p7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0" name="Google Shape;1390;p7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1" name="Google Shape;1391;p7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92" name="Google Shape;1392;p70"/>
          <p:cNvCxnSpPr>
            <a:stCxn id="1388" idx="0"/>
            <a:endCxn id="1389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3" name="Google Shape;1393;p70"/>
          <p:cNvCxnSpPr>
            <a:stCxn id="1390" idx="0"/>
            <a:endCxn id="1389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4" name="Google Shape;1394;p70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5" name="Google Shape;1395;p70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6" name="Google Shape;1396;p70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7" name="Google Shape;1397;p70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8" name="Google Shape;1398;p70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9" name="Google Shape;1399;p70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0" name="Google Shape;1400;p70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1" name="Google Shape;1401;p70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2" name="Google Shape;1402;p70"/>
          <p:cNvCxnSpPr>
            <a:stCxn id="1394" idx="0"/>
            <a:endCxn id="1395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3" name="Google Shape;1403;p70"/>
          <p:cNvCxnSpPr>
            <a:stCxn id="1395" idx="4"/>
            <a:endCxn id="1394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4" name="Google Shape;1404;p70"/>
          <p:cNvCxnSpPr>
            <a:stCxn id="1394" idx="6"/>
            <a:endCxn id="1396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5" name="Google Shape;1405;p70"/>
          <p:cNvCxnSpPr>
            <a:stCxn id="1398" idx="6"/>
            <a:endCxn id="1400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06" name="Google Shape;1406;p70"/>
          <p:cNvCxnSpPr>
            <a:stCxn id="1399" idx="4"/>
            <a:endCxn id="1398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7" name="Google Shape;1407;p70"/>
          <p:cNvCxnSpPr>
            <a:stCxn id="1398" idx="0"/>
            <a:endCxn id="1399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8" name="Google Shape;1408;p70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9" name="Google Shape;1409;p70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0" name="Google Shape;1410;p70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1" name="Google Shape;1411;p70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12" name="Google Shape;1412;p70"/>
          <p:cNvCxnSpPr>
            <a:stCxn id="1408" idx="0"/>
            <a:endCxn id="1409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3" name="Google Shape;1413;p70"/>
          <p:cNvCxnSpPr>
            <a:stCxn id="1409" idx="5"/>
            <a:endCxn id="1410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4" name="Google Shape;1414;p70"/>
          <p:cNvCxnSpPr>
            <a:stCxn id="1408" idx="7"/>
            <a:endCxn id="1409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5" name="Google Shape;1415;p70"/>
          <p:cNvCxnSpPr>
            <a:stCxn id="1410" idx="1"/>
            <a:endCxn id="1409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6" name="Google Shape;1416;p70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 there is the triadic cycle (two lines combined): AAA(C)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17" name="Google Shape;1417;p70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8" name="Google Shape;1418;p70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9" name="Google Shape;1419;p70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0" name="Google Shape;1420;p70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21" name="Google Shape;1421;p70"/>
          <p:cNvCxnSpPr>
            <a:stCxn id="1417" idx="0"/>
            <a:endCxn id="1418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2" name="Google Shape;1422;p70"/>
          <p:cNvCxnSpPr>
            <a:stCxn id="1418" idx="5"/>
            <a:endCxn id="1419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3" name="Google Shape;1423;p70"/>
          <p:cNvCxnSpPr>
            <a:stCxn id="1419" idx="2"/>
            <a:endCxn id="1417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24" name="Google Shape;1424;p70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5" name="Google Shape;1425;p70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6" name="Google Shape;1426;p70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7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2" name="Google Shape;1432;p7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3" name="Google Shape;1433;p7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4" name="Google Shape;1434;p7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5" name="Google Shape;1435;p7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6" name="Google Shape;1436;p7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7" name="Google Shape;1437;p7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8" name="Google Shape;1438;p7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9" name="Google Shape;1439;p7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0" name="Google Shape;1440;p7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1" name="Google Shape;1441;p7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42" name="Google Shape;1442;p71"/>
          <p:cNvCxnSpPr>
            <a:stCxn id="1435" idx="0"/>
            <a:endCxn id="143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3" name="Google Shape;1443;p7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44" name="Google Shape;1444;p71"/>
          <p:cNvCxnSpPr>
            <a:stCxn id="1438" idx="0"/>
            <a:endCxn id="143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5" name="Google Shape;1445;p71"/>
          <p:cNvCxnSpPr>
            <a:stCxn id="1439" idx="4"/>
            <a:endCxn id="143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46" name="Google Shape;1446;p7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7" name="Google Shape;1447;p7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8" name="Google Shape;1448;p7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9" name="Google Shape;1449;p7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50" name="Google Shape;1450;p71"/>
          <p:cNvCxnSpPr>
            <a:stCxn id="1446" idx="0"/>
            <a:endCxn id="144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1" name="Google Shape;1451;p71"/>
          <p:cNvCxnSpPr>
            <a:stCxn id="1447" idx="5"/>
            <a:endCxn id="144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2" name="Google Shape;1452;p71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3" name="Google Shape;1453;p7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4" name="Google Shape;1454;p7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5" name="Google Shape;1455;p7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6" name="Google Shape;1456;p7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57" name="Google Shape;1457;p71"/>
          <p:cNvCxnSpPr>
            <a:stCxn id="1454" idx="5"/>
            <a:endCxn id="145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8" name="Google Shape;1458;p71"/>
          <p:cNvCxnSpPr>
            <a:stCxn id="1454" idx="3"/>
            <a:endCxn id="145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9" name="Google Shape;1459;p7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0" name="Google Shape;1460;p7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1" name="Google Shape;1461;p7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2" name="Google Shape;1462;p7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3" name="Google Shape;1463;p71"/>
          <p:cNvCxnSpPr>
            <a:stCxn id="1459" idx="0"/>
            <a:endCxn id="146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4" name="Google Shape;1464;p71"/>
          <p:cNvCxnSpPr>
            <a:stCxn id="1461" idx="0"/>
            <a:endCxn id="146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5" name="Google Shape;1465;p71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6" name="Google Shape;1466;p71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7" name="Google Shape;1467;p71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8" name="Google Shape;1468;p71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9" name="Google Shape;1469;p71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0" name="Google Shape;1470;p71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1" name="Google Shape;1471;p71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2" name="Google Shape;1472;p71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73" name="Google Shape;1473;p71"/>
          <p:cNvCxnSpPr>
            <a:stCxn id="1465" idx="0"/>
            <a:endCxn id="146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4" name="Google Shape;1474;p71"/>
          <p:cNvCxnSpPr>
            <a:stCxn id="1466" idx="4"/>
            <a:endCxn id="146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5" name="Google Shape;1475;p71"/>
          <p:cNvCxnSpPr>
            <a:stCxn id="1465" idx="6"/>
            <a:endCxn id="146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6" name="Google Shape;1476;p71"/>
          <p:cNvCxnSpPr>
            <a:stCxn id="1469" idx="6"/>
            <a:endCxn id="147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7" name="Google Shape;1477;p71"/>
          <p:cNvCxnSpPr>
            <a:stCxn id="1470" idx="4"/>
            <a:endCxn id="146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8" name="Google Shape;1478;p71"/>
          <p:cNvCxnSpPr>
            <a:stCxn id="1469" idx="0"/>
            <a:endCxn id="147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9" name="Google Shape;1479;p71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0" name="Google Shape;1480;p71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1" name="Google Shape;1481;p71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2" name="Google Shape;1482;p71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3" name="Google Shape;1483;p71"/>
          <p:cNvCxnSpPr>
            <a:stCxn id="1479" idx="0"/>
            <a:endCxn id="148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4" name="Google Shape;1484;p71"/>
          <p:cNvCxnSpPr>
            <a:stCxn id="1480" idx="5"/>
            <a:endCxn id="148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5" name="Google Shape;1485;p71"/>
          <p:cNvCxnSpPr>
            <a:stCxn id="1479" idx="7"/>
            <a:endCxn id="148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86" name="Google Shape;1486;p71"/>
          <p:cNvCxnSpPr>
            <a:stCxn id="1481" idx="1"/>
            <a:endCxn id="148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7" name="Google Shape;1487;p71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is the configuration combining one out-star node with one in-star node: AAA(I/O)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88" name="Google Shape;1488;p71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9" name="Google Shape;1489;p71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0" name="Google Shape;1490;p71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1" name="Google Shape;1491;p71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92" name="Google Shape;1492;p71"/>
          <p:cNvCxnSpPr>
            <a:stCxn id="1488" idx="0"/>
            <a:endCxn id="1489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3" name="Google Shape;1493;p71"/>
          <p:cNvCxnSpPr>
            <a:stCxn id="1489" idx="5"/>
            <a:endCxn id="1490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4" name="Google Shape;1494;p71"/>
          <p:cNvCxnSpPr>
            <a:stCxn id="1490" idx="2"/>
            <a:endCxn id="1488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5" name="Google Shape;1495;p71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6" name="Google Shape;1496;p71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7" name="Google Shape;1497;p71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8" name="Google Shape;1498;p71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99" name="Google Shape;1499;p71"/>
          <p:cNvCxnSpPr>
            <a:stCxn id="1495" idx="0"/>
            <a:endCxn id="1496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0" name="Google Shape;1500;p71"/>
          <p:cNvCxnSpPr>
            <a:stCxn id="1495" idx="6"/>
            <a:endCxn id="1497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1" name="Google Shape;1501;p71"/>
          <p:cNvCxnSpPr>
            <a:stCxn id="1497" idx="0"/>
            <a:endCxn id="1496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7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7" name="Google Shape;1507;p7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8" name="Google Shape;1508;p7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9" name="Google Shape;1509;p7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10" name="Google Shape;1510;p7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1" name="Google Shape;1511;p7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2" name="Google Shape;1512;p7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3" name="Google Shape;1513;p7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4" name="Google Shape;1514;p7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5" name="Google Shape;1515;p7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6" name="Google Shape;1516;p7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7" name="Google Shape;1517;p72"/>
          <p:cNvCxnSpPr>
            <a:stCxn id="1510" idx="0"/>
            <a:endCxn id="151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8" name="Google Shape;1518;p7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9" name="Google Shape;1519;p72"/>
          <p:cNvCxnSpPr>
            <a:stCxn id="1513" idx="0"/>
            <a:endCxn id="151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0" name="Google Shape;1520;p72"/>
          <p:cNvCxnSpPr>
            <a:stCxn id="1514" idx="4"/>
            <a:endCxn id="151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1" name="Google Shape;1521;p7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2" name="Google Shape;1522;p7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3" name="Google Shape;1523;p7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4" name="Google Shape;1524;p7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25" name="Google Shape;1525;p72"/>
          <p:cNvCxnSpPr>
            <a:stCxn id="1521" idx="0"/>
            <a:endCxn id="152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6" name="Google Shape;1526;p72"/>
          <p:cNvCxnSpPr>
            <a:stCxn id="1522" idx="5"/>
            <a:endCxn id="152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7" name="Google Shape;1527;p72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move to the triadic configurations featuring one mutual and two asymmetric dyads: MAA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28" name="Google Shape;1528;p7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9" name="Google Shape;1529;p7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0" name="Google Shape;1530;p7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1" name="Google Shape;1531;p7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32" name="Google Shape;1532;p72"/>
          <p:cNvCxnSpPr>
            <a:stCxn id="1529" idx="5"/>
            <a:endCxn id="153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3" name="Google Shape;1533;p72"/>
          <p:cNvCxnSpPr>
            <a:stCxn id="1529" idx="3"/>
            <a:endCxn id="152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34" name="Google Shape;1534;p7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5" name="Google Shape;1535;p7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6" name="Google Shape;1536;p7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7" name="Google Shape;1537;p7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38" name="Google Shape;1538;p72"/>
          <p:cNvCxnSpPr>
            <a:stCxn id="1534" idx="0"/>
            <a:endCxn id="153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9" name="Google Shape;1539;p72"/>
          <p:cNvCxnSpPr>
            <a:stCxn id="1536" idx="0"/>
            <a:endCxn id="153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40" name="Google Shape;1540;p7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1" name="Google Shape;1541;p7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2" name="Google Shape;1542;p7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3" name="Google Shape;1543;p7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4" name="Google Shape;1544;p7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5" name="Google Shape;1545;p7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6" name="Google Shape;1546;p7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7" name="Google Shape;1547;p7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48" name="Google Shape;1548;p72"/>
          <p:cNvCxnSpPr>
            <a:stCxn id="1540" idx="0"/>
            <a:endCxn id="154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9" name="Google Shape;1549;p72"/>
          <p:cNvCxnSpPr>
            <a:stCxn id="1541" idx="4"/>
            <a:endCxn id="154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0" name="Google Shape;1550;p72"/>
          <p:cNvCxnSpPr>
            <a:stCxn id="1540" idx="6"/>
            <a:endCxn id="154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1" name="Google Shape;1551;p72"/>
          <p:cNvCxnSpPr>
            <a:stCxn id="1544" idx="6"/>
            <a:endCxn id="154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52" name="Google Shape;1552;p72"/>
          <p:cNvCxnSpPr>
            <a:stCxn id="1545" idx="4"/>
            <a:endCxn id="154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3" name="Google Shape;1553;p72"/>
          <p:cNvCxnSpPr>
            <a:stCxn id="1544" idx="0"/>
            <a:endCxn id="154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4" name="Google Shape;1554;p72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5" name="Google Shape;1555;p72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6" name="Google Shape;1556;p72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7" name="Google Shape;1557;p72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58" name="Google Shape;1558;p72"/>
          <p:cNvCxnSpPr>
            <a:stCxn id="1554" idx="0"/>
            <a:endCxn id="1555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9" name="Google Shape;1559;p72"/>
          <p:cNvCxnSpPr>
            <a:stCxn id="1555" idx="5"/>
            <a:endCxn id="1556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0" name="Google Shape;1560;p72"/>
          <p:cNvCxnSpPr>
            <a:stCxn id="1554" idx="7"/>
            <a:endCxn id="1555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61" name="Google Shape;1561;p72"/>
          <p:cNvCxnSpPr>
            <a:stCxn id="1556" idx="1"/>
            <a:endCxn id="1555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2" name="Google Shape;1562;p72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3" name="Google Shape;1563;p72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4" name="Google Shape;1564;p72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5" name="Google Shape;1565;p72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6" name="Google Shape;1566;p72"/>
          <p:cNvCxnSpPr>
            <a:stCxn id="1562" idx="0"/>
            <a:endCxn id="1563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7" name="Google Shape;1567;p72"/>
          <p:cNvCxnSpPr>
            <a:stCxn id="1563" idx="5"/>
            <a:endCxn id="1564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8" name="Google Shape;1568;p72"/>
          <p:cNvCxnSpPr>
            <a:stCxn id="1564" idx="2"/>
            <a:endCxn id="1562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9" name="Google Shape;1569;p72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0" name="Google Shape;1570;p72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1" name="Google Shape;1571;p72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2" name="Google Shape;1572;p72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73" name="Google Shape;1573;p72"/>
          <p:cNvCxnSpPr>
            <a:stCxn id="1569" idx="0"/>
            <a:endCxn id="1570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4" name="Google Shape;1574;p72"/>
          <p:cNvCxnSpPr>
            <a:stCxn id="1569" idx="6"/>
            <a:endCxn id="1571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5" name="Google Shape;1575;p72"/>
          <p:cNvCxnSpPr>
            <a:stCxn id="1571" idx="0"/>
            <a:endCxn id="1570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7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1" name="Google Shape;1581;p7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2" name="Google Shape;1582;p7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3" name="Google Shape;1583;p7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84" name="Google Shape;1584;p7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5" name="Google Shape;1585;p7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6" name="Google Shape;1586;p7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7" name="Google Shape;1587;p7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8" name="Google Shape;1588;p7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9" name="Google Shape;1589;p7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0" name="Google Shape;1590;p7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91" name="Google Shape;1591;p73"/>
          <p:cNvCxnSpPr>
            <a:stCxn id="1584" idx="0"/>
            <a:endCxn id="1585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2" name="Google Shape;1592;p7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93" name="Google Shape;1593;p73"/>
          <p:cNvCxnSpPr>
            <a:stCxn id="1587" idx="0"/>
            <a:endCxn id="158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4" name="Google Shape;1594;p73"/>
          <p:cNvCxnSpPr>
            <a:stCxn id="1588" idx="4"/>
            <a:endCxn id="158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5" name="Google Shape;1595;p7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6" name="Google Shape;1596;p7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7" name="Google Shape;1597;p7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8" name="Google Shape;1598;p7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99" name="Google Shape;1599;p73"/>
          <p:cNvCxnSpPr>
            <a:stCxn id="1595" idx="0"/>
            <a:endCxn id="1596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0" name="Google Shape;1600;p73"/>
          <p:cNvCxnSpPr>
            <a:stCxn id="1596" idx="5"/>
            <a:endCxn id="1597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1" name="Google Shape;1601;p73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move to the triadic configurations featuring one mutual and two asymmetric dyads: MAA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02" name="Google Shape;1602;p7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3" name="Google Shape;1603;p7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4" name="Google Shape;1604;p7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5" name="Google Shape;1605;p7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06" name="Google Shape;1606;p73"/>
          <p:cNvCxnSpPr>
            <a:stCxn id="1603" idx="5"/>
            <a:endCxn id="160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7" name="Google Shape;1607;p73"/>
          <p:cNvCxnSpPr>
            <a:stCxn id="1603" idx="3"/>
            <a:endCxn id="160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8" name="Google Shape;1608;p7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9" name="Google Shape;1609;p7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0" name="Google Shape;1610;p7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1" name="Google Shape;1611;p7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12" name="Google Shape;1612;p73"/>
          <p:cNvCxnSpPr>
            <a:stCxn id="1608" idx="0"/>
            <a:endCxn id="1609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3" name="Google Shape;1613;p73"/>
          <p:cNvCxnSpPr>
            <a:stCxn id="1610" idx="0"/>
            <a:endCxn id="1609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4" name="Google Shape;1614;p7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5" name="Google Shape;1615;p7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6" name="Google Shape;1616;p7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7" name="Google Shape;1617;p7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8" name="Google Shape;1618;p7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9" name="Google Shape;1619;p7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0" name="Google Shape;1620;p7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1" name="Google Shape;1621;p7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22" name="Google Shape;1622;p73"/>
          <p:cNvCxnSpPr>
            <a:stCxn id="1614" idx="0"/>
            <a:endCxn id="1615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3" name="Google Shape;1623;p73"/>
          <p:cNvCxnSpPr>
            <a:stCxn id="1615" idx="4"/>
            <a:endCxn id="1614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4" name="Google Shape;1624;p73"/>
          <p:cNvCxnSpPr>
            <a:stCxn id="1614" idx="6"/>
            <a:endCxn id="1616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5" name="Google Shape;1625;p73"/>
          <p:cNvCxnSpPr>
            <a:stCxn id="1618" idx="6"/>
            <a:endCxn id="1620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6" name="Google Shape;1626;p73"/>
          <p:cNvCxnSpPr>
            <a:stCxn id="1619" idx="4"/>
            <a:endCxn id="1618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7" name="Google Shape;1627;p73"/>
          <p:cNvCxnSpPr>
            <a:stCxn id="1618" idx="0"/>
            <a:endCxn id="1619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8" name="Google Shape;1628;p73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9" name="Google Shape;1629;p73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0" name="Google Shape;1630;p73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1" name="Google Shape;1631;p73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32" name="Google Shape;1632;p73"/>
          <p:cNvCxnSpPr>
            <a:stCxn id="1628" idx="0"/>
            <a:endCxn id="1629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3" name="Google Shape;1633;p73"/>
          <p:cNvCxnSpPr>
            <a:stCxn id="1629" idx="5"/>
            <a:endCxn id="1630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4" name="Google Shape;1634;p73"/>
          <p:cNvCxnSpPr>
            <a:stCxn id="1628" idx="7"/>
            <a:endCxn id="1629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5" name="Google Shape;1635;p73"/>
          <p:cNvCxnSpPr>
            <a:stCxn id="1630" idx="1"/>
            <a:endCxn id="1629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6" name="Google Shape;1636;p73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7" name="Google Shape;1637;p73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8" name="Google Shape;1638;p73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9" name="Google Shape;1639;p73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0" name="Google Shape;1640;p73"/>
          <p:cNvCxnSpPr>
            <a:stCxn id="1636" idx="0"/>
            <a:endCxn id="1637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1" name="Google Shape;1641;p73"/>
          <p:cNvCxnSpPr>
            <a:stCxn id="1637" idx="5"/>
            <a:endCxn id="1638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2" name="Google Shape;1642;p73"/>
          <p:cNvCxnSpPr>
            <a:stCxn id="1638" idx="2"/>
            <a:endCxn id="1636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3" name="Google Shape;1643;p73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4" name="Google Shape;1644;p73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5" name="Google Shape;1645;p73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6" name="Google Shape;1646;p73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7" name="Google Shape;1647;p73"/>
          <p:cNvCxnSpPr>
            <a:stCxn id="1643" idx="0"/>
            <a:endCxn id="1644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8" name="Google Shape;1648;p73"/>
          <p:cNvCxnSpPr>
            <a:stCxn id="1643" idx="6"/>
            <a:endCxn id="1645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9" name="Google Shape;1649;p73"/>
          <p:cNvCxnSpPr>
            <a:stCxn id="1645" idx="0"/>
            <a:endCxn id="1644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0" name="Google Shape;1650;p73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1" name="Google Shape;1651;p73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2" name="Google Shape;1652;p73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3" name="Google Shape;1653;p73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4" name="Google Shape;1654;p73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5" name="Google Shape;1655;p73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6" name="Google Shape;1656;p73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7" name="Google Shape;1657;p73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8" name="Google Shape;1658;p73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9" name="Google Shape;1659;p73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7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5" name="Google Shape;1665;p7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6" name="Google Shape;1666;p7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7" name="Google Shape;1667;p7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68" name="Google Shape;1668;p7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9" name="Google Shape;1669;p7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0" name="Google Shape;1670;p7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1" name="Google Shape;1671;p7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2" name="Google Shape;1672;p7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3" name="Google Shape;1673;p7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4" name="Google Shape;1674;p7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75" name="Google Shape;1675;p74"/>
          <p:cNvCxnSpPr>
            <a:stCxn id="1668" idx="0"/>
            <a:endCxn id="166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6" name="Google Shape;1676;p7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77" name="Google Shape;1677;p74"/>
          <p:cNvCxnSpPr>
            <a:stCxn id="1671" idx="0"/>
            <a:endCxn id="1672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8" name="Google Shape;1678;p74"/>
          <p:cNvCxnSpPr>
            <a:stCxn id="1672" idx="4"/>
            <a:endCxn id="1671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9" name="Google Shape;1679;p7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0" name="Google Shape;1680;p7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1" name="Google Shape;1681;p7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2" name="Google Shape;1682;p7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3" name="Google Shape;1683;p74"/>
          <p:cNvCxnSpPr>
            <a:stCxn id="1679" idx="0"/>
            <a:endCxn id="1680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4" name="Google Shape;1684;p74"/>
          <p:cNvCxnSpPr>
            <a:stCxn id="1680" idx="5"/>
            <a:endCxn id="1681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85" name="Google Shape;1685;p74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combines a mutual dyad with an in-star: MMA(I)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86" name="Google Shape;1686;p7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7" name="Google Shape;1687;p7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8" name="Google Shape;1688;p7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9" name="Google Shape;1689;p7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90" name="Google Shape;1690;p74"/>
          <p:cNvCxnSpPr>
            <a:stCxn id="1687" idx="5"/>
            <a:endCxn id="1688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1" name="Google Shape;1691;p74"/>
          <p:cNvCxnSpPr>
            <a:stCxn id="1687" idx="3"/>
            <a:endCxn id="1686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2" name="Google Shape;1692;p7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3" name="Google Shape;1693;p7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4" name="Google Shape;1694;p7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5" name="Google Shape;1695;p7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96" name="Google Shape;1696;p74"/>
          <p:cNvCxnSpPr>
            <a:stCxn id="1692" idx="0"/>
            <a:endCxn id="1693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7" name="Google Shape;1697;p74"/>
          <p:cNvCxnSpPr>
            <a:stCxn id="1694" idx="0"/>
            <a:endCxn id="1693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8" name="Google Shape;1698;p74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9" name="Google Shape;1699;p74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0" name="Google Shape;1700;p74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1" name="Google Shape;1701;p74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02" name="Google Shape;1702;p74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3" name="Google Shape;1703;p74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4" name="Google Shape;1704;p74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5" name="Google Shape;1705;p74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06" name="Google Shape;1706;p74"/>
          <p:cNvCxnSpPr>
            <a:stCxn id="1698" idx="0"/>
            <a:endCxn id="1699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7" name="Google Shape;1707;p74"/>
          <p:cNvCxnSpPr>
            <a:stCxn id="1699" idx="4"/>
            <a:endCxn id="1698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8" name="Google Shape;1708;p74"/>
          <p:cNvCxnSpPr>
            <a:stCxn id="1698" idx="6"/>
            <a:endCxn id="1700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9" name="Google Shape;1709;p74"/>
          <p:cNvCxnSpPr>
            <a:stCxn id="1702" idx="6"/>
            <a:endCxn id="1704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10" name="Google Shape;1710;p74"/>
          <p:cNvCxnSpPr>
            <a:stCxn id="1703" idx="4"/>
            <a:endCxn id="1702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1" name="Google Shape;1711;p74"/>
          <p:cNvCxnSpPr>
            <a:stCxn id="1702" idx="0"/>
            <a:endCxn id="1703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12" name="Google Shape;1712;p74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3" name="Google Shape;1713;p74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4" name="Google Shape;1714;p74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5" name="Google Shape;1715;p74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16" name="Google Shape;1716;p74"/>
          <p:cNvCxnSpPr>
            <a:stCxn id="1712" idx="0"/>
            <a:endCxn id="171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7" name="Google Shape;1717;p74"/>
          <p:cNvCxnSpPr>
            <a:stCxn id="1713" idx="5"/>
            <a:endCxn id="171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8" name="Google Shape;1718;p74"/>
          <p:cNvCxnSpPr>
            <a:stCxn id="1712" idx="7"/>
            <a:endCxn id="171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19" name="Google Shape;1719;p74"/>
          <p:cNvCxnSpPr>
            <a:stCxn id="1714" idx="1"/>
            <a:endCxn id="171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20" name="Google Shape;1720;p74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1" name="Google Shape;1721;p74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2" name="Google Shape;1722;p74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3" name="Google Shape;1723;p74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24" name="Google Shape;1724;p74"/>
          <p:cNvCxnSpPr>
            <a:stCxn id="1720" idx="0"/>
            <a:endCxn id="1721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5" name="Google Shape;1725;p74"/>
          <p:cNvCxnSpPr>
            <a:stCxn id="1721" idx="5"/>
            <a:endCxn id="1722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6" name="Google Shape;1726;p74"/>
          <p:cNvCxnSpPr>
            <a:stCxn id="1722" idx="2"/>
            <a:endCxn id="1720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27" name="Google Shape;1727;p74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8" name="Google Shape;1728;p74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9" name="Google Shape;1729;p74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0" name="Google Shape;1730;p74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31" name="Google Shape;1731;p74"/>
          <p:cNvCxnSpPr>
            <a:stCxn id="1727" idx="0"/>
            <a:endCxn id="1728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2" name="Google Shape;1732;p74"/>
          <p:cNvCxnSpPr>
            <a:stCxn id="1727" idx="6"/>
            <a:endCxn id="1729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3" name="Google Shape;1733;p74"/>
          <p:cNvCxnSpPr>
            <a:stCxn id="1729" idx="0"/>
            <a:endCxn id="1728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4" name="Google Shape;1734;p74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5" name="Google Shape;1735;p74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6" name="Google Shape;1736;p74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7" name="Google Shape;1737;p74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8" name="Google Shape;1738;p74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9" name="Google Shape;1739;p74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0" name="Google Shape;1740;p74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41" name="Google Shape;1741;p74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2" name="Google Shape;1742;p74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3" name="Google Shape;1743;p74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4" name="Google Shape;1744;p74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45" name="Google Shape;1745;p74"/>
          <p:cNvCxnSpPr>
            <a:stCxn id="1741" idx="0"/>
            <a:endCxn id="1742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6" name="Google Shape;1746;p74"/>
          <p:cNvCxnSpPr>
            <a:stCxn id="1742" idx="4"/>
            <a:endCxn id="1741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7" name="Google Shape;1747;p74"/>
          <p:cNvCxnSpPr>
            <a:stCxn id="1742" idx="5"/>
            <a:endCxn id="1743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8" name="Google Shape;1748;p74"/>
          <p:cNvCxnSpPr>
            <a:stCxn id="1743" idx="2"/>
            <a:endCxn id="1741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7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4" name="Google Shape;1754;p7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5" name="Google Shape;1755;p7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6" name="Google Shape;1756;p7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57" name="Google Shape;1757;p7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8" name="Google Shape;1758;p7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9" name="Google Shape;1759;p7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0" name="Google Shape;1760;p7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1" name="Google Shape;1761;p7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2" name="Google Shape;1762;p7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3" name="Google Shape;1763;p7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64" name="Google Shape;1764;p75"/>
          <p:cNvCxnSpPr>
            <a:stCxn id="1757" idx="0"/>
            <a:endCxn id="175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5" name="Google Shape;1765;p7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66" name="Google Shape;1766;p75"/>
          <p:cNvCxnSpPr>
            <a:stCxn id="1760" idx="0"/>
            <a:endCxn id="1761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7" name="Google Shape;1767;p75"/>
          <p:cNvCxnSpPr>
            <a:stCxn id="1761" idx="4"/>
            <a:endCxn id="1760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8" name="Google Shape;1768;p7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9" name="Google Shape;1769;p7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0" name="Google Shape;1770;p7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1" name="Google Shape;1771;p7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72" name="Google Shape;1772;p75"/>
          <p:cNvCxnSpPr>
            <a:stCxn id="1768" idx="0"/>
            <a:endCxn id="1769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3" name="Google Shape;1773;p75"/>
          <p:cNvCxnSpPr>
            <a:stCxn id="1769" idx="5"/>
            <a:endCxn id="1770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4" name="Google Shape;1774;p75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other one combines a mutual dyad with an out-star: MAA(O)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75" name="Google Shape;1775;p7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6" name="Google Shape;1776;p7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7" name="Google Shape;1777;p7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8" name="Google Shape;1778;p7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79" name="Google Shape;1779;p75"/>
          <p:cNvCxnSpPr>
            <a:stCxn id="1776" idx="5"/>
            <a:endCxn id="177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0" name="Google Shape;1780;p75"/>
          <p:cNvCxnSpPr>
            <a:stCxn id="1776" idx="3"/>
            <a:endCxn id="177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81" name="Google Shape;1781;p7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2" name="Google Shape;1782;p7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3" name="Google Shape;1783;p7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4" name="Google Shape;1784;p7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85" name="Google Shape;1785;p75"/>
          <p:cNvCxnSpPr>
            <a:stCxn id="1781" idx="0"/>
            <a:endCxn id="178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6" name="Google Shape;1786;p75"/>
          <p:cNvCxnSpPr>
            <a:stCxn id="1783" idx="0"/>
            <a:endCxn id="178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87" name="Google Shape;1787;p75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8" name="Google Shape;1788;p75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9" name="Google Shape;1789;p75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0" name="Google Shape;1790;p75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91" name="Google Shape;1791;p75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2" name="Google Shape;1792;p75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3" name="Google Shape;1793;p75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4" name="Google Shape;1794;p75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95" name="Google Shape;1795;p75"/>
          <p:cNvCxnSpPr>
            <a:stCxn id="1787" idx="0"/>
            <a:endCxn id="178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6" name="Google Shape;1796;p75"/>
          <p:cNvCxnSpPr>
            <a:stCxn id="1788" idx="4"/>
            <a:endCxn id="178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7" name="Google Shape;1797;p75"/>
          <p:cNvCxnSpPr>
            <a:stCxn id="1787" idx="6"/>
            <a:endCxn id="178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8" name="Google Shape;1798;p75"/>
          <p:cNvCxnSpPr>
            <a:stCxn id="1791" idx="6"/>
            <a:endCxn id="179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99" name="Google Shape;1799;p75"/>
          <p:cNvCxnSpPr>
            <a:stCxn id="1792" idx="4"/>
            <a:endCxn id="179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0" name="Google Shape;1800;p75"/>
          <p:cNvCxnSpPr>
            <a:stCxn id="1791" idx="0"/>
            <a:endCxn id="179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1" name="Google Shape;1801;p75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2" name="Google Shape;1802;p75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3" name="Google Shape;1803;p75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4" name="Google Shape;1804;p75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05" name="Google Shape;1805;p75"/>
          <p:cNvCxnSpPr>
            <a:stCxn id="1801" idx="0"/>
            <a:endCxn id="1802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6" name="Google Shape;1806;p75"/>
          <p:cNvCxnSpPr>
            <a:stCxn id="1802" idx="5"/>
            <a:endCxn id="1803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7" name="Google Shape;1807;p75"/>
          <p:cNvCxnSpPr>
            <a:stCxn id="1801" idx="7"/>
            <a:endCxn id="1802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08" name="Google Shape;1808;p75"/>
          <p:cNvCxnSpPr>
            <a:stCxn id="1803" idx="1"/>
            <a:endCxn id="1802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9" name="Google Shape;1809;p75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0" name="Google Shape;1810;p75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1" name="Google Shape;1811;p75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2" name="Google Shape;1812;p75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13" name="Google Shape;1813;p75"/>
          <p:cNvCxnSpPr>
            <a:stCxn id="1809" idx="0"/>
            <a:endCxn id="1810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4" name="Google Shape;1814;p75"/>
          <p:cNvCxnSpPr>
            <a:stCxn id="1810" idx="5"/>
            <a:endCxn id="1811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5" name="Google Shape;1815;p75"/>
          <p:cNvCxnSpPr>
            <a:stCxn id="1811" idx="2"/>
            <a:endCxn id="1809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16" name="Google Shape;1816;p75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7" name="Google Shape;1817;p75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8" name="Google Shape;1818;p75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9" name="Google Shape;1819;p75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20" name="Google Shape;1820;p75"/>
          <p:cNvCxnSpPr>
            <a:stCxn id="1816" idx="0"/>
            <a:endCxn id="1817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1" name="Google Shape;1821;p75"/>
          <p:cNvCxnSpPr>
            <a:stCxn id="1816" idx="6"/>
            <a:endCxn id="1818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2" name="Google Shape;1822;p75"/>
          <p:cNvCxnSpPr>
            <a:stCxn id="1818" idx="0"/>
            <a:endCxn id="1817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3" name="Google Shape;1823;p75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4" name="Google Shape;1824;p75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5" name="Google Shape;1825;p75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6" name="Google Shape;1826;p75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27" name="Google Shape;1827;p75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8" name="Google Shape;1828;p75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9" name="Google Shape;1829;p75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0" name="Google Shape;1830;p75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31" name="Google Shape;1831;p75"/>
          <p:cNvCxnSpPr>
            <a:stCxn id="1827" idx="0"/>
            <a:endCxn id="1828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2" name="Google Shape;1832;p75"/>
          <p:cNvCxnSpPr>
            <a:stCxn id="1828" idx="4"/>
            <a:endCxn id="1827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3" name="Google Shape;1833;p75"/>
          <p:cNvCxnSpPr>
            <a:stCxn id="1828" idx="5"/>
            <a:endCxn id="1829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4" name="Google Shape;1834;p75"/>
          <p:cNvCxnSpPr>
            <a:stCxn id="1829" idx="2"/>
            <a:endCxn id="1827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35" name="Google Shape;1835;p75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6" name="Google Shape;1836;p75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7" name="Google Shape;1837;p75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8" name="Google Shape;1838;p75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39" name="Google Shape;1839;p75"/>
          <p:cNvCxnSpPr>
            <a:stCxn id="1835" idx="0"/>
            <a:endCxn id="1836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0" name="Google Shape;1840;p75"/>
          <p:cNvCxnSpPr>
            <a:stCxn id="1836" idx="4"/>
            <a:endCxn id="1835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1" name="Google Shape;1841;p75"/>
          <p:cNvCxnSpPr>
            <a:stCxn id="1836" idx="5"/>
            <a:endCxn id="1837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42" name="Google Shape;1842;p75"/>
          <p:cNvCxnSpPr>
            <a:stCxn id="1837" idx="2"/>
            <a:endCxn id="1835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7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8" name="Google Shape;1848;p7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9" name="Google Shape;1849;p7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0" name="Google Shape;1850;p7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51" name="Google Shape;1851;p7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2" name="Google Shape;1852;p7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3" name="Google Shape;1853;p7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4" name="Google Shape;1854;p7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5" name="Google Shape;1855;p7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6" name="Google Shape;1856;p7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7" name="Google Shape;1857;p7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58" name="Google Shape;1858;p76"/>
          <p:cNvCxnSpPr>
            <a:stCxn id="1851" idx="0"/>
            <a:endCxn id="185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59" name="Google Shape;1859;p7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60" name="Google Shape;1860;p76"/>
          <p:cNvCxnSpPr>
            <a:stCxn id="1854" idx="0"/>
            <a:endCxn id="185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1" name="Google Shape;1861;p76"/>
          <p:cNvCxnSpPr>
            <a:stCxn id="1855" idx="4"/>
            <a:endCxn id="185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62" name="Google Shape;1862;p7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3" name="Google Shape;1863;p7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4" name="Google Shape;1864;p7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5" name="Google Shape;1865;p7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66" name="Google Shape;1866;p76"/>
          <p:cNvCxnSpPr>
            <a:stCxn id="1862" idx="0"/>
            <a:endCxn id="186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7" name="Google Shape;1867;p76"/>
          <p:cNvCxnSpPr>
            <a:stCxn id="1863" idx="5"/>
            <a:endCxn id="186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68" name="Google Shape;1868;p76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combines a mutual dyad with a line to form a cycle: MAA(C)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69" name="Google Shape;1869;p7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0" name="Google Shape;1870;p7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1" name="Google Shape;1871;p7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2" name="Google Shape;1872;p7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73" name="Google Shape;1873;p76"/>
          <p:cNvCxnSpPr>
            <a:stCxn id="1870" idx="5"/>
            <a:endCxn id="1871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4" name="Google Shape;1874;p76"/>
          <p:cNvCxnSpPr>
            <a:stCxn id="1870" idx="3"/>
            <a:endCxn id="1869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5" name="Google Shape;1875;p7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6" name="Google Shape;1876;p7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7" name="Google Shape;1877;p7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8" name="Google Shape;1878;p7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79" name="Google Shape;1879;p76"/>
          <p:cNvCxnSpPr>
            <a:stCxn id="1875" idx="0"/>
            <a:endCxn id="1876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0" name="Google Shape;1880;p76"/>
          <p:cNvCxnSpPr>
            <a:stCxn id="1877" idx="0"/>
            <a:endCxn id="1876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81" name="Google Shape;1881;p7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2" name="Google Shape;1882;p7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3" name="Google Shape;1883;p7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4" name="Google Shape;1884;p7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85" name="Google Shape;1885;p7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6" name="Google Shape;1886;p7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7" name="Google Shape;1887;p7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8" name="Google Shape;1888;p7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89" name="Google Shape;1889;p76"/>
          <p:cNvCxnSpPr>
            <a:stCxn id="1881" idx="0"/>
            <a:endCxn id="1882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0" name="Google Shape;1890;p76"/>
          <p:cNvCxnSpPr>
            <a:stCxn id="1882" idx="4"/>
            <a:endCxn id="1881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1" name="Google Shape;1891;p76"/>
          <p:cNvCxnSpPr>
            <a:stCxn id="1881" idx="6"/>
            <a:endCxn id="1883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2" name="Google Shape;1892;p76"/>
          <p:cNvCxnSpPr>
            <a:stCxn id="1885" idx="6"/>
            <a:endCxn id="1887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93" name="Google Shape;1893;p76"/>
          <p:cNvCxnSpPr>
            <a:stCxn id="1886" idx="4"/>
            <a:endCxn id="1885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4" name="Google Shape;1894;p76"/>
          <p:cNvCxnSpPr>
            <a:stCxn id="1885" idx="0"/>
            <a:endCxn id="1886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5" name="Google Shape;1895;p76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6" name="Google Shape;1896;p76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7" name="Google Shape;1897;p76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8" name="Google Shape;1898;p76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99" name="Google Shape;1899;p76"/>
          <p:cNvCxnSpPr>
            <a:stCxn id="1895" idx="0"/>
            <a:endCxn id="1896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0" name="Google Shape;1900;p76"/>
          <p:cNvCxnSpPr>
            <a:stCxn id="1896" idx="5"/>
            <a:endCxn id="1897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1" name="Google Shape;1901;p76"/>
          <p:cNvCxnSpPr>
            <a:stCxn id="1895" idx="7"/>
            <a:endCxn id="1896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02" name="Google Shape;1902;p76"/>
          <p:cNvCxnSpPr>
            <a:stCxn id="1897" idx="1"/>
            <a:endCxn id="1896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03" name="Google Shape;1903;p76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4" name="Google Shape;1904;p76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5" name="Google Shape;1905;p76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6" name="Google Shape;1906;p76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07" name="Google Shape;1907;p76"/>
          <p:cNvCxnSpPr>
            <a:stCxn id="1903" idx="0"/>
            <a:endCxn id="1904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8" name="Google Shape;1908;p76"/>
          <p:cNvCxnSpPr>
            <a:stCxn id="1904" idx="5"/>
            <a:endCxn id="1905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9" name="Google Shape;1909;p76"/>
          <p:cNvCxnSpPr>
            <a:stCxn id="1905" idx="2"/>
            <a:endCxn id="1903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0" name="Google Shape;1910;p76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1" name="Google Shape;1911;p76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2" name="Google Shape;1912;p76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3" name="Google Shape;1913;p76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14" name="Google Shape;1914;p76"/>
          <p:cNvCxnSpPr>
            <a:stCxn id="1910" idx="0"/>
            <a:endCxn id="1911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5" name="Google Shape;1915;p76"/>
          <p:cNvCxnSpPr>
            <a:stCxn id="1910" idx="6"/>
            <a:endCxn id="1912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6" name="Google Shape;1916;p76"/>
          <p:cNvCxnSpPr>
            <a:stCxn id="1912" idx="0"/>
            <a:endCxn id="1911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7" name="Google Shape;1917;p76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18" name="Google Shape;1918;p76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9" name="Google Shape;1919;p76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0" name="Google Shape;1920;p76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1" name="Google Shape;1921;p76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22" name="Google Shape;1922;p76"/>
          <p:cNvCxnSpPr>
            <a:stCxn id="1918" idx="0"/>
            <a:endCxn id="1919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3" name="Google Shape;1923;p76"/>
          <p:cNvCxnSpPr>
            <a:stCxn id="1919" idx="4"/>
            <a:endCxn id="1918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4" name="Google Shape;1924;p76"/>
          <p:cNvCxnSpPr>
            <a:stCxn id="1919" idx="5"/>
            <a:endCxn id="1920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5" name="Google Shape;1925;p76"/>
          <p:cNvCxnSpPr>
            <a:stCxn id="1920" idx="2"/>
            <a:endCxn id="1918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26" name="Google Shape;1926;p76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7" name="Google Shape;1927;p76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8" name="Google Shape;1928;p76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9" name="Google Shape;1929;p76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30" name="Google Shape;1930;p76"/>
          <p:cNvCxnSpPr>
            <a:stCxn id="1926" idx="0"/>
            <a:endCxn id="1927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1" name="Google Shape;1931;p76"/>
          <p:cNvCxnSpPr>
            <a:stCxn id="1927" idx="4"/>
            <a:endCxn id="1926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2" name="Google Shape;1932;p76"/>
          <p:cNvCxnSpPr>
            <a:stCxn id="1927" idx="5"/>
            <a:endCxn id="1928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33" name="Google Shape;1933;p76"/>
          <p:cNvCxnSpPr>
            <a:stCxn id="1928" idx="2"/>
            <a:endCxn id="1926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34" name="Google Shape;1934;p76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5" name="Google Shape;1935;p76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6" name="Google Shape;1936;p76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7" name="Google Shape;1937;p76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38" name="Google Shape;1938;p76"/>
          <p:cNvCxnSpPr>
            <a:stCxn id="1934" idx="0"/>
            <a:endCxn id="1935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9" name="Google Shape;1939;p76"/>
          <p:cNvCxnSpPr>
            <a:stCxn id="1935" idx="4"/>
            <a:endCxn id="1934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0" name="Google Shape;1940;p76"/>
          <p:cNvCxnSpPr>
            <a:stCxn id="1936" idx="2"/>
            <a:endCxn id="1934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1" name="Google Shape;1941;p76"/>
          <p:cNvCxnSpPr>
            <a:stCxn id="1936" idx="1"/>
            <a:endCxn id="1935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7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7" name="Google Shape;1947;p7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8" name="Google Shape;1948;p7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9" name="Google Shape;1949;p7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50" name="Google Shape;1950;p7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1" name="Google Shape;1951;p7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2" name="Google Shape;1952;p7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3" name="Google Shape;1953;p7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4" name="Google Shape;1954;p7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5" name="Google Shape;1955;p7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6" name="Google Shape;1956;p7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57" name="Google Shape;1957;p77"/>
          <p:cNvCxnSpPr>
            <a:stCxn id="1950" idx="0"/>
            <a:endCxn id="195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58" name="Google Shape;1958;p7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59" name="Google Shape;1959;p77"/>
          <p:cNvCxnSpPr>
            <a:stCxn id="1953" idx="0"/>
            <a:endCxn id="195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0" name="Google Shape;1960;p77"/>
          <p:cNvCxnSpPr>
            <a:stCxn id="1954" idx="4"/>
            <a:endCxn id="195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61" name="Google Shape;1961;p7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2" name="Google Shape;1962;p7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3" name="Google Shape;1963;p7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4" name="Google Shape;1964;p77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65" name="Google Shape;1965;p77"/>
          <p:cNvCxnSpPr>
            <a:stCxn id="1961" idx="0"/>
            <a:endCxn id="196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6" name="Google Shape;1966;p77"/>
          <p:cNvCxnSpPr>
            <a:stCxn id="1962" idx="5"/>
            <a:endCxn id="196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67" name="Google Shape;1967;p77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Another type of closed directed triad combines two </a:t>
            </a:r>
            <a:r>
              <a:rPr b="1" lang="en">
                <a:solidFill>
                  <a:srgbClr val="FF0000"/>
                </a:solidFill>
              </a:rPr>
              <a:t>mutual</a:t>
            </a:r>
            <a:r>
              <a:rPr b="1" lang="en">
                <a:solidFill>
                  <a:srgbClr val="FF0000"/>
                </a:solidFill>
              </a:rPr>
              <a:t> dyads and one asymmetric dyad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68" name="Google Shape;1968;p7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9" name="Google Shape;1969;p7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0" name="Google Shape;1970;p7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1" name="Google Shape;1971;p77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72" name="Google Shape;1972;p77"/>
          <p:cNvCxnSpPr>
            <a:stCxn id="1969" idx="5"/>
            <a:endCxn id="197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3" name="Google Shape;1973;p77"/>
          <p:cNvCxnSpPr>
            <a:stCxn id="1969" idx="3"/>
            <a:endCxn id="196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74" name="Google Shape;1974;p7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5" name="Google Shape;1975;p7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6" name="Google Shape;1976;p7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7" name="Google Shape;1977;p77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78" name="Google Shape;1978;p77"/>
          <p:cNvCxnSpPr>
            <a:stCxn id="1974" idx="0"/>
            <a:endCxn id="197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9" name="Google Shape;1979;p77"/>
          <p:cNvCxnSpPr>
            <a:stCxn id="1976" idx="0"/>
            <a:endCxn id="197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80" name="Google Shape;1980;p77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1" name="Google Shape;1981;p77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2" name="Google Shape;1982;p77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3" name="Google Shape;1983;p77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84" name="Google Shape;1984;p77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5" name="Google Shape;1985;p77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6" name="Google Shape;1986;p77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7" name="Google Shape;1987;p77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88" name="Google Shape;1988;p77"/>
          <p:cNvCxnSpPr>
            <a:stCxn id="1980" idx="0"/>
            <a:endCxn id="198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9" name="Google Shape;1989;p77"/>
          <p:cNvCxnSpPr>
            <a:stCxn id="1981" idx="4"/>
            <a:endCxn id="198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0" name="Google Shape;1990;p77"/>
          <p:cNvCxnSpPr>
            <a:stCxn id="1980" idx="6"/>
            <a:endCxn id="198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1" name="Google Shape;1991;p77"/>
          <p:cNvCxnSpPr>
            <a:stCxn id="1984" idx="6"/>
            <a:endCxn id="198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92" name="Google Shape;1992;p77"/>
          <p:cNvCxnSpPr>
            <a:stCxn id="1985" idx="4"/>
            <a:endCxn id="198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3" name="Google Shape;1993;p77"/>
          <p:cNvCxnSpPr>
            <a:stCxn id="1984" idx="0"/>
            <a:endCxn id="198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4" name="Google Shape;1994;p77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5" name="Google Shape;1995;p77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6" name="Google Shape;1996;p77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7" name="Google Shape;1997;p77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98" name="Google Shape;1998;p77"/>
          <p:cNvCxnSpPr>
            <a:stCxn id="1994" idx="0"/>
            <a:endCxn id="1995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9" name="Google Shape;1999;p77"/>
          <p:cNvCxnSpPr>
            <a:stCxn id="1995" idx="5"/>
            <a:endCxn id="1996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0" name="Google Shape;2000;p77"/>
          <p:cNvCxnSpPr>
            <a:stCxn id="1994" idx="7"/>
            <a:endCxn id="1995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01" name="Google Shape;2001;p77"/>
          <p:cNvCxnSpPr>
            <a:stCxn id="1996" idx="1"/>
            <a:endCxn id="1995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2" name="Google Shape;2002;p77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3" name="Google Shape;2003;p77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4" name="Google Shape;2004;p77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5" name="Google Shape;2005;p77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06" name="Google Shape;2006;p77"/>
          <p:cNvCxnSpPr>
            <a:stCxn id="2002" idx="0"/>
            <a:endCxn id="2003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7" name="Google Shape;2007;p77"/>
          <p:cNvCxnSpPr>
            <a:stCxn id="2003" idx="5"/>
            <a:endCxn id="2004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8" name="Google Shape;2008;p77"/>
          <p:cNvCxnSpPr>
            <a:stCxn id="2004" idx="2"/>
            <a:endCxn id="2002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9" name="Google Shape;2009;p77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0" name="Google Shape;2010;p77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1" name="Google Shape;2011;p77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2" name="Google Shape;2012;p77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13" name="Google Shape;2013;p77"/>
          <p:cNvCxnSpPr>
            <a:stCxn id="2009" idx="0"/>
            <a:endCxn id="2010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4" name="Google Shape;2014;p77"/>
          <p:cNvCxnSpPr>
            <a:stCxn id="2009" idx="6"/>
            <a:endCxn id="2011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5" name="Google Shape;2015;p77"/>
          <p:cNvCxnSpPr>
            <a:stCxn id="2011" idx="0"/>
            <a:endCxn id="2010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6" name="Google Shape;2016;p77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7" name="Google Shape;2017;p77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8" name="Google Shape;2018;p77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9" name="Google Shape;2019;p77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20" name="Google Shape;2020;p77"/>
          <p:cNvCxnSpPr>
            <a:stCxn id="2016" idx="0"/>
            <a:endCxn id="2017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1" name="Google Shape;2021;p77"/>
          <p:cNvCxnSpPr>
            <a:stCxn id="2017" idx="4"/>
            <a:endCxn id="2016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2" name="Google Shape;2022;p77"/>
          <p:cNvCxnSpPr>
            <a:stCxn id="2017" idx="5"/>
            <a:endCxn id="2018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3" name="Google Shape;2023;p77"/>
          <p:cNvCxnSpPr>
            <a:stCxn id="2018" idx="2"/>
            <a:endCxn id="2016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24" name="Google Shape;2024;p77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5" name="Google Shape;2025;p77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6" name="Google Shape;2026;p77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7" name="Google Shape;2027;p77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28" name="Google Shape;2028;p77"/>
          <p:cNvCxnSpPr>
            <a:stCxn id="2024" idx="0"/>
            <a:endCxn id="2025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9" name="Google Shape;2029;p77"/>
          <p:cNvCxnSpPr>
            <a:stCxn id="2025" idx="4"/>
            <a:endCxn id="2024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0" name="Google Shape;2030;p77"/>
          <p:cNvCxnSpPr>
            <a:stCxn id="2025" idx="5"/>
            <a:endCxn id="2026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31" name="Google Shape;2031;p77"/>
          <p:cNvCxnSpPr>
            <a:stCxn id="2026" idx="2"/>
            <a:endCxn id="2024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2" name="Google Shape;2032;p77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3" name="Google Shape;2033;p77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4" name="Google Shape;2034;p77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5" name="Google Shape;2035;p77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36" name="Google Shape;2036;p77"/>
          <p:cNvCxnSpPr>
            <a:stCxn id="2032" idx="0"/>
            <a:endCxn id="2033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7" name="Google Shape;2037;p77"/>
          <p:cNvCxnSpPr>
            <a:stCxn id="2033" idx="4"/>
            <a:endCxn id="2032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8" name="Google Shape;2038;p77"/>
          <p:cNvCxnSpPr>
            <a:stCxn id="2034" idx="2"/>
            <a:endCxn id="2032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9" name="Google Shape;2039;p77"/>
          <p:cNvCxnSpPr>
            <a:stCxn id="2034" idx="1"/>
            <a:endCxn id="2033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7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5" name="Google Shape;2045;p7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6" name="Google Shape;2046;p7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7" name="Google Shape;2047;p7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48" name="Google Shape;2048;p7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9" name="Google Shape;2049;p7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0" name="Google Shape;2050;p7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1" name="Google Shape;2051;p7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2" name="Google Shape;2052;p7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3" name="Google Shape;2053;p7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54" name="Google Shape;2054;p7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55" name="Google Shape;2055;p78"/>
          <p:cNvCxnSpPr>
            <a:stCxn id="2048" idx="0"/>
            <a:endCxn id="204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56" name="Google Shape;2056;p7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57" name="Google Shape;2057;p78"/>
          <p:cNvCxnSpPr>
            <a:stCxn id="2051" idx="0"/>
            <a:endCxn id="2052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8" name="Google Shape;2058;p78"/>
          <p:cNvCxnSpPr>
            <a:stCxn id="2052" idx="4"/>
            <a:endCxn id="2051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59" name="Google Shape;2059;p7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0" name="Google Shape;2060;p7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1" name="Google Shape;2061;p7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2" name="Google Shape;2062;p7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63" name="Google Shape;2063;p78"/>
          <p:cNvCxnSpPr>
            <a:stCxn id="2059" idx="0"/>
            <a:endCxn id="2060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4" name="Google Shape;2064;p78"/>
          <p:cNvCxnSpPr>
            <a:stCxn id="2060" idx="5"/>
            <a:endCxn id="2061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65" name="Google Shape;2065;p7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6" name="Google Shape;2066;p7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7" name="Google Shape;2067;p7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8" name="Google Shape;2068;p78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69" name="Google Shape;2069;p78"/>
          <p:cNvCxnSpPr>
            <a:stCxn id="2066" idx="5"/>
            <a:endCxn id="206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0" name="Google Shape;2070;p78"/>
          <p:cNvCxnSpPr>
            <a:stCxn id="2066" idx="3"/>
            <a:endCxn id="206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1" name="Google Shape;2071;p7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2" name="Google Shape;2072;p7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3" name="Google Shape;2073;p7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4" name="Google Shape;2074;p78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75" name="Google Shape;2075;p78"/>
          <p:cNvCxnSpPr>
            <a:stCxn id="2071" idx="0"/>
            <a:endCxn id="207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6" name="Google Shape;2076;p78"/>
          <p:cNvCxnSpPr>
            <a:stCxn id="2073" idx="0"/>
            <a:endCxn id="207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7" name="Google Shape;2077;p78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8" name="Google Shape;2078;p78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9" name="Google Shape;2079;p78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0" name="Google Shape;2080;p78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81" name="Google Shape;2081;p78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2" name="Google Shape;2082;p78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3" name="Google Shape;2083;p78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4" name="Google Shape;2084;p78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85" name="Google Shape;2085;p78"/>
          <p:cNvCxnSpPr>
            <a:stCxn id="2077" idx="0"/>
            <a:endCxn id="207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6" name="Google Shape;2086;p78"/>
          <p:cNvCxnSpPr>
            <a:stCxn id="2078" idx="4"/>
            <a:endCxn id="207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7" name="Google Shape;2087;p78"/>
          <p:cNvCxnSpPr>
            <a:stCxn id="2077" idx="6"/>
            <a:endCxn id="207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8" name="Google Shape;2088;p78"/>
          <p:cNvCxnSpPr>
            <a:stCxn id="2081" idx="6"/>
            <a:endCxn id="208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89" name="Google Shape;2089;p78"/>
          <p:cNvCxnSpPr>
            <a:stCxn id="2082" idx="4"/>
            <a:endCxn id="208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0" name="Google Shape;2090;p78"/>
          <p:cNvCxnSpPr>
            <a:stCxn id="2081" idx="0"/>
            <a:endCxn id="208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1" name="Google Shape;2091;p78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2" name="Google Shape;2092;p78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3" name="Google Shape;2093;p78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4" name="Google Shape;2094;p78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95" name="Google Shape;2095;p78"/>
          <p:cNvCxnSpPr>
            <a:stCxn id="2091" idx="0"/>
            <a:endCxn id="2092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6" name="Google Shape;2096;p78"/>
          <p:cNvCxnSpPr>
            <a:stCxn id="2092" idx="5"/>
            <a:endCxn id="2093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7" name="Google Shape;2097;p78"/>
          <p:cNvCxnSpPr>
            <a:stCxn id="2091" idx="7"/>
            <a:endCxn id="2092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98" name="Google Shape;2098;p78"/>
          <p:cNvCxnSpPr>
            <a:stCxn id="2093" idx="1"/>
            <a:endCxn id="2092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9" name="Google Shape;2099;p78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0" name="Google Shape;2100;p78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1" name="Google Shape;2101;p78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2" name="Google Shape;2102;p78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03" name="Google Shape;2103;p78"/>
          <p:cNvCxnSpPr>
            <a:stCxn id="2099" idx="0"/>
            <a:endCxn id="2100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4" name="Google Shape;2104;p78"/>
          <p:cNvCxnSpPr>
            <a:stCxn id="2100" idx="5"/>
            <a:endCxn id="2101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5" name="Google Shape;2105;p78"/>
          <p:cNvCxnSpPr>
            <a:stCxn id="2101" idx="2"/>
            <a:endCxn id="2099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06" name="Google Shape;2106;p78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7" name="Google Shape;2107;p78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8" name="Google Shape;2108;p78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9" name="Google Shape;2109;p78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10" name="Google Shape;2110;p78"/>
          <p:cNvCxnSpPr>
            <a:stCxn id="2106" idx="0"/>
            <a:endCxn id="2107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1" name="Google Shape;2111;p78"/>
          <p:cNvCxnSpPr>
            <a:stCxn id="2106" idx="6"/>
            <a:endCxn id="2108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2" name="Google Shape;2112;p78"/>
          <p:cNvCxnSpPr>
            <a:stCxn id="2108" idx="0"/>
            <a:endCxn id="2107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13" name="Google Shape;2113;p78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4" name="Google Shape;2114;p78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5" name="Google Shape;2115;p78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6" name="Google Shape;2116;p78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17" name="Google Shape;2117;p78"/>
          <p:cNvCxnSpPr>
            <a:stCxn id="2113" idx="0"/>
            <a:endCxn id="2114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8" name="Google Shape;2118;p78"/>
          <p:cNvCxnSpPr>
            <a:stCxn id="2114" idx="4"/>
            <a:endCxn id="2113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9" name="Google Shape;2119;p78"/>
          <p:cNvCxnSpPr>
            <a:stCxn id="2114" idx="5"/>
            <a:endCxn id="2115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0" name="Google Shape;2120;p78"/>
          <p:cNvCxnSpPr>
            <a:stCxn id="2115" idx="2"/>
            <a:endCxn id="2113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21" name="Google Shape;2121;p78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2" name="Google Shape;2122;p78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3" name="Google Shape;2123;p78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4" name="Google Shape;2124;p78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25" name="Google Shape;2125;p78"/>
          <p:cNvCxnSpPr>
            <a:stCxn id="2121" idx="0"/>
            <a:endCxn id="2122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6" name="Google Shape;2126;p78"/>
          <p:cNvCxnSpPr>
            <a:stCxn id="2122" idx="4"/>
            <a:endCxn id="2121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7" name="Google Shape;2127;p78"/>
          <p:cNvCxnSpPr>
            <a:stCxn id="2122" idx="5"/>
            <a:endCxn id="2123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28" name="Google Shape;2128;p78"/>
          <p:cNvCxnSpPr>
            <a:stCxn id="2123" idx="2"/>
            <a:endCxn id="2121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29" name="Google Shape;2129;p78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0" name="Google Shape;2130;p78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1" name="Google Shape;2131;p78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2" name="Google Shape;2132;p78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33" name="Google Shape;2133;p78"/>
          <p:cNvCxnSpPr>
            <a:stCxn id="2129" idx="0"/>
            <a:endCxn id="2130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4" name="Google Shape;2134;p78"/>
          <p:cNvCxnSpPr>
            <a:stCxn id="2130" idx="4"/>
            <a:endCxn id="2129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5" name="Google Shape;2135;p78"/>
          <p:cNvCxnSpPr>
            <a:stCxn id="2131" idx="2"/>
            <a:endCxn id="2129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6" name="Google Shape;2136;p78"/>
          <p:cNvCxnSpPr>
            <a:stCxn id="2131" idx="1"/>
            <a:endCxn id="2130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37" name="Google Shape;2137;p78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8" name="Google Shape;2138;p78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9" name="Google Shape;2139;p78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0" name="Google Shape;2140;p78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41" name="Google Shape;2141;p78"/>
          <p:cNvCxnSpPr>
            <a:stCxn id="2137" idx="0"/>
            <a:endCxn id="2138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2" name="Google Shape;2142;p78"/>
          <p:cNvCxnSpPr>
            <a:stCxn id="2138" idx="4"/>
            <a:endCxn id="2137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3" name="Google Shape;2143;p78"/>
          <p:cNvCxnSpPr>
            <a:stCxn id="2138" idx="5"/>
            <a:endCxn id="2139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44" name="Google Shape;2144;p78"/>
          <p:cNvCxnSpPr>
            <a:stCxn id="2139" idx="2"/>
            <a:endCxn id="2137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5" name="Google Shape;2145;p78"/>
          <p:cNvCxnSpPr>
            <a:stCxn id="2139" idx="1"/>
            <a:endCxn id="2138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46" name="Google Shape;2146;p78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is only one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47" name="Google Shape;2147;p78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Another type of closed directed triad combines two mutual dyads and one asymmetric dyad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7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3" name="Google Shape;2153;p7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4" name="Google Shape;2154;p7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5" name="Google Shape;2155;p7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56" name="Google Shape;2156;p7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7" name="Google Shape;2157;p7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8" name="Google Shape;2158;p7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9" name="Google Shape;2159;p7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0" name="Google Shape;2160;p7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1" name="Google Shape;2161;p7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2" name="Google Shape;2162;p7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63" name="Google Shape;2163;p79"/>
          <p:cNvCxnSpPr>
            <a:stCxn id="2156" idx="0"/>
            <a:endCxn id="215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64" name="Google Shape;2164;p7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65" name="Google Shape;2165;p79"/>
          <p:cNvCxnSpPr>
            <a:stCxn id="2159" idx="0"/>
            <a:endCxn id="216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66" name="Google Shape;2166;p79"/>
          <p:cNvCxnSpPr>
            <a:stCxn id="2160" idx="4"/>
            <a:endCxn id="215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67" name="Google Shape;2167;p7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8" name="Google Shape;2168;p7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9" name="Google Shape;2169;p7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0" name="Google Shape;2170;p7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71" name="Google Shape;2171;p79"/>
          <p:cNvCxnSpPr>
            <a:stCxn id="2167" idx="0"/>
            <a:endCxn id="216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2" name="Google Shape;2172;p79"/>
          <p:cNvCxnSpPr>
            <a:stCxn id="2168" idx="5"/>
            <a:endCxn id="216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3" name="Google Shape;2173;p79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closed triad combining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74" name="Google Shape;2174;p7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5" name="Google Shape;2175;p7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6" name="Google Shape;2176;p7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7" name="Google Shape;2177;p7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78" name="Google Shape;2178;p79"/>
          <p:cNvCxnSpPr>
            <a:stCxn id="2175" idx="5"/>
            <a:endCxn id="2176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9" name="Google Shape;2179;p79"/>
          <p:cNvCxnSpPr>
            <a:stCxn id="2175" idx="3"/>
            <a:endCxn id="2174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80" name="Google Shape;2180;p7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1" name="Google Shape;2181;p7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2" name="Google Shape;2182;p7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3" name="Google Shape;2183;p79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84" name="Google Shape;2184;p79"/>
          <p:cNvCxnSpPr>
            <a:stCxn id="2180" idx="0"/>
            <a:endCxn id="2181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5" name="Google Shape;2185;p79"/>
          <p:cNvCxnSpPr>
            <a:stCxn id="2182" idx="0"/>
            <a:endCxn id="2181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86" name="Google Shape;2186;p79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7" name="Google Shape;2187;p79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8" name="Google Shape;2188;p79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9" name="Google Shape;2189;p79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90" name="Google Shape;2190;p79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1" name="Google Shape;2191;p79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2" name="Google Shape;2192;p79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3" name="Google Shape;2193;p79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94" name="Google Shape;2194;p79"/>
          <p:cNvCxnSpPr>
            <a:stCxn id="2186" idx="0"/>
            <a:endCxn id="2187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5" name="Google Shape;2195;p79"/>
          <p:cNvCxnSpPr>
            <a:stCxn id="2187" idx="4"/>
            <a:endCxn id="2186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6" name="Google Shape;2196;p79"/>
          <p:cNvCxnSpPr>
            <a:stCxn id="2186" idx="6"/>
            <a:endCxn id="2188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7" name="Google Shape;2197;p79"/>
          <p:cNvCxnSpPr>
            <a:stCxn id="2190" idx="6"/>
            <a:endCxn id="2192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98" name="Google Shape;2198;p79"/>
          <p:cNvCxnSpPr>
            <a:stCxn id="2191" idx="4"/>
            <a:endCxn id="2190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9" name="Google Shape;2199;p79"/>
          <p:cNvCxnSpPr>
            <a:stCxn id="2190" idx="0"/>
            <a:endCxn id="2191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00" name="Google Shape;2200;p79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1" name="Google Shape;2201;p79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2" name="Google Shape;2202;p79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3" name="Google Shape;2203;p79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04" name="Google Shape;2204;p79"/>
          <p:cNvCxnSpPr>
            <a:stCxn id="2200" idx="0"/>
            <a:endCxn id="2201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5" name="Google Shape;2205;p79"/>
          <p:cNvCxnSpPr>
            <a:stCxn id="2201" idx="5"/>
            <a:endCxn id="2202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6" name="Google Shape;2206;p79"/>
          <p:cNvCxnSpPr>
            <a:stCxn id="2200" idx="7"/>
            <a:endCxn id="2201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07" name="Google Shape;2207;p79"/>
          <p:cNvCxnSpPr>
            <a:stCxn id="2202" idx="1"/>
            <a:endCxn id="2201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08" name="Google Shape;2208;p79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9" name="Google Shape;2209;p79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0" name="Google Shape;2210;p79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1" name="Google Shape;2211;p79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12" name="Google Shape;2212;p79"/>
          <p:cNvCxnSpPr>
            <a:stCxn id="2208" idx="0"/>
            <a:endCxn id="2209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3" name="Google Shape;2213;p79"/>
          <p:cNvCxnSpPr>
            <a:stCxn id="2209" idx="5"/>
            <a:endCxn id="2210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4" name="Google Shape;2214;p79"/>
          <p:cNvCxnSpPr>
            <a:stCxn id="2210" idx="2"/>
            <a:endCxn id="2208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15" name="Google Shape;2215;p79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6" name="Google Shape;2216;p79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7" name="Google Shape;2217;p79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8" name="Google Shape;2218;p79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19" name="Google Shape;2219;p79"/>
          <p:cNvCxnSpPr>
            <a:stCxn id="2215" idx="0"/>
            <a:endCxn id="2216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0" name="Google Shape;2220;p79"/>
          <p:cNvCxnSpPr>
            <a:stCxn id="2215" idx="6"/>
            <a:endCxn id="2217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1" name="Google Shape;2221;p79"/>
          <p:cNvCxnSpPr>
            <a:stCxn id="2217" idx="0"/>
            <a:endCxn id="2216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22" name="Google Shape;2222;p79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3" name="Google Shape;2223;p79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4" name="Google Shape;2224;p79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5" name="Google Shape;2225;p79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26" name="Google Shape;2226;p79"/>
          <p:cNvCxnSpPr>
            <a:stCxn id="2222" idx="0"/>
            <a:endCxn id="2223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7" name="Google Shape;2227;p79"/>
          <p:cNvCxnSpPr>
            <a:stCxn id="2223" idx="4"/>
            <a:endCxn id="2222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8" name="Google Shape;2228;p79"/>
          <p:cNvCxnSpPr>
            <a:stCxn id="2223" idx="5"/>
            <a:endCxn id="2224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9" name="Google Shape;2229;p79"/>
          <p:cNvCxnSpPr>
            <a:stCxn id="2224" idx="2"/>
            <a:endCxn id="2222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30" name="Google Shape;2230;p79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1" name="Google Shape;2231;p79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2" name="Google Shape;2232;p79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3" name="Google Shape;2233;p79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34" name="Google Shape;2234;p79"/>
          <p:cNvCxnSpPr>
            <a:stCxn id="2230" idx="0"/>
            <a:endCxn id="2231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5" name="Google Shape;2235;p79"/>
          <p:cNvCxnSpPr>
            <a:stCxn id="2231" idx="4"/>
            <a:endCxn id="2230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6" name="Google Shape;2236;p79"/>
          <p:cNvCxnSpPr>
            <a:stCxn id="2231" idx="5"/>
            <a:endCxn id="2232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37" name="Google Shape;2237;p79"/>
          <p:cNvCxnSpPr>
            <a:stCxn id="2232" idx="2"/>
            <a:endCxn id="2230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38" name="Google Shape;2238;p79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9" name="Google Shape;2239;p79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0" name="Google Shape;2240;p79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1" name="Google Shape;2241;p79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42" name="Google Shape;2242;p79"/>
          <p:cNvCxnSpPr>
            <a:stCxn id="2238" idx="0"/>
            <a:endCxn id="2239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3" name="Google Shape;2243;p79"/>
          <p:cNvCxnSpPr>
            <a:stCxn id="2239" idx="4"/>
            <a:endCxn id="2238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4" name="Google Shape;2244;p79"/>
          <p:cNvCxnSpPr>
            <a:stCxn id="2240" idx="2"/>
            <a:endCxn id="2238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5" name="Google Shape;2245;p79"/>
          <p:cNvCxnSpPr>
            <a:stCxn id="2240" idx="1"/>
            <a:endCxn id="2239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46" name="Google Shape;2246;p79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7" name="Google Shape;2247;p79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8" name="Google Shape;2248;p79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9" name="Google Shape;2249;p79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50" name="Google Shape;2250;p79"/>
          <p:cNvCxnSpPr>
            <a:stCxn id="2246" idx="0"/>
            <a:endCxn id="2247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1" name="Google Shape;2251;p79"/>
          <p:cNvCxnSpPr>
            <a:stCxn id="2247" idx="4"/>
            <a:endCxn id="2246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2" name="Google Shape;2252;p79"/>
          <p:cNvCxnSpPr>
            <a:stCxn id="2247" idx="5"/>
            <a:endCxn id="2248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53" name="Google Shape;2253;p79"/>
          <p:cNvCxnSpPr>
            <a:stCxn id="2248" idx="2"/>
            <a:endCxn id="2246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4" name="Google Shape;2254;p79"/>
          <p:cNvCxnSpPr>
            <a:stCxn id="2248" idx="1"/>
            <a:endCxn id="2247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8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0" name="Google Shape;2260;p8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1" name="Google Shape;2261;p8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2" name="Google Shape;2262;p8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63" name="Google Shape;2263;p8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4" name="Google Shape;2264;p8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5" name="Google Shape;2265;p8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6" name="Google Shape;2266;p8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7" name="Google Shape;2267;p8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8" name="Google Shape;2268;p8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9" name="Google Shape;2269;p8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0" name="Google Shape;2270;p80"/>
          <p:cNvCxnSpPr>
            <a:stCxn id="2263" idx="0"/>
            <a:endCxn id="226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1" name="Google Shape;2271;p8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2" name="Google Shape;2272;p80"/>
          <p:cNvCxnSpPr>
            <a:stCxn id="2266" idx="0"/>
            <a:endCxn id="2267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3" name="Google Shape;2273;p80"/>
          <p:cNvCxnSpPr>
            <a:stCxn id="2267" idx="4"/>
            <a:endCxn id="2266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4" name="Google Shape;2274;p8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5" name="Google Shape;2275;p8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6" name="Google Shape;2276;p8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7" name="Google Shape;2277;p8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8" name="Google Shape;2278;p80"/>
          <p:cNvCxnSpPr>
            <a:stCxn id="2274" idx="0"/>
            <a:endCxn id="2275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9" name="Google Shape;2279;p80"/>
          <p:cNvCxnSpPr>
            <a:stCxn id="2275" idx="5"/>
            <a:endCxn id="2276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80" name="Google Shape;2280;p80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dyad that combines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81" name="Google Shape;2281;p8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2" name="Google Shape;2282;p8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3" name="Google Shape;2283;p8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4" name="Google Shape;2284;p8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5" name="Google Shape;2285;p80"/>
          <p:cNvCxnSpPr>
            <a:stCxn id="2282" idx="5"/>
            <a:endCxn id="2283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86" name="Google Shape;2286;p80"/>
          <p:cNvCxnSpPr>
            <a:stCxn id="2282" idx="3"/>
            <a:endCxn id="2281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87" name="Google Shape;2287;p8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8" name="Google Shape;2288;p8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9" name="Google Shape;2289;p8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0" name="Google Shape;2290;p8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91" name="Google Shape;2291;p80"/>
          <p:cNvCxnSpPr>
            <a:stCxn id="2287" idx="0"/>
            <a:endCxn id="2288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2" name="Google Shape;2292;p80"/>
          <p:cNvCxnSpPr>
            <a:stCxn id="2289" idx="0"/>
            <a:endCxn id="2288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93" name="Google Shape;2293;p80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4" name="Google Shape;2294;p80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5" name="Google Shape;2295;p80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6" name="Google Shape;2296;p80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97" name="Google Shape;2297;p80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8" name="Google Shape;2298;p80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9" name="Google Shape;2299;p80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0" name="Google Shape;2300;p80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01" name="Google Shape;2301;p80"/>
          <p:cNvCxnSpPr>
            <a:stCxn id="2293" idx="0"/>
            <a:endCxn id="2294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2" name="Google Shape;2302;p80"/>
          <p:cNvCxnSpPr>
            <a:stCxn id="2294" idx="4"/>
            <a:endCxn id="2293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3" name="Google Shape;2303;p80"/>
          <p:cNvCxnSpPr>
            <a:stCxn id="2293" idx="6"/>
            <a:endCxn id="2295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4" name="Google Shape;2304;p80"/>
          <p:cNvCxnSpPr>
            <a:stCxn id="2297" idx="6"/>
            <a:endCxn id="2299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05" name="Google Shape;2305;p80"/>
          <p:cNvCxnSpPr>
            <a:stCxn id="2298" idx="4"/>
            <a:endCxn id="2297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6" name="Google Shape;2306;p80"/>
          <p:cNvCxnSpPr>
            <a:stCxn id="2297" idx="0"/>
            <a:endCxn id="2298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07" name="Google Shape;2307;p80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8" name="Google Shape;2308;p80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9" name="Google Shape;2309;p80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0" name="Google Shape;2310;p80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11" name="Google Shape;2311;p80"/>
          <p:cNvCxnSpPr>
            <a:stCxn id="2307" idx="0"/>
            <a:endCxn id="230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2" name="Google Shape;2312;p80"/>
          <p:cNvCxnSpPr>
            <a:stCxn id="2308" idx="5"/>
            <a:endCxn id="230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3" name="Google Shape;2313;p80"/>
          <p:cNvCxnSpPr>
            <a:stCxn id="2307" idx="7"/>
            <a:endCxn id="230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14" name="Google Shape;2314;p80"/>
          <p:cNvCxnSpPr>
            <a:stCxn id="2309" idx="1"/>
            <a:endCxn id="230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15" name="Google Shape;2315;p80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6" name="Google Shape;2316;p80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7" name="Google Shape;2317;p80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8" name="Google Shape;2318;p80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19" name="Google Shape;2319;p80"/>
          <p:cNvCxnSpPr>
            <a:stCxn id="2315" idx="0"/>
            <a:endCxn id="2316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0" name="Google Shape;2320;p80"/>
          <p:cNvCxnSpPr>
            <a:stCxn id="2316" idx="5"/>
            <a:endCxn id="2317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1" name="Google Shape;2321;p80"/>
          <p:cNvCxnSpPr>
            <a:stCxn id="2317" idx="2"/>
            <a:endCxn id="2315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22" name="Google Shape;2322;p80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3" name="Google Shape;2323;p80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4" name="Google Shape;2324;p80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5" name="Google Shape;2325;p80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26" name="Google Shape;2326;p80"/>
          <p:cNvCxnSpPr>
            <a:stCxn id="2322" idx="0"/>
            <a:endCxn id="2323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7" name="Google Shape;2327;p80"/>
          <p:cNvCxnSpPr>
            <a:stCxn id="2322" idx="6"/>
            <a:endCxn id="2324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8" name="Google Shape;2328;p80"/>
          <p:cNvCxnSpPr>
            <a:stCxn id="2324" idx="0"/>
            <a:endCxn id="2323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29" name="Google Shape;2329;p80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0" name="Google Shape;2330;p80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1" name="Google Shape;2331;p80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2" name="Google Shape;2332;p80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33" name="Google Shape;2333;p80"/>
          <p:cNvCxnSpPr>
            <a:stCxn id="2329" idx="0"/>
            <a:endCxn id="2330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4" name="Google Shape;2334;p80"/>
          <p:cNvCxnSpPr>
            <a:stCxn id="2330" idx="4"/>
            <a:endCxn id="2329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5" name="Google Shape;2335;p80"/>
          <p:cNvCxnSpPr>
            <a:stCxn id="2330" idx="5"/>
            <a:endCxn id="2331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6" name="Google Shape;2336;p80"/>
          <p:cNvCxnSpPr>
            <a:stCxn id="2331" idx="2"/>
            <a:endCxn id="2329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37" name="Google Shape;2337;p80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8" name="Google Shape;2338;p80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9" name="Google Shape;2339;p80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0" name="Google Shape;2340;p80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41" name="Google Shape;2341;p80"/>
          <p:cNvCxnSpPr>
            <a:stCxn id="2337" idx="0"/>
            <a:endCxn id="2338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2" name="Google Shape;2342;p80"/>
          <p:cNvCxnSpPr>
            <a:stCxn id="2338" idx="4"/>
            <a:endCxn id="2337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3" name="Google Shape;2343;p80"/>
          <p:cNvCxnSpPr>
            <a:stCxn id="2338" idx="5"/>
            <a:endCxn id="2339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44" name="Google Shape;2344;p80"/>
          <p:cNvCxnSpPr>
            <a:stCxn id="2339" idx="2"/>
            <a:endCxn id="2337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45" name="Google Shape;2345;p80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6" name="Google Shape;2346;p80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7" name="Google Shape;2347;p80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8" name="Google Shape;2348;p80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49" name="Google Shape;2349;p80"/>
          <p:cNvCxnSpPr>
            <a:stCxn id="2345" idx="0"/>
            <a:endCxn id="2346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0" name="Google Shape;2350;p80"/>
          <p:cNvCxnSpPr>
            <a:stCxn id="2346" idx="4"/>
            <a:endCxn id="2345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1" name="Google Shape;2351;p80"/>
          <p:cNvCxnSpPr>
            <a:stCxn id="2347" idx="2"/>
            <a:endCxn id="2345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2" name="Google Shape;2352;p80"/>
          <p:cNvCxnSpPr>
            <a:stCxn id="2347" idx="1"/>
            <a:endCxn id="2346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53" name="Google Shape;2353;p80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4" name="Google Shape;2354;p80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5" name="Google Shape;2355;p80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6" name="Google Shape;2356;p80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57" name="Google Shape;2357;p80"/>
          <p:cNvCxnSpPr>
            <a:stCxn id="2353" idx="0"/>
            <a:endCxn id="2354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8" name="Google Shape;2358;p80"/>
          <p:cNvCxnSpPr>
            <a:stCxn id="2354" idx="4"/>
            <a:endCxn id="2353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9" name="Google Shape;2359;p80"/>
          <p:cNvCxnSpPr>
            <a:stCxn id="2354" idx="5"/>
            <a:endCxn id="2355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60" name="Google Shape;2360;p80"/>
          <p:cNvCxnSpPr>
            <a:stCxn id="2355" idx="2"/>
            <a:endCxn id="2353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1" name="Google Shape;2361;p80"/>
          <p:cNvCxnSpPr>
            <a:stCxn id="2355" idx="1"/>
            <a:endCxn id="2354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62" name="Google Shape;2362;p80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3" name="Google Shape;2363;p80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4" name="Google Shape;2364;p80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5" name="Google Shape;2365;p80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66" name="Google Shape;2366;p80"/>
          <p:cNvCxnSpPr>
            <a:stCxn id="2362" idx="0"/>
            <a:endCxn id="2363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7" name="Google Shape;2367;p80"/>
          <p:cNvCxnSpPr>
            <a:stCxn id="2363" idx="4"/>
            <a:endCxn id="2362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68" name="Google Shape;2368;p80"/>
          <p:cNvCxnSpPr>
            <a:stCxn id="2363" idx="5"/>
            <a:endCxn id="2364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69" name="Google Shape;2369;p80"/>
          <p:cNvCxnSpPr>
            <a:stCxn id="2364" idx="2"/>
            <a:endCxn id="2362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0" name="Google Shape;2370;p80"/>
          <p:cNvCxnSpPr>
            <a:stCxn id="2364" idx="1"/>
            <a:endCxn id="2362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71" name="Google Shape;2371;p80"/>
          <p:cNvCxnSpPr>
            <a:stCxn id="2363" idx="4"/>
            <a:endCxn id="2364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2" name="Google Shape;2372;p80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closed triad combining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8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8" name="Google Shape;2378;p8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9" name="Google Shape;2379;p8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0" name="Google Shape;2380;p8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81" name="Google Shape;2381;p8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2" name="Google Shape;2382;p8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3" name="Google Shape;2383;p8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4" name="Google Shape;2384;p8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5" name="Google Shape;2385;p8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6" name="Google Shape;2386;p8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7" name="Google Shape;2387;p8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88" name="Google Shape;2388;p81"/>
          <p:cNvCxnSpPr>
            <a:stCxn id="2381" idx="0"/>
            <a:endCxn id="238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89" name="Google Shape;2389;p8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90" name="Google Shape;2390;p81"/>
          <p:cNvCxnSpPr>
            <a:stCxn id="2384" idx="0"/>
            <a:endCxn id="238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1" name="Google Shape;2391;p81"/>
          <p:cNvCxnSpPr>
            <a:stCxn id="2385" idx="4"/>
            <a:endCxn id="238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2" name="Google Shape;2392;p8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3" name="Google Shape;2393;p8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4" name="Google Shape;2394;p8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5" name="Google Shape;2395;p8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96" name="Google Shape;2396;p81"/>
          <p:cNvCxnSpPr>
            <a:stCxn id="2392" idx="0"/>
            <a:endCxn id="239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7" name="Google Shape;2397;p8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8" name="Google Shape;2398;p8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9" name="Google Shape;2399;p8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0" name="Google Shape;2400;p8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01" name="Google Shape;2401;p8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2" name="Google Shape;2402;p8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3" name="Google Shape;2403;p8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4" name="Google Shape;2404;p81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5" name="Google Shape;2405;p81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6" name="Google Shape;2406;p81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7" name="Google Shape;2407;p8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08" name="Google Shape;2408;p81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09" name="Google Shape;2409;p81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0" name="Google Shape;2410;p81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1" name="Google Shape;2411;p81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2" name="Google Shape;2412;p81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13" name="Google Shape;2413;p81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4" name="Google Shape;2414;p81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5" name="Google Shape;2415;p81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6" name="Google Shape;2416;p81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17" name="Google Shape;2417;p81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8" name="Google Shape;2418;p81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9" name="Google Shape;2419;p81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0" name="Google Shape;2420;p81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1" name="Google Shape;2421;p81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2" name="Google Shape;2422;p81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3" name="Google Shape;2423;p81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24" name="Google Shape;2424;p81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25" name="Google Shape;2425;p81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6" name="Google Shape;2426;p81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7" name="Google Shape;2427;p81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8" name="Google Shape;2428;p81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29" name="Google Shape;2429;p81"/>
          <p:cNvCxnSpPr>
            <a:stCxn id="2393" idx="5"/>
            <a:endCxn id="239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0" name="Google Shape;2430;p81"/>
          <p:cNvCxnSpPr>
            <a:stCxn id="2398" idx="5"/>
            <a:endCxn id="239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1" name="Google Shape;2431;p81"/>
          <p:cNvCxnSpPr>
            <a:stCxn id="2398" idx="3"/>
            <a:endCxn id="239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2" name="Google Shape;2432;p81"/>
          <p:cNvCxnSpPr>
            <a:stCxn id="2401" idx="0"/>
            <a:endCxn id="240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3" name="Google Shape;2433;p81"/>
          <p:cNvCxnSpPr>
            <a:stCxn id="2403" idx="0"/>
            <a:endCxn id="240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4" name="Google Shape;2434;p81"/>
          <p:cNvCxnSpPr>
            <a:stCxn id="2404" idx="0"/>
            <a:endCxn id="2405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5" name="Google Shape;2435;p81"/>
          <p:cNvCxnSpPr>
            <a:stCxn id="2405" idx="4"/>
            <a:endCxn id="2404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6" name="Google Shape;2436;p81"/>
          <p:cNvCxnSpPr>
            <a:stCxn id="2404" idx="6"/>
            <a:endCxn id="2406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7" name="Google Shape;2437;p81"/>
          <p:cNvCxnSpPr>
            <a:stCxn id="2409" idx="6"/>
            <a:endCxn id="241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38" name="Google Shape;2438;p81"/>
          <p:cNvCxnSpPr>
            <a:stCxn id="2410" idx="4"/>
            <a:endCxn id="240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9" name="Google Shape;2439;p81"/>
          <p:cNvCxnSpPr>
            <a:stCxn id="2409" idx="0"/>
            <a:endCxn id="241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0" name="Google Shape;2440;p81"/>
          <p:cNvCxnSpPr>
            <a:stCxn id="2413" idx="0"/>
            <a:endCxn id="2414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1" name="Google Shape;2441;p81"/>
          <p:cNvCxnSpPr>
            <a:stCxn id="2414" idx="5"/>
            <a:endCxn id="2415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2" name="Google Shape;2442;p81"/>
          <p:cNvCxnSpPr>
            <a:stCxn id="2413" idx="7"/>
            <a:endCxn id="2414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43" name="Google Shape;2443;p81"/>
          <p:cNvCxnSpPr>
            <a:stCxn id="2415" idx="1"/>
            <a:endCxn id="2414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4" name="Google Shape;2444;p81"/>
          <p:cNvCxnSpPr>
            <a:stCxn id="2417" idx="0"/>
            <a:endCxn id="2418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5" name="Google Shape;2445;p81"/>
          <p:cNvCxnSpPr>
            <a:stCxn id="2418" idx="5"/>
            <a:endCxn id="2419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6" name="Google Shape;2446;p81"/>
          <p:cNvCxnSpPr>
            <a:stCxn id="2419" idx="2"/>
            <a:endCxn id="2417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7" name="Google Shape;2447;p81"/>
          <p:cNvCxnSpPr>
            <a:stCxn id="2420" idx="0"/>
            <a:endCxn id="2421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8" name="Google Shape;2448;p81"/>
          <p:cNvCxnSpPr>
            <a:stCxn id="2420" idx="6"/>
            <a:endCxn id="2422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9" name="Google Shape;2449;p81"/>
          <p:cNvCxnSpPr>
            <a:stCxn id="2422" idx="0"/>
            <a:endCxn id="2421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0" name="Google Shape;2450;p81"/>
          <p:cNvCxnSpPr>
            <a:stCxn id="2425" idx="0"/>
            <a:endCxn id="2426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1" name="Google Shape;2451;p81"/>
          <p:cNvCxnSpPr>
            <a:stCxn id="2426" idx="4"/>
            <a:endCxn id="2425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2" name="Google Shape;2452;p81"/>
          <p:cNvCxnSpPr>
            <a:stCxn id="2426" idx="5"/>
            <a:endCxn id="2427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3" name="Google Shape;2453;p81"/>
          <p:cNvCxnSpPr>
            <a:stCxn id="2427" idx="2"/>
            <a:endCxn id="2425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54" name="Google Shape;2454;p81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5" name="Google Shape;2455;p81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6" name="Google Shape;2456;p81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7" name="Google Shape;2457;p81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58" name="Google Shape;2458;p81"/>
          <p:cNvCxnSpPr>
            <a:stCxn id="2454" idx="0"/>
            <a:endCxn id="2455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9" name="Google Shape;2459;p81"/>
          <p:cNvCxnSpPr>
            <a:stCxn id="2455" idx="4"/>
            <a:endCxn id="2454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0" name="Google Shape;2460;p81"/>
          <p:cNvCxnSpPr>
            <a:stCxn id="2455" idx="5"/>
            <a:endCxn id="2456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61" name="Google Shape;2461;p81"/>
          <p:cNvCxnSpPr>
            <a:stCxn id="2456" idx="2"/>
            <a:endCxn id="2454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2" name="Google Shape;2462;p81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3" name="Google Shape;2463;p81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4" name="Google Shape;2464;p81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5" name="Google Shape;2465;p81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66" name="Google Shape;2466;p81"/>
          <p:cNvCxnSpPr>
            <a:stCxn id="2462" idx="0"/>
            <a:endCxn id="2463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7" name="Google Shape;2467;p81"/>
          <p:cNvCxnSpPr>
            <a:stCxn id="2463" idx="4"/>
            <a:endCxn id="2462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8" name="Google Shape;2468;p81"/>
          <p:cNvCxnSpPr>
            <a:stCxn id="2463" idx="5"/>
            <a:endCxn id="2464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69" name="Google Shape;2469;p81"/>
          <p:cNvCxnSpPr>
            <a:stCxn id="2464" idx="2"/>
            <a:endCxn id="2462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70" name="Google Shape;2470;p81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1" name="Google Shape;2471;p81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2" name="Google Shape;2472;p81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3" name="Google Shape;2473;p81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74" name="Google Shape;2474;p81"/>
          <p:cNvCxnSpPr>
            <a:stCxn id="2470" idx="0"/>
            <a:endCxn id="2471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5" name="Google Shape;2475;p81"/>
          <p:cNvCxnSpPr>
            <a:stCxn id="2471" idx="4"/>
            <a:endCxn id="2470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6" name="Google Shape;2476;p81"/>
          <p:cNvCxnSpPr>
            <a:stCxn id="2471" idx="5"/>
            <a:endCxn id="2472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77" name="Google Shape;2477;p81"/>
          <p:cNvCxnSpPr>
            <a:stCxn id="2472" idx="2"/>
            <a:endCxn id="2470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8" name="Google Shape;2478;p81"/>
          <p:cNvCxnSpPr>
            <a:stCxn id="2464" idx="1"/>
            <a:endCxn id="2463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79" name="Google Shape;2479;p81"/>
          <p:cNvCxnSpPr>
            <a:stCxn id="2472" idx="1"/>
            <a:endCxn id="2470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80" name="Google Shape;2480;p81"/>
          <p:cNvCxnSpPr>
            <a:stCxn id="2471" idx="4"/>
            <a:endCxn id="2472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1" name="Google Shape;2481;p81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2" name="Google Shape;2482;p81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3" name="Google Shape;2483;p81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4" name="Google Shape;2484;p81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85" name="Google Shape;2485;p81"/>
          <p:cNvCxnSpPr>
            <a:stCxn id="2481" idx="0"/>
            <a:endCxn id="2482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6" name="Google Shape;2486;p81"/>
          <p:cNvCxnSpPr>
            <a:stCxn id="2482" idx="4"/>
            <a:endCxn id="2481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7" name="Google Shape;2487;p81"/>
          <p:cNvCxnSpPr>
            <a:stCxn id="2483" idx="2"/>
            <a:endCxn id="2481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8" name="Google Shape;2488;p81"/>
          <p:cNvCxnSpPr>
            <a:stCxn id="2483" idx="1"/>
            <a:endCxn id="2482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89" name="Google Shape;2489;p81"/>
          <p:cNvSpPr/>
          <p:nvPr/>
        </p:nvSpPr>
        <p:spPr>
          <a:xfrm>
            <a:off x="1632000" y="3702450"/>
            <a:ext cx="58800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81"/>
          <p:cNvSpPr/>
          <p:nvPr/>
        </p:nvSpPr>
        <p:spPr>
          <a:xfrm>
            <a:off x="3110700" y="2494350"/>
            <a:ext cx="4401300" cy="12105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81"/>
          <p:cNvSpPr/>
          <p:nvPr/>
        </p:nvSpPr>
        <p:spPr>
          <a:xfrm>
            <a:off x="1696200" y="7480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all the closed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8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7" name="Google Shape;2497;p8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8" name="Google Shape;2498;p8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9" name="Google Shape;2499;p8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00" name="Google Shape;2500;p8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1" name="Google Shape;2501;p8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2" name="Google Shape;2502;p8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3" name="Google Shape;2503;p8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4" name="Google Shape;2504;p8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5" name="Google Shape;2505;p8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6" name="Google Shape;2506;p8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07" name="Google Shape;2507;p82"/>
          <p:cNvCxnSpPr>
            <a:stCxn id="2500" idx="0"/>
            <a:endCxn id="250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8" name="Google Shape;2508;p8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09" name="Google Shape;2509;p82"/>
          <p:cNvCxnSpPr>
            <a:stCxn id="2503" idx="0"/>
            <a:endCxn id="250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0" name="Google Shape;2510;p82"/>
          <p:cNvCxnSpPr>
            <a:stCxn id="2504" idx="4"/>
            <a:endCxn id="250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1" name="Google Shape;2511;p8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2" name="Google Shape;2512;p8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3" name="Google Shape;2513;p8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4" name="Google Shape;2514;p8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15" name="Google Shape;2515;p82"/>
          <p:cNvCxnSpPr>
            <a:stCxn id="2511" idx="0"/>
            <a:endCxn id="251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6" name="Google Shape;2516;p8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7" name="Google Shape;2517;p8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8" name="Google Shape;2518;p8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9" name="Google Shape;2519;p8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20" name="Google Shape;2520;p8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1" name="Google Shape;2521;p8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2" name="Google Shape;2522;p8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3" name="Google Shape;2523;p8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4" name="Google Shape;2524;p8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5" name="Google Shape;2525;p8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6" name="Google Shape;2526;p8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27" name="Google Shape;2527;p8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28" name="Google Shape;2528;p8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9" name="Google Shape;2529;p8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0" name="Google Shape;2530;p8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1" name="Google Shape;2531;p8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32" name="Google Shape;2532;p82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3" name="Google Shape;2533;p82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4" name="Google Shape;2534;p82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5" name="Google Shape;2535;p82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36" name="Google Shape;2536;p82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7" name="Google Shape;2537;p82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8" name="Google Shape;2538;p82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9" name="Google Shape;2539;p82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0" name="Google Shape;2540;p82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1" name="Google Shape;2541;p82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2" name="Google Shape;2542;p82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43" name="Google Shape;2543;p82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44" name="Google Shape;2544;p82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5" name="Google Shape;2545;p82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6" name="Google Shape;2546;p82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7" name="Google Shape;2547;p82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48" name="Google Shape;2548;p82"/>
          <p:cNvCxnSpPr>
            <a:stCxn id="2512" idx="5"/>
            <a:endCxn id="251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9" name="Google Shape;2549;p82"/>
          <p:cNvCxnSpPr>
            <a:stCxn id="2517" idx="5"/>
            <a:endCxn id="2518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0" name="Google Shape;2550;p82"/>
          <p:cNvCxnSpPr>
            <a:stCxn id="2517" idx="3"/>
            <a:endCxn id="2516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1" name="Google Shape;2551;p82"/>
          <p:cNvCxnSpPr>
            <a:stCxn id="2520" idx="0"/>
            <a:endCxn id="2521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2" name="Google Shape;2552;p82"/>
          <p:cNvCxnSpPr>
            <a:stCxn id="2522" idx="0"/>
            <a:endCxn id="2521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3" name="Google Shape;2553;p82"/>
          <p:cNvCxnSpPr>
            <a:stCxn id="2523" idx="0"/>
            <a:endCxn id="2524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4" name="Google Shape;2554;p82"/>
          <p:cNvCxnSpPr>
            <a:stCxn id="2524" idx="4"/>
            <a:endCxn id="2523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5" name="Google Shape;2555;p82"/>
          <p:cNvCxnSpPr>
            <a:stCxn id="2523" idx="6"/>
            <a:endCxn id="2525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6" name="Google Shape;2556;p82"/>
          <p:cNvCxnSpPr>
            <a:stCxn id="2528" idx="6"/>
            <a:endCxn id="2530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57" name="Google Shape;2557;p82"/>
          <p:cNvCxnSpPr>
            <a:stCxn id="2529" idx="4"/>
            <a:endCxn id="2528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8" name="Google Shape;2558;p82"/>
          <p:cNvCxnSpPr>
            <a:stCxn id="2528" idx="0"/>
            <a:endCxn id="2529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9" name="Google Shape;2559;p82"/>
          <p:cNvCxnSpPr>
            <a:stCxn id="2532" idx="0"/>
            <a:endCxn id="253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0" name="Google Shape;2560;p82"/>
          <p:cNvCxnSpPr>
            <a:stCxn id="2533" idx="5"/>
            <a:endCxn id="253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1" name="Google Shape;2561;p82"/>
          <p:cNvCxnSpPr>
            <a:stCxn id="2532" idx="7"/>
            <a:endCxn id="253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62" name="Google Shape;2562;p82"/>
          <p:cNvCxnSpPr>
            <a:stCxn id="2534" idx="1"/>
            <a:endCxn id="253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3" name="Google Shape;2563;p82"/>
          <p:cNvCxnSpPr>
            <a:stCxn id="2536" idx="0"/>
            <a:endCxn id="2537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4" name="Google Shape;2564;p82"/>
          <p:cNvCxnSpPr>
            <a:stCxn id="2537" idx="5"/>
            <a:endCxn id="2538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5" name="Google Shape;2565;p82"/>
          <p:cNvCxnSpPr>
            <a:stCxn id="2538" idx="2"/>
            <a:endCxn id="2536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6" name="Google Shape;2566;p82"/>
          <p:cNvCxnSpPr>
            <a:stCxn id="2539" idx="0"/>
            <a:endCxn id="2540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7" name="Google Shape;2567;p82"/>
          <p:cNvCxnSpPr>
            <a:stCxn id="2539" idx="6"/>
            <a:endCxn id="2541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8" name="Google Shape;2568;p82"/>
          <p:cNvCxnSpPr>
            <a:stCxn id="2541" idx="0"/>
            <a:endCxn id="2540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9" name="Google Shape;2569;p82"/>
          <p:cNvCxnSpPr>
            <a:stCxn id="2544" idx="0"/>
            <a:endCxn id="2545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0" name="Google Shape;2570;p82"/>
          <p:cNvCxnSpPr>
            <a:stCxn id="2545" idx="4"/>
            <a:endCxn id="2544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1" name="Google Shape;2571;p82"/>
          <p:cNvCxnSpPr>
            <a:stCxn id="2545" idx="5"/>
            <a:endCxn id="2546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2" name="Google Shape;2572;p82"/>
          <p:cNvCxnSpPr>
            <a:stCxn id="2546" idx="2"/>
            <a:endCxn id="2544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73" name="Google Shape;2573;p82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4" name="Google Shape;2574;p82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5" name="Google Shape;2575;p82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6" name="Google Shape;2576;p82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77" name="Google Shape;2577;p82"/>
          <p:cNvCxnSpPr>
            <a:stCxn id="2573" idx="0"/>
            <a:endCxn id="2574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8" name="Google Shape;2578;p82"/>
          <p:cNvCxnSpPr>
            <a:stCxn id="2574" idx="4"/>
            <a:endCxn id="2573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9" name="Google Shape;2579;p82"/>
          <p:cNvCxnSpPr>
            <a:stCxn id="2574" idx="5"/>
            <a:endCxn id="2575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80" name="Google Shape;2580;p82"/>
          <p:cNvCxnSpPr>
            <a:stCxn id="2575" idx="2"/>
            <a:endCxn id="2573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81" name="Google Shape;2581;p82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2" name="Google Shape;2582;p82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3" name="Google Shape;2583;p82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4" name="Google Shape;2584;p82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85" name="Google Shape;2585;p82"/>
          <p:cNvCxnSpPr>
            <a:stCxn id="2581" idx="0"/>
            <a:endCxn id="2582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6" name="Google Shape;2586;p82"/>
          <p:cNvCxnSpPr>
            <a:stCxn id="2582" idx="4"/>
            <a:endCxn id="2581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7" name="Google Shape;2587;p82"/>
          <p:cNvCxnSpPr>
            <a:stCxn id="2582" idx="5"/>
            <a:endCxn id="2583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88" name="Google Shape;2588;p82"/>
          <p:cNvCxnSpPr>
            <a:stCxn id="2583" idx="2"/>
            <a:endCxn id="2581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89" name="Google Shape;2589;p82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0" name="Google Shape;2590;p82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1" name="Google Shape;2591;p82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2" name="Google Shape;2592;p82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93" name="Google Shape;2593;p82"/>
          <p:cNvCxnSpPr>
            <a:stCxn id="2589" idx="0"/>
            <a:endCxn id="2590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4" name="Google Shape;2594;p82"/>
          <p:cNvCxnSpPr>
            <a:stCxn id="2590" idx="4"/>
            <a:endCxn id="2589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5" name="Google Shape;2595;p82"/>
          <p:cNvCxnSpPr>
            <a:stCxn id="2590" idx="5"/>
            <a:endCxn id="2591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96" name="Google Shape;2596;p82"/>
          <p:cNvCxnSpPr>
            <a:stCxn id="2591" idx="2"/>
            <a:endCxn id="2589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97" name="Google Shape;2597;p82"/>
          <p:cNvCxnSpPr>
            <a:stCxn id="2583" idx="1"/>
            <a:endCxn id="2582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98" name="Google Shape;2598;p82"/>
          <p:cNvCxnSpPr>
            <a:stCxn id="2591" idx="1"/>
            <a:endCxn id="2589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99" name="Google Shape;2599;p82"/>
          <p:cNvCxnSpPr>
            <a:stCxn id="2590" idx="4"/>
            <a:endCxn id="2591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0" name="Google Shape;2600;p82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1" name="Google Shape;2601;p82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2" name="Google Shape;2602;p82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3" name="Google Shape;2603;p82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04" name="Google Shape;2604;p82"/>
          <p:cNvCxnSpPr>
            <a:stCxn id="2600" idx="0"/>
            <a:endCxn id="2601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5" name="Google Shape;2605;p82"/>
          <p:cNvCxnSpPr>
            <a:stCxn id="2601" idx="4"/>
            <a:endCxn id="2600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6" name="Google Shape;2606;p82"/>
          <p:cNvCxnSpPr>
            <a:stCxn id="2602" idx="2"/>
            <a:endCxn id="2600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7" name="Google Shape;2607;p82"/>
          <p:cNvCxnSpPr>
            <a:stCxn id="2602" idx="1"/>
            <a:endCxn id="2601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08" name="Google Shape;2608;p82"/>
          <p:cNvSpPr/>
          <p:nvPr/>
        </p:nvSpPr>
        <p:spPr>
          <a:xfrm>
            <a:off x="53600" y="1416150"/>
            <a:ext cx="1339500" cy="231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full set of sixteen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8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4" name="Google Shape;2614;p8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5" name="Google Shape;2615;p8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6" name="Google Shape;2616;p8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17" name="Google Shape;2617;p8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8" name="Google Shape;2618;p8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9" name="Google Shape;2619;p8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0" name="Google Shape;2620;p8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1" name="Google Shape;2621;p8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2" name="Google Shape;2622;p8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3" name="Google Shape;2623;p8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24" name="Google Shape;2624;p83"/>
          <p:cNvCxnSpPr>
            <a:stCxn id="2617" idx="0"/>
            <a:endCxn id="261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5" name="Google Shape;2625;p8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26" name="Google Shape;2626;p83"/>
          <p:cNvCxnSpPr>
            <a:stCxn id="2620" idx="0"/>
            <a:endCxn id="2621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7" name="Google Shape;2627;p83"/>
          <p:cNvCxnSpPr>
            <a:stCxn id="2621" idx="4"/>
            <a:endCxn id="2620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8" name="Google Shape;2628;p8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9" name="Google Shape;2629;p8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0" name="Google Shape;2630;p8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1" name="Google Shape;2631;p8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32" name="Google Shape;2632;p83"/>
          <p:cNvCxnSpPr>
            <a:stCxn id="2628" idx="0"/>
            <a:endCxn id="2629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33" name="Google Shape;2633;p8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4" name="Google Shape;2634;p8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5" name="Google Shape;2635;p8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6" name="Google Shape;2636;p8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37" name="Google Shape;2637;p8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8" name="Google Shape;2638;p8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39" name="Google Shape;2639;p8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0" name="Google Shape;2640;p8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1" name="Google Shape;2641;p8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2" name="Google Shape;2642;p8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3" name="Google Shape;2643;p8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44" name="Google Shape;2644;p8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45" name="Google Shape;2645;p8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6" name="Google Shape;2646;p8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7" name="Google Shape;2647;p8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8" name="Google Shape;2648;p8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49" name="Google Shape;2649;p83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0" name="Google Shape;2650;p83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1" name="Google Shape;2651;p83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2" name="Google Shape;2652;p83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53" name="Google Shape;2653;p83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4" name="Google Shape;2654;p83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5" name="Google Shape;2655;p83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6" name="Google Shape;2656;p83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7" name="Google Shape;2657;p83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8" name="Google Shape;2658;p83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9" name="Google Shape;2659;p83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60" name="Google Shape;2660;p83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61" name="Google Shape;2661;p83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2" name="Google Shape;2662;p83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3" name="Google Shape;2663;p83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4" name="Google Shape;2664;p83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65" name="Google Shape;2665;p83"/>
          <p:cNvCxnSpPr>
            <a:stCxn id="2629" idx="5"/>
            <a:endCxn id="2630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6" name="Google Shape;2666;p83"/>
          <p:cNvCxnSpPr>
            <a:stCxn id="2634" idx="5"/>
            <a:endCxn id="263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7" name="Google Shape;2667;p83"/>
          <p:cNvCxnSpPr>
            <a:stCxn id="2634" idx="3"/>
            <a:endCxn id="263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8" name="Google Shape;2668;p83"/>
          <p:cNvCxnSpPr>
            <a:stCxn id="2637" idx="0"/>
            <a:endCxn id="2638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9" name="Google Shape;2669;p83"/>
          <p:cNvCxnSpPr>
            <a:stCxn id="2639" idx="0"/>
            <a:endCxn id="2638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0" name="Google Shape;2670;p83"/>
          <p:cNvCxnSpPr>
            <a:stCxn id="2640" idx="0"/>
            <a:endCxn id="264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1" name="Google Shape;2671;p83"/>
          <p:cNvCxnSpPr>
            <a:stCxn id="2641" idx="4"/>
            <a:endCxn id="264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2" name="Google Shape;2672;p83"/>
          <p:cNvCxnSpPr>
            <a:stCxn id="2640" idx="6"/>
            <a:endCxn id="264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3" name="Google Shape;2673;p83"/>
          <p:cNvCxnSpPr>
            <a:stCxn id="2645" idx="6"/>
            <a:endCxn id="2647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74" name="Google Shape;2674;p83"/>
          <p:cNvCxnSpPr>
            <a:stCxn id="2646" idx="4"/>
            <a:endCxn id="2645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5" name="Google Shape;2675;p83"/>
          <p:cNvCxnSpPr>
            <a:stCxn id="2645" idx="0"/>
            <a:endCxn id="2646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6" name="Google Shape;2676;p83"/>
          <p:cNvCxnSpPr>
            <a:stCxn id="2649" idx="0"/>
            <a:endCxn id="265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7" name="Google Shape;2677;p83"/>
          <p:cNvCxnSpPr>
            <a:stCxn id="2650" idx="5"/>
            <a:endCxn id="265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8" name="Google Shape;2678;p83"/>
          <p:cNvCxnSpPr>
            <a:stCxn id="2649" idx="7"/>
            <a:endCxn id="265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79" name="Google Shape;2679;p83"/>
          <p:cNvCxnSpPr>
            <a:stCxn id="2651" idx="1"/>
            <a:endCxn id="265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0" name="Google Shape;2680;p83"/>
          <p:cNvCxnSpPr>
            <a:stCxn id="2653" idx="0"/>
            <a:endCxn id="2654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1" name="Google Shape;2681;p83"/>
          <p:cNvCxnSpPr>
            <a:stCxn id="2654" idx="5"/>
            <a:endCxn id="2655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2" name="Google Shape;2682;p83"/>
          <p:cNvCxnSpPr>
            <a:stCxn id="2655" idx="2"/>
            <a:endCxn id="2653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3" name="Google Shape;2683;p83"/>
          <p:cNvCxnSpPr>
            <a:stCxn id="2656" idx="0"/>
            <a:endCxn id="2657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4" name="Google Shape;2684;p83"/>
          <p:cNvCxnSpPr>
            <a:stCxn id="2656" idx="6"/>
            <a:endCxn id="2658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5" name="Google Shape;2685;p83"/>
          <p:cNvCxnSpPr>
            <a:stCxn id="2658" idx="0"/>
            <a:endCxn id="2657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6" name="Google Shape;2686;p83"/>
          <p:cNvCxnSpPr>
            <a:stCxn id="2661" idx="0"/>
            <a:endCxn id="2662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7" name="Google Shape;2687;p83"/>
          <p:cNvCxnSpPr>
            <a:stCxn id="2662" idx="4"/>
            <a:endCxn id="2661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8" name="Google Shape;2688;p83"/>
          <p:cNvCxnSpPr>
            <a:stCxn id="2662" idx="5"/>
            <a:endCxn id="2663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9" name="Google Shape;2689;p83"/>
          <p:cNvCxnSpPr>
            <a:stCxn id="2663" idx="2"/>
            <a:endCxn id="2661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90" name="Google Shape;2690;p83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1" name="Google Shape;2691;p83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2" name="Google Shape;2692;p83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3" name="Google Shape;2693;p83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94" name="Google Shape;2694;p83"/>
          <p:cNvCxnSpPr>
            <a:stCxn id="2690" idx="0"/>
            <a:endCxn id="2691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5" name="Google Shape;2695;p83"/>
          <p:cNvCxnSpPr>
            <a:stCxn id="2691" idx="4"/>
            <a:endCxn id="2690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6" name="Google Shape;2696;p83"/>
          <p:cNvCxnSpPr>
            <a:stCxn id="2691" idx="5"/>
            <a:endCxn id="2692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97" name="Google Shape;2697;p83"/>
          <p:cNvCxnSpPr>
            <a:stCxn id="2692" idx="2"/>
            <a:endCxn id="2690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98" name="Google Shape;2698;p83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9" name="Google Shape;2699;p83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0" name="Google Shape;2700;p83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1" name="Google Shape;2701;p83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02" name="Google Shape;2702;p83"/>
          <p:cNvCxnSpPr>
            <a:stCxn id="2698" idx="0"/>
            <a:endCxn id="2699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3" name="Google Shape;2703;p83"/>
          <p:cNvCxnSpPr>
            <a:stCxn id="2699" idx="4"/>
            <a:endCxn id="2698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4" name="Google Shape;2704;p83"/>
          <p:cNvCxnSpPr>
            <a:stCxn id="2699" idx="5"/>
            <a:endCxn id="2700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05" name="Google Shape;2705;p83"/>
          <p:cNvCxnSpPr>
            <a:stCxn id="2700" idx="2"/>
            <a:endCxn id="2698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06" name="Google Shape;2706;p83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7" name="Google Shape;2707;p83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8" name="Google Shape;2708;p83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9" name="Google Shape;2709;p83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10" name="Google Shape;2710;p83"/>
          <p:cNvCxnSpPr>
            <a:stCxn id="2706" idx="0"/>
            <a:endCxn id="2707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1" name="Google Shape;2711;p83"/>
          <p:cNvCxnSpPr>
            <a:stCxn id="2707" idx="4"/>
            <a:endCxn id="2706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2" name="Google Shape;2712;p83"/>
          <p:cNvCxnSpPr>
            <a:stCxn id="2707" idx="5"/>
            <a:endCxn id="2708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13" name="Google Shape;2713;p83"/>
          <p:cNvCxnSpPr>
            <a:stCxn id="2708" idx="2"/>
            <a:endCxn id="2706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4" name="Google Shape;2714;p83"/>
          <p:cNvCxnSpPr>
            <a:stCxn id="2700" idx="1"/>
            <a:endCxn id="2699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15" name="Google Shape;2715;p83"/>
          <p:cNvCxnSpPr>
            <a:stCxn id="2708" idx="1"/>
            <a:endCxn id="2706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16" name="Google Shape;2716;p83"/>
          <p:cNvCxnSpPr>
            <a:stCxn id="2707" idx="4"/>
            <a:endCxn id="2708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17" name="Google Shape;2717;p83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8" name="Google Shape;2718;p83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9" name="Google Shape;2719;p83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0" name="Google Shape;2720;p83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21" name="Google Shape;2721;p83"/>
          <p:cNvCxnSpPr>
            <a:stCxn id="2717" idx="0"/>
            <a:endCxn id="2718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2" name="Google Shape;2722;p83"/>
          <p:cNvCxnSpPr>
            <a:stCxn id="2718" idx="4"/>
            <a:endCxn id="2717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3" name="Google Shape;2723;p83"/>
          <p:cNvCxnSpPr>
            <a:stCxn id="2719" idx="2"/>
            <a:endCxn id="2717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4" name="Google Shape;2724;p83"/>
          <p:cNvCxnSpPr>
            <a:stCxn id="2719" idx="1"/>
            <a:endCxn id="2718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25" name="Google Shape;2725;p83"/>
          <p:cNvSpPr/>
          <p:nvPr/>
        </p:nvSpPr>
        <p:spPr>
          <a:xfrm>
            <a:off x="53600" y="1416150"/>
            <a:ext cx="1339500" cy="231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full set of sixteen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