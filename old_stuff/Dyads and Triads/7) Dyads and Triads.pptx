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y="5143500" cx="9144000"/>
  <p:notesSz cx="6858000" cy="9144000"/>
  <p:embeddedFontLst>
    <p:embeddedFont>
      <p:font typeface="Economica"/>
      <p:regular r:id="rId74"/>
      <p:bold r:id="rId75"/>
      <p:italic r:id="rId76"/>
      <p:boldItalic r:id="rId77"/>
    </p:embeddedFont>
    <p:embeddedFont>
      <p:font typeface="Roboto"/>
      <p:regular r:id="rId78"/>
      <p:bold r:id="rId79"/>
      <p:italic r:id="rId80"/>
      <p:boldItalic r:id="rId81"/>
    </p:embeddedFont>
    <p:embeddedFont>
      <p:font typeface="Oxygen"/>
      <p:regular r:id="rId82"/>
      <p:bold r:id="rId83"/>
    </p:embeddedFont>
    <p:embeddedFont>
      <p:font typeface="Cantarell"/>
      <p:regular r:id="rId84"/>
      <p:bold r:id="rId85"/>
      <p:italic r:id="rId86"/>
      <p:boldItalic r:id="rId87"/>
    </p:embeddedFont>
    <p:embeddedFont>
      <p:font typeface="Open Sans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Cantarell-regular.fntdata"/><Relationship Id="rId83" Type="http://schemas.openxmlformats.org/officeDocument/2006/relationships/font" Target="fonts/Oxygen-bold.fntdata"/><Relationship Id="rId42" Type="http://schemas.openxmlformats.org/officeDocument/2006/relationships/slide" Target="slides/slide36.xml"/><Relationship Id="rId86" Type="http://schemas.openxmlformats.org/officeDocument/2006/relationships/font" Target="fonts/Cantarell-italic.fntdata"/><Relationship Id="rId41" Type="http://schemas.openxmlformats.org/officeDocument/2006/relationships/slide" Target="slides/slide35.xml"/><Relationship Id="rId85" Type="http://schemas.openxmlformats.org/officeDocument/2006/relationships/font" Target="fonts/Cantarell-bold.fntdata"/><Relationship Id="rId44" Type="http://schemas.openxmlformats.org/officeDocument/2006/relationships/slide" Target="slides/slide38.xml"/><Relationship Id="rId88" Type="http://schemas.openxmlformats.org/officeDocument/2006/relationships/font" Target="fonts/OpenSans-regular.fntdata"/><Relationship Id="rId43" Type="http://schemas.openxmlformats.org/officeDocument/2006/relationships/slide" Target="slides/slide37.xml"/><Relationship Id="rId87" Type="http://schemas.openxmlformats.org/officeDocument/2006/relationships/font" Target="fonts/Cantarell-bold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font" Target="fonts/OpenSans-bold.fntdata"/><Relationship Id="rId80" Type="http://schemas.openxmlformats.org/officeDocument/2006/relationships/font" Target="fonts/Roboto-italic.fntdata"/><Relationship Id="rId82" Type="http://schemas.openxmlformats.org/officeDocument/2006/relationships/font" Target="fonts/Oxygen-regular.fntdata"/><Relationship Id="rId81" Type="http://schemas.openxmlformats.org/officeDocument/2006/relationships/font" Target="fonts/Roboto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Economica-bold.fntdata"/><Relationship Id="rId30" Type="http://schemas.openxmlformats.org/officeDocument/2006/relationships/slide" Target="slides/slide24.xml"/><Relationship Id="rId74" Type="http://schemas.openxmlformats.org/officeDocument/2006/relationships/font" Target="fonts/Economica-regular.fntdata"/><Relationship Id="rId33" Type="http://schemas.openxmlformats.org/officeDocument/2006/relationships/slide" Target="slides/slide27.xml"/><Relationship Id="rId77" Type="http://schemas.openxmlformats.org/officeDocument/2006/relationships/font" Target="fonts/Economica-boldItalic.fntdata"/><Relationship Id="rId32" Type="http://schemas.openxmlformats.org/officeDocument/2006/relationships/slide" Target="slides/slide26.xml"/><Relationship Id="rId76" Type="http://schemas.openxmlformats.org/officeDocument/2006/relationships/font" Target="fonts/Economica-italic.fntdata"/><Relationship Id="rId35" Type="http://schemas.openxmlformats.org/officeDocument/2006/relationships/slide" Target="slides/slide29.xml"/><Relationship Id="rId79" Type="http://schemas.openxmlformats.org/officeDocument/2006/relationships/font" Target="fonts/Roboto-bold.fntdata"/><Relationship Id="rId34" Type="http://schemas.openxmlformats.org/officeDocument/2006/relationships/slide" Target="slides/slide28.xml"/><Relationship Id="rId78" Type="http://schemas.openxmlformats.org/officeDocument/2006/relationships/font" Target="fonts/Roboto-regular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font" Target="fonts/OpenSans-boldItalic.fntdata"/><Relationship Id="rId90" Type="http://schemas.openxmlformats.org/officeDocument/2006/relationships/font" Target="fonts/OpenSans-italic.fnt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d0f12f7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d0f12f7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a014a22eb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0a014a22eb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a014a22eb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0a014a22eb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0a014a22eb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0a014a22eb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0a014a22eb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0a014a22eb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0a014a22eb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0a014a22eb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0a014a22eb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0a014a22eb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a014a22eb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a014a22eb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0a014a22eb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0a014a22eb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0a014a22eb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0a014a22eb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a014a22eb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a014a22eb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0a014a22eb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0a014a22eb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0a014a22eb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0a014a22eb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a014a22eb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0a014a22eb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0a014a22eb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10a014a22eb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0a014a22eb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0a014a22eb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a014a22eb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0a014a22eb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a014a22eb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a014a22eb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0a014a22eb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0a014a22eb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0a014a22eb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0a014a22eb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10a014a22eb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10a014a22eb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10a014a22eb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10a014a22eb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10a014a22eb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10a014a22eb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10a014a22eb_0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10a014a22eb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0a014a22eb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0a014a22eb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10a014a22eb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10a014a22eb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0a014a22eb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0a014a22eb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10a014a22eb_0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10a014a22eb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10a014a22eb_0_1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10a014a22eb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10a014a22eb_0_1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10a014a22eb_0_1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10a014a22eb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10a014a22eb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0a014a22eb_0_1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10a014a22eb_0_1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10a014a22eb_0_1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10a014a22eb_0_1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10a014a22eb_0_1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10a014a22eb_0_1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10a014a22eb_0_1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10a014a22eb_0_1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10a014a22eb_0_1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10a014a22eb_0_1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0a014a22eb_0_1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0a014a22eb_0_1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0a014a22eb_0_1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10a014a22eb_0_1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0a014a22eb_0_1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0a014a22eb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10a014a22eb_0_1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10a014a22eb_0_1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10a014a22eb_0_4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10a014a22eb_0_4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10a014a22eb_0_1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10a014a22eb_0_1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10a014a22eb_0_2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10a014a22eb_0_2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0a014a22eb_0_2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0a014a22eb_0_2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10a014a22eb_0_2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10a014a22eb_0_2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10a014a22eb_0_2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10a014a22eb_0_2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0a014a22eb_0_2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0a014a22eb_0_2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10a014a22eb_0_2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10a014a22eb_0_2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10a014a22eb_0_2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10a014a22eb_0_2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10a014a22eb_0_4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2" name="Google Shape;1322;g10a014a22eb_0_4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10a014a22eb_0_2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10a014a22eb_0_2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10a014a22eb_0_2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10a014a22eb_0_2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10a014a22eb_0_2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10a014a22eb_0_2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10a014a22eb_0_2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10a014a22eb_0_2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10a014a22eb_0_2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10a014a22eb_0_2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10a014a22eb_0_3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10a014a22eb_0_3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10a014a22eb_0_3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3" name="Google Shape;1793;g10a014a22eb_0_3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g10a014a22eb_0_3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7" name="Google Shape;1877;g10a014a22eb_0_3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g10a014a22eb_0_3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5" name="Google Shape;1965;g10a014a22eb_0_3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g10a014a22eb_0_3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8" name="Google Shape;2058;g10a014a22eb_0_3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g10a014a22eb_0_3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6" name="Google Shape;2156;g10a014a22eb_0_3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g10a014a22eb_0_3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4" name="Google Shape;2254;g10a014a22eb_0_3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g10a014a22eb_0_3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2" name="Google Shape;2362;g10a014a22eb_0_3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g10a014a22eb_0_3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9" name="Google Shape;2469;g10a014a22eb_0_3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10a014a22eb_0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10a014a22eb_0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4" name="Shape 2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5" name="Google Shape;2705;g10a014a22eb_0_3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6" name="Google Shape;2706;g10a014a22eb_0_3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g1c910e8e8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3" name="Google Shape;2823;g1c910e8e8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and Triads</a:t>
            </a:r>
            <a:endParaRPr/>
          </a:p>
        </p:txBody>
      </p:sp>
      <p:sp>
        <p:nvSpPr>
          <p:cNvPr id="111" name="Google Shape;111;p26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28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22" name="Google Shape;122;p28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" name="Google Shape;123;p28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8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5" name="Google Shape;125;p28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" name="Google Shape;126;p28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127" name="Google Shape;127;p28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" name="Google Shape;128;p28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8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0" name="Google Shape;130;p28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1" name="Google Shape;131;p28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32" name="Google Shape;132;p28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28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8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5" name="Google Shape;135;p28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28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37" name="Google Shape;137;p28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" name="Google Shape;138;p28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8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0" name="Google Shape;140;p28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1" name="Google Shape;141;p28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42" name="Google Shape;142;p28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" name="Google Shape;143;p28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8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5" name="Google Shape;145;p28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6" name="Google Shape;146;p28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47" name="Google Shape;147;p28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8" name="Google Shape;148;p28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9" name="Google Shape;149;p28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0" name="Google Shape;150;p28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1" name="Google Shape;151;p28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2" name="Google Shape;152;p28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3" name="Google Shape;153;p28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4" name="Google Shape;154;p28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5" name="Google Shape;155;p28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6" name="Google Shape;156;p28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7" name="Google Shape;157;p28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8" name="Google Shape;158;p28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9" name="Google Shape;159;p28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0" name="Google Shape;160;p28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1" name="Google Shape;161;p28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2" name="Google Shape;162;p28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63" name="Google Shape;163;p28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164" name="Google Shape;164;p28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29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71" name="Google Shape;171;p29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29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9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4" name="Google Shape;174;p29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" name="Google Shape;175;p29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76" name="Google Shape;176;p29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" name="Google Shape;177;p29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9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9" name="Google Shape;179;p29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0" name="Google Shape;180;p29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81" name="Google Shape;181;p29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" name="Google Shape;182;p29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9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4" name="Google Shape;184;p29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5" name="Google Shape;185;p29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86" name="Google Shape;186;p29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7" name="Google Shape;187;p29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9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9" name="Google Shape;189;p29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0" name="Google Shape;190;p29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91" name="Google Shape;191;p29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2" name="Google Shape;192;p29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3" name="Google Shape;193;p29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4" name="Google Shape;194;p29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5" name="Google Shape;195;p29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6" name="Google Shape;196;p29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7" name="Google Shape;197;p29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8" name="Google Shape;198;p29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9" name="Google Shape;199;p29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0" name="Google Shape;200;p29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1" name="Google Shape;201;p29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2" name="Google Shape;202;p29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3" name="Google Shape;203;p29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4" name="Google Shape;204;p29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5" name="Google Shape;205;p29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6" name="Google Shape;206;p29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7" name="Google Shape;207;p29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208" name="Google Shape;208;p29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209" name="Google Shape;209;p29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0" name="Google Shape;210;p29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9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12" name="Google Shape;212;p29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3" name="Google Shape;213;p29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4" name="Google Shape;21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215" name="Google Shape;215;p29"/>
          <p:cNvSpPr/>
          <p:nvPr/>
        </p:nvSpPr>
        <p:spPr>
          <a:xfrm>
            <a:off x="234113" y="1713500"/>
            <a:ext cx="41961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 there are </a:t>
            </a:r>
            <a:r>
              <a:rPr b="1" lang="en"/>
              <a:t>two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4" name="Google Shape;224;p30"/>
          <p:cNvCxnSpPr>
            <a:stCxn id="222" idx="6"/>
            <a:endCxn id="223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3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28" name="Google Shape;228;p30"/>
          <p:cNvCxnSpPr>
            <a:stCxn id="223" idx="7"/>
            <a:endCxn id="22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0"/>
          <p:cNvCxnSpPr>
            <a:stCxn id="227" idx="1"/>
            <a:endCxn id="22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0"/>
          <p:cNvCxnSpPr>
            <a:stCxn id="227" idx="3"/>
            <a:endCxn id="22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30"/>
          <p:cNvCxnSpPr>
            <a:stCxn id="226" idx="1"/>
            <a:endCxn id="223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30"/>
          <p:cNvCxnSpPr>
            <a:stCxn id="226" idx="0"/>
            <a:endCxn id="22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0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0"/>
          <p:cNvSpPr/>
          <p:nvPr/>
        </p:nvSpPr>
        <p:spPr>
          <a:xfrm>
            <a:off x="3411750" y="3762225"/>
            <a:ext cx="30315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Reminder: A dyad is a subgraph of order 2!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  <p:sp>
        <p:nvSpPr>
          <p:cNvPr id="240" name="Google Shape;240;p3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 there are </a:t>
            </a:r>
            <a:r>
              <a:rPr b="1" lang="en"/>
              <a:t>two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E Dyad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3" name="Google Shape;243;p31"/>
          <p:cNvCxnSpPr>
            <a:stCxn id="241" idx="6"/>
            <a:endCxn id="24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3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47" name="Google Shape;247;p31"/>
          <p:cNvCxnSpPr>
            <a:stCxn id="242" idx="7"/>
            <a:endCxn id="24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1"/>
          <p:cNvCxnSpPr>
            <a:stCxn id="246" idx="1"/>
            <a:endCxn id="24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1"/>
          <p:cNvCxnSpPr>
            <a:stCxn id="246" idx="3"/>
            <a:endCxn id="24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1"/>
          <p:cNvCxnSpPr>
            <a:stCxn id="245" idx="1"/>
            <a:endCxn id="24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1"/>
          <p:cNvCxnSpPr>
            <a:stCxn id="245" idx="0"/>
            <a:endCxn id="244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1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31"/>
          <p:cNvSpPr/>
          <p:nvPr/>
        </p:nvSpPr>
        <p:spPr>
          <a:xfrm>
            <a:off x="3411750" y="3762225"/>
            <a:ext cx="30315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Reminder: A dyad is a subgraph of order 2!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  <p:sp>
        <p:nvSpPr>
          <p:cNvPr id="259" name="Google Shape;259;p32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 there are </a:t>
            </a:r>
            <a:r>
              <a:rPr b="1" lang="en"/>
              <a:t>two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E Dyad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D dyad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" name="Google Shape;261;p3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2" name="Google Shape;262;p32"/>
          <p:cNvCxnSpPr>
            <a:stCxn id="260" idx="6"/>
            <a:endCxn id="26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3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" name="Google Shape;265;p3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266" name="Google Shape;266;p32"/>
          <p:cNvCxnSpPr>
            <a:stCxn id="261" idx="7"/>
            <a:endCxn id="26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2"/>
          <p:cNvCxnSpPr>
            <a:stCxn id="265" idx="1"/>
            <a:endCxn id="26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32"/>
          <p:cNvCxnSpPr>
            <a:stCxn id="265" idx="3"/>
            <a:endCxn id="26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2"/>
          <p:cNvCxnSpPr>
            <a:stCxn id="264" idx="1"/>
            <a:endCxn id="261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32"/>
          <p:cNvCxnSpPr>
            <a:stCxn id="264" idx="0"/>
            <a:endCxn id="26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2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32"/>
          <p:cNvSpPr/>
          <p:nvPr/>
        </p:nvSpPr>
        <p:spPr>
          <a:xfrm>
            <a:off x="3411750" y="3762225"/>
            <a:ext cx="30315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Reminder: A dyad is a subgraph of order 2!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Undirected Graphs</a:t>
            </a:r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undirected graph there are </a:t>
            </a:r>
            <a:r>
              <a:rPr b="1" lang="en"/>
              <a:t>two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E Dyad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 the B and D dyad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Symmetric edges in undirected graphs can either be present or absent!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80" name="Google Shape;280;p33"/>
          <p:cNvCxnSpPr>
            <a:stCxn id="279" idx="6"/>
            <a:endCxn id="281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33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2" name="Google Shape;282;p33"/>
          <p:cNvSpPr/>
          <p:nvPr/>
        </p:nvSpPr>
        <p:spPr>
          <a:xfrm>
            <a:off x="5727983" y="3198278"/>
            <a:ext cx="784200" cy="7614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3" name="Google Shape;283;p33"/>
          <p:cNvSpPr/>
          <p:nvPr/>
        </p:nvSpPr>
        <p:spPr>
          <a:xfrm>
            <a:off x="7341884" y="3198278"/>
            <a:ext cx="784200" cy="7614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4" name="Google Shape;284;p33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Undirected Graphs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35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295" name="Google Shape;295;p35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6" name="Google Shape;296;p35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5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98" name="Google Shape;298;p35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9" name="Google Shape;299;p35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300" name="Google Shape;300;p35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1" name="Google Shape;301;p35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5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03" name="Google Shape;303;p35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4" name="Google Shape;304;p35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305" name="Google Shape;305;p35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6" name="Google Shape;306;p35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5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08" name="Google Shape;308;p35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9" name="Google Shape;309;p35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310" name="Google Shape;310;p35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1" name="Google Shape;311;p35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5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13" name="Google Shape;313;p35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4" name="Google Shape;314;p35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315" name="Google Shape;315;p35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6" name="Google Shape;316;p35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5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18" name="Google Shape;318;p35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9" name="Google Shape;319;p35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320" name="Google Shape;320;p35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1" name="Google Shape;321;p35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2" name="Google Shape;322;p35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3" name="Google Shape;323;p35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4" name="Google Shape;324;p35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5" name="Google Shape;325;p35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6" name="Google Shape;326;p35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7" name="Google Shape;327;p35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8" name="Google Shape;328;p35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29" name="Google Shape;329;p35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0" name="Google Shape;330;p35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1" name="Google Shape;331;p35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2" name="Google Shape;332;p35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3" name="Google Shape;333;p35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4" name="Google Shape;334;p35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5" name="Google Shape;335;p35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36" name="Google Shape;336;p35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337" name="Google Shape;337;p35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8" name="Google Shape;33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36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344" name="Google Shape;344;p36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5" name="Google Shape;345;p36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6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47" name="Google Shape;347;p36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48" name="Google Shape;348;p36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349" name="Google Shape;349;p36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0" name="Google Shape;350;p36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6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52" name="Google Shape;352;p36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3" name="Google Shape;353;p36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354" name="Google Shape;354;p36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5" name="Google Shape;355;p36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6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57" name="Google Shape;357;p36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8" name="Google Shape;358;p36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359" name="Google Shape;359;p36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0" name="Google Shape;360;p36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6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62" name="Google Shape;362;p36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3" name="Google Shape;363;p36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364" name="Google Shape;364;p36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5" name="Google Shape;365;p36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6" name="Google Shape;366;p36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7" name="Google Shape;367;p36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8" name="Google Shape;368;p36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69" name="Google Shape;369;p36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0" name="Google Shape;370;p36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1" name="Google Shape;371;p36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2" name="Google Shape;372;p36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3" name="Google Shape;373;p36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4" name="Google Shape;374;p36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5" name="Google Shape;375;p36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6" name="Google Shape;376;p36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7" name="Google Shape;377;p36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8" name="Google Shape;378;p36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79" name="Google Shape;379;p36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380" name="Google Shape;380;p36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381" name="Google Shape;381;p36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382" name="Google Shape;382;p36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83" name="Google Shape;383;p36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6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85" name="Google Shape;385;p36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86" name="Google Shape;386;p36"/>
          <p:cNvSpPr txBox="1"/>
          <p:nvPr/>
        </p:nvSpPr>
        <p:spPr>
          <a:xfrm>
            <a:off x="78425" y="3815350"/>
            <a:ext cx="27771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Economica"/>
                <a:ea typeface="Economica"/>
                <a:cs typeface="Economica"/>
                <a:sym typeface="Economica"/>
              </a:rPr>
              <a:t> The first part of the course follows this organization!</a:t>
            </a:r>
            <a:endParaRPr b="1" sz="24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87" name="Google Shape;38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4766075" y="2115325"/>
            <a:ext cx="41961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394" name="Google Shape;394;p3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396" name="Google Shape;396;p37"/>
          <p:cNvCxnSpPr>
            <a:stCxn id="394" idx="6"/>
            <a:endCxn id="39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3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8" name="Google Shape;398;p3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399" name="Google Shape;399;p37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0" name="Google Shape;400;p37"/>
          <p:cNvCxnSpPr>
            <a:stCxn id="395" idx="7"/>
            <a:endCxn id="39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7"/>
          <p:cNvCxnSpPr>
            <a:stCxn id="399" idx="1"/>
            <a:endCxn id="397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7"/>
          <p:cNvCxnSpPr>
            <a:stCxn id="399" idx="3"/>
            <a:endCxn id="398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7"/>
          <p:cNvCxnSpPr>
            <a:stCxn id="398" idx="1"/>
            <a:endCxn id="39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37"/>
          <p:cNvCxnSpPr>
            <a:stCxn id="398" idx="0"/>
            <a:endCxn id="39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3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06" name="Google Shape;406;p37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07" name="Google Shape;407;p37"/>
          <p:cNvCxnSpPr>
            <a:stCxn id="406" idx="0"/>
            <a:endCxn id="395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13" name="Google Shape;413;p3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4" name="Google Shape;414;p3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5" name="Google Shape;415;p38"/>
          <p:cNvCxnSpPr>
            <a:stCxn id="413" idx="6"/>
            <a:endCxn id="414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18" name="Google Shape;418;p38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19" name="Google Shape;419;p38"/>
          <p:cNvCxnSpPr>
            <a:stCxn id="414" idx="7"/>
            <a:endCxn id="41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8"/>
          <p:cNvCxnSpPr>
            <a:stCxn id="418" idx="1"/>
            <a:endCxn id="416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8"/>
          <p:cNvCxnSpPr>
            <a:stCxn id="418" idx="3"/>
            <a:endCxn id="417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38"/>
          <p:cNvCxnSpPr>
            <a:stCxn id="417" idx="1"/>
            <a:endCxn id="414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38"/>
          <p:cNvCxnSpPr>
            <a:stCxn id="417" idx="0"/>
            <a:endCxn id="416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38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25" name="Google Shape;425;p38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26" name="Google Shape;426;p38"/>
          <p:cNvCxnSpPr>
            <a:stCxn id="425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32" name="Google Shape;432;p3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3" name="Google Shape;433;p3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4" name="Google Shape;434;p39"/>
          <p:cNvCxnSpPr>
            <a:stCxn id="432" idx="6"/>
            <a:endCxn id="433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37" name="Google Shape;437;p39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38" name="Google Shape;438;p39"/>
          <p:cNvCxnSpPr>
            <a:stCxn id="433" idx="7"/>
            <a:endCxn id="43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39"/>
          <p:cNvCxnSpPr>
            <a:stCxn id="437" idx="1"/>
            <a:endCxn id="435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9"/>
          <p:cNvCxnSpPr>
            <a:stCxn id="437" idx="3"/>
            <a:endCxn id="436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39"/>
          <p:cNvCxnSpPr>
            <a:stCxn id="436" idx="1"/>
            <a:endCxn id="433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39"/>
          <p:cNvCxnSpPr>
            <a:stCxn id="436" idx="0"/>
            <a:endCxn id="43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3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44" name="Google Shape;444;p39"/>
          <p:cNvSpPr/>
          <p:nvPr/>
        </p:nvSpPr>
        <p:spPr>
          <a:xfrm>
            <a:off x="4834825" y="1147225"/>
            <a:ext cx="1846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triad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45" name="Google Shape;445;p39"/>
          <p:cNvCxnSpPr>
            <a:stCxn id="444" idx="4"/>
          </p:cNvCxnSpPr>
          <p:nvPr/>
        </p:nvCxnSpPr>
        <p:spPr>
          <a:xfrm>
            <a:off x="5758075" y="1978525"/>
            <a:ext cx="860100" cy="283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39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47" name="Google Shape;447;p39"/>
          <p:cNvCxnSpPr>
            <a:stCxn id="446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53" name="Google Shape;453;p40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54" name="Google Shape;454;p4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5" name="Google Shape;455;p4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56" name="Google Shape;456;p40"/>
          <p:cNvCxnSpPr>
            <a:stCxn id="454" idx="6"/>
            <a:endCxn id="45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4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8" name="Google Shape;458;p4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59" name="Google Shape;459;p40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0" name="Google Shape;460;p40"/>
          <p:cNvCxnSpPr>
            <a:stCxn id="455" idx="7"/>
            <a:endCxn id="45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40"/>
          <p:cNvCxnSpPr>
            <a:stCxn id="459" idx="1"/>
            <a:endCxn id="457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40"/>
          <p:cNvCxnSpPr>
            <a:stCxn id="459" idx="3"/>
            <a:endCxn id="458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40"/>
          <p:cNvCxnSpPr>
            <a:stCxn id="458" idx="1"/>
            <a:endCxn id="45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40"/>
          <p:cNvCxnSpPr>
            <a:stCxn id="458" idx="0"/>
            <a:endCxn id="45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40"/>
          <p:cNvSpPr/>
          <p:nvPr/>
        </p:nvSpPr>
        <p:spPr>
          <a:xfrm>
            <a:off x="4169075" y="1303675"/>
            <a:ext cx="1846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another triad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66" name="Google Shape;466;p40"/>
          <p:cNvCxnSpPr>
            <a:stCxn id="465" idx="5"/>
          </p:cNvCxnSpPr>
          <p:nvPr/>
        </p:nvCxnSpPr>
        <p:spPr>
          <a:xfrm>
            <a:off x="5745161" y="2013234"/>
            <a:ext cx="407700" cy="438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7" name="Google Shape;467;p40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68" name="Google Shape;468;p40"/>
          <p:cNvCxnSpPr>
            <a:stCxn id="467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74" name="Google Shape;474;p4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75" name="Google Shape;475;p4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6" name="Google Shape;476;p4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77" name="Google Shape;477;p41"/>
          <p:cNvCxnSpPr>
            <a:stCxn id="475" idx="6"/>
            <a:endCxn id="47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4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79" name="Google Shape;479;p4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80" name="Google Shape;480;p41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1" name="Google Shape;481;p41"/>
          <p:cNvCxnSpPr>
            <a:stCxn id="476" idx="7"/>
            <a:endCxn id="47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41"/>
          <p:cNvCxnSpPr>
            <a:stCxn id="480" idx="1"/>
            <a:endCxn id="478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41"/>
          <p:cNvCxnSpPr>
            <a:stCxn id="480" idx="3"/>
            <a:endCxn id="479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1"/>
          <p:cNvCxnSpPr>
            <a:stCxn id="479" idx="1"/>
            <a:endCxn id="476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1"/>
          <p:cNvCxnSpPr>
            <a:stCxn id="479" idx="0"/>
            <a:endCxn id="47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41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87" name="Google Shape;487;p41"/>
          <p:cNvCxnSpPr>
            <a:stCxn id="486" idx="0"/>
            <a:endCxn id="476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41"/>
          <p:cNvSpPr/>
          <p:nvPr/>
        </p:nvSpPr>
        <p:spPr>
          <a:xfrm>
            <a:off x="3537300" y="3762225"/>
            <a:ext cx="1846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Triads don’t have to be connected!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489" name="Google Shape;489;p41"/>
          <p:cNvCxnSpPr>
            <a:stCxn id="488" idx="7"/>
          </p:cNvCxnSpPr>
          <p:nvPr/>
        </p:nvCxnSpPr>
        <p:spPr>
          <a:xfrm flipH="1" rot="10800000">
            <a:off x="5113386" y="3351166"/>
            <a:ext cx="737400" cy="532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 in Social Networks</a:t>
            </a:r>
            <a:endParaRPr/>
          </a:p>
        </p:txBody>
      </p:sp>
      <p:sp>
        <p:nvSpPr>
          <p:cNvPr id="495" name="Google Shape;495;p42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triad?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subgraph of order three!</a:t>
            </a:r>
            <a:endParaRPr/>
          </a:p>
        </p:txBody>
      </p:sp>
      <p:sp>
        <p:nvSpPr>
          <p:cNvPr id="496" name="Google Shape;496;p4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497" name="Google Shape;497;p4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498" name="Google Shape;498;p42"/>
          <p:cNvCxnSpPr>
            <a:stCxn id="496" idx="6"/>
            <a:endCxn id="49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4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0" name="Google Shape;500;p4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01" name="Google Shape;501;p42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02" name="Google Shape;502;p42"/>
          <p:cNvCxnSpPr>
            <a:stCxn id="497" idx="7"/>
            <a:endCxn id="49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42"/>
          <p:cNvCxnSpPr>
            <a:stCxn id="501" idx="1"/>
            <a:endCxn id="499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42"/>
          <p:cNvCxnSpPr>
            <a:stCxn id="501" idx="3"/>
            <a:endCxn id="500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42"/>
          <p:cNvCxnSpPr>
            <a:stCxn id="500" idx="1"/>
            <a:endCxn id="49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42"/>
          <p:cNvCxnSpPr>
            <a:stCxn id="500" idx="0"/>
            <a:endCxn id="49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2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08" name="Google Shape;508;p42"/>
          <p:cNvCxnSpPr>
            <a:stCxn id="507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42"/>
          <p:cNvSpPr/>
          <p:nvPr/>
        </p:nvSpPr>
        <p:spPr>
          <a:xfrm>
            <a:off x="3537300" y="3762225"/>
            <a:ext cx="1846500" cy="831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Triads could be empty subgraphs!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10" name="Google Shape;510;p42"/>
          <p:cNvCxnSpPr>
            <a:stCxn id="509" idx="7"/>
          </p:cNvCxnSpPr>
          <p:nvPr/>
        </p:nvCxnSpPr>
        <p:spPr>
          <a:xfrm flipH="1" rot="10800000">
            <a:off x="5113386" y="3351166"/>
            <a:ext cx="737400" cy="532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types of triads are there?</a:t>
            </a:r>
            <a:endParaRPr/>
          </a:p>
        </p:txBody>
      </p:sp>
      <p:sp>
        <p:nvSpPr>
          <p:cNvPr id="516" name="Google Shape;516;p43"/>
          <p:cNvSpPr txBox="1"/>
          <p:nvPr>
            <p:ph idx="1" type="body"/>
          </p:nvPr>
        </p:nvSpPr>
        <p:spPr>
          <a:xfrm>
            <a:off x="311700" y="1225225"/>
            <a:ext cx="4528500" cy="17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■"/>
            </a:pPr>
            <a:r>
              <a:rPr b="1" lang="en">
                <a:solidFill>
                  <a:schemeClr val="accent6"/>
                </a:solidFill>
              </a:rPr>
              <a:t>Closed triad</a:t>
            </a:r>
            <a:endParaRPr b="1">
              <a:solidFill>
                <a:schemeClr val="accent6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■"/>
            </a:pPr>
            <a:r>
              <a:rPr b="1" lang="en">
                <a:solidFill>
                  <a:schemeClr val="accent5"/>
                </a:solidFill>
              </a:rPr>
              <a:t>Open triad</a:t>
            </a:r>
            <a:endParaRPr b="1">
              <a:solidFill>
                <a:schemeClr val="accent5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</a:pPr>
            <a:r>
              <a:rPr b="1" lang="en">
                <a:solidFill>
                  <a:schemeClr val="lt2"/>
                </a:solidFill>
              </a:rPr>
              <a:t>Connected pair + unconnected third party</a:t>
            </a:r>
            <a:endParaRPr b="1">
              <a:solidFill>
                <a:schemeClr val="lt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</a:pPr>
            <a:r>
              <a:rPr b="1" lang="en">
                <a:solidFill>
                  <a:schemeClr val="accent3"/>
                </a:solidFill>
              </a:rPr>
              <a:t>Null (empty) triad</a:t>
            </a:r>
            <a:endParaRPr b="1">
              <a:solidFill>
                <a:schemeClr val="accent3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19" name="Google Shape;519;p43"/>
          <p:cNvCxnSpPr>
            <a:stCxn id="517" idx="6"/>
            <a:endCxn id="51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4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3" name="Google Shape;523;p43"/>
          <p:cNvCxnSpPr>
            <a:stCxn id="518" idx="7"/>
            <a:endCxn id="52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43"/>
          <p:cNvCxnSpPr>
            <a:stCxn id="522" idx="1"/>
            <a:endCxn id="520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43"/>
          <p:cNvCxnSpPr>
            <a:stCxn id="522" idx="3"/>
            <a:endCxn id="521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43"/>
          <p:cNvCxnSpPr>
            <a:stCxn id="521" idx="1"/>
            <a:endCxn id="51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43"/>
          <p:cNvCxnSpPr>
            <a:stCxn id="521" idx="0"/>
            <a:endCxn id="52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43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29" name="Google Shape;529;p43"/>
          <p:cNvCxnSpPr>
            <a:stCxn id="528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43"/>
          <p:cNvSpPr/>
          <p:nvPr/>
        </p:nvSpPr>
        <p:spPr>
          <a:xfrm>
            <a:off x="246150" y="379903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1" name="Google Shape;531;p43"/>
          <p:cNvSpPr/>
          <p:nvPr/>
        </p:nvSpPr>
        <p:spPr>
          <a:xfrm>
            <a:off x="717544" y="3349550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2" name="Google Shape;532;p43"/>
          <p:cNvSpPr/>
          <p:nvPr/>
        </p:nvSpPr>
        <p:spPr>
          <a:xfrm>
            <a:off x="717544" y="4248109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3" name="Google Shape;533;p43"/>
          <p:cNvCxnSpPr>
            <a:stCxn id="530" idx="7"/>
            <a:endCxn id="531" idx="3"/>
          </p:cNvCxnSpPr>
          <p:nvPr/>
        </p:nvCxnSpPr>
        <p:spPr>
          <a:xfrm flipH="1" rot="10800000">
            <a:off x="513227" y="3616902"/>
            <a:ext cx="250200" cy="22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43"/>
          <p:cNvCxnSpPr>
            <a:stCxn id="532" idx="1"/>
            <a:endCxn id="530" idx="5"/>
          </p:cNvCxnSpPr>
          <p:nvPr/>
        </p:nvCxnSpPr>
        <p:spPr>
          <a:xfrm rot="10800000">
            <a:off x="513167" y="4066276"/>
            <a:ext cx="250200" cy="227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43"/>
          <p:cNvCxnSpPr>
            <a:stCxn id="532" idx="0"/>
            <a:endCxn id="531" idx="4"/>
          </p:cNvCxnSpPr>
          <p:nvPr/>
        </p:nvCxnSpPr>
        <p:spPr>
          <a:xfrm rot="10800000">
            <a:off x="873994" y="3662809"/>
            <a:ext cx="0" cy="585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43"/>
          <p:cNvSpPr/>
          <p:nvPr/>
        </p:nvSpPr>
        <p:spPr>
          <a:xfrm>
            <a:off x="1415200" y="367417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37" name="Google Shape;537;p43"/>
          <p:cNvSpPr/>
          <p:nvPr/>
        </p:nvSpPr>
        <p:spPr>
          <a:xfrm>
            <a:off x="1928936" y="367416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38" name="Google Shape;538;p43"/>
          <p:cNvCxnSpPr>
            <a:stCxn id="536" idx="6"/>
            <a:endCxn id="537" idx="2"/>
          </p:cNvCxnSpPr>
          <p:nvPr/>
        </p:nvCxnSpPr>
        <p:spPr>
          <a:xfrm>
            <a:off x="1726000" y="3829575"/>
            <a:ext cx="2028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43"/>
          <p:cNvSpPr/>
          <p:nvPr/>
        </p:nvSpPr>
        <p:spPr>
          <a:xfrm>
            <a:off x="2265316" y="4002446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0" name="Google Shape;540;p43"/>
          <p:cNvCxnSpPr>
            <a:stCxn id="539" idx="1"/>
            <a:endCxn id="537" idx="5"/>
          </p:cNvCxnSpPr>
          <p:nvPr/>
        </p:nvCxnSpPr>
        <p:spPr>
          <a:xfrm rot="10800000">
            <a:off x="2194132" y="3939361"/>
            <a:ext cx="116700" cy="1086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43"/>
          <p:cNvSpPr/>
          <p:nvPr/>
        </p:nvSpPr>
        <p:spPr>
          <a:xfrm>
            <a:off x="2707513" y="3516400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2" name="Google Shape;542;p43"/>
          <p:cNvSpPr/>
          <p:nvPr/>
        </p:nvSpPr>
        <p:spPr>
          <a:xfrm>
            <a:off x="3445738" y="3516400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3" name="Google Shape;543;p43"/>
          <p:cNvSpPr/>
          <p:nvPr/>
        </p:nvSpPr>
        <p:spPr>
          <a:xfrm>
            <a:off x="2707513" y="4122350"/>
            <a:ext cx="310800" cy="310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44" name="Google Shape;544;p43"/>
          <p:cNvCxnSpPr>
            <a:stCxn id="543" idx="0"/>
            <a:endCxn id="541" idx="4"/>
          </p:cNvCxnSpPr>
          <p:nvPr/>
        </p:nvCxnSpPr>
        <p:spPr>
          <a:xfrm rot="10800000">
            <a:off x="2862913" y="3827150"/>
            <a:ext cx="0" cy="2952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43"/>
          <p:cNvSpPr/>
          <p:nvPr/>
        </p:nvSpPr>
        <p:spPr>
          <a:xfrm>
            <a:off x="3964700" y="3481300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4780275" y="4047950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D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7" name="Google Shape;547;p43"/>
          <p:cNvSpPr/>
          <p:nvPr/>
        </p:nvSpPr>
        <p:spPr>
          <a:xfrm>
            <a:off x="4224075" y="4047950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F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48" name="Google Shape;548;p43"/>
          <p:cNvSpPr txBox="1"/>
          <p:nvPr/>
        </p:nvSpPr>
        <p:spPr>
          <a:xfrm>
            <a:off x="311700" y="460885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Closed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1502625" y="460885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Open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0" name="Google Shape;550;p43"/>
          <p:cNvSpPr txBox="1"/>
          <p:nvPr/>
        </p:nvSpPr>
        <p:spPr>
          <a:xfrm>
            <a:off x="2738850" y="4608850"/>
            <a:ext cx="10650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Connected Pair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51" name="Google Shape;551;p43"/>
          <p:cNvSpPr txBox="1"/>
          <p:nvPr/>
        </p:nvSpPr>
        <p:spPr>
          <a:xfrm>
            <a:off x="4171350" y="460885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types of triads are there?</a:t>
            </a:r>
            <a:endParaRPr/>
          </a:p>
        </p:txBody>
      </p:sp>
      <p:sp>
        <p:nvSpPr>
          <p:cNvPr id="557" name="Google Shape;557;p44"/>
          <p:cNvSpPr txBox="1"/>
          <p:nvPr>
            <p:ph idx="1" type="body"/>
          </p:nvPr>
        </p:nvSpPr>
        <p:spPr>
          <a:xfrm>
            <a:off x="311700" y="1225225"/>
            <a:ext cx="4528500" cy="17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■"/>
            </a:pPr>
            <a:r>
              <a:rPr b="1" lang="en">
                <a:solidFill>
                  <a:schemeClr val="accent6"/>
                </a:solidFill>
              </a:rPr>
              <a:t>Closed triad</a:t>
            </a:r>
            <a:endParaRPr b="1">
              <a:solidFill>
                <a:schemeClr val="accent6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■"/>
            </a:pPr>
            <a:r>
              <a:rPr b="1" lang="en">
                <a:solidFill>
                  <a:schemeClr val="accent5"/>
                </a:solidFill>
              </a:rPr>
              <a:t>Open triad</a:t>
            </a:r>
            <a:endParaRPr b="1">
              <a:solidFill>
                <a:schemeClr val="accent5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</a:pPr>
            <a:r>
              <a:rPr b="1" lang="en">
                <a:solidFill>
                  <a:schemeClr val="lt2"/>
                </a:solidFill>
              </a:rPr>
              <a:t>Connected pair + unconnected third party</a:t>
            </a:r>
            <a:endParaRPr b="1">
              <a:solidFill>
                <a:schemeClr val="lt2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</a:pPr>
            <a:r>
              <a:rPr b="1" lang="en">
                <a:solidFill>
                  <a:schemeClr val="accent3"/>
                </a:solidFill>
              </a:rPr>
              <a:t>Null (empty) triad</a:t>
            </a:r>
            <a:endParaRPr b="1">
              <a:solidFill>
                <a:schemeClr val="accent3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59" name="Google Shape;559;p4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60" name="Google Shape;560;p44"/>
          <p:cNvCxnSpPr>
            <a:stCxn id="558" idx="6"/>
            <a:endCxn id="559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" name="Google Shape;561;p4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2" name="Google Shape;562;p4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828720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64" name="Google Shape;564;p44"/>
          <p:cNvCxnSpPr>
            <a:stCxn id="559" idx="7"/>
            <a:endCxn id="56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44"/>
          <p:cNvCxnSpPr>
            <a:stCxn id="563" idx="1"/>
            <a:endCxn id="561" idx="5"/>
          </p:cNvCxnSpPr>
          <p:nvPr/>
        </p:nvCxnSpPr>
        <p:spPr>
          <a:xfrm rot="10800000">
            <a:off x="7644744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44"/>
          <p:cNvCxnSpPr>
            <a:stCxn id="563" idx="3"/>
            <a:endCxn id="562" idx="7"/>
          </p:cNvCxnSpPr>
          <p:nvPr/>
        </p:nvCxnSpPr>
        <p:spPr>
          <a:xfrm flipH="1">
            <a:off x="7644744" y="3114781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44"/>
          <p:cNvCxnSpPr>
            <a:stCxn id="562" idx="1"/>
            <a:endCxn id="559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44"/>
          <p:cNvCxnSpPr>
            <a:stCxn id="562" idx="0"/>
            <a:endCxn id="561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44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0" name="Google Shape;570;p44"/>
          <p:cNvCxnSpPr>
            <a:stCxn id="569" idx="0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44"/>
          <p:cNvSpPr/>
          <p:nvPr/>
        </p:nvSpPr>
        <p:spPr>
          <a:xfrm>
            <a:off x="246150" y="379903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2" name="Google Shape;572;p44"/>
          <p:cNvSpPr/>
          <p:nvPr/>
        </p:nvSpPr>
        <p:spPr>
          <a:xfrm>
            <a:off x="717544" y="3349550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73" name="Google Shape;573;p44"/>
          <p:cNvSpPr/>
          <p:nvPr/>
        </p:nvSpPr>
        <p:spPr>
          <a:xfrm>
            <a:off x="717544" y="4248109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74" name="Google Shape;574;p44"/>
          <p:cNvCxnSpPr>
            <a:stCxn id="571" idx="7"/>
            <a:endCxn id="572" idx="3"/>
          </p:cNvCxnSpPr>
          <p:nvPr/>
        </p:nvCxnSpPr>
        <p:spPr>
          <a:xfrm flipH="1" rot="10800000">
            <a:off x="513227" y="3616902"/>
            <a:ext cx="250200" cy="22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44"/>
          <p:cNvCxnSpPr>
            <a:stCxn id="573" idx="1"/>
            <a:endCxn id="571" idx="5"/>
          </p:cNvCxnSpPr>
          <p:nvPr/>
        </p:nvCxnSpPr>
        <p:spPr>
          <a:xfrm rot="10800000">
            <a:off x="513167" y="4066276"/>
            <a:ext cx="250200" cy="227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44"/>
          <p:cNvCxnSpPr>
            <a:stCxn id="573" idx="0"/>
            <a:endCxn id="572" idx="4"/>
          </p:cNvCxnSpPr>
          <p:nvPr/>
        </p:nvCxnSpPr>
        <p:spPr>
          <a:xfrm rot="10800000">
            <a:off x="873994" y="3662809"/>
            <a:ext cx="0" cy="585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" name="Google Shape;577;p44"/>
          <p:cNvSpPr txBox="1"/>
          <p:nvPr/>
        </p:nvSpPr>
        <p:spPr>
          <a:xfrm>
            <a:off x="311700" y="460885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Closed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78" name="Google Shape;578;p44"/>
          <p:cNvSpPr txBox="1"/>
          <p:nvPr/>
        </p:nvSpPr>
        <p:spPr>
          <a:xfrm>
            <a:off x="1502625" y="460885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Open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79" name="Google Shape;579;p44"/>
          <p:cNvSpPr txBox="1"/>
          <p:nvPr/>
        </p:nvSpPr>
        <p:spPr>
          <a:xfrm>
            <a:off x="2738850" y="4608850"/>
            <a:ext cx="10650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Connected Pair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0" name="Google Shape;580;p44"/>
          <p:cNvSpPr txBox="1"/>
          <p:nvPr/>
        </p:nvSpPr>
        <p:spPr>
          <a:xfrm>
            <a:off x="4171350" y="460885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81" name="Google Shape;581;p44"/>
          <p:cNvSpPr/>
          <p:nvPr/>
        </p:nvSpPr>
        <p:spPr>
          <a:xfrm>
            <a:off x="1580425" y="3818385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2" name="Google Shape;582;p44"/>
          <p:cNvSpPr/>
          <p:nvPr/>
        </p:nvSpPr>
        <p:spPr>
          <a:xfrm>
            <a:off x="2051819" y="3368900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3" name="Google Shape;583;p44"/>
          <p:cNvSpPr/>
          <p:nvPr/>
        </p:nvSpPr>
        <p:spPr>
          <a:xfrm>
            <a:off x="2051819" y="4267459"/>
            <a:ext cx="312900" cy="313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4" name="Google Shape;584;p44"/>
          <p:cNvCxnSpPr>
            <a:stCxn id="581" idx="7"/>
            <a:endCxn id="582" idx="3"/>
          </p:cNvCxnSpPr>
          <p:nvPr/>
        </p:nvCxnSpPr>
        <p:spPr>
          <a:xfrm flipH="1" rot="10800000">
            <a:off x="1847502" y="3636252"/>
            <a:ext cx="250200" cy="2280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44"/>
          <p:cNvCxnSpPr>
            <a:stCxn id="583" idx="1"/>
            <a:endCxn id="581" idx="5"/>
          </p:cNvCxnSpPr>
          <p:nvPr/>
        </p:nvCxnSpPr>
        <p:spPr>
          <a:xfrm rot="10800000">
            <a:off x="1847442" y="4085626"/>
            <a:ext cx="250200" cy="2277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44"/>
          <p:cNvSpPr/>
          <p:nvPr/>
        </p:nvSpPr>
        <p:spPr>
          <a:xfrm>
            <a:off x="2915600" y="3818585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7" name="Google Shape;587;p44"/>
          <p:cNvSpPr/>
          <p:nvPr/>
        </p:nvSpPr>
        <p:spPr>
          <a:xfrm>
            <a:off x="3386994" y="3369100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8" name="Google Shape;588;p44"/>
          <p:cNvSpPr/>
          <p:nvPr/>
        </p:nvSpPr>
        <p:spPr>
          <a:xfrm>
            <a:off x="3386994" y="4267659"/>
            <a:ext cx="312900" cy="313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9" name="Google Shape;589;p44"/>
          <p:cNvCxnSpPr>
            <a:stCxn id="588" idx="0"/>
            <a:endCxn id="587" idx="4"/>
          </p:cNvCxnSpPr>
          <p:nvPr/>
        </p:nvCxnSpPr>
        <p:spPr>
          <a:xfrm rot="10800000">
            <a:off x="3543444" y="3682359"/>
            <a:ext cx="0" cy="5853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" name="Google Shape;590;p44"/>
          <p:cNvSpPr/>
          <p:nvPr/>
        </p:nvSpPr>
        <p:spPr>
          <a:xfrm>
            <a:off x="4210025" y="3818785"/>
            <a:ext cx="312900" cy="313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1" name="Google Shape;591;p44"/>
          <p:cNvSpPr/>
          <p:nvPr/>
        </p:nvSpPr>
        <p:spPr>
          <a:xfrm>
            <a:off x="4681419" y="3369300"/>
            <a:ext cx="312900" cy="313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2" name="Google Shape;592;p44"/>
          <p:cNvSpPr/>
          <p:nvPr/>
        </p:nvSpPr>
        <p:spPr>
          <a:xfrm>
            <a:off x="4681419" y="4267859"/>
            <a:ext cx="312900" cy="313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603" name="Google Shape;603;p46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/>
          </a:p>
        </p:txBody>
      </p:sp>
      <p:sp>
        <p:nvSpPr>
          <p:cNvPr id="604" name="Google Shape;604;p4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5" name="Google Shape;605;p4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06" name="Google Shape;606;p46"/>
          <p:cNvCxnSpPr>
            <a:stCxn id="604" idx="5"/>
            <a:endCxn id="605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07" name="Google Shape;607;p4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8" name="Google Shape;608;p4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10" name="Google Shape;610;p46"/>
          <p:cNvCxnSpPr>
            <a:stCxn id="605" idx="7"/>
            <a:endCxn id="60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11" name="Google Shape;611;p46"/>
          <p:cNvCxnSpPr>
            <a:stCxn id="609" idx="1"/>
            <a:endCxn id="60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2" name="Google Shape;612;p46"/>
          <p:cNvCxnSpPr>
            <a:stCxn id="609" idx="3"/>
            <a:endCxn id="60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3" name="Google Shape;613;p46"/>
          <p:cNvCxnSpPr>
            <a:stCxn id="608" idx="1"/>
            <a:endCxn id="607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14" name="Google Shape;614;p46"/>
          <p:cNvCxnSpPr>
            <a:stCxn id="608" idx="2"/>
            <a:endCxn id="605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15" name="Google Shape;615;p46"/>
          <p:cNvCxnSpPr>
            <a:stCxn id="608" idx="0"/>
            <a:endCxn id="605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6" name="Google Shape;616;p46"/>
          <p:cNvCxnSpPr>
            <a:stCxn id="608" idx="7"/>
            <a:endCxn id="607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17" name="Google Shape;617;p46"/>
          <p:cNvCxnSpPr>
            <a:stCxn id="605" idx="1"/>
            <a:endCxn id="604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18" name="Google Shape;618;p46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19" name="Google Shape;619;p46"/>
          <p:cNvCxnSpPr>
            <a:stCxn id="618" idx="0"/>
            <a:endCxn id="605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20" name="Google Shape;620;p46"/>
          <p:cNvCxnSpPr>
            <a:stCxn id="618" idx="2"/>
            <a:endCxn id="604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626" name="Google Shape;626;p4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28" name="Google Shape;628;p4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29" name="Google Shape;629;p47"/>
          <p:cNvCxnSpPr>
            <a:stCxn id="627" idx="5"/>
            <a:endCxn id="628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30" name="Google Shape;630;p4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1" name="Google Shape;631;p4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2" name="Google Shape;632;p4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33" name="Google Shape;633;p47"/>
          <p:cNvCxnSpPr>
            <a:stCxn id="628" idx="7"/>
            <a:endCxn id="63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4" name="Google Shape;634;p47"/>
          <p:cNvCxnSpPr>
            <a:stCxn id="632" idx="1"/>
            <a:endCxn id="63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5" name="Google Shape;635;p47"/>
          <p:cNvCxnSpPr>
            <a:stCxn id="632" idx="3"/>
            <a:endCxn id="63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6" name="Google Shape;636;p47"/>
          <p:cNvCxnSpPr>
            <a:stCxn id="631" idx="1"/>
            <a:endCxn id="630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7" name="Google Shape;637;p47"/>
          <p:cNvCxnSpPr>
            <a:stCxn id="631" idx="2"/>
            <a:endCxn id="628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38" name="Google Shape;638;p47"/>
          <p:cNvCxnSpPr>
            <a:stCxn id="631" idx="0"/>
            <a:endCxn id="628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39" name="Google Shape;639;p47"/>
          <p:cNvCxnSpPr>
            <a:stCxn id="631" idx="7"/>
            <a:endCxn id="630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0" name="Google Shape;640;p47"/>
          <p:cNvCxnSpPr>
            <a:stCxn id="628" idx="1"/>
            <a:endCxn id="627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41" name="Google Shape;641;p47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42" name="Google Shape;642;p47"/>
          <p:cNvCxnSpPr>
            <a:stCxn id="641" idx="0"/>
            <a:endCxn id="628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43" name="Google Shape;643;p47"/>
          <p:cNvCxnSpPr>
            <a:stCxn id="641" idx="2"/>
            <a:endCxn id="627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649" name="Google Shape;649;p48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Nonreciprocal dyads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1" name="Google Shape;651;p4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2" name="Google Shape;652;p48"/>
          <p:cNvCxnSpPr>
            <a:stCxn id="650" idx="5"/>
            <a:endCxn id="651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53" name="Google Shape;653;p4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4" name="Google Shape;654;p4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5" name="Google Shape;655;p4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56" name="Google Shape;656;p48"/>
          <p:cNvCxnSpPr>
            <a:stCxn id="651" idx="7"/>
            <a:endCxn id="65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57" name="Google Shape;657;p48"/>
          <p:cNvCxnSpPr>
            <a:stCxn id="655" idx="1"/>
            <a:endCxn id="65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8" name="Google Shape;658;p48"/>
          <p:cNvCxnSpPr>
            <a:stCxn id="655" idx="3"/>
            <a:endCxn id="65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59" name="Google Shape;659;p48"/>
          <p:cNvCxnSpPr>
            <a:stCxn id="654" idx="1"/>
            <a:endCxn id="653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0" name="Google Shape;660;p48"/>
          <p:cNvCxnSpPr>
            <a:stCxn id="654" idx="2"/>
            <a:endCxn id="651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1" name="Google Shape;661;p48"/>
          <p:cNvCxnSpPr>
            <a:stCxn id="654" idx="0"/>
            <a:endCxn id="651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2" name="Google Shape;662;p48"/>
          <p:cNvCxnSpPr>
            <a:stCxn id="654" idx="7"/>
            <a:endCxn id="653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63" name="Google Shape;663;p48"/>
          <p:cNvCxnSpPr>
            <a:stCxn id="651" idx="1"/>
            <a:endCxn id="650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64" name="Google Shape;664;p48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65" name="Google Shape;665;p48"/>
          <p:cNvCxnSpPr>
            <a:stCxn id="664" idx="0"/>
            <a:endCxn id="651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66" name="Google Shape;666;p48"/>
          <p:cNvCxnSpPr>
            <a:stCxn id="664" idx="2"/>
            <a:endCxn id="650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672" name="Google Shape;672;p4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Nonreciprocal dyads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 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4" name="Google Shape;674;p4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75" name="Google Shape;675;p49"/>
          <p:cNvCxnSpPr>
            <a:stCxn id="673" idx="5"/>
            <a:endCxn id="67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76" name="Google Shape;676;p4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7" name="Google Shape;677;p4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78" name="Google Shape;678;p4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79" name="Google Shape;679;p49"/>
          <p:cNvCxnSpPr>
            <a:stCxn id="674" idx="7"/>
            <a:endCxn id="67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0" name="Google Shape;680;p49"/>
          <p:cNvCxnSpPr>
            <a:stCxn id="678" idx="1"/>
            <a:endCxn id="67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1" name="Google Shape;681;p49"/>
          <p:cNvCxnSpPr>
            <a:stCxn id="678" idx="3"/>
            <a:endCxn id="67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2" name="Google Shape;682;p49"/>
          <p:cNvCxnSpPr>
            <a:stCxn id="677" idx="1"/>
            <a:endCxn id="676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3" name="Google Shape;683;p49"/>
          <p:cNvCxnSpPr>
            <a:stCxn id="677" idx="2"/>
            <a:endCxn id="674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4" name="Google Shape;684;p49"/>
          <p:cNvCxnSpPr>
            <a:stCxn id="677" idx="0"/>
            <a:endCxn id="674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5" name="Google Shape;685;p49"/>
          <p:cNvCxnSpPr>
            <a:stCxn id="677" idx="7"/>
            <a:endCxn id="676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86" name="Google Shape;686;p49"/>
          <p:cNvCxnSpPr>
            <a:stCxn id="674" idx="1"/>
            <a:endCxn id="67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87" name="Google Shape;687;p49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88" name="Google Shape;688;p49"/>
          <p:cNvCxnSpPr>
            <a:stCxn id="687" idx="0"/>
            <a:endCxn id="674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689" name="Google Shape;689;p49"/>
          <p:cNvCxnSpPr>
            <a:stCxn id="687" idx="2"/>
            <a:endCxn id="673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695" name="Google Shape;695;p50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 </a:t>
            </a:r>
            <a:r>
              <a:rPr i="1" lang="en">
                <a:solidFill>
                  <a:srgbClr val="FF0000"/>
                </a:solidFill>
              </a:rPr>
              <a:t>(Mutual)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Nonreciprocal dyads </a:t>
            </a:r>
            <a:r>
              <a:rPr i="1" lang="en">
                <a:solidFill>
                  <a:srgbClr val="FF0000"/>
                </a:solidFill>
              </a:rPr>
              <a:t>(Asymmetric)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 </a:t>
            </a:r>
            <a:r>
              <a:rPr i="1" lang="en">
                <a:solidFill>
                  <a:srgbClr val="FF0000"/>
                </a:solidFill>
              </a:rPr>
              <a:t>(Null)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50"/>
          <p:cNvSpPr/>
          <p:nvPr/>
        </p:nvSpPr>
        <p:spPr>
          <a:xfrm>
            <a:off x="311700" y="3921550"/>
            <a:ext cx="57522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Sometimes people use the terminology in parentheses to refer to the three types of dyads in directed graphs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97" name="Google Shape;697;p5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98" name="Google Shape;698;p5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699" name="Google Shape;699;p50"/>
          <p:cNvCxnSpPr>
            <a:stCxn id="697" idx="5"/>
            <a:endCxn id="698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00" name="Google Shape;700;p5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1" name="Google Shape;701;p5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02" name="Google Shape;702;p5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03" name="Google Shape;703;p50"/>
          <p:cNvCxnSpPr>
            <a:stCxn id="698" idx="7"/>
            <a:endCxn id="70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04" name="Google Shape;704;p50"/>
          <p:cNvCxnSpPr>
            <a:stCxn id="702" idx="1"/>
            <a:endCxn id="70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5" name="Google Shape;705;p50"/>
          <p:cNvCxnSpPr>
            <a:stCxn id="702" idx="3"/>
            <a:endCxn id="70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6" name="Google Shape;706;p50"/>
          <p:cNvCxnSpPr>
            <a:stCxn id="701" idx="1"/>
            <a:endCxn id="700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07" name="Google Shape;707;p50"/>
          <p:cNvCxnSpPr>
            <a:stCxn id="701" idx="2"/>
            <a:endCxn id="698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08" name="Google Shape;708;p50"/>
          <p:cNvCxnSpPr>
            <a:stCxn id="701" idx="0"/>
            <a:endCxn id="698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9" name="Google Shape;709;p50"/>
          <p:cNvCxnSpPr>
            <a:stCxn id="701" idx="7"/>
            <a:endCxn id="700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0" name="Google Shape;710;p50"/>
          <p:cNvCxnSpPr>
            <a:stCxn id="698" idx="1"/>
            <a:endCxn id="697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11" name="Google Shape;711;p50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12" name="Google Shape;712;p50"/>
          <p:cNvCxnSpPr>
            <a:stCxn id="711" idx="0"/>
            <a:endCxn id="698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13" name="Google Shape;713;p50"/>
          <p:cNvCxnSpPr>
            <a:stCxn id="711" idx="2"/>
            <a:endCxn id="697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719" name="Google Shape;719;p5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Reciprocal dyads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M</a:t>
            </a:r>
            <a:r>
              <a:rPr i="1" lang="en">
                <a:solidFill>
                  <a:srgbClr val="FF0000"/>
                </a:solidFill>
              </a:rPr>
              <a:t>utual)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Nonreciprocal dyads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A</a:t>
            </a:r>
            <a:r>
              <a:rPr i="1" lang="en">
                <a:solidFill>
                  <a:srgbClr val="FF0000"/>
                </a:solidFill>
              </a:rPr>
              <a:t>symmetric)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Disconnected dyads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N</a:t>
            </a:r>
            <a:r>
              <a:rPr i="1" lang="en">
                <a:solidFill>
                  <a:srgbClr val="FF0000"/>
                </a:solidFill>
              </a:rPr>
              <a:t>ull)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1"/>
          <p:cNvSpPr/>
          <p:nvPr/>
        </p:nvSpPr>
        <p:spPr>
          <a:xfrm>
            <a:off x="311700" y="392155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alternative terminology is a nice mnemonic because the first letter of the three types of dyads spells MAN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721" name="Google Shape;721;p5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2" name="Google Shape;722;p5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23" name="Google Shape;723;p51"/>
          <p:cNvCxnSpPr>
            <a:stCxn id="721" idx="5"/>
            <a:endCxn id="72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24" name="Google Shape;724;p5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5" name="Google Shape;725;p5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26" name="Google Shape;726;p5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27" name="Google Shape;727;p51"/>
          <p:cNvCxnSpPr>
            <a:stCxn id="722" idx="7"/>
            <a:endCxn id="72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28" name="Google Shape;728;p51"/>
          <p:cNvCxnSpPr>
            <a:stCxn id="726" idx="1"/>
            <a:endCxn id="72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29" name="Google Shape;729;p51"/>
          <p:cNvCxnSpPr>
            <a:stCxn id="726" idx="3"/>
            <a:endCxn id="72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0" name="Google Shape;730;p51"/>
          <p:cNvCxnSpPr>
            <a:stCxn id="725" idx="1"/>
            <a:endCxn id="72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31" name="Google Shape;731;p51"/>
          <p:cNvCxnSpPr>
            <a:stCxn id="725" idx="2"/>
            <a:endCxn id="722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32" name="Google Shape;732;p51"/>
          <p:cNvCxnSpPr>
            <a:stCxn id="725" idx="0"/>
            <a:endCxn id="722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3" name="Google Shape;733;p51"/>
          <p:cNvCxnSpPr>
            <a:stCxn id="725" idx="7"/>
            <a:endCxn id="72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34" name="Google Shape;734;p51"/>
          <p:cNvCxnSpPr>
            <a:stCxn id="722" idx="1"/>
            <a:endCxn id="72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35" name="Google Shape;735;p51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36" name="Google Shape;736;p51"/>
          <p:cNvCxnSpPr>
            <a:stCxn id="735" idx="0"/>
            <a:endCxn id="722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37" name="Google Shape;737;p51"/>
          <p:cNvCxnSpPr>
            <a:stCxn id="735" idx="2"/>
            <a:endCxn id="721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743" name="Google Shape;743;p52"/>
          <p:cNvSpPr txBox="1"/>
          <p:nvPr>
            <p:ph idx="1" type="body"/>
          </p:nvPr>
        </p:nvSpPr>
        <p:spPr>
          <a:xfrm>
            <a:off x="311700" y="1225225"/>
            <a:ext cx="42603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6"/>
                </a:solidFill>
              </a:rPr>
              <a:t>Reciprocal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M</a:t>
            </a:r>
            <a:r>
              <a:rPr i="1" lang="en">
                <a:solidFill>
                  <a:srgbClr val="FF0000"/>
                </a:solidFill>
              </a:rPr>
              <a:t>utual)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5"/>
                </a:solidFill>
              </a:rPr>
              <a:t>Nonreciprocal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A</a:t>
            </a:r>
            <a:r>
              <a:rPr i="1" lang="en">
                <a:solidFill>
                  <a:srgbClr val="FF0000"/>
                </a:solidFill>
              </a:rPr>
              <a:t>symmetric)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4"/>
                </a:solidFill>
              </a:rPr>
              <a:t>Disconnected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N</a:t>
            </a:r>
            <a:r>
              <a:rPr i="1" lang="en">
                <a:solidFill>
                  <a:srgbClr val="FF0000"/>
                </a:solidFill>
              </a:rPr>
              <a:t>ull)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2"/>
          <p:cNvSpPr/>
          <p:nvPr/>
        </p:nvSpPr>
        <p:spPr>
          <a:xfrm>
            <a:off x="874313" y="398273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B	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5" name="Google Shape;745;p52"/>
          <p:cNvSpPr/>
          <p:nvPr/>
        </p:nvSpPr>
        <p:spPr>
          <a:xfrm>
            <a:off x="1458831" y="398272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6" name="Google Shape;746;p52"/>
          <p:cNvCxnSpPr>
            <a:stCxn id="744" idx="7"/>
            <a:endCxn id="745" idx="1"/>
          </p:cNvCxnSpPr>
          <p:nvPr/>
        </p:nvCxnSpPr>
        <p:spPr>
          <a:xfrm>
            <a:off x="1141389" y="402860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7" name="Google Shape;747;p52"/>
          <p:cNvSpPr/>
          <p:nvPr/>
        </p:nvSpPr>
        <p:spPr>
          <a:xfrm>
            <a:off x="2714563" y="4164238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C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48" name="Google Shape;748;p52"/>
          <p:cNvSpPr/>
          <p:nvPr/>
        </p:nvSpPr>
        <p:spPr>
          <a:xfrm>
            <a:off x="2191549" y="370821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49" name="Google Shape;749;p52"/>
          <p:cNvCxnSpPr>
            <a:stCxn id="747" idx="1"/>
            <a:endCxn id="748" idx="5"/>
          </p:cNvCxnSpPr>
          <p:nvPr/>
        </p:nvCxnSpPr>
        <p:spPr>
          <a:xfrm rot="10800000">
            <a:off x="2456778" y="3973353"/>
            <a:ext cx="303300" cy="236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0" name="Google Shape;750;p52"/>
          <p:cNvSpPr txBox="1"/>
          <p:nvPr/>
        </p:nvSpPr>
        <p:spPr>
          <a:xfrm>
            <a:off x="891175" y="452140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51" name="Google Shape;751;p52"/>
          <p:cNvSpPr txBox="1"/>
          <p:nvPr/>
        </p:nvSpPr>
        <p:spPr>
          <a:xfrm>
            <a:off x="2130775" y="452140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52" name="Google Shape;752;p52"/>
          <p:cNvSpPr/>
          <p:nvPr/>
        </p:nvSpPr>
        <p:spPr>
          <a:xfrm>
            <a:off x="4113700" y="3983925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A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3" name="Google Shape;753;p52"/>
          <p:cNvSpPr/>
          <p:nvPr/>
        </p:nvSpPr>
        <p:spPr>
          <a:xfrm>
            <a:off x="3434675" y="3983925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Oxygen"/>
                <a:ea typeface="Oxygen"/>
                <a:cs typeface="Oxygen"/>
                <a:sym typeface="Oxygen"/>
              </a:rPr>
              <a:t>E</a:t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4" name="Google Shape;754;p52"/>
          <p:cNvSpPr txBox="1"/>
          <p:nvPr/>
        </p:nvSpPr>
        <p:spPr>
          <a:xfrm>
            <a:off x="3510400" y="452140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55" name="Google Shape;755;p52"/>
          <p:cNvCxnSpPr>
            <a:stCxn id="744" idx="5"/>
            <a:endCxn id="745" idx="3"/>
          </p:cNvCxnSpPr>
          <p:nvPr/>
        </p:nvCxnSpPr>
        <p:spPr>
          <a:xfrm>
            <a:off x="1141389" y="425006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56" name="Google Shape;756;p5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57" name="Google Shape;757;p5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58" name="Google Shape;758;p52"/>
          <p:cNvCxnSpPr>
            <a:stCxn id="756" idx="5"/>
            <a:endCxn id="757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59" name="Google Shape;759;p5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0" name="Google Shape;760;p5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61" name="Google Shape;761;p5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62" name="Google Shape;762;p52"/>
          <p:cNvCxnSpPr>
            <a:stCxn id="757" idx="7"/>
            <a:endCxn id="75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63" name="Google Shape;763;p52"/>
          <p:cNvCxnSpPr>
            <a:stCxn id="761" idx="1"/>
            <a:endCxn id="75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4" name="Google Shape;764;p52"/>
          <p:cNvCxnSpPr>
            <a:stCxn id="761" idx="3"/>
            <a:endCxn id="76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5" name="Google Shape;765;p52"/>
          <p:cNvCxnSpPr>
            <a:stCxn id="760" idx="1"/>
            <a:endCxn id="759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66" name="Google Shape;766;p52"/>
          <p:cNvCxnSpPr>
            <a:stCxn id="760" idx="2"/>
            <a:endCxn id="757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67" name="Google Shape;767;p52"/>
          <p:cNvCxnSpPr>
            <a:stCxn id="760" idx="0"/>
            <a:endCxn id="757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8" name="Google Shape;768;p52"/>
          <p:cNvCxnSpPr>
            <a:stCxn id="760" idx="7"/>
            <a:endCxn id="759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69" name="Google Shape;769;p52"/>
          <p:cNvCxnSpPr>
            <a:stCxn id="757" idx="1"/>
            <a:endCxn id="756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70" name="Google Shape;770;p52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71" name="Google Shape;771;p52"/>
          <p:cNvCxnSpPr>
            <a:stCxn id="770" idx="0"/>
            <a:endCxn id="757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72" name="Google Shape;772;p52"/>
          <p:cNvCxnSpPr>
            <a:stCxn id="770" idx="2"/>
            <a:endCxn id="756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Directed Graphs</a:t>
            </a:r>
            <a:endParaRPr/>
          </a:p>
        </p:txBody>
      </p:sp>
      <p:sp>
        <p:nvSpPr>
          <p:cNvPr id="778" name="Google Shape;778;p53"/>
          <p:cNvSpPr txBox="1"/>
          <p:nvPr>
            <p:ph idx="1" type="body"/>
          </p:nvPr>
        </p:nvSpPr>
        <p:spPr>
          <a:xfrm>
            <a:off x="311700" y="1225225"/>
            <a:ext cx="42603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there are </a:t>
            </a:r>
            <a:r>
              <a:rPr b="1" lang="en"/>
              <a:t>three</a:t>
            </a:r>
            <a:r>
              <a:rPr lang="en"/>
              <a:t> kinds of </a:t>
            </a:r>
            <a:r>
              <a:rPr b="1" lang="en"/>
              <a:t>dyads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6"/>
                </a:solidFill>
              </a:rPr>
              <a:t>Reciprocal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M</a:t>
            </a:r>
            <a:r>
              <a:rPr i="1" lang="en">
                <a:solidFill>
                  <a:srgbClr val="FF0000"/>
                </a:solidFill>
              </a:rPr>
              <a:t>utual)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Both directed edges 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5"/>
                </a:solidFill>
              </a:rPr>
              <a:t>Nonreciprocal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A</a:t>
            </a:r>
            <a:r>
              <a:rPr i="1" lang="en">
                <a:solidFill>
                  <a:srgbClr val="FF0000"/>
                </a:solidFill>
              </a:rPr>
              <a:t>symmetric)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Only one directed edge present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chemeClr val="accent4"/>
                </a:solidFill>
              </a:rPr>
              <a:t>Disconnected dyads</a:t>
            </a:r>
            <a:r>
              <a:rPr i="1" lang="en"/>
              <a:t> </a:t>
            </a:r>
            <a:r>
              <a:rPr i="1" lang="en">
                <a:solidFill>
                  <a:srgbClr val="FF0000"/>
                </a:solidFill>
              </a:rPr>
              <a:t>(</a:t>
            </a:r>
            <a:r>
              <a:rPr b="1" i="1" lang="en">
                <a:solidFill>
                  <a:srgbClr val="FF0000"/>
                </a:solidFill>
              </a:rPr>
              <a:t>N</a:t>
            </a:r>
            <a:r>
              <a:rPr i="1" lang="en">
                <a:solidFill>
                  <a:srgbClr val="FF0000"/>
                </a:solidFill>
              </a:rPr>
              <a:t>ull)</a:t>
            </a:r>
            <a:endParaRPr i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directed edge present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3"/>
          <p:cNvSpPr/>
          <p:nvPr/>
        </p:nvSpPr>
        <p:spPr>
          <a:xfrm>
            <a:off x="877800" y="397478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0" name="Google Shape;780;p53"/>
          <p:cNvSpPr/>
          <p:nvPr/>
        </p:nvSpPr>
        <p:spPr>
          <a:xfrm>
            <a:off x="1462319" y="3974775"/>
            <a:ext cx="312900" cy="313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81" name="Google Shape;781;p53"/>
          <p:cNvCxnSpPr>
            <a:stCxn id="779" idx="7"/>
            <a:endCxn id="780" idx="1"/>
          </p:cNvCxnSpPr>
          <p:nvPr/>
        </p:nvCxnSpPr>
        <p:spPr>
          <a:xfrm>
            <a:off x="1144877" y="4020652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2" name="Google Shape;782;p53"/>
          <p:cNvSpPr/>
          <p:nvPr/>
        </p:nvSpPr>
        <p:spPr>
          <a:xfrm>
            <a:off x="2138488" y="3975975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3" name="Google Shape;783;p53"/>
          <p:cNvSpPr/>
          <p:nvPr/>
        </p:nvSpPr>
        <p:spPr>
          <a:xfrm>
            <a:off x="2759137" y="3975963"/>
            <a:ext cx="310800" cy="3108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84" name="Google Shape;784;p53"/>
          <p:cNvCxnSpPr>
            <a:stCxn id="782" idx="6"/>
            <a:endCxn id="783" idx="2"/>
          </p:cNvCxnSpPr>
          <p:nvPr/>
        </p:nvCxnSpPr>
        <p:spPr>
          <a:xfrm>
            <a:off x="2449288" y="4131375"/>
            <a:ext cx="3099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5" name="Google Shape;785;p53"/>
          <p:cNvSpPr txBox="1"/>
          <p:nvPr/>
        </p:nvSpPr>
        <p:spPr>
          <a:xfrm>
            <a:off x="894663" y="4513450"/>
            <a:ext cx="8637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Mutual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86" name="Google Shape;786;p53"/>
          <p:cNvSpPr txBox="1"/>
          <p:nvPr/>
        </p:nvSpPr>
        <p:spPr>
          <a:xfrm>
            <a:off x="2134263" y="4513450"/>
            <a:ext cx="9399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Asymmetric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87" name="Google Shape;787;p53"/>
          <p:cNvSpPr/>
          <p:nvPr/>
        </p:nvSpPr>
        <p:spPr>
          <a:xfrm>
            <a:off x="4117188" y="3975975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8" name="Google Shape;788;p53"/>
          <p:cNvSpPr/>
          <p:nvPr/>
        </p:nvSpPr>
        <p:spPr>
          <a:xfrm>
            <a:off x="3438163" y="3975975"/>
            <a:ext cx="310800" cy="3108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89" name="Google Shape;789;p53"/>
          <p:cNvSpPr txBox="1"/>
          <p:nvPr/>
        </p:nvSpPr>
        <p:spPr>
          <a:xfrm>
            <a:off x="3513888" y="4513450"/>
            <a:ext cx="8013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Null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790" name="Google Shape;790;p53"/>
          <p:cNvCxnSpPr>
            <a:stCxn id="779" idx="5"/>
            <a:endCxn id="780" idx="3"/>
          </p:cNvCxnSpPr>
          <p:nvPr/>
        </p:nvCxnSpPr>
        <p:spPr>
          <a:xfrm>
            <a:off x="1144877" y="4242118"/>
            <a:ext cx="3633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91" name="Google Shape;791;p5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2" name="Google Shape;792;p5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93" name="Google Shape;793;p53"/>
          <p:cNvCxnSpPr>
            <a:stCxn id="791" idx="5"/>
            <a:endCxn id="79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794" name="Google Shape;794;p5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5" name="Google Shape;795;p5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796" name="Google Shape;796;p5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accent5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797" name="Google Shape;797;p53"/>
          <p:cNvCxnSpPr>
            <a:stCxn id="792" idx="7"/>
            <a:endCxn id="79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798" name="Google Shape;798;p53"/>
          <p:cNvCxnSpPr>
            <a:stCxn id="796" idx="1"/>
            <a:endCxn id="79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99" name="Google Shape;799;p53"/>
          <p:cNvCxnSpPr>
            <a:stCxn id="796" idx="3"/>
            <a:endCxn id="79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0" name="Google Shape;800;p53"/>
          <p:cNvCxnSpPr>
            <a:stCxn id="795" idx="1"/>
            <a:endCxn id="79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01" name="Google Shape;801;p53"/>
          <p:cNvCxnSpPr>
            <a:stCxn id="795" idx="2"/>
            <a:endCxn id="792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02" name="Google Shape;802;p53"/>
          <p:cNvCxnSpPr>
            <a:stCxn id="795" idx="0"/>
            <a:endCxn id="792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3" name="Google Shape;803;p53"/>
          <p:cNvCxnSpPr>
            <a:stCxn id="795" idx="7"/>
            <a:endCxn id="79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04" name="Google Shape;804;p53"/>
          <p:cNvCxnSpPr>
            <a:stCxn id="792" idx="1"/>
            <a:endCxn id="79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805" name="Google Shape;805;p53"/>
          <p:cNvSpPr/>
          <p:nvPr/>
        </p:nvSpPr>
        <p:spPr>
          <a:xfrm>
            <a:off x="5975850" y="3674175"/>
            <a:ext cx="601200" cy="6012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F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06" name="Google Shape;806;p53"/>
          <p:cNvCxnSpPr>
            <a:stCxn id="805" idx="0"/>
            <a:endCxn id="792" idx="4"/>
          </p:cNvCxnSpPr>
          <p:nvPr/>
        </p:nvCxnSpPr>
        <p:spPr>
          <a:xfrm rot="10800000">
            <a:off x="6276450" y="3202875"/>
            <a:ext cx="0" cy="47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807" name="Google Shape;807;p53"/>
          <p:cNvCxnSpPr>
            <a:stCxn id="805" idx="2"/>
            <a:endCxn id="791" idx="5"/>
          </p:cNvCxnSpPr>
          <p:nvPr/>
        </p:nvCxnSpPr>
        <p:spPr>
          <a:xfrm rot="10800000">
            <a:off x="5148150" y="3114675"/>
            <a:ext cx="827700" cy="86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Triads</a:t>
            </a:r>
            <a:r>
              <a:rPr lang="en"/>
              <a:t> in Directed Graphs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818" name="Google Shape;818;p55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824" name="Google Shape;824;p56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56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6" name="Google Shape;826;p56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7" name="Google Shape;827;p56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7"/>
          <p:cNvSpPr/>
          <p:nvPr/>
        </p:nvSpPr>
        <p:spPr>
          <a:xfrm rot="3379568">
            <a:off x="6040220" y="2026221"/>
            <a:ext cx="3532054" cy="1376461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33" name="Google Shape;833;p57"/>
          <p:cNvSpPr/>
          <p:nvPr/>
        </p:nvSpPr>
        <p:spPr>
          <a:xfrm rot="1460">
            <a:off x="5506745" y="3095804"/>
            <a:ext cx="3532200" cy="1376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34" name="Google Shape;834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835" name="Google Shape;835;p57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57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7" name="Google Shape;837;p57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8" name="Google Shape;838;p57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9" name="Google Shape;839;p57"/>
          <p:cNvSpPr/>
          <p:nvPr/>
        </p:nvSpPr>
        <p:spPr>
          <a:xfrm rot="-3508122">
            <a:off x="4870059" y="2076554"/>
            <a:ext cx="3531981" cy="1376544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8"/>
          <p:cNvSpPr/>
          <p:nvPr/>
        </p:nvSpPr>
        <p:spPr>
          <a:xfrm rot="3379568">
            <a:off x="6040220" y="2026221"/>
            <a:ext cx="3532054" cy="1376461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45" name="Google Shape;845;p58"/>
          <p:cNvSpPr/>
          <p:nvPr/>
        </p:nvSpPr>
        <p:spPr>
          <a:xfrm rot="1460">
            <a:off x="5506745" y="3095804"/>
            <a:ext cx="3532200" cy="1376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46" name="Google Shape;846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847" name="Google Shape;847;p58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each of those three dyads can either be </a:t>
            </a:r>
            <a:r>
              <a:rPr b="1" lang="en"/>
              <a:t>M</a:t>
            </a:r>
            <a:r>
              <a:rPr lang="en"/>
              <a:t>utual, </a:t>
            </a:r>
            <a:r>
              <a:rPr b="1" lang="en"/>
              <a:t>A</a:t>
            </a:r>
            <a:r>
              <a:rPr lang="en"/>
              <a:t>symmetric or </a:t>
            </a:r>
            <a:r>
              <a:rPr b="1" lang="en"/>
              <a:t>N</a:t>
            </a:r>
            <a:r>
              <a:rPr lang="en"/>
              <a:t>ull!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58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49" name="Google Shape;849;p58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0" name="Google Shape;850;p58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1" name="Google Shape;851;p58"/>
          <p:cNvSpPr/>
          <p:nvPr/>
        </p:nvSpPr>
        <p:spPr>
          <a:xfrm rot="-3508122">
            <a:off x="4870059" y="2076554"/>
            <a:ext cx="3531981" cy="1376544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9"/>
          <p:cNvSpPr/>
          <p:nvPr/>
        </p:nvSpPr>
        <p:spPr>
          <a:xfrm rot="3379730">
            <a:off x="6040091" y="2026370"/>
            <a:ext cx="3532303" cy="1376461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2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57" name="Google Shape;857;p59"/>
          <p:cNvSpPr/>
          <p:nvPr/>
        </p:nvSpPr>
        <p:spPr>
          <a:xfrm rot="1460">
            <a:off x="5506745" y="3095804"/>
            <a:ext cx="3532200" cy="1376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3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58" name="Google Shape;858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859" name="Google Shape;859;p59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each of those three dyads can either be </a:t>
            </a:r>
            <a:r>
              <a:rPr b="1" lang="en"/>
              <a:t>M</a:t>
            </a:r>
            <a:r>
              <a:rPr lang="en"/>
              <a:t>utual, </a:t>
            </a:r>
            <a:r>
              <a:rPr b="1" lang="en"/>
              <a:t>A</a:t>
            </a:r>
            <a:r>
              <a:rPr lang="en"/>
              <a:t>symmetric or </a:t>
            </a:r>
            <a:r>
              <a:rPr b="1" lang="en"/>
              <a:t>N</a:t>
            </a:r>
            <a:r>
              <a:rPr lang="en"/>
              <a:t>ull!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the possible combinations define the types of directed triads!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59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1" name="Google Shape;861;p59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2" name="Google Shape;862;p59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63" name="Google Shape;863;p59"/>
          <p:cNvSpPr/>
          <p:nvPr/>
        </p:nvSpPr>
        <p:spPr>
          <a:xfrm rot="-3508122">
            <a:off x="4870059" y="2076554"/>
            <a:ext cx="3531981" cy="1376544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1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Directed Triads</a:t>
            </a:r>
            <a:endParaRPr/>
          </a:p>
        </p:txBody>
      </p:sp>
      <p:sp>
        <p:nvSpPr>
          <p:cNvPr id="869" name="Google Shape;869;p60"/>
          <p:cNvSpPr txBox="1"/>
          <p:nvPr>
            <p:ph idx="1" type="body"/>
          </p:nvPr>
        </p:nvSpPr>
        <p:spPr>
          <a:xfrm>
            <a:off x="311700" y="1225225"/>
            <a:ext cx="5486400" cy="32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an </a:t>
            </a:r>
            <a:r>
              <a:rPr b="1" lang="en"/>
              <a:t>undirected</a:t>
            </a:r>
            <a:r>
              <a:rPr lang="en"/>
              <a:t> graph there can be four types of triads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types of triads can there be in a </a:t>
            </a:r>
            <a:r>
              <a:rPr b="1" lang="en"/>
              <a:t>directed</a:t>
            </a:r>
            <a:r>
              <a:rPr lang="en"/>
              <a:t> graph?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work it out!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a triad is composed of three dyads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directed graph each of those three dyads can either be </a:t>
            </a:r>
            <a:r>
              <a:rPr b="1" lang="en"/>
              <a:t>M</a:t>
            </a:r>
            <a:r>
              <a:rPr lang="en"/>
              <a:t>utual, </a:t>
            </a:r>
            <a:r>
              <a:rPr b="1" lang="en"/>
              <a:t>A</a:t>
            </a:r>
            <a:r>
              <a:rPr lang="en"/>
              <a:t>symmetric or </a:t>
            </a:r>
            <a:r>
              <a:rPr b="1" lang="en"/>
              <a:t>N</a:t>
            </a:r>
            <a:r>
              <a:rPr lang="en"/>
              <a:t>ull!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use the MAN notation: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NNN</a:t>
            </a:r>
            <a:r>
              <a:rPr lang="en"/>
              <a:t> is the directed triad with three null dyads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more are there?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60"/>
          <p:cNvSpPr/>
          <p:nvPr/>
        </p:nvSpPr>
        <p:spPr>
          <a:xfrm>
            <a:off x="5649525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B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1" name="Google Shape;871;p60"/>
          <p:cNvSpPr/>
          <p:nvPr/>
        </p:nvSpPr>
        <p:spPr>
          <a:xfrm>
            <a:off x="6914794" y="1378825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A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2" name="Google Shape;872;p60"/>
          <p:cNvSpPr/>
          <p:nvPr/>
        </p:nvSpPr>
        <p:spPr>
          <a:xfrm>
            <a:off x="8174736" y="3426101"/>
            <a:ext cx="716100" cy="715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Oxygen"/>
                <a:ea typeface="Oxygen"/>
                <a:cs typeface="Oxygen"/>
                <a:sym typeface="Oxygen"/>
              </a:rPr>
              <a:t>C</a:t>
            </a:r>
            <a:endParaRPr sz="3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3" name="Google Shape;873;p60"/>
          <p:cNvSpPr txBox="1"/>
          <p:nvPr/>
        </p:nvSpPr>
        <p:spPr>
          <a:xfrm>
            <a:off x="6040750" y="4141900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61"/>
          <p:cNvSpPr/>
          <p:nvPr/>
        </p:nvSpPr>
        <p:spPr>
          <a:xfrm>
            <a:off x="311700" y="3707300"/>
            <a:ext cx="6030300" cy="1212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</a:rPr>
              <a:t>First, t</a:t>
            </a:r>
            <a:r>
              <a:rPr b="1" lang="en">
                <a:solidFill>
                  <a:srgbClr val="FF0000"/>
                </a:solidFill>
              </a:rPr>
              <a:t>here will be directed triads combining one connected dyad with two null dyads: The directed version of the “connected pair”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79" name="Google Shape;879;p61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0" name="Google Shape;880;p61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1" name="Google Shape;881;p61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2" name="Google Shape;882;p61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62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Because there are only two types of connected dyads in a directed graph, there should only be two of these types of triads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888" name="Google Shape;888;p62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89" name="Google Shape;889;p62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0" name="Google Shape;890;p62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1" name="Google Shape;891;p62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92" name="Google Shape;892;p62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3" name="Google Shape;893;p62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4" name="Google Shape;894;p62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5" name="Google Shape;895;p62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6" name="Google Shape;896;p62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7" name="Google Shape;897;p62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8" name="Google Shape;898;p62"/>
          <p:cNvSpPr/>
          <p:nvPr/>
        </p:nvSpPr>
        <p:spPr>
          <a:xfrm>
            <a:off x="311700" y="3707300"/>
            <a:ext cx="6030300" cy="12129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First, there will be directed triads combining one connected dyad with two null dyads: The directed version of the “connected pair”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63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Because there are only two types of connected dyads in a directed graph, there should only be two of these types of triads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04" name="Google Shape;904;p63"/>
          <p:cNvSpPr/>
          <p:nvPr/>
        </p:nvSpPr>
        <p:spPr>
          <a:xfrm>
            <a:off x="311700" y="392155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One will feature one asymmetric dyad and two null dyads (ANN)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05" name="Google Shape;905;p63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6" name="Google Shape;906;p63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7" name="Google Shape;907;p63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08" name="Google Shape;908;p63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09" name="Google Shape;909;p63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0" name="Google Shape;910;p63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1" name="Google Shape;911;p63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2" name="Google Shape;912;p63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3" name="Google Shape;913;p63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4" name="Google Shape;914;p63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5" name="Google Shape;915;p63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16" name="Google Shape;916;p63"/>
          <p:cNvCxnSpPr>
            <a:stCxn id="912" idx="0"/>
            <a:endCxn id="913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4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Because there are only two types of connected dyads in a directed graph, there should only be two of these types of triads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22" name="Google Shape;922;p64"/>
          <p:cNvSpPr/>
          <p:nvPr/>
        </p:nvSpPr>
        <p:spPr>
          <a:xfrm>
            <a:off x="311700" y="392155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other will feature a mutual dyad and two null dyads (MNN)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23" name="Google Shape;923;p64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4" name="Google Shape;924;p64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5" name="Google Shape;925;p64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6" name="Google Shape;926;p64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27" name="Google Shape;927;p64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8" name="Google Shape;928;p64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9" name="Google Shape;929;p64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0" name="Google Shape;930;p64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31" name="Google Shape;931;p64"/>
          <p:cNvCxnSpPr>
            <a:stCxn id="927" idx="0"/>
            <a:endCxn id="928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2" name="Google Shape;932;p64"/>
          <p:cNvCxnSpPr>
            <a:stCxn id="928" idx="4"/>
            <a:endCxn id="927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3" name="Google Shape;933;p64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4" name="Google Shape;934;p64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5" name="Google Shape;935;p64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6" name="Google Shape;936;p64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37" name="Google Shape;937;p64"/>
          <p:cNvCxnSpPr>
            <a:stCxn id="933" idx="0"/>
            <a:endCxn id="934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5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triads featuring two connected dyads and one null dyad: The directed version of the “open triad.”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43" name="Google Shape;943;p65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4" name="Google Shape;944;p65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5" name="Google Shape;945;p65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6" name="Google Shape;946;p65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47" name="Google Shape;947;p65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8" name="Google Shape;948;p65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49" name="Google Shape;949;p65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0" name="Google Shape;950;p65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51" name="Google Shape;951;p65"/>
          <p:cNvCxnSpPr>
            <a:stCxn id="947" idx="0"/>
            <a:endCxn id="948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2" name="Google Shape;952;p65"/>
          <p:cNvCxnSpPr>
            <a:stCxn id="948" idx="4"/>
            <a:endCxn id="947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53" name="Google Shape;953;p65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4" name="Google Shape;954;p65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5" name="Google Shape;955;p65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6" name="Google Shape;956;p65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57" name="Google Shape;957;p65"/>
          <p:cNvCxnSpPr>
            <a:stCxn id="953" idx="0"/>
            <a:endCxn id="954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66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963" name="Google Shape;963;p66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4" name="Google Shape;964;p66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5" name="Google Shape;965;p66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6" name="Google Shape;966;p66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67" name="Google Shape;967;p66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8" name="Google Shape;968;p66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69" name="Google Shape;969;p66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0" name="Google Shape;970;p66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71" name="Google Shape;971;p66"/>
          <p:cNvCxnSpPr>
            <a:stCxn id="967" idx="0"/>
            <a:endCxn id="968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2" name="Google Shape;972;p66"/>
          <p:cNvCxnSpPr>
            <a:stCxn id="968" idx="4"/>
            <a:endCxn id="967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3" name="Google Shape;973;p66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4" name="Google Shape;974;p66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5" name="Google Shape;975;p66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6" name="Google Shape;976;p66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77" name="Google Shape;977;p66"/>
          <p:cNvCxnSpPr>
            <a:stCxn id="973" idx="0"/>
            <a:endCxn id="974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7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3" name="Google Shape;983;p67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4" name="Google Shape;984;p67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5" name="Google Shape;985;p67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986" name="Google Shape;986;p67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7" name="Google Shape;987;p67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8" name="Google Shape;988;p67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89" name="Google Shape;989;p67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0" name="Google Shape;990;p67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1" name="Google Shape;991;p67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2" name="Google Shape;992;p67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93" name="Google Shape;993;p67"/>
          <p:cNvCxnSpPr>
            <a:stCxn id="986" idx="0"/>
            <a:endCxn id="987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94" name="Google Shape;994;p67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995" name="Google Shape;995;p67"/>
          <p:cNvCxnSpPr>
            <a:stCxn id="989" idx="0"/>
            <a:endCxn id="990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6" name="Google Shape;996;p67"/>
          <p:cNvCxnSpPr>
            <a:stCxn id="990" idx="4"/>
            <a:endCxn id="989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97" name="Google Shape;997;p67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8" name="Google Shape;998;p67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9" name="Google Shape;999;p67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0" name="Google Shape;1000;p67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1" name="Google Shape;1001;p67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2" name="Google Shape;1002;p67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3" name="Google Shape;1003;p67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4" name="Google Shape;1004;p67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5" name="Google Shape;1005;p67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06" name="Google Shape;1006;p67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be three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07" name="Google Shape;1007;p67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68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3" name="Google Shape;1013;p68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4" name="Google Shape;1014;p68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5" name="Google Shape;1015;p68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16" name="Google Shape;1016;p68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7" name="Google Shape;1017;p68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8" name="Google Shape;1018;p68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9" name="Google Shape;1019;p68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0" name="Google Shape;1020;p68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1" name="Google Shape;1021;p68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2" name="Google Shape;1022;p68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23" name="Google Shape;1023;p68"/>
          <p:cNvCxnSpPr>
            <a:stCxn id="1016" idx="0"/>
            <a:endCxn id="1017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4" name="Google Shape;1024;p68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25" name="Google Shape;1025;p68"/>
          <p:cNvCxnSpPr>
            <a:stCxn id="1019" idx="0"/>
            <a:endCxn id="1020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6" name="Google Shape;1026;p68"/>
          <p:cNvCxnSpPr>
            <a:stCxn id="1020" idx="4"/>
            <a:endCxn id="1019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7" name="Google Shape;1027;p68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8" name="Google Shape;1028;p68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9" name="Google Shape;1029;p68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0" name="Google Shape;1030;p68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31" name="Google Shape;1031;p68"/>
          <p:cNvCxnSpPr>
            <a:stCxn id="1027" idx="0"/>
            <a:endCxn id="1028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32" name="Google Shape;1032;p68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3" name="Google Shape;1033;p68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4" name="Google Shape;1034;p68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5" name="Google Shape;1035;p68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6" name="Google Shape;1036;p68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7" name="Google Shape;1037;p68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38" name="Google Shape;1038;p68"/>
          <p:cNvCxnSpPr>
            <a:stCxn id="1028" idx="5"/>
            <a:endCxn id="1029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39" name="Google Shape;1039;p68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One is called the line triad: ANN(L)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40" name="Google Shape;1040;p68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9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6" name="Google Shape;1046;p69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7" name="Google Shape;1047;p69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8" name="Google Shape;1048;p69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49" name="Google Shape;1049;p69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0" name="Google Shape;1050;p69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1" name="Google Shape;1051;p69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2" name="Google Shape;1052;p69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3" name="Google Shape;1053;p69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4" name="Google Shape;1054;p69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5" name="Google Shape;1055;p69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56" name="Google Shape;1056;p69"/>
          <p:cNvCxnSpPr>
            <a:stCxn id="1049" idx="0"/>
            <a:endCxn id="1050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57" name="Google Shape;1057;p69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58" name="Google Shape;1058;p69"/>
          <p:cNvCxnSpPr>
            <a:stCxn id="1052" idx="0"/>
            <a:endCxn id="1053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59" name="Google Shape;1059;p69"/>
          <p:cNvCxnSpPr>
            <a:stCxn id="1053" idx="4"/>
            <a:endCxn id="1052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60" name="Google Shape;1060;p69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1" name="Google Shape;1061;p69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2" name="Google Shape;1062;p69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3" name="Google Shape;1063;p69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64" name="Google Shape;1064;p69"/>
          <p:cNvCxnSpPr>
            <a:stCxn id="1060" idx="0"/>
            <a:endCxn id="1061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5" name="Google Shape;1065;p69"/>
          <p:cNvCxnSpPr>
            <a:stCxn id="1061" idx="5"/>
            <a:endCxn id="1062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66" name="Google Shape;1066;p69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third one is called the out-star: ANN(O)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67" name="Google Shape;1067;p69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8" name="Google Shape;1068;p69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9" name="Google Shape;1069;p69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0" name="Google Shape;1070;p69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71" name="Google Shape;1071;p69"/>
          <p:cNvCxnSpPr>
            <a:stCxn id="1068" idx="5"/>
            <a:endCxn id="1069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72" name="Google Shape;1072;p69"/>
          <p:cNvCxnSpPr>
            <a:stCxn id="1068" idx="3"/>
            <a:endCxn id="1067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73" name="Google Shape;1073;p69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4" name="Google Shape;1074;p69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5" name="Google Shape;1075;p69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6" name="Google Shape;1076;p69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70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2" name="Google Shape;1082;p70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3" name="Google Shape;1083;p70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4" name="Google Shape;1084;p70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85" name="Google Shape;1085;p70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6" name="Google Shape;1086;p70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7" name="Google Shape;1087;p70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8" name="Google Shape;1088;p70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9" name="Google Shape;1089;p70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0" name="Google Shape;1090;p70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1" name="Google Shape;1091;p70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92" name="Google Shape;1092;p70"/>
          <p:cNvCxnSpPr>
            <a:stCxn id="1085" idx="0"/>
            <a:endCxn id="1086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93" name="Google Shape;1093;p70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094" name="Google Shape;1094;p70"/>
          <p:cNvCxnSpPr>
            <a:stCxn id="1088" idx="0"/>
            <a:endCxn id="1089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5" name="Google Shape;1095;p70"/>
          <p:cNvCxnSpPr>
            <a:stCxn id="1089" idx="4"/>
            <a:endCxn id="1088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96" name="Google Shape;1096;p70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7" name="Google Shape;1097;p70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8" name="Google Shape;1098;p70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9" name="Google Shape;1099;p70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00" name="Google Shape;1100;p70"/>
          <p:cNvCxnSpPr>
            <a:stCxn id="1096" idx="0"/>
            <a:endCxn id="1097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1" name="Google Shape;1101;p70"/>
          <p:cNvCxnSpPr>
            <a:stCxn id="1097" idx="5"/>
            <a:endCxn id="1098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02" name="Google Shape;1102;p70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third one is called the in-star: ANN(I)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03" name="Google Shape;1103;p70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4" name="Google Shape;1104;p70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5" name="Google Shape;1105;p70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6" name="Google Shape;1106;p70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07" name="Google Shape;1107;p70"/>
          <p:cNvCxnSpPr>
            <a:stCxn id="1104" idx="5"/>
            <a:endCxn id="1105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8" name="Google Shape;1108;p70"/>
          <p:cNvCxnSpPr>
            <a:stCxn id="1104" idx="3"/>
            <a:endCxn id="1103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09" name="Google Shape;1109;p70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0" name="Google Shape;1110;p70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1" name="Google Shape;1111;p70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2" name="Google Shape;1112;p70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13" name="Google Shape;1113;p70"/>
          <p:cNvCxnSpPr>
            <a:stCxn id="1109" idx="0"/>
            <a:endCxn id="1110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4" name="Google Shape;1114;p70"/>
          <p:cNvCxnSpPr>
            <a:stCxn id="1111" idx="0"/>
            <a:endCxn id="1110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15" name="Google Shape;1115;p70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Let’s start with open directed triads where the two connected dyads are asymmetric: AAN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71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1" name="Google Shape;1121;p71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2" name="Google Shape;1122;p71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3" name="Google Shape;1123;p71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24" name="Google Shape;1124;p71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5" name="Google Shape;1125;p71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6" name="Google Shape;1126;p71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7" name="Google Shape;1127;p71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8" name="Google Shape;1128;p71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9" name="Google Shape;1129;p71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0" name="Google Shape;1130;p71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31" name="Google Shape;1131;p71"/>
          <p:cNvCxnSpPr>
            <a:stCxn id="1124" idx="0"/>
            <a:endCxn id="1125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32" name="Google Shape;1132;p71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33" name="Google Shape;1133;p71"/>
          <p:cNvCxnSpPr>
            <a:stCxn id="1127" idx="0"/>
            <a:endCxn id="1128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4" name="Google Shape;1134;p71"/>
          <p:cNvCxnSpPr>
            <a:stCxn id="1128" idx="4"/>
            <a:endCxn id="1127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35" name="Google Shape;1135;p71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6" name="Google Shape;1136;p71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7" name="Google Shape;1137;p71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38" name="Google Shape;1138;p71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39" name="Google Shape;1139;p71"/>
          <p:cNvCxnSpPr>
            <a:stCxn id="1135" idx="0"/>
            <a:endCxn id="1136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0" name="Google Shape;1140;p71"/>
          <p:cNvCxnSpPr>
            <a:stCxn id="1136" idx="5"/>
            <a:endCxn id="1137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41" name="Google Shape;1141;p71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open directed triads featuring one of each dyad: A mutual, asymmetric and null: MAN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42" name="Google Shape;1142;p71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3" name="Google Shape;1143;p71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4" name="Google Shape;1144;p71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5" name="Google Shape;1145;p71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46" name="Google Shape;1146;p71"/>
          <p:cNvCxnSpPr>
            <a:stCxn id="1143" idx="5"/>
            <a:endCxn id="1144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7" name="Google Shape;1147;p71"/>
          <p:cNvCxnSpPr>
            <a:stCxn id="1143" idx="3"/>
            <a:endCxn id="1142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48" name="Google Shape;1148;p71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9" name="Google Shape;1149;p71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0" name="Google Shape;1150;p71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1" name="Google Shape;1151;p71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52" name="Google Shape;1152;p71"/>
          <p:cNvCxnSpPr>
            <a:stCxn id="1148" idx="0"/>
            <a:endCxn id="1149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3" name="Google Shape;1153;p71"/>
          <p:cNvCxnSpPr>
            <a:stCxn id="1150" idx="0"/>
            <a:endCxn id="1149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72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9" name="Google Shape;1159;p72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0" name="Google Shape;1160;p72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1" name="Google Shape;1161;p72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62" name="Google Shape;1162;p72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3" name="Google Shape;1163;p72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4" name="Google Shape;1164;p72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5" name="Google Shape;1165;p72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6" name="Google Shape;1166;p72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7" name="Google Shape;1167;p72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8" name="Google Shape;1168;p72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69" name="Google Shape;1169;p72"/>
          <p:cNvCxnSpPr>
            <a:stCxn id="1162" idx="0"/>
            <a:endCxn id="1163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70" name="Google Shape;1170;p72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71" name="Google Shape;1171;p72"/>
          <p:cNvCxnSpPr>
            <a:stCxn id="1165" idx="0"/>
            <a:endCxn id="1166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72" name="Google Shape;1172;p72"/>
          <p:cNvCxnSpPr>
            <a:stCxn id="1166" idx="4"/>
            <a:endCxn id="1165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73" name="Google Shape;1173;p72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4" name="Google Shape;1174;p72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5" name="Google Shape;1175;p72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6" name="Google Shape;1176;p72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77" name="Google Shape;1177;p72"/>
          <p:cNvCxnSpPr>
            <a:stCxn id="1173" idx="0"/>
            <a:endCxn id="1174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78" name="Google Shape;1178;p72"/>
          <p:cNvCxnSpPr>
            <a:stCxn id="1174" idx="5"/>
            <a:endCxn id="1175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79" name="Google Shape;1179;p72"/>
          <p:cNvSpPr/>
          <p:nvPr/>
        </p:nvSpPr>
        <p:spPr>
          <a:xfrm>
            <a:off x="1752225" y="26611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open directed triads featuring one of each dyad: A mutual, asymmetric and null: MAN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80" name="Google Shape;1180;p72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1" name="Google Shape;1181;p72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2" name="Google Shape;1182;p72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3" name="Google Shape;1183;p72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84" name="Google Shape;1184;p72"/>
          <p:cNvCxnSpPr>
            <a:stCxn id="1181" idx="5"/>
            <a:endCxn id="1182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85" name="Google Shape;1185;p72"/>
          <p:cNvCxnSpPr>
            <a:stCxn id="1181" idx="3"/>
            <a:endCxn id="1180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86" name="Google Shape;1186;p72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7" name="Google Shape;1187;p72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8" name="Google Shape;1188;p72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9" name="Google Shape;1189;p72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190" name="Google Shape;1190;p72"/>
          <p:cNvCxnSpPr>
            <a:stCxn id="1186" idx="0"/>
            <a:endCxn id="1187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1" name="Google Shape;1191;p72"/>
          <p:cNvCxnSpPr>
            <a:stCxn id="1188" idx="0"/>
            <a:endCxn id="1187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92" name="Google Shape;1192;p72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be two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93" name="Google Shape;1193;p72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4" name="Google Shape;1194;p72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5" name="Google Shape;1195;p72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6" name="Google Shape;1196;p72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197" name="Google Shape;1197;p72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8" name="Google Shape;1198;p72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9" name="Google Shape;1199;p72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0" name="Google Shape;1200;p72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01" name="Google Shape;1201;p72"/>
          <p:cNvCxnSpPr>
            <a:stCxn id="1193" idx="0"/>
            <a:endCxn id="1194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2" name="Google Shape;1202;p72"/>
          <p:cNvCxnSpPr>
            <a:stCxn id="1194" idx="4"/>
            <a:endCxn id="1193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3" name="Google Shape;1203;p72"/>
          <p:cNvCxnSpPr>
            <a:stCxn id="1193" idx="6"/>
            <a:endCxn id="1195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4" name="Google Shape;1204;p72"/>
          <p:cNvCxnSpPr>
            <a:stCxn id="1197" idx="6"/>
            <a:endCxn id="1199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05" name="Google Shape;1205;p72"/>
          <p:cNvCxnSpPr>
            <a:stCxn id="1198" idx="4"/>
            <a:endCxn id="1197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6" name="Google Shape;1206;p72"/>
          <p:cNvCxnSpPr>
            <a:stCxn id="1197" idx="0"/>
            <a:endCxn id="1198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73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2" name="Google Shape;1212;p73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3" name="Google Shape;1213;p73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4" name="Google Shape;1214;p73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15" name="Google Shape;1215;p73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6" name="Google Shape;1216;p73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7" name="Google Shape;1217;p73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8" name="Google Shape;1218;p73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9" name="Google Shape;1219;p73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0" name="Google Shape;1220;p73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1" name="Google Shape;1221;p73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22" name="Google Shape;1222;p73"/>
          <p:cNvCxnSpPr>
            <a:stCxn id="1215" idx="0"/>
            <a:endCxn id="1216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23" name="Google Shape;1223;p73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24" name="Google Shape;1224;p73"/>
          <p:cNvCxnSpPr>
            <a:stCxn id="1218" idx="0"/>
            <a:endCxn id="1219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5" name="Google Shape;1225;p73"/>
          <p:cNvCxnSpPr>
            <a:stCxn id="1219" idx="4"/>
            <a:endCxn id="1218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26" name="Google Shape;1226;p73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7" name="Google Shape;1227;p73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8" name="Google Shape;1228;p73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9" name="Google Shape;1229;p73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30" name="Google Shape;1230;p73"/>
          <p:cNvCxnSpPr>
            <a:stCxn id="1226" idx="0"/>
            <a:endCxn id="1227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31" name="Google Shape;1231;p73"/>
          <p:cNvCxnSpPr>
            <a:stCxn id="1227" idx="5"/>
            <a:endCxn id="1228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32" name="Google Shape;1232;p73"/>
          <p:cNvSpPr/>
          <p:nvPr/>
        </p:nvSpPr>
        <p:spPr>
          <a:xfrm>
            <a:off x="3286825" y="26630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open directed triads featuring two mutual dyads: MMN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33" name="Google Shape;1233;p73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4" name="Google Shape;1234;p73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5" name="Google Shape;1235;p73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6" name="Google Shape;1236;p73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37" name="Google Shape;1237;p73"/>
          <p:cNvCxnSpPr>
            <a:stCxn id="1234" idx="5"/>
            <a:endCxn id="1235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38" name="Google Shape;1238;p73"/>
          <p:cNvCxnSpPr>
            <a:stCxn id="1234" idx="3"/>
            <a:endCxn id="1233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39" name="Google Shape;1239;p73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0" name="Google Shape;1240;p73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1" name="Google Shape;1241;p73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2" name="Google Shape;1242;p73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43" name="Google Shape;1243;p73"/>
          <p:cNvCxnSpPr>
            <a:stCxn id="1239" idx="0"/>
            <a:endCxn id="1240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44" name="Google Shape;1244;p73"/>
          <p:cNvCxnSpPr>
            <a:stCxn id="1241" idx="0"/>
            <a:endCxn id="1240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45" name="Google Shape;1245;p73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6" name="Google Shape;1246;p73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7" name="Google Shape;1247;p73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8" name="Google Shape;1248;p73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49" name="Google Shape;1249;p73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0" name="Google Shape;1250;p73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1" name="Google Shape;1251;p73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2" name="Google Shape;1252;p73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53" name="Google Shape;1253;p73"/>
          <p:cNvCxnSpPr>
            <a:stCxn id="1245" idx="0"/>
            <a:endCxn id="1246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4" name="Google Shape;1254;p73"/>
          <p:cNvCxnSpPr>
            <a:stCxn id="1246" idx="4"/>
            <a:endCxn id="1245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5" name="Google Shape;1255;p73"/>
          <p:cNvCxnSpPr>
            <a:stCxn id="1245" idx="6"/>
            <a:endCxn id="1247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6" name="Google Shape;1256;p73"/>
          <p:cNvCxnSpPr>
            <a:stCxn id="1249" idx="6"/>
            <a:endCxn id="1251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57" name="Google Shape;1257;p73"/>
          <p:cNvCxnSpPr>
            <a:stCxn id="1250" idx="4"/>
            <a:endCxn id="1249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8" name="Google Shape;1258;p73"/>
          <p:cNvCxnSpPr>
            <a:stCxn id="1249" idx="0"/>
            <a:endCxn id="1250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74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4" name="Google Shape;1264;p74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5" name="Google Shape;1265;p74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6" name="Google Shape;1266;p74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267" name="Google Shape;1267;p74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8" name="Google Shape;1268;p74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9" name="Google Shape;1269;p74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0" name="Google Shape;1270;p74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1" name="Google Shape;1271;p74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2" name="Google Shape;1272;p74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3" name="Google Shape;1273;p74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74" name="Google Shape;1274;p74"/>
          <p:cNvCxnSpPr>
            <a:stCxn id="1267" idx="0"/>
            <a:endCxn id="1268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75" name="Google Shape;1275;p74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76" name="Google Shape;1276;p74"/>
          <p:cNvCxnSpPr>
            <a:stCxn id="1270" idx="0"/>
            <a:endCxn id="1271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7" name="Google Shape;1277;p74"/>
          <p:cNvCxnSpPr>
            <a:stCxn id="1271" idx="4"/>
            <a:endCxn id="1270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78" name="Google Shape;1278;p74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9" name="Google Shape;1279;p74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0" name="Google Shape;1280;p74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1" name="Google Shape;1281;p74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82" name="Google Shape;1282;p74"/>
          <p:cNvCxnSpPr>
            <a:stCxn id="1278" idx="0"/>
            <a:endCxn id="1279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3" name="Google Shape;1283;p74"/>
          <p:cNvCxnSpPr>
            <a:stCxn id="1279" idx="5"/>
            <a:endCxn id="1280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84" name="Google Shape;1284;p74"/>
          <p:cNvSpPr/>
          <p:nvPr/>
        </p:nvSpPr>
        <p:spPr>
          <a:xfrm>
            <a:off x="3286825" y="2663000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should be open directed triads featuring two mutual dyads: MMN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85" name="Google Shape;1285;p74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6" name="Google Shape;1286;p74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7" name="Google Shape;1287;p74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8" name="Google Shape;1288;p74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89" name="Google Shape;1289;p74"/>
          <p:cNvCxnSpPr>
            <a:stCxn id="1286" idx="5"/>
            <a:endCxn id="1287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90" name="Google Shape;1290;p74"/>
          <p:cNvCxnSpPr>
            <a:stCxn id="1286" idx="3"/>
            <a:endCxn id="1285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91" name="Google Shape;1291;p74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2" name="Google Shape;1292;p74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3" name="Google Shape;1293;p74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4" name="Google Shape;1294;p74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295" name="Google Shape;1295;p74"/>
          <p:cNvCxnSpPr>
            <a:stCxn id="1291" idx="0"/>
            <a:endCxn id="1292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96" name="Google Shape;1296;p74"/>
          <p:cNvCxnSpPr>
            <a:stCxn id="1293" idx="0"/>
            <a:endCxn id="1292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97" name="Google Shape;1297;p74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8" name="Google Shape;1298;p74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9" name="Google Shape;1299;p74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0" name="Google Shape;1300;p74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01" name="Google Shape;1301;p74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2" name="Google Shape;1302;p74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3" name="Google Shape;1303;p74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4" name="Google Shape;1304;p74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05" name="Google Shape;1305;p74"/>
          <p:cNvCxnSpPr>
            <a:stCxn id="1297" idx="0"/>
            <a:endCxn id="1298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6" name="Google Shape;1306;p74"/>
          <p:cNvCxnSpPr>
            <a:stCxn id="1298" idx="4"/>
            <a:endCxn id="1297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7" name="Google Shape;1307;p74"/>
          <p:cNvCxnSpPr>
            <a:stCxn id="1297" idx="6"/>
            <a:endCxn id="1299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8" name="Google Shape;1308;p74"/>
          <p:cNvCxnSpPr>
            <a:stCxn id="1301" idx="6"/>
            <a:endCxn id="1303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09" name="Google Shape;1309;p74"/>
          <p:cNvCxnSpPr>
            <a:stCxn id="1302" idx="4"/>
            <a:endCxn id="1301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0" name="Google Shape;1310;p74"/>
          <p:cNvCxnSpPr>
            <a:stCxn id="1301" idx="0"/>
            <a:endCxn id="1302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11" name="Google Shape;1311;p74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There’s only one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12" name="Google Shape;1312;p74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3" name="Google Shape;1313;p74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4" name="Google Shape;1314;p74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5" name="Google Shape;1315;p74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16" name="Google Shape;1316;p74"/>
          <p:cNvCxnSpPr>
            <a:stCxn id="1312" idx="0"/>
            <a:endCxn id="1313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7" name="Google Shape;1317;p74"/>
          <p:cNvCxnSpPr>
            <a:stCxn id="1313" idx="5"/>
            <a:endCxn id="1314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8" name="Google Shape;1318;p74"/>
          <p:cNvCxnSpPr>
            <a:stCxn id="1312" idx="7"/>
            <a:endCxn id="1313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19" name="Google Shape;1319;p74"/>
          <p:cNvCxnSpPr>
            <a:stCxn id="1314" idx="1"/>
            <a:endCxn id="1313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75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5" name="Google Shape;1325;p75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6" name="Google Shape;1326;p75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7" name="Google Shape;1327;p75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28" name="Google Shape;1328;p75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9" name="Google Shape;1329;p75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0" name="Google Shape;1330;p75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1" name="Google Shape;1331;p75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2" name="Google Shape;1332;p75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3" name="Google Shape;1333;p75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4" name="Google Shape;1334;p75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35" name="Google Shape;1335;p75"/>
          <p:cNvCxnSpPr>
            <a:stCxn id="1328" idx="0"/>
            <a:endCxn id="1329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36" name="Google Shape;1336;p75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37" name="Google Shape;1337;p75"/>
          <p:cNvCxnSpPr>
            <a:stCxn id="1331" idx="0"/>
            <a:endCxn id="1332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8" name="Google Shape;1338;p75"/>
          <p:cNvCxnSpPr>
            <a:stCxn id="1332" idx="4"/>
            <a:endCxn id="1331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39" name="Google Shape;1339;p75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0" name="Google Shape;1340;p75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1" name="Google Shape;1341;p75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2" name="Google Shape;1342;p75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43" name="Google Shape;1343;p75"/>
          <p:cNvCxnSpPr>
            <a:stCxn id="1339" idx="0"/>
            <a:endCxn id="1340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4" name="Google Shape;1344;p75"/>
          <p:cNvCxnSpPr>
            <a:stCxn id="1340" idx="5"/>
            <a:endCxn id="1341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45" name="Google Shape;1345;p75"/>
          <p:cNvSpPr/>
          <p:nvPr/>
        </p:nvSpPr>
        <p:spPr>
          <a:xfrm>
            <a:off x="1752225" y="3775625"/>
            <a:ext cx="5751600" cy="9987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all the open directed triads!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46" name="Google Shape;1346;p75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7" name="Google Shape;1347;p75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8" name="Google Shape;1348;p75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9" name="Google Shape;1349;p75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50" name="Google Shape;1350;p75"/>
          <p:cNvCxnSpPr>
            <a:stCxn id="1346" idx="0"/>
            <a:endCxn id="1347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51" name="Google Shape;1351;p75"/>
          <p:cNvCxnSpPr>
            <a:stCxn id="1347" idx="5"/>
            <a:endCxn id="1348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52" name="Google Shape;1352;p75"/>
          <p:cNvCxnSpPr>
            <a:stCxn id="1346" idx="7"/>
            <a:endCxn id="1347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53" name="Google Shape;1353;p75"/>
          <p:cNvCxnSpPr>
            <a:stCxn id="1348" idx="1"/>
            <a:endCxn id="1347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54" name="Google Shape;1354;p75"/>
          <p:cNvSpPr/>
          <p:nvPr/>
        </p:nvSpPr>
        <p:spPr>
          <a:xfrm>
            <a:off x="1623775" y="2571650"/>
            <a:ext cx="1478700" cy="12723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75"/>
          <p:cNvSpPr/>
          <p:nvPr/>
        </p:nvSpPr>
        <p:spPr>
          <a:xfrm>
            <a:off x="6025075" y="0"/>
            <a:ext cx="1478700" cy="12993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75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7" name="Google Shape;1357;p75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8" name="Google Shape;1358;p75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9" name="Google Shape;1359;p75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60" name="Google Shape;1360;p75"/>
          <p:cNvCxnSpPr>
            <a:stCxn id="1357" idx="5"/>
            <a:endCxn id="1358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1" name="Google Shape;1361;p75"/>
          <p:cNvCxnSpPr>
            <a:stCxn id="1357" idx="3"/>
            <a:endCxn id="1356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62" name="Google Shape;1362;p75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3" name="Google Shape;1363;p75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4" name="Google Shape;1364;p75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5" name="Google Shape;1365;p75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66" name="Google Shape;1366;p75"/>
          <p:cNvCxnSpPr>
            <a:stCxn id="1362" idx="0"/>
            <a:endCxn id="1363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7" name="Google Shape;1367;p75"/>
          <p:cNvCxnSpPr>
            <a:stCxn id="1364" idx="0"/>
            <a:endCxn id="1363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68" name="Google Shape;1368;p75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9" name="Google Shape;1369;p75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0" name="Google Shape;1370;p75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1" name="Google Shape;1371;p75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72" name="Google Shape;1372;p75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3" name="Google Shape;1373;p75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4" name="Google Shape;1374;p75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75" name="Google Shape;1375;p75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76" name="Google Shape;1376;p75"/>
          <p:cNvCxnSpPr>
            <a:stCxn id="1368" idx="0"/>
            <a:endCxn id="1369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77" name="Google Shape;1377;p75"/>
          <p:cNvCxnSpPr>
            <a:stCxn id="1369" idx="4"/>
            <a:endCxn id="1368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78" name="Google Shape;1378;p75"/>
          <p:cNvCxnSpPr>
            <a:stCxn id="1368" idx="6"/>
            <a:endCxn id="1370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79" name="Google Shape;1379;p75"/>
          <p:cNvCxnSpPr>
            <a:stCxn id="1372" idx="6"/>
            <a:endCxn id="1374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80" name="Google Shape;1380;p75"/>
          <p:cNvCxnSpPr>
            <a:stCxn id="1373" idx="4"/>
            <a:endCxn id="1372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1" name="Google Shape;1381;p75"/>
          <p:cNvCxnSpPr>
            <a:stCxn id="1372" idx="0"/>
            <a:endCxn id="1373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82" name="Google Shape;1382;p75"/>
          <p:cNvSpPr/>
          <p:nvPr/>
        </p:nvSpPr>
        <p:spPr>
          <a:xfrm>
            <a:off x="1623775" y="1299350"/>
            <a:ext cx="5880000" cy="12723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76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8" name="Google Shape;1388;p76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9" name="Google Shape;1389;p76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0" name="Google Shape;1390;p76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91" name="Google Shape;1391;p76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2" name="Google Shape;1392;p76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3" name="Google Shape;1393;p76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4" name="Google Shape;1394;p76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5" name="Google Shape;1395;p76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6" name="Google Shape;1396;p76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7" name="Google Shape;1397;p76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398" name="Google Shape;1398;p76"/>
          <p:cNvCxnSpPr>
            <a:stCxn id="1391" idx="0"/>
            <a:endCxn id="1392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99" name="Google Shape;1399;p76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00" name="Google Shape;1400;p76"/>
          <p:cNvCxnSpPr>
            <a:stCxn id="1394" idx="0"/>
            <a:endCxn id="1395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1" name="Google Shape;1401;p76"/>
          <p:cNvCxnSpPr>
            <a:stCxn id="1395" idx="4"/>
            <a:endCxn id="1394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2" name="Google Shape;1402;p76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3" name="Google Shape;1403;p76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4" name="Google Shape;1404;p76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05" name="Google Shape;1405;p76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06" name="Google Shape;1406;p76"/>
          <p:cNvCxnSpPr>
            <a:stCxn id="1402" idx="0"/>
            <a:endCxn id="1403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7" name="Google Shape;1407;p76"/>
          <p:cNvCxnSpPr>
            <a:stCxn id="1403" idx="5"/>
            <a:endCxn id="1404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8" name="Google Shape;1408;p76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we graduate to the closed directed triads!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09" name="Google Shape;1409;p76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0" name="Google Shape;1410;p76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1" name="Google Shape;1411;p76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2" name="Google Shape;1412;p76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13" name="Google Shape;1413;p76"/>
          <p:cNvCxnSpPr>
            <a:stCxn id="1409" idx="0"/>
            <a:endCxn id="1410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4" name="Google Shape;1414;p76"/>
          <p:cNvCxnSpPr>
            <a:stCxn id="1410" idx="5"/>
            <a:endCxn id="1411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15" name="Google Shape;1415;p76"/>
          <p:cNvCxnSpPr>
            <a:stCxn id="1409" idx="7"/>
            <a:endCxn id="1410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16" name="Google Shape;1416;p76"/>
          <p:cNvCxnSpPr>
            <a:stCxn id="1411" idx="1"/>
            <a:endCxn id="1410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17" name="Google Shape;1417;p76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8" name="Google Shape;1418;p76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9" name="Google Shape;1419;p76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0" name="Google Shape;1420;p76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21" name="Google Shape;1421;p76"/>
          <p:cNvCxnSpPr>
            <a:stCxn id="1418" idx="5"/>
            <a:endCxn id="1419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2" name="Google Shape;1422;p76"/>
          <p:cNvCxnSpPr>
            <a:stCxn id="1418" idx="3"/>
            <a:endCxn id="1417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23" name="Google Shape;1423;p76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4" name="Google Shape;1424;p76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5" name="Google Shape;1425;p76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6" name="Google Shape;1426;p76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27" name="Google Shape;1427;p76"/>
          <p:cNvCxnSpPr>
            <a:stCxn id="1423" idx="0"/>
            <a:endCxn id="1424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8" name="Google Shape;1428;p76"/>
          <p:cNvCxnSpPr>
            <a:stCxn id="1425" idx="0"/>
            <a:endCxn id="1424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29" name="Google Shape;1429;p76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0" name="Google Shape;1430;p76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1" name="Google Shape;1431;p76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2" name="Google Shape;1432;p76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33" name="Google Shape;1433;p76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4" name="Google Shape;1434;p76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5" name="Google Shape;1435;p76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36" name="Google Shape;1436;p76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37" name="Google Shape;1437;p76"/>
          <p:cNvCxnSpPr>
            <a:stCxn id="1429" idx="0"/>
            <a:endCxn id="1430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8" name="Google Shape;1438;p76"/>
          <p:cNvCxnSpPr>
            <a:stCxn id="1430" idx="4"/>
            <a:endCxn id="1429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9" name="Google Shape;1439;p76"/>
          <p:cNvCxnSpPr>
            <a:stCxn id="1429" idx="6"/>
            <a:endCxn id="1431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0" name="Google Shape;1440;p76"/>
          <p:cNvCxnSpPr>
            <a:stCxn id="1433" idx="6"/>
            <a:endCxn id="1435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41" name="Google Shape;1441;p76"/>
          <p:cNvCxnSpPr>
            <a:stCxn id="1434" idx="4"/>
            <a:endCxn id="1433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2" name="Google Shape;1442;p76"/>
          <p:cNvCxnSpPr>
            <a:stCxn id="1433" idx="0"/>
            <a:endCxn id="1434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77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8" name="Google Shape;1448;p77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9" name="Google Shape;1449;p77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0" name="Google Shape;1450;p77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51" name="Google Shape;1451;p77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2" name="Google Shape;1452;p77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3" name="Google Shape;1453;p77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4" name="Google Shape;1454;p77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5" name="Google Shape;1455;p77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6" name="Google Shape;1456;p77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7" name="Google Shape;1457;p77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58" name="Google Shape;1458;p77"/>
          <p:cNvCxnSpPr>
            <a:stCxn id="1451" idx="0"/>
            <a:endCxn id="1452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59" name="Google Shape;1459;p77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60" name="Google Shape;1460;p77"/>
          <p:cNvCxnSpPr>
            <a:stCxn id="1454" idx="0"/>
            <a:endCxn id="1455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61" name="Google Shape;1461;p77"/>
          <p:cNvCxnSpPr>
            <a:stCxn id="1455" idx="4"/>
            <a:endCxn id="1454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62" name="Google Shape;1462;p77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3" name="Google Shape;1463;p77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4" name="Google Shape;1464;p77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5" name="Google Shape;1465;p77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66" name="Google Shape;1466;p77"/>
          <p:cNvCxnSpPr>
            <a:stCxn id="1462" idx="0"/>
            <a:endCxn id="1463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67" name="Google Shape;1467;p77"/>
          <p:cNvCxnSpPr>
            <a:stCxn id="1463" idx="5"/>
            <a:endCxn id="1464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68" name="Google Shape;1468;p77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we graduate to the closed directed triads!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69" name="Google Shape;1469;p77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0" name="Google Shape;1470;p77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1" name="Google Shape;1471;p77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2" name="Google Shape;1472;p77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73" name="Google Shape;1473;p77"/>
          <p:cNvCxnSpPr>
            <a:stCxn id="1469" idx="0"/>
            <a:endCxn id="1470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4" name="Google Shape;1474;p77"/>
          <p:cNvCxnSpPr>
            <a:stCxn id="1470" idx="5"/>
            <a:endCxn id="1471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5" name="Google Shape;1475;p77"/>
          <p:cNvCxnSpPr>
            <a:stCxn id="1469" idx="7"/>
            <a:endCxn id="1470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76" name="Google Shape;1476;p77"/>
          <p:cNvCxnSpPr>
            <a:stCxn id="1471" idx="1"/>
            <a:endCxn id="1470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77" name="Google Shape;1477;p77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8" name="Google Shape;1478;p77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9" name="Google Shape;1479;p77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0" name="Google Shape;1480;p77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81" name="Google Shape;1481;p77"/>
          <p:cNvCxnSpPr>
            <a:stCxn id="1478" idx="5"/>
            <a:endCxn id="1479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82" name="Google Shape;1482;p77"/>
          <p:cNvCxnSpPr>
            <a:stCxn id="1478" idx="3"/>
            <a:endCxn id="1477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83" name="Google Shape;1483;p77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4" name="Google Shape;1484;p77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5" name="Google Shape;1485;p77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86" name="Google Shape;1486;p77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87" name="Google Shape;1487;p77"/>
          <p:cNvCxnSpPr>
            <a:stCxn id="1483" idx="0"/>
            <a:endCxn id="1484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88" name="Google Shape;1488;p77"/>
          <p:cNvCxnSpPr>
            <a:stCxn id="1485" idx="0"/>
            <a:endCxn id="1484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89" name="Google Shape;1489;p77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0" name="Google Shape;1490;p77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1" name="Google Shape;1491;p77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2" name="Google Shape;1492;p77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93" name="Google Shape;1493;p77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4" name="Google Shape;1494;p77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5" name="Google Shape;1495;p77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6" name="Google Shape;1496;p77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497" name="Google Shape;1497;p77"/>
          <p:cNvCxnSpPr>
            <a:stCxn id="1489" idx="0"/>
            <a:endCxn id="1490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98" name="Google Shape;1498;p77"/>
          <p:cNvCxnSpPr>
            <a:stCxn id="1490" idx="4"/>
            <a:endCxn id="1489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99" name="Google Shape;1499;p77"/>
          <p:cNvCxnSpPr>
            <a:stCxn id="1489" idx="6"/>
            <a:endCxn id="1491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0" name="Google Shape;1500;p77"/>
          <p:cNvCxnSpPr>
            <a:stCxn id="1493" idx="6"/>
            <a:endCxn id="1495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01" name="Google Shape;1501;p77"/>
          <p:cNvCxnSpPr>
            <a:stCxn id="1494" idx="4"/>
            <a:endCxn id="1493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02" name="Google Shape;1502;p77"/>
          <p:cNvCxnSpPr>
            <a:stCxn id="1493" idx="0"/>
            <a:endCxn id="1494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03" name="Google Shape;1503;p77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First, there are those containing only asymmetric dyads: AAA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78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9" name="Google Shape;1509;p78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0" name="Google Shape;1510;p78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1" name="Google Shape;1511;p78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12" name="Google Shape;1512;p78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3" name="Google Shape;1513;p78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4" name="Google Shape;1514;p78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5" name="Google Shape;1515;p78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6" name="Google Shape;1516;p78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7" name="Google Shape;1517;p78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8" name="Google Shape;1518;p78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19" name="Google Shape;1519;p78"/>
          <p:cNvCxnSpPr>
            <a:stCxn id="1512" idx="0"/>
            <a:endCxn id="1513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20" name="Google Shape;1520;p78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21" name="Google Shape;1521;p78"/>
          <p:cNvCxnSpPr>
            <a:stCxn id="1515" idx="0"/>
            <a:endCxn id="1516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22" name="Google Shape;1522;p78"/>
          <p:cNvCxnSpPr>
            <a:stCxn id="1516" idx="4"/>
            <a:endCxn id="1515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23" name="Google Shape;1523;p78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4" name="Google Shape;1524;p78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5" name="Google Shape;1525;p78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26" name="Google Shape;1526;p78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27" name="Google Shape;1527;p78"/>
          <p:cNvCxnSpPr>
            <a:stCxn id="1523" idx="0"/>
            <a:endCxn id="1524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28" name="Google Shape;1528;p78"/>
          <p:cNvCxnSpPr>
            <a:stCxn id="1524" idx="5"/>
            <a:endCxn id="1525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29" name="Google Shape;1529;p78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only be two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30" name="Google Shape;1530;p78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1" name="Google Shape;1531;p78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2" name="Google Shape;1532;p78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3" name="Google Shape;1533;p78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34" name="Google Shape;1534;p78"/>
          <p:cNvCxnSpPr>
            <a:stCxn id="1530" idx="0"/>
            <a:endCxn id="1531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35" name="Google Shape;1535;p78"/>
          <p:cNvCxnSpPr>
            <a:stCxn id="1531" idx="5"/>
            <a:endCxn id="1532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36" name="Google Shape;1536;p78"/>
          <p:cNvCxnSpPr>
            <a:stCxn id="1530" idx="7"/>
            <a:endCxn id="1531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37" name="Google Shape;1537;p78"/>
          <p:cNvCxnSpPr>
            <a:stCxn id="1532" idx="1"/>
            <a:endCxn id="1531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38" name="Google Shape;1538;p78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39" name="Google Shape;1539;p78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0" name="Google Shape;1540;p78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1" name="Google Shape;1541;p78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2" name="Google Shape;1542;p78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3" name="Google Shape;1543;p78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4" name="Google Shape;1544;p78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5" name="Google Shape;1545;p78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6" name="Google Shape;1546;p78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7" name="Google Shape;1547;p78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48" name="Google Shape;1548;p78"/>
          <p:cNvCxnSpPr>
            <a:stCxn id="1545" idx="5"/>
            <a:endCxn id="1546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49" name="Google Shape;1549;p78"/>
          <p:cNvCxnSpPr>
            <a:stCxn id="1545" idx="3"/>
            <a:endCxn id="1544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50" name="Google Shape;1550;p78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1" name="Google Shape;1551;p78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2" name="Google Shape;1552;p78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3" name="Google Shape;1553;p78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54" name="Google Shape;1554;p78"/>
          <p:cNvCxnSpPr>
            <a:stCxn id="1550" idx="0"/>
            <a:endCxn id="1551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55" name="Google Shape;1555;p78"/>
          <p:cNvCxnSpPr>
            <a:stCxn id="1552" idx="0"/>
            <a:endCxn id="1551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56" name="Google Shape;1556;p78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7" name="Google Shape;1557;p78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8" name="Google Shape;1558;p78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59" name="Google Shape;1559;p78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60" name="Google Shape;1560;p78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1" name="Google Shape;1561;p78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2" name="Google Shape;1562;p78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3" name="Google Shape;1563;p78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64" name="Google Shape;1564;p78"/>
          <p:cNvCxnSpPr>
            <a:stCxn id="1556" idx="0"/>
            <a:endCxn id="1557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5" name="Google Shape;1565;p78"/>
          <p:cNvCxnSpPr>
            <a:stCxn id="1557" idx="4"/>
            <a:endCxn id="1556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6" name="Google Shape;1566;p78"/>
          <p:cNvCxnSpPr>
            <a:stCxn id="1556" idx="6"/>
            <a:endCxn id="1558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7" name="Google Shape;1567;p78"/>
          <p:cNvCxnSpPr>
            <a:stCxn id="1560" idx="6"/>
            <a:endCxn id="1562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68" name="Google Shape;1568;p78"/>
          <p:cNvCxnSpPr>
            <a:stCxn id="1561" idx="4"/>
            <a:endCxn id="1560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69" name="Google Shape;1569;p78"/>
          <p:cNvCxnSpPr>
            <a:stCxn id="1560" idx="0"/>
            <a:endCxn id="1561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70" name="Google Shape;1570;p78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First, there are those containing only asymmetric dyads: AAA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79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6" name="Google Shape;1576;p79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7" name="Google Shape;1577;p79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8" name="Google Shape;1578;p79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79" name="Google Shape;1579;p79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0" name="Google Shape;1580;p79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1" name="Google Shape;1581;p79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2" name="Google Shape;1582;p79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3" name="Google Shape;1583;p79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4" name="Google Shape;1584;p79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85" name="Google Shape;1585;p79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86" name="Google Shape;1586;p79"/>
          <p:cNvCxnSpPr>
            <a:stCxn id="1579" idx="0"/>
            <a:endCxn id="1580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7" name="Google Shape;1587;p79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88" name="Google Shape;1588;p79"/>
          <p:cNvCxnSpPr>
            <a:stCxn id="1582" idx="0"/>
            <a:endCxn id="1583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89" name="Google Shape;1589;p79"/>
          <p:cNvCxnSpPr>
            <a:stCxn id="1583" idx="4"/>
            <a:endCxn id="1582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90" name="Google Shape;1590;p79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1" name="Google Shape;1591;p79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2" name="Google Shape;1592;p79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3" name="Google Shape;1593;p79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594" name="Google Shape;1594;p79"/>
          <p:cNvCxnSpPr>
            <a:stCxn id="1590" idx="0"/>
            <a:endCxn id="1591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95" name="Google Shape;1595;p79"/>
          <p:cNvCxnSpPr>
            <a:stCxn id="1591" idx="5"/>
            <a:endCxn id="1592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96" name="Google Shape;1596;p79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only be two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97" name="Google Shape;1597;p79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8" name="Google Shape;1598;p79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9" name="Google Shape;1599;p79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0" name="Google Shape;1600;p79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01" name="Google Shape;1601;p79"/>
          <p:cNvCxnSpPr>
            <a:stCxn id="1598" idx="5"/>
            <a:endCxn id="1599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2" name="Google Shape;1602;p79"/>
          <p:cNvCxnSpPr>
            <a:stCxn id="1598" idx="3"/>
            <a:endCxn id="1597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03" name="Google Shape;1603;p79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4" name="Google Shape;1604;p79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5" name="Google Shape;1605;p79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06" name="Google Shape;1606;p79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07" name="Google Shape;1607;p79"/>
          <p:cNvCxnSpPr>
            <a:stCxn id="1603" idx="0"/>
            <a:endCxn id="1604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8" name="Google Shape;1608;p79"/>
          <p:cNvCxnSpPr>
            <a:stCxn id="1605" idx="0"/>
            <a:endCxn id="1604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09" name="Google Shape;1609;p79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0" name="Google Shape;1610;p79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1" name="Google Shape;1611;p79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2" name="Google Shape;1612;p79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13" name="Google Shape;1613;p79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4" name="Google Shape;1614;p79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5" name="Google Shape;1615;p79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16" name="Google Shape;1616;p79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17" name="Google Shape;1617;p79"/>
          <p:cNvCxnSpPr>
            <a:stCxn id="1609" idx="0"/>
            <a:endCxn id="1610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8" name="Google Shape;1618;p79"/>
          <p:cNvCxnSpPr>
            <a:stCxn id="1610" idx="4"/>
            <a:endCxn id="1609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9" name="Google Shape;1619;p79"/>
          <p:cNvCxnSpPr>
            <a:stCxn id="1609" idx="6"/>
            <a:endCxn id="1611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0" name="Google Shape;1620;p79"/>
          <p:cNvCxnSpPr>
            <a:stCxn id="1613" idx="6"/>
            <a:endCxn id="1615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21" name="Google Shape;1621;p79"/>
          <p:cNvCxnSpPr>
            <a:stCxn id="1614" idx="4"/>
            <a:endCxn id="1613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2" name="Google Shape;1622;p79"/>
          <p:cNvCxnSpPr>
            <a:stCxn id="1613" idx="0"/>
            <a:endCxn id="1614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23" name="Google Shape;1623;p79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4" name="Google Shape;1624;p79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5" name="Google Shape;1625;p79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6" name="Google Shape;1626;p79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27" name="Google Shape;1627;p79"/>
          <p:cNvCxnSpPr>
            <a:stCxn id="1623" idx="0"/>
            <a:endCxn id="1624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8" name="Google Shape;1628;p79"/>
          <p:cNvCxnSpPr>
            <a:stCxn id="1624" idx="5"/>
            <a:endCxn id="1625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9" name="Google Shape;1629;p79"/>
          <p:cNvCxnSpPr>
            <a:stCxn id="1623" idx="7"/>
            <a:endCxn id="1624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30" name="Google Shape;1630;p79"/>
          <p:cNvCxnSpPr>
            <a:stCxn id="1625" idx="1"/>
            <a:endCxn id="1624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31" name="Google Shape;1631;p79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First there is the triadic cycle (two lines combined): AAA(C)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32" name="Google Shape;1632;p79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3" name="Google Shape;1633;p79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4" name="Google Shape;1634;p79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35" name="Google Shape;1635;p79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36" name="Google Shape;1636;p79"/>
          <p:cNvCxnSpPr>
            <a:stCxn id="1632" idx="0"/>
            <a:endCxn id="1633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7" name="Google Shape;1637;p79"/>
          <p:cNvCxnSpPr>
            <a:stCxn id="1633" idx="5"/>
            <a:endCxn id="1634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38" name="Google Shape;1638;p79"/>
          <p:cNvCxnSpPr>
            <a:stCxn id="1634" idx="2"/>
            <a:endCxn id="1632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39" name="Google Shape;1639;p79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0" name="Google Shape;1640;p79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1" name="Google Shape;1641;p79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80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7" name="Google Shape;1647;p80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8" name="Google Shape;1648;p80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9" name="Google Shape;1649;p80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50" name="Google Shape;1650;p80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1" name="Google Shape;1651;p80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2" name="Google Shape;1652;p80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3" name="Google Shape;1653;p80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4" name="Google Shape;1654;p80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5" name="Google Shape;1655;p80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6" name="Google Shape;1656;p80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57" name="Google Shape;1657;p80"/>
          <p:cNvCxnSpPr>
            <a:stCxn id="1650" idx="0"/>
            <a:endCxn id="1651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58" name="Google Shape;1658;p80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59" name="Google Shape;1659;p80"/>
          <p:cNvCxnSpPr>
            <a:stCxn id="1653" idx="0"/>
            <a:endCxn id="1654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0" name="Google Shape;1660;p80"/>
          <p:cNvCxnSpPr>
            <a:stCxn id="1654" idx="4"/>
            <a:endCxn id="1653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61" name="Google Shape;1661;p80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2" name="Google Shape;1662;p80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3" name="Google Shape;1663;p80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4" name="Google Shape;1664;p80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65" name="Google Shape;1665;p80"/>
          <p:cNvCxnSpPr>
            <a:stCxn id="1661" idx="0"/>
            <a:endCxn id="1662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66" name="Google Shape;1666;p80"/>
          <p:cNvCxnSpPr>
            <a:stCxn id="1662" idx="5"/>
            <a:endCxn id="1663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67" name="Google Shape;1667;p80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should only be two of these!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68" name="Google Shape;1668;p80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69" name="Google Shape;1669;p80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0" name="Google Shape;1670;p80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1" name="Google Shape;1671;p80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72" name="Google Shape;1672;p80"/>
          <p:cNvCxnSpPr>
            <a:stCxn id="1669" idx="5"/>
            <a:endCxn id="1670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73" name="Google Shape;1673;p80"/>
          <p:cNvCxnSpPr>
            <a:stCxn id="1669" idx="3"/>
            <a:endCxn id="1668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74" name="Google Shape;1674;p80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5" name="Google Shape;1675;p80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6" name="Google Shape;1676;p80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7" name="Google Shape;1677;p80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78" name="Google Shape;1678;p80"/>
          <p:cNvCxnSpPr>
            <a:stCxn id="1674" idx="0"/>
            <a:endCxn id="1675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79" name="Google Shape;1679;p80"/>
          <p:cNvCxnSpPr>
            <a:stCxn id="1676" idx="0"/>
            <a:endCxn id="1675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80" name="Google Shape;1680;p80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1" name="Google Shape;1681;p80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2" name="Google Shape;1682;p80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3" name="Google Shape;1683;p80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MAN(1)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684" name="Google Shape;1684;p80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5" name="Google Shape;1685;p80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6" name="Google Shape;1686;p80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87" name="Google Shape;1687;p80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MAN(2)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88" name="Google Shape;1688;p80"/>
          <p:cNvCxnSpPr>
            <a:stCxn id="1680" idx="0"/>
            <a:endCxn id="1681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9" name="Google Shape;1689;p80"/>
          <p:cNvCxnSpPr>
            <a:stCxn id="1681" idx="4"/>
            <a:endCxn id="1680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90" name="Google Shape;1690;p80"/>
          <p:cNvCxnSpPr>
            <a:stCxn id="1680" idx="6"/>
            <a:endCxn id="1682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91" name="Google Shape;1691;p80"/>
          <p:cNvCxnSpPr>
            <a:stCxn id="1684" idx="6"/>
            <a:endCxn id="1686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692" name="Google Shape;1692;p80"/>
          <p:cNvCxnSpPr>
            <a:stCxn id="1685" idx="4"/>
            <a:endCxn id="1684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93" name="Google Shape;1693;p80"/>
          <p:cNvCxnSpPr>
            <a:stCxn id="1684" idx="0"/>
            <a:endCxn id="1685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94" name="Google Shape;1694;p80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5" name="Google Shape;1695;p80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6" name="Google Shape;1696;p80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7" name="Google Shape;1697;p80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698" name="Google Shape;1698;p80"/>
          <p:cNvCxnSpPr>
            <a:stCxn id="1694" idx="0"/>
            <a:endCxn id="1695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99" name="Google Shape;1699;p80"/>
          <p:cNvCxnSpPr>
            <a:stCxn id="1695" idx="5"/>
            <a:endCxn id="1696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0" name="Google Shape;1700;p80"/>
          <p:cNvCxnSpPr>
            <a:stCxn id="1694" idx="7"/>
            <a:endCxn id="1695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01" name="Google Shape;1701;p80"/>
          <p:cNvCxnSpPr>
            <a:stCxn id="1696" idx="1"/>
            <a:endCxn id="1695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02" name="Google Shape;1702;p80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Then there is the configuration combining one out-star node with one in-star node: AAA(I/O)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03" name="Google Shape;1703;p80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4" name="Google Shape;1704;p80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5" name="Google Shape;1705;p80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6" name="Google Shape;1706;p80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07" name="Google Shape;1707;p80"/>
          <p:cNvCxnSpPr>
            <a:stCxn id="1703" idx="0"/>
            <a:endCxn id="1704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8" name="Google Shape;1708;p80"/>
          <p:cNvCxnSpPr>
            <a:stCxn id="1704" idx="5"/>
            <a:endCxn id="1705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9" name="Google Shape;1709;p80"/>
          <p:cNvCxnSpPr>
            <a:stCxn id="1705" idx="2"/>
            <a:endCxn id="1703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10" name="Google Shape;1710;p80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1" name="Google Shape;1711;p80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2" name="Google Shape;1712;p80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13" name="Google Shape;1713;p80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14" name="Google Shape;1714;p80"/>
          <p:cNvCxnSpPr>
            <a:stCxn id="1710" idx="0"/>
            <a:endCxn id="1711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5" name="Google Shape;1715;p80"/>
          <p:cNvCxnSpPr>
            <a:stCxn id="1710" idx="6"/>
            <a:endCxn id="1712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16" name="Google Shape;1716;p80"/>
          <p:cNvCxnSpPr>
            <a:stCxn id="1712" idx="0"/>
            <a:endCxn id="1711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81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2" name="Google Shape;1722;p81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3" name="Google Shape;1723;p81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4" name="Google Shape;1724;p81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25" name="Google Shape;1725;p81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6" name="Google Shape;1726;p81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7" name="Google Shape;1727;p81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8" name="Google Shape;1728;p81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9" name="Google Shape;1729;p81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0" name="Google Shape;1730;p81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1" name="Google Shape;1731;p81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32" name="Google Shape;1732;p81"/>
          <p:cNvCxnSpPr>
            <a:stCxn id="1725" idx="0"/>
            <a:endCxn id="1726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33" name="Google Shape;1733;p81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34" name="Google Shape;1734;p81"/>
          <p:cNvCxnSpPr>
            <a:stCxn id="1728" idx="0"/>
            <a:endCxn id="1729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5" name="Google Shape;1735;p81"/>
          <p:cNvCxnSpPr>
            <a:stCxn id="1729" idx="4"/>
            <a:endCxn id="1728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36" name="Google Shape;1736;p81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7" name="Google Shape;1737;p81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8" name="Google Shape;1738;p81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9" name="Google Shape;1739;p81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40" name="Google Shape;1740;p81"/>
          <p:cNvCxnSpPr>
            <a:stCxn id="1736" idx="0"/>
            <a:endCxn id="1737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1" name="Google Shape;1741;p81"/>
          <p:cNvCxnSpPr>
            <a:stCxn id="1737" idx="5"/>
            <a:endCxn id="1738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42" name="Google Shape;1742;p81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we move to the triadic configurations featuring one mutual and two asymmetric dyads: MAA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43" name="Google Shape;1743;p81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4" name="Google Shape;1744;p81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5" name="Google Shape;1745;p81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46" name="Google Shape;1746;p81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47" name="Google Shape;1747;p81"/>
          <p:cNvCxnSpPr>
            <a:stCxn id="1743" idx="0"/>
            <a:endCxn id="1744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8" name="Google Shape;1748;p81"/>
          <p:cNvCxnSpPr>
            <a:stCxn id="1744" idx="5"/>
            <a:endCxn id="1745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9" name="Google Shape;1749;p81"/>
          <p:cNvCxnSpPr>
            <a:stCxn id="1743" idx="7"/>
            <a:endCxn id="1744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50" name="Google Shape;1750;p81"/>
          <p:cNvCxnSpPr>
            <a:stCxn id="1745" idx="1"/>
            <a:endCxn id="1744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51" name="Google Shape;1751;p81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2" name="Google Shape;1752;p81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3" name="Google Shape;1753;p81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4" name="Google Shape;1754;p81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55" name="Google Shape;1755;p81"/>
          <p:cNvCxnSpPr>
            <a:stCxn id="1751" idx="0"/>
            <a:endCxn id="1752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56" name="Google Shape;1756;p81"/>
          <p:cNvCxnSpPr>
            <a:stCxn id="1752" idx="5"/>
            <a:endCxn id="1753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57" name="Google Shape;1757;p81"/>
          <p:cNvCxnSpPr>
            <a:stCxn id="1753" idx="2"/>
            <a:endCxn id="1751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58" name="Google Shape;1758;p81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59" name="Google Shape;1759;p81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0" name="Google Shape;1760;p81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1" name="Google Shape;1761;p81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62" name="Google Shape;1762;p81"/>
          <p:cNvCxnSpPr>
            <a:stCxn id="1758" idx="0"/>
            <a:endCxn id="1759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3" name="Google Shape;1763;p81"/>
          <p:cNvCxnSpPr>
            <a:stCxn id="1758" idx="6"/>
            <a:endCxn id="1760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4" name="Google Shape;1764;p81"/>
          <p:cNvCxnSpPr>
            <a:stCxn id="1760" idx="0"/>
            <a:endCxn id="1759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65" name="Google Shape;1765;p81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6" name="Google Shape;1766;p81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7" name="Google Shape;1767;p81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68" name="Google Shape;1768;p81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69" name="Google Shape;1769;p81"/>
          <p:cNvCxnSpPr>
            <a:stCxn id="1766" idx="5"/>
            <a:endCxn id="1767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70" name="Google Shape;1770;p81"/>
          <p:cNvCxnSpPr>
            <a:stCxn id="1766" idx="3"/>
            <a:endCxn id="1765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71" name="Google Shape;1771;p81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2" name="Google Shape;1772;p81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3" name="Google Shape;1773;p81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4" name="Google Shape;1774;p81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75" name="Google Shape;1775;p81"/>
          <p:cNvCxnSpPr>
            <a:stCxn id="1771" idx="0"/>
            <a:endCxn id="1772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76" name="Google Shape;1776;p81"/>
          <p:cNvCxnSpPr>
            <a:stCxn id="1773" idx="0"/>
            <a:endCxn id="1772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77" name="Google Shape;1777;p81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8" name="Google Shape;1778;p81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79" name="Google Shape;1779;p81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0" name="Google Shape;1780;p81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81" name="Google Shape;1781;p81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2" name="Google Shape;1782;p81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3" name="Google Shape;1783;p81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84" name="Google Shape;1784;p81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785" name="Google Shape;1785;p81"/>
          <p:cNvCxnSpPr>
            <a:stCxn id="1777" idx="0"/>
            <a:endCxn id="1778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6" name="Google Shape;1786;p81"/>
          <p:cNvCxnSpPr>
            <a:stCxn id="1778" idx="4"/>
            <a:endCxn id="1777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7" name="Google Shape;1787;p81"/>
          <p:cNvCxnSpPr>
            <a:stCxn id="1777" idx="6"/>
            <a:endCxn id="1779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88" name="Google Shape;1788;p81"/>
          <p:cNvCxnSpPr>
            <a:stCxn id="1781" idx="6"/>
            <a:endCxn id="1783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789" name="Google Shape;1789;p81"/>
          <p:cNvCxnSpPr>
            <a:stCxn id="1782" idx="4"/>
            <a:endCxn id="1781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90" name="Google Shape;1790;p81"/>
          <p:cNvCxnSpPr>
            <a:stCxn id="1781" idx="0"/>
            <a:endCxn id="1782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82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6" name="Google Shape;1796;p82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7" name="Google Shape;1797;p82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98" name="Google Shape;1798;p82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799" name="Google Shape;1799;p82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0" name="Google Shape;1800;p82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1" name="Google Shape;1801;p82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2" name="Google Shape;1802;p82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3" name="Google Shape;1803;p82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4" name="Google Shape;1804;p82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05" name="Google Shape;1805;p82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06" name="Google Shape;1806;p82"/>
          <p:cNvCxnSpPr>
            <a:stCxn id="1799" idx="0"/>
            <a:endCxn id="1800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07" name="Google Shape;1807;p82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08" name="Google Shape;1808;p82"/>
          <p:cNvCxnSpPr>
            <a:stCxn id="1802" idx="0"/>
            <a:endCxn id="1803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9" name="Google Shape;1809;p82"/>
          <p:cNvCxnSpPr>
            <a:stCxn id="1803" idx="4"/>
            <a:endCxn id="1802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10" name="Google Shape;1810;p82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1" name="Google Shape;1811;p82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2" name="Google Shape;1812;p82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3" name="Google Shape;1813;p82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14" name="Google Shape;1814;p82"/>
          <p:cNvCxnSpPr>
            <a:stCxn id="1810" idx="0"/>
            <a:endCxn id="1811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15" name="Google Shape;1815;p82"/>
          <p:cNvCxnSpPr>
            <a:stCxn id="1811" idx="5"/>
            <a:endCxn id="1812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16" name="Google Shape;1816;p82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Now we move to the triadic configurations featuring one mutual and two asymmetric dyads: MAA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17" name="Google Shape;1817;p82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8" name="Google Shape;1818;p82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19" name="Google Shape;1819;p82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0" name="Google Shape;1820;p82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21" name="Google Shape;1821;p82"/>
          <p:cNvCxnSpPr>
            <a:stCxn id="1817" idx="0"/>
            <a:endCxn id="1818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2" name="Google Shape;1822;p82"/>
          <p:cNvCxnSpPr>
            <a:stCxn id="1818" idx="5"/>
            <a:endCxn id="1819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3" name="Google Shape;1823;p82"/>
          <p:cNvCxnSpPr>
            <a:stCxn id="1817" idx="7"/>
            <a:endCxn id="1818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24" name="Google Shape;1824;p82"/>
          <p:cNvCxnSpPr>
            <a:stCxn id="1819" idx="1"/>
            <a:endCxn id="1818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25" name="Google Shape;1825;p82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6" name="Google Shape;1826;p82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7" name="Google Shape;1827;p82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28" name="Google Shape;1828;p82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29" name="Google Shape;1829;p82"/>
          <p:cNvCxnSpPr>
            <a:stCxn id="1825" idx="0"/>
            <a:endCxn id="1826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0" name="Google Shape;1830;p82"/>
          <p:cNvCxnSpPr>
            <a:stCxn id="1826" idx="5"/>
            <a:endCxn id="1827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1" name="Google Shape;1831;p82"/>
          <p:cNvCxnSpPr>
            <a:stCxn id="1827" idx="2"/>
            <a:endCxn id="1825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32" name="Google Shape;1832;p82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33" name="Google Shape;1833;p82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34" name="Google Shape;1834;p82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35" name="Google Shape;1835;p82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36" name="Google Shape;1836;p82"/>
          <p:cNvCxnSpPr>
            <a:stCxn id="1832" idx="0"/>
            <a:endCxn id="1833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7" name="Google Shape;1837;p82"/>
          <p:cNvCxnSpPr>
            <a:stCxn id="1832" idx="6"/>
            <a:endCxn id="1834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8" name="Google Shape;1838;p82"/>
          <p:cNvCxnSpPr>
            <a:stCxn id="1834" idx="0"/>
            <a:endCxn id="1833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39" name="Google Shape;1839;p82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0" name="Google Shape;1840;p82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1" name="Google Shape;1841;p82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2" name="Google Shape;1842;p82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3" name="Google Shape;1843;p82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4" name="Google Shape;1844;p82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5" name="Google Shape;1845;p82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6" name="Google Shape;1846;p82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7" name="Google Shape;1847;p82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8" name="Google Shape;1848;p82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49" name="Google Shape;1849;p82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0" name="Google Shape;1850;p82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1" name="Google Shape;1851;p82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52" name="Google Shape;1852;p82"/>
          <p:cNvCxnSpPr>
            <a:stCxn id="1849" idx="5"/>
            <a:endCxn id="1850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53" name="Google Shape;1853;p82"/>
          <p:cNvCxnSpPr>
            <a:stCxn id="1849" idx="3"/>
            <a:endCxn id="1848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54" name="Google Shape;1854;p82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5" name="Google Shape;1855;p82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6" name="Google Shape;1856;p82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57" name="Google Shape;1857;p82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58" name="Google Shape;1858;p82"/>
          <p:cNvCxnSpPr>
            <a:stCxn id="1854" idx="0"/>
            <a:endCxn id="1855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59" name="Google Shape;1859;p82"/>
          <p:cNvCxnSpPr>
            <a:stCxn id="1856" idx="0"/>
            <a:endCxn id="1855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60" name="Google Shape;1860;p82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1" name="Google Shape;1861;p82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2" name="Google Shape;1862;p82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3" name="Google Shape;1863;p82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64" name="Google Shape;1864;p82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5" name="Google Shape;1865;p82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6" name="Google Shape;1866;p82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67" name="Google Shape;1867;p82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68" name="Google Shape;1868;p82"/>
          <p:cNvCxnSpPr>
            <a:stCxn id="1860" idx="0"/>
            <a:endCxn id="1861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69" name="Google Shape;1869;p82"/>
          <p:cNvCxnSpPr>
            <a:stCxn id="1861" idx="4"/>
            <a:endCxn id="1860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70" name="Google Shape;1870;p82"/>
          <p:cNvCxnSpPr>
            <a:stCxn id="1860" idx="6"/>
            <a:endCxn id="1862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71" name="Google Shape;1871;p82"/>
          <p:cNvCxnSpPr>
            <a:stCxn id="1864" idx="6"/>
            <a:endCxn id="1866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872" name="Google Shape;1872;p82"/>
          <p:cNvCxnSpPr>
            <a:stCxn id="1865" idx="4"/>
            <a:endCxn id="1864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73" name="Google Shape;1873;p82"/>
          <p:cNvCxnSpPr>
            <a:stCxn id="1864" idx="0"/>
            <a:endCxn id="1865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74" name="Google Shape;1874;p82"/>
          <p:cNvSpPr/>
          <p:nvPr/>
        </p:nvSpPr>
        <p:spPr>
          <a:xfrm>
            <a:off x="1696200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are three of these!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83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0" name="Google Shape;1880;p83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1" name="Google Shape;1881;p83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2" name="Google Shape;1882;p83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883" name="Google Shape;1883;p83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4" name="Google Shape;1884;p83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5" name="Google Shape;1885;p83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6" name="Google Shape;1886;p83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7" name="Google Shape;1887;p83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8" name="Google Shape;1888;p83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89" name="Google Shape;1889;p83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90" name="Google Shape;1890;p83"/>
          <p:cNvCxnSpPr>
            <a:stCxn id="1883" idx="0"/>
            <a:endCxn id="1884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1" name="Google Shape;1891;p83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92" name="Google Shape;1892;p83"/>
          <p:cNvCxnSpPr>
            <a:stCxn id="1886" idx="0"/>
            <a:endCxn id="1887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93" name="Google Shape;1893;p83"/>
          <p:cNvCxnSpPr>
            <a:stCxn id="1887" idx="4"/>
            <a:endCxn id="1886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4" name="Google Shape;1894;p83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95" name="Google Shape;1895;p83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96" name="Google Shape;1896;p83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897" name="Google Shape;1897;p83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898" name="Google Shape;1898;p83"/>
          <p:cNvCxnSpPr>
            <a:stCxn id="1894" idx="0"/>
            <a:endCxn id="1895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99" name="Google Shape;1899;p83"/>
          <p:cNvCxnSpPr>
            <a:stCxn id="1895" idx="5"/>
            <a:endCxn id="1896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00" name="Google Shape;1900;p83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One combines a mutual dyad with an in-star: MMA(I)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01" name="Google Shape;1901;p83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2" name="Google Shape;1902;p83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3" name="Google Shape;1903;p83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04" name="Google Shape;1904;p83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05" name="Google Shape;1905;p83"/>
          <p:cNvCxnSpPr>
            <a:stCxn id="1901" idx="0"/>
            <a:endCxn id="1902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6" name="Google Shape;1906;p83"/>
          <p:cNvCxnSpPr>
            <a:stCxn id="1902" idx="5"/>
            <a:endCxn id="1903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7" name="Google Shape;1907;p83"/>
          <p:cNvCxnSpPr>
            <a:stCxn id="1901" idx="7"/>
            <a:endCxn id="1902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08" name="Google Shape;1908;p83"/>
          <p:cNvCxnSpPr>
            <a:stCxn id="1903" idx="1"/>
            <a:endCxn id="1902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09" name="Google Shape;1909;p83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0" name="Google Shape;1910;p83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1" name="Google Shape;1911;p83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2" name="Google Shape;1912;p83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13" name="Google Shape;1913;p83"/>
          <p:cNvCxnSpPr>
            <a:stCxn id="1909" idx="0"/>
            <a:endCxn id="1910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14" name="Google Shape;1914;p83"/>
          <p:cNvCxnSpPr>
            <a:stCxn id="1910" idx="5"/>
            <a:endCxn id="1911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15" name="Google Shape;1915;p83"/>
          <p:cNvCxnSpPr>
            <a:stCxn id="1911" idx="2"/>
            <a:endCxn id="1909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16" name="Google Shape;1916;p83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7" name="Google Shape;1917;p83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8" name="Google Shape;1918;p83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19" name="Google Shape;1919;p83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20" name="Google Shape;1920;p83"/>
          <p:cNvCxnSpPr>
            <a:stCxn id="1916" idx="0"/>
            <a:endCxn id="1917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1" name="Google Shape;1921;p83"/>
          <p:cNvCxnSpPr>
            <a:stCxn id="1916" idx="6"/>
            <a:endCxn id="1918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22" name="Google Shape;1922;p83"/>
          <p:cNvCxnSpPr>
            <a:stCxn id="1918" idx="0"/>
            <a:endCxn id="1917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23" name="Google Shape;1923;p83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4" name="Google Shape;1924;p83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5" name="Google Shape;1925;p83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6" name="Google Shape;1926;p83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7" name="Google Shape;1927;p83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8" name="Google Shape;1928;p83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29" name="Google Shape;1929;p83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0" name="Google Shape;1930;p83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1" name="Google Shape;1931;p83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2" name="Google Shape;1932;p83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33" name="Google Shape;1933;p83"/>
          <p:cNvCxnSpPr>
            <a:stCxn id="1929" idx="0"/>
            <a:endCxn id="1930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4" name="Google Shape;1934;p83"/>
          <p:cNvCxnSpPr>
            <a:stCxn id="1930" idx="4"/>
            <a:endCxn id="1929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5" name="Google Shape;1935;p83"/>
          <p:cNvCxnSpPr>
            <a:stCxn id="1930" idx="5"/>
            <a:endCxn id="1931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36" name="Google Shape;1936;p83"/>
          <p:cNvCxnSpPr>
            <a:stCxn id="1931" idx="2"/>
            <a:endCxn id="1929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37" name="Google Shape;1937;p83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8" name="Google Shape;1938;p83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39" name="Google Shape;1939;p83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40" name="Google Shape;1940;p83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41" name="Google Shape;1941;p83"/>
          <p:cNvCxnSpPr>
            <a:stCxn id="1938" idx="5"/>
            <a:endCxn id="1939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2" name="Google Shape;1942;p83"/>
          <p:cNvCxnSpPr>
            <a:stCxn id="1938" idx="3"/>
            <a:endCxn id="1937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3" name="Google Shape;1943;p83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44" name="Google Shape;1944;p83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45" name="Google Shape;1945;p83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46" name="Google Shape;1946;p83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47" name="Google Shape;1947;p83"/>
          <p:cNvCxnSpPr>
            <a:stCxn id="1943" idx="0"/>
            <a:endCxn id="1944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48" name="Google Shape;1948;p83"/>
          <p:cNvCxnSpPr>
            <a:stCxn id="1945" idx="0"/>
            <a:endCxn id="1944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9" name="Google Shape;1949;p83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0" name="Google Shape;1950;p83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1" name="Google Shape;1951;p83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2" name="Google Shape;1952;p83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53" name="Google Shape;1953;p83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4" name="Google Shape;1954;p83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5" name="Google Shape;1955;p83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56" name="Google Shape;1956;p83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57" name="Google Shape;1957;p83"/>
          <p:cNvCxnSpPr>
            <a:stCxn id="1949" idx="0"/>
            <a:endCxn id="1950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58" name="Google Shape;1958;p83"/>
          <p:cNvCxnSpPr>
            <a:stCxn id="1950" idx="4"/>
            <a:endCxn id="1949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59" name="Google Shape;1959;p83"/>
          <p:cNvCxnSpPr>
            <a:stCxn id="1949" idx="6"/>
            <a:endCxn id="1951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60" name="Google Shape;1960;p83"/>
          <p:cNvCxnSpPr>
            <a:stCxn id="1953" idx="6"/>
            <a:endCxn id="1955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61" name="Google Shape;1961;p83"/>
          <p:cNvCxnSpPr>
            <a:stCxn id="1954" idx="4"/>
            <a:endCxn id="1953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62" name="Google Shape;1962;p83"/>
          <p:cNvCxnSpPr>
            <a:stCxn id="1953" idx="0"/>
            <a:endCxn id="1954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84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8" name="Google Shape;1968;p84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69" name="Google Shape;1969;p84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0" name="Google Shape;1970;p84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971" name="Google Shape;1971;p84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2" name="Google Shape;1972;p84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3" name="Google Shape;1973;p84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4" name="Google Shape;1974;p84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5" name="Google Shape;1975;p84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6" name="Google Shape;1976;p84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77" name="Google Shape;1977;p84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78" name="Google Shape;1978;p84"/>
          <p:cNvCxnSpPr>
            <a:stCxn id="1971" idx="0"/>
            <a:endCxn id="1972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79" name="Google Shape;1979;p84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80" name="Google Shape;1980;p84"/>
          <p:cNvCxnSpPr>
            <a:stCxn id="1974" idx="0"/>
            <a:endCxn id="1975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1" name="Google Shape;1981;p84"/>
          <p:cNvCxnSpPr>
            <a:stCxn id="1975" idx="4"/>
            <a:endCxn id="1974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82" name="Google Shape;1982;p84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3" name="Google Shape;1983;p84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4" name="Google Shape;1984;p84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85" name="Google Shape;1985;p84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86" name="Google Shape;1986;p84"/>
          <p:cNvCxnSpPr>
            <a:stCxn id="1982" idx="0"/>
            <a:endCxn id="1983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7" name="Google Shape;1987;p84"/>
          <p:cNvCxnSpPr>
            <a:stCxn id="1983" idx="5"/>
            <a:endCxn id="1984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88" name="Google Shape;1988;p84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other one combines a mutual dyad with an out-star: MAA(O)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89" name="Google Shape;1989;p84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0" name="Google Shape;1990;p84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1" name="Google Shape;1991;p84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2" name="Google Shape;1992;p84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1993" name="Google Shape;1993;p84"/>
          <p:cNvCxnSpPr>
            <a:stCxn id="1989" idx="0"/>
            <a:endCxn id="1990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4" name="Google Shape;1994;p84"/>
          <p:cNvCxnSpPr>
            <a:stCxn id="1990" idx="5"/>
            <a:endCxn id="1991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5" name="Google Shape;1995;p84"/>
          <p:cNvCxnSpPr>
            <a:stCxn id="1989" idx="7"/>
            <a:endCxn id="1990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996" name="Google Shape;1996;p84"/>
          <p:cNvCxnSpPr>
            <a:stCxn id="1991" idx="1"/>
            <a:endCxn id="1990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97" name="Google Shape;1997;p84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8" name="Google Shape;1998;p84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999" name="Google Shape;1999;p84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0" name="Google Shape;2000;p84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01" name="Google Shape;2001;p84"/>
          <p:cNvCxnSpPr>
            <a:stCxn id="1997" idx="0"/>
            <a:endCxn id="1998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2" name="Google Shape;2002;p84"/>
          <p:cNvCxnSpPr>
            <a:stCxn id="1998" idx="5"/>
            <a:endCxn id="1999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3" name="Google Shape;2003;p84"/>
          <p:cNvCxnSpPr>
            <a:stCxn id="1999" idx="2"/>
            <a:endCxn id="1997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04" name="Google Shape;2004;p84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5" name="Google Shape;2005;p84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6" name="Google Shape;2006;p84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07" name="Google Shape;2007;p84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08" name="Google Shape;2008;p84"/>
          <p:cNvCxnSpPr>
            <a:stCxn id="2004" idx="0"/>
            <a:endCxn id="2005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09" name="Google Shape;2009;p84"/>
          <p:cNvCxnSpPr>
            <a:stCxn id="2004" idx="6"/>
            <a:endCxn id="2006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0" name="Google Shape;2010;p84"/>
          <p:cNvCxnSpPr>
            <a:stCxn id="2006" idx="0"/>
            <a:endCxn id="2005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11" name="Google Shape;2011;p84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2" name="Google Shape;2012;p84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3" name="Google Shape;2013;p84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4" name="Google Shape;2014;p84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5" name="Google Shape;2015;p84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6" name="Google Shape;2016;p84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17" name="Google Shape;2017;p84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18" name="Google Shape;2018;p84"/>
          <p:cNvCxnSpPr>
            <a:stCxn id="2014" idx="0"/>
            <a:endCxn id="2015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19" name="Google Shape;2019;p84"/>
          <p:cNvCxnSpPr>
            <a:stCxn id="2015" idx="4"/>
            <a:endCxn id="2014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0" name="Google Shape;2020;p84"/>
          <p:cNvCxnSpPr>
            <a:stCxn id="2015" idx="5"/>
            <a:endCxn id="2016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1" name="Google Shape;2021;p84"/>
          <p:cNvCxnSpPr>
            <a:stCxn id="2016" idx="2"/>
            <a:endCxn id="2014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022" name="Google Shape;2022;p84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3" name="Google Shape;2023;p84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4" name="Google Shape;2024;p84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25" name="Google Shape;2025;p84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26" name="Google Shape;2026;p84"/>
          <p:cNvCxnSpPr>
            <a:stCxn id="2022" idx="0"/>
            <a:endCxn id="2023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7" name="Google Shape;2027;p84"/>
          <p:cNvCxnSpPr>
            <a:stCxn id="2023" idx="4"/>
            <a:endCxn id="2022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28" name="Google Shape;2028;p84"/>
          <p:cNvCxnSpPr>
            <a:stCxn id="2023" idx="5"/>
            <a:endCxn id="2024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29" name="Google Shape;2029;p84"/>
          <p:cNvCxnSpPr>
            <a:stCxn id="2024" idx="2"/>
            <a:endCxn id="2022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30" name="Google Shape;2030;p84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1" name="Google Shape;2031;p84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2" name="Google Shape;2032;p84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3" name="Google Shape;2033;p84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34" name="Google Shape;2034;p84"/>
          <p:cNvCxnSpPr>
            <a:stCxn id="2031" idx="5"/>
            <a:endCxn id="2032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35" name="Google Shape;2035;p84"/>
          <p:cNvCxnSpPr>
            <a:stCxn id="2031" idx="3"/>
            <a:endCxn id="2030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36" name="Google Shape;2036;p84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7" name="Google Shape;2037;p84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8" name="Google Shape;2038;p84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39" name="Google Shape;2039;p84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40" name="Google Shape;2040;p84"/>
          <p:cNvCxnSpPr>
            <a:stCxn id="2036" idx="0"/>
            <a:endCxn id="2037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41" name="Google Shape;2041;p84"/>
          <p:cNvCxnSpPr>
            <a:stCxn id="2038" idx="0"/>
            <a:endCxn id="2037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42" name="Google Shape;2042;p84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3" name="Google Shape;2043;p84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4" name="Google Shape;2044;p84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5" name="Google Shape;2045;p84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46" name="Google Shape;2046;p84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7" name="Google Shape;2047;p84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8" name="Google Shape;2048;p84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49" name="Google Shape;2049;p84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50" name="Google Shape;2050;p84"/>
          <p:cNvCxnSpPr>
            <a:stCxn id="2042" idx="0"/>
            <a:endCxn id="2043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1" name="Google Shape;2051;p84"/>
          <p:cNvCxnSpPr>
            <a:stCxn id="2043" idx="4"/>
            <a:endCxn id="2042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2" name="Google Shape;2052;p84"/>
          <p:cNvCxnSpPr>
            <a:stCxn id="2042" idx="6"/>
            <a:endCxn id="2044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3" name="Google Shape;2053;p84"/>
          <p:cNvCxnSpPr>
            <a:stCxn id="2046" idx="6"/>
            <a:endCxn id="2048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54" name="Google Shape;2054;p84"/>
          <p:cNvCxnSpPr>
            <a:stCxn id="2047" idx="4"/>
            <a:endCxn id="2046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55" name="Google Shape;2055;p84"/>
          <p:cNvCxnSpPr>
            <a:stCxn id="2046" idx="0"/>
            <a:endCxn id="2047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85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1" name="Google Shape;2061;p85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2" name="Google Shape;2062;p85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3" name="Google Shape;2063;p85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064" name="Google Shape;2064;p85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5" name="Google Shape;2065;p85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6" name="Google Shape;2066;p85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7" name="Google Shape;2067;p85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8" name="Google Shape;2068;p85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69" name="Google Shape;2069;p85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0" name="Google Shape;2070;p85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71" name="Google Shape;2071;p85"/>
          <p:cNvCxnSpPr>
            <a:stCxn id="2064" idx="0"/>
            <a:endCxn id="2065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72" name="Google Shape;2072;p85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73" name="Google Shape;2073;p85"/>
          <p:cNvCxnSpPr>
            <a:stCxn id="2067" idx="0"/>
            <a:endCxn id="2068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74" name="Google Shape;2074;p85"/>
          <p:cNvCxnSpPr>
            <a:stCxn id="2068" idx="4"/>
            <a:endCxn id="2067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75" name="Google Shape;2075;p85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6" name="Google Shape;2076;p85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7" name="Google Shape;2077;p85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78" name="Google Shape;2078;p85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79" name="Google Shape;2079;p85"/>
          <p:cNvCxnSpPr>
            <a:stCxn id="2075" idx="0"/>
            <a:endCxn id="2076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0" name="Google Shape;2080;p85"/>
          <p:cNvCxnSpPr>
            <a:stCxn id="2076" idx="5"/>
            <a:endCxn id="2077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81" name="Google Shape;2081;p85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third one combines a mutual dyad with a line to form a cycle: MAA(C)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082" name="Google Shape;2082;p85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3" name="Google Shape;2083;p85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4" name="Google Shape;2084;p85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85" name="Google Shape;2085;p85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86" name="Google Shape;2086;p85"/>
          <p:cNvCxnSpPr>
            <a:stCxn id="2082" idx="0"/>
            <a:endCxn id="2083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7" name="Google Shape;2087;p85"/>
          <p:cNvCxnSpPr>
            <a:stCxn id="2083" idx="5"/>
            <a:endCxn id="2084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88" name="Google Shape;2088;p85"/>
          <p:cNvCxnSpPr>
            <a:stCxn id="2082" idx="7"/>
            <a:endCxn id="2083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089" name="Google Shape;2089;p85"/>
          <p:cNvCxnSpPr>
            <a:stCxn id="2084" idx="1"/>
            <a:endCxn id="2083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90" name="Google Shape;2090;p85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1" name="Google Shape;2091;p85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2" name="Google Shape;2092;p85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3" name="Google Shape;2093;p85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094" name="Google Shape;2094;p85"/>
          <p:cNvCxnSpPr>
            <a:stCxn id="2090" idx="0"/>
            <a:endCxn id="2091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5" name="Google Shape;2095;p85"/>
          <p:cNvCxnSpPr>
            <a:stCxn id="2091" idx="5"/>
            <a:endCxn id="2092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96" name="Google Shape;2096;p85"/>
          <p:cNvCxnSpPr>
            <a:stCxn id="2092" idx="2"/>
            <a:endCxn id="2090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97" name="Google Shape;2097;p85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8" name="Google Shape;2098;p85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099" name="Google Shape;2099;p85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0" name="Google Shape;2100;p85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01" name="Google Shape;2101;p85"/>
          <p:cNvCxnSpPr>
            <a:stCxn id="2097" idx="0"/>
            <a:endCxn id="2098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02" name="Google Shape;2102;p85"/>
          <p:cNvCxnSpPr>
            <a:stCxn id="2097" idx="6"/>
            <a:endCxn id="2099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03" name="Google Shape;2103;p85"/>
          <p:cNvCxnSpPr>
            <a:stCxn id="2099" idx="0"/>
            <a:endCxn id="2098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04" name="Google Shape;2104;p85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5" name="Google Shape;2105;p85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6" name="Google Shape;2106;p85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07" name="Google Shape;2107;p85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08" name="Google Shape;2108;p85"/>
          <p:cNvCxnSpPr>
            <a:stCxn id="2104" idx="0"/>
            <a:endCxn id="2105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09" name="Google Shape;2109;p85"/>
          <p:cNvCxnSpPr>
            <a:stCxn id="2105" idx="4"/>
            <a:endCxn id="2104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0" name="Google Shape;2110;p85"/>
          <p:cNvCxnSpPr>
            <a:stCxn id="2105" idx="5"/>
            <a:endCxn id="2106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1" name="Google Shape;2111;p85"/>
          <p:cNvCxnSpPr>
            <a:stCxn id="2106" idx="2"/>
            <a:endCxn id="2104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12" name="Google Shape;2112;p85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3" name="Google Shape;2113;p85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4" name="Google Shape;2114;p85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15" name="Google Shape;2115;p85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16" name="Google Shape;2116;p85"/>
          <p:cNvCxnSpPr>
            <a:stCxn id="2112" idx="0"/>
            <a:endCxn id="2113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7" name="Google Shape;2117;p85"/>
          <p:cNvCxnSpPr>
            <a:stCxn id="2113" idx="4"/>
            <a:endCxn id="2112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18" name="Google Shape;2118;p85"/>
          <p:cNvCxnSpPr>
            <a:stCxn id="2113" idx="5"/>
            <a:endCxn id="2114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19" name="Google Shape;2119;p85"/>
          <p:cNvCxnSpPr>
            <a:stCxn id="2114" idx="2"/>
            <a:endCxn id="2112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20" name="Google Shape;2120;p85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1" name="Google Shape;2121;p85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2" name="Google Shape;2122;p85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3" name="Google Shape;2123;p85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24" name="Google Shape;2124;p85"/>
          <p:cNvCxnSpPr>
            <a:stCxn id="2120" idx="0"/>
            <a:endCxn id="2121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25" name="Google Shape;2125;p85"/>
          <p:cNvCxnSpPr>
            <a:stCxn id="2121" idx="4"/>
            <a:endCxn id="2120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26" name="Google Shape;2126;p85"/>
          <p:cNvCxnSpPr>
            <a:stCxn id="2122" idx="2"/>
            <a:endCxn id="2120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27" name="Google Shape;2127;p85"/>
          <p:cNvCxnSpPr>
            <a:stCxn id="2122" idx="1"/>
            <a:endCxn id="2121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128" name="Google Shape;2128;p85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29" name="Google Shape;2129;p85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0" name="Google Shape;2130;p85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1" name="Google Shape;2131;p85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32" name="Google Shape;2132;p85"/>
          <p:cNvCxnSpPr>
            <a:stCxn id="2129" idx="5"/>
            <a:endCxn id="2130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3" name="Google Shape;2133;p85"/>
          <p:cNvCxnSpPr>
            <a:stCxn id="2129" idx="3"/>
            <a:endCxn id="2128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34" name="Google Shape;2134;p85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5" name="Google Shape;2135;p85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6" name="Google Shape;2136;p85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37" name="Google Shape;2137;p85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38" name="Google Shape;2138;p85"/>
          <p:cNvCxnSpPr>
            <a:stCxn id="2134" idx="0"/>
            <a:endCxn id="2135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39" name="Google Shape;2139;p85"/>
          <p:cNvCxnSpPr>
            <a:stCxn id="2136" idx="0"/>
            <a:endCxn id="2135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40" name="Google Shape;2140;p85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1" name="Google Shape;2141;p85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2" name="Google Shape;2142;p85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3" name="Google Shape;2143;p85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44" name="Google Shape;2144;p85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5" name="Google Shape;2145;p85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6" name="Google Shape;2146;p85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47" name="Google Shape;2147;p85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48" name="Google Shape;2148;p85"/>
          <p:cNvCxnSpPr>
            <a:stCxn id="2140" idx="0"/>
            <a:endCxn id="2141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9" name="Google Shape;2149;p85"/>
          <p:cNvCxnSpPr>
            <a:stCxn id="2141" idx="4"/>
            <a:endCxn id="2140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0" name="Google Shape;2150;p85"/>
          <p:cNvCxnSpPr>
            <a:stCxn id="2140" idx="6"/>
            <a:endCxn id="2142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1" name="Google Shape;2151;p85"/>
          <p:cNvCxnSpPr>
            <a:stCxn id="2144" idx="6"/>
            <a:endCxn id="2146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52" name="Google Shape;2152;p85"/>
          <p:cNvCxnSpPr>
            <a:stCxn id="2145" idx="4"/>
            <a:endCxn id="2144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3" name="Google Shape;2153;p85"/>
          <p:cNvCxnSpPr>
            <a:stCxn id="2144" idx="0"/>
            <a:endCxn id="2145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p86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59" name="Google Shape;2159;p86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0" name="Google Shape;2160;p86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1" name="Google Shape;2161;p86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162" name="Google Shape;2162;p86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3" name="Google Shape;2163;p86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4" name="Google Shape;2164;p86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5" name="Google Shape;2165;p86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6" name="Google Shape;2166;p86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7" name="Google Shape;2167;p86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68" name="Google Shape;2168;p86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69" name="Google Shape;2169;p86"/>
          <p:cNvCxnSpPr>
            <a:stCxn id="2162" idx="0"/>
            <a:endCxn id="2163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70" name="Google Shape;2170;p86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71" name="Google Shape;2171;p86"/>
          <p:cNvCxnSpPr>
            <a:stCxn id="2165" idx="0"/>
            <a:endCxn id="2166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72" name="Google Shape;2172;p86"/>
          <p:cNvCxnSpPr>
            <a:stCxn id="2166" idx="4"/>
            <a:endCxn id="2165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73" name="Google Shape;2173;p86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4" name="Google Shape;2174;p86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5" name="Google Shape;2175;p86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76" name="Google Shape;2176;p86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77" name="Google Shape;2177;p86"/>
          <p:cNvCxnSpPr>
            <a:stCxn id="2173" idx="0"/>
            <a:endCxn id="2174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78" name="Google Shape;2178;p86"/>
          <p:cNvCxnSpPr>
            <a:stCxn id="2174" idx="5"/>
            <a:endCxn id="2175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79" name="Google Shape;2179;p86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Another type of closed directed triad combines two </a:t>
            </a:r>
            <a:r>
              <a:rPr b="1" lang="en">
                <a:solidFill>
                  <a:srgbClr val="FF0000"/>
                </a:solidFill>
              </a:rPr>
              <a:t>mutual</a:t>
            </a:r>
            <a:r>
              <a:rPr b="1" lang="en">
                <a:solidFill>
                  <a:srgbClr val="FF0000"/>
                </a:solidFill>
              </a:rPr>
              <a:t> dyads and one asymmetric dyad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180" name="Google Shape;2180;p86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1" name="Google Shape;2181;p86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2" name="Google Shape;2182;p86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3" name="Google Shape;2183;p86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84" name="Google Shape;2184;p86"/>
          <p:cNvCxnSpPr>
            <a:stCxn id="2180" idx="0"/>
            <a:endCxn id="2181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85" name="Google Shape;2185;p86"/>
          <p:cNvCxnSpPr>
            <a:stCxn id="2181" idx="5"/>
            <a:endCxn id="2182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86" name="Google Shape;2186;p86"/>
          <p:cNvCxnSpPr>
            <a:stCxn id="2180" idx="7"/>
            <a:endCxn id="2181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187" name="Google Shape;2187;p86"/>
          <p:cNvCxnSpPr>
            <a:stCxn id="2182" idx="1"/>
            <a:endCxn id="2181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88" name="Google Shape;2188;p86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89" name="Google Shape;2189;p86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0" name="Google Shape;2190;p86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1" name="Google Shape;2191;p86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92" name="Google Shape;2192;p86"/>
          <p:cNvCxnSpPr>
            <a:stCxn id="2188" idx="0"/>
            <a:endCxn id="2189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93" name="Google Shape;2193;p86"/>
          <p:cNvCxnSpPr>
            <a:stCxn id="2189" idx="5"/>
            <a:endCxn id="2190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94" name="Google Shape;2194;p86"/>
          <p:cNvCxnSpPr>
            <a:stCxn id="2190" idx="2"/>
            <a:endCxn id="2188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195" name="Google Shape;2195;p86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6" name="Google Shape;2196;p86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7" name="Google Shape;2197;p86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198" name="Google Shape;2198;p86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199" name="Google Shape;2199;p86"/>
          <p:cNvCxnSpPr>
            <a:stCxn id="2195" idx="0"/>
            <a:endCxn id="2196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0" name="Google Shape;2200;p86"/>
          <p:cNvCxnSpPr>
            <a:stCxn id="2195" idx="6"/>
            <a:endCxn id="2197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1" name="Google Shape;2201;p86"/>
          <p:cNvCxnSpPr>
            <a:stCxn id="2197" idx="0"/>
            <a:endCxn id="2196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02" name="Google Shape;2202;p86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3" name="Google Shape;2203;p86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4" name="Google Shape;2204;p86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05" name="Google Shape;2205;p86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06" name="Google Shape;2206;p86"/>
          <p:cNvCxnSpPr>
            <a:stCxn id="2202" idx="0"/>
            <a:endCxn id="2203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7" name="Google Shape;2207;p86"/>
          <p:cNvCxnSpPr>
            <a:stCxn id="2203" idx="4"/>
            <a:endCxn id="2202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8" name="Google Shape;2208;p86"/>
          <p:cNvCxnSpPr>
            <a:stCxn id="2203" idx="5"/>
            <a:endCxn id="2204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09" name="Google Shape;2209;p86"/>
          <p:cNvCxnSpPr>
            <a:stCxn id="2204" idx="2"/>
            <a:endCxn id="2202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10" name="Google Shape;2210;p86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1" name="Google Shape;2211;p86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2" name="Google Shape;2212;p86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3" name="Google Shape;2213;p86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14" name="Google Shape;2214;p86"/>
          <p:cNvCxnSpPr>
            <a:stCxn id="2210" idx="0"/>
            <a:endCxn id="2211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15" name="Google Shape;2215;p86"/>
          <p:cNvCxnSpPr>
            <a:stCxn id="2211" idx="4"/>
            <a:endCxn id="2210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16" name="Google Shape;2216;p86"/>
          <p:cNvCxnSpPr>
            <a:stCxn id="2211" idx="5"/>
            <a:endCxn id="2212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17" name="Google Shape;2217;p86"/>
          <p:cNvCxnSpPr>
            <a:stCxn id="2212" idx="2"/>
            <a:endCxn id="2210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18" name="Google Shape;2218;p86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19" name="Google Shape;2219;p86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0" name="Google Shape;2220;p86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1" name="Google Shape;2221;p86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22" name="Google Shape;2222;p86"/>
          <p:cNvCxnSpPr>
            <a:stCxn id="2218" idx="0"/>
            <a:endCxn id="2219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3" name="Google Shape;2223;p86"/>
          <p:cNvCxnSpPr>
            <a:stCxn id="2219" idx="4"/>
            <a:endCxn id="2218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4" name="Google Shape;2224;p86"/>
          <p:cNvCxnSpPr>
            <a:stCxn id="2220" idx="2"/>
            <a:endCxn id="2218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25" name="Google Shape;2225;p86"/>
          <p:cNvCxnSpPr>
            <a:stCxn id="2220" idx="1"/>
            <a:endCxn id="2219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26" name="Google Shape;2226;p86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7" name="Google Shape;2227;p86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8" name="Google Shape;2228;p86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29" name="Google Shape;2229;p86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30" name="Google Shape;2230;p86"/>
          <p:cNvCxnSpPr>
            <a:stCxn id="2227" idx="5"/>
            <a:endCxn id="2228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31" name="Google Shape;2231;p86"/>
          <p:cNvCxnSpPr>
            <a:stCxn id="2227" idx="3"/>
            <a:endCxn id="2226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32" name="Google Shape;2232;p86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3" name="Google Shape;2233;p86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4" name="Google Shape;2234;p86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5" name="Google Shape;2235;p86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36" name="Google Shape;2236;p86"/>
          <p:cNvCxnSpPr>
            <a:stCxn id="2232" idx="0"/>
            <a:endCxn id="2233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37" name="Google Shape;2237;p86"/>
          <p:cNvCxnSpPr>
            <a:stCxn id="2234" idx="0"/>
            <a:endCxn id="2233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38" name="Google Shape;2238;p86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39" name="Google Shape;2239;p86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0" name="Google Shape;2240;p86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1" name="Google Shape;2241;p86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42" name="Google Shape;2242;p86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3" name="Google Shape;2243;p86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4" name="Google Shape;2244;p86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45" name="Google Shape;2245;p86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46" name="Google Shape;2246;p86"/>
          <p:cNvCxnSpPr>
            <a:stCxn id="2238" idx="0"/>
            <a:endCxn id="2239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7" name="Google Shape;2247;p86"/>
          <p:cNvCxnSpPr>
            <a:stCxn id="2239" idx="4"/>
            <a:endCxn id="2238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8" name="Google Shape;2248;p86"/>
          <p:cNvCxnSpPr>
            <a:stCxn id="2238" idx="6"/>
            <a:endCxn id="2240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9" name="Google Shape;2249;p86"/>
          <p:cNvCxnSpPr>
            <a:stCxn id="2242" idx="6"/>
            <a:endCxn id="2244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50" name="Google Shape;2250;p86"/>
          <p:cNvCxnSpPr>
            <a:stCxn id="2243" idx="4"/>
            <a:endCxn id="2242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51" name="Google Shape;2251;p86"/>
          <p:cNvCxnSpPr>
            <a:stCxn id="2242" idx="0"/>
            <a:endCxn id="2243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87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57" name="Google Shape;2257;p87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58" name="Google Shape;2258;p87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59" name="Google Shape;2259;p87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260" name="Google Shape;2260;p87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1" name="Google Shape;2261;p87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2" name="Google Shape;2262;p87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3" name="Google Shape;2263;p87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4" name="Google Shape;2264;p87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5" name="Google Shape;2265;p87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66" name="Google Shape;2266;p87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67" name="Google Shape;2267;p87"/>
          <p:cNvCxnSpPr>
            <a:stCxn id="2260" idx="0"/>
            <a:endCxn id="2261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68" name="Google Shape;2268;p87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69" name="Google Shape;2269;p87"/>
          <p:cNvCxnSpPr>
            <a:stCxn id="2263" idx="0"/>
            <a:endCxn id="2264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70" name="Google Shape;2270;p87"/>
          <p:cNvCxnSpPr>
            <a:stCxn id="2264" idx="4"/>
            <a:endCxn id="2263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71" name="Google Shape;2271;p87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2" name="Google Shape;2272;p87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3" name="Google Shape;2273;p87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4" name="Google Shape;2274;p87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75" name="Google Shape;2275;p87"/>
          <p:cNvCxnSpPr>
            <a:stCxn id="2271" idx="0"/>
            <a:endCxn id="2272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76" name="Google Shape;2276;p87"/>
          <p:cNvCxnSpPr>
            <a:stCxn id="2272" idx="5"/>
            <a:endCxn id="2273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77" name="Google Shape;2277;p87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8" name="Google Shape;2278;p87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79" name="Google Shape;2279;p87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0" name="Google Shape;2280;p87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81" name="Google Shape;2281;p87"/>
          <p:cNvCxnSpPr>
            <a:stCxn id="2277" idx="0"/>
            <a:endCxn id="2278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82" name="Google Shape;2282;p87"/>
          <p:cNvCxnSpPr>
            <a:stCxn id="2278" idx="5"/>
            <a:endCxn id="2279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83" name="Google Shape;2283;p87"/>
          <p:cNvCxnSpPr>
            <a:stCxn id="2277" idx="7"/>
            <a:endCxn id="2278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284" name="Google Shape;2284;p87"/>
          <p:cNvCxnSpPr>
            <a:stCxn id="2279" idx="1"/>
            <a:endCxn id="2278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85" name="Google Shape;2285;p87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6" name="Google Shape;2286;p87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7" name="Google Shape;2287;p87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88" name="Google Shape;2288;p87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89" name="Google Shape;2289;p87"/>
          <p:cNvCxnSpPr>
            <a:stCxn id="2285" idx="0"/>
            <a:endCxn id="2286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0" name="Google Shape;2290;p87"/>
          <p:cNvCxnSpPr>
            <a:stCxn id="2286" idx="5"/>
            <a:endCxn id="2287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1" name="Google Shape;2291;p87"/>
          <p:cNvCxnSpPr>
            <a:stCxn id="2287" idx="2"/>
            <a:endCxn id="2285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92" name="Google Shape;2292;p87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3" name="Google Shape;2293;p87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4" name="Google Shape;2294;p87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295" name="Google Shape;2295;p87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296" name="Google Shape;2296;p87"/>
          <p:cNvCxnSpPr>
            <a:stCxn id="2292" idx="0"/>
            <a:endCxn id="2293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7" name="Google Shape;2297;p87"/>
          <p:cNvCxnSpPr>
            <a:stCxn id="2292" idx="6"/>
            <a:endCxn id="2294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8" name="Google Shape;2298;p87"/>
          <p:cNvCxnSpPr>
            <a:stCxn id="2294" idx="0"/>
            <a:endCxn id="2293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99" name="Google Shape;2299;p87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0" name="Google Shape;2300;p87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1" name="Google Shape;2301;p87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2" name="Google Shape;2302;p87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03" name="Google Shape;2303;p87"/>
          <p:cNvCxnSpPr>
            <a:stCxn id="2299" idx="0"/>
            <a:endCxn id="2300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04" name="Google Shape;2304;p87"/>
          <p:cNvCxnSpPr>
            <a:stCxn id="2300" idx="4"/>
            <a:endCxn id="2299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05" name="Google Shape;2305;p87"/>
          <p:cNvCxnSpPr>
            <a:stCxn id="2300" idx="5"/>
            <a:endCxn id="2301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06" name="Google Shape;2306;p87"/>
          <p:cNvCxnSpPr>
            <a:stCxn id="2301" idx="2"/>
            <a:endCxn id="2299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307" name="Google Shape;2307;p87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8" name="Google Shape;2308;p87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09" name="Google Shape;2309;p87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0" name="Google Shape;2310;p87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11" name="Google Shape;2311;p87"/>
          <p:cNvCxnSpPr>
            <a:stCxn id="2307" idx="0"/>
            <a:endCxn id="2308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12" name="Google Shape;2312;p87"/>
          <p:cNvCxnSpPr>
            <a:stCxn id="2308" idx="4"/>
            <a:endCxn id="2307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13" name="Google Shape;2313;p87"/>
          <p:cNvCxnSpPr>
            <a:stCxn id="2308" idx="5"/>
            <a:endCxn id="2309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14" name="Google Shape;2314;p87"/>
          <p:cNvCxnSpPr>
            <a:stCxn id="2309" idx="2"/>
            <a:endCxn id="2307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15" name="Google Shape;2315;p87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6" name="Google Shape;2316;p87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7" name="Google Shape;2317;p87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18" name="Google Shape;2318;p87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19" name="Google Shape;2319;p87"/>
          <p:cNvCxnSpPr>
            <a:stCxn id="2315" idx="0"/>
            <a:endCxn id="2316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0" name="Google Shape;2320;p87"/>
          <p:cNvCxnSpPr>
            <a:stCxn id="2316" idx="4"/>
            <a:endCxn id="2315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1" name="Google Shape;2321;p87"/>
          <p:cNvCxnSpPr>
            <a:stCxn id="2317" idx="2"/>
            <a:endCxn id="2315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2" name="Google Shape;2322;p87"/>
          <p:cNvCxnSpPr>
            <a:stCxn id="2317" idx="1"/>
            <a:endCxn id="2316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323" name="Google Shape;2323;p87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4" name="Google Shape;2324;p87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5" name="Google Shape;2325;p87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26" name="Google Shape;2326;p87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27" name="Google Shape;2327;p87"/>
          <p:cNvCxnSpPr>
            <a:stCxn id="2323" idx="0"/>
            <a:endCxn id="2324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8" name="Google Shape;2328;p87"/>
          <p:cNvCxnSpPr>
            <a:stCxn id="2324" idx="4"/>
            <a:endCxn id="2323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29" name="Google Shape;2329;p87"/>
          <p:cNvCxnSpPr>
            <a:stCxn id="2324" idx="5"/>
            <a:endCxn id="2325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30" name="Google Shape;2330;p87"/>
          <p:cNvCxnSpPr>
            <a:stCxn id="2325" idx="2"/>
            <a:endCxn id="2323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1" name="Google Shape;2331;p87"/>
          <p:cNvCxnSpPr>
            <a:stCxn id="2325" idx="1"/>
            <a:endCxn id="2324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332" name="Google Shape;2332;p87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Another type of closed directed triad combines two mutual dyads and one asymmetric dyad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333" name="Google Shape;2333;p87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4" name="Google Shape;2334;p87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5" name="Google Shape;2335;p87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36" name="Google Shape;2336;p87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37" name="Google Shape;2337;p87"/>
          <p:cNvCxnSpPr>
            <a:stCxn id="2334" idx="5"/>
            <a:endCxn id="2335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38" name="Google Shape;2338;p87"/>
          <p:cNvCxnSpPr>
            <a:stCxn id="2334" idx="3"/>
            <a:endCxn id="2333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39" name="Google Shape;2339;p87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0" name="Google Shape;2340;p87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1" name="Google Shape;2341;p87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2" name="Google Shape;2342;p87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43" name="Google Shape;2343;p87"/>
          <p:cNvCxnSpPr>
            <a:stCxn id="2339" idx="0"/>
            <a:endCxn id="2340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44" name="Google Shape;2344;p87"/>
          <p:cNvCxnSpPr>
            <a:stCxn id="2341" idx="0"/>
            <a:endCxn id="2340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45" name="Google Shape;2345;p87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6" name="Google Shape;2346;p87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7" name="Google Shape;2347;p87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48" name="Google Shape;2348;p87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49" name="Google Shape;2349;p87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50" name="Google Shape;2350;p87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51" name="Google Shape;2351;p87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52" name="Google Shape;2352;p87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53" name="Google Shape;2353;p87"/>
          <p:cNvCxnSpPr>
            <a:stCxn id="2345" idx="0"/>
            <a:endCxn id="2346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4" name="Google Shape;2354;p87"/>
          <p:cNvCxnSpPr>
            <a:stCxn id="2346" idx="4"/>
            <a:endCxn id="2345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5" name="Google Shape;2355;p87"/>
          <p:cNvCxnSpPr>
            <a:stCxn id="2345" idx="6"/>
            <a:endCxn id="2347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6" name="Google Shape;2356;p87"/>
          <p:cNvCxnSpPr>
            <a:stCxn id="2349" idx="6"/>
            <a:endCxn id="2351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57" name="Google Shape;2357;p87"/>
          <p:cNvCxnSpPr>
            <a:stCxn id="2350" idx="4"/>
            <a:endCxn id="2349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8" name="Google Shape;2358;p87"/>
          <p:cNvCxnSpPr>
            <a:stCxn id="2349" idx="0"/>
            <a:endCxn id="2350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59" name="Google Shape;2359;p87"/>
          <p:cNvSpPr/>
          <p:nvPr/>
        </p:nvSpPr>
        <p:spPr>
          <a:xfrm>
            <a:off x="1491275" y="158670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There is only one of these!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3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88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5" name="Google Shape;2365;p88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6" name="Google Shape;2366;p88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7" name="Google Shape;2367;p88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368" name="Google Shape;2368;p88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69" name="Google Shape;2369;p88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70" name="Google Shape;2370;p88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71" name="Google Shape;2371;p88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72" name="Google Shape;2372;p88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73" name="Google Shape;2373;p88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74" name="Google Shape;2374;p88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75" name="Google Shape;2375;p88"/>
          <p:cNvCxnSpPr>
            <a:stCxn id="2368" idx="0"/>
            <a:endCxn id="2369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76" name="Google Shape;2376;p88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77" name="Google Shape;2377;p88"/>
          <p:cNvCxnSpPr>
            <a:stCxn id="2371" idx="0"/>
            <a:endCxn id="2372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78" name="Google Shape;2378;p88"/>
          <p:cNvCxnSpPr>
            <a:stCxn id="2372" idx="4"/>
            <a:endCxn id="2371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79" name="Google Shape;2379;p88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0" name="Google Shape;2380;p88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1" name="Google Shape;2381;p88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2" name="Google Shape;2382;p88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83" name="Google Shape;2383;p88"/>
          <p:cNvCxnSpPr>
            <a:stCxn id="2379" idx="0"/>
            <a:endCxn id="2380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84" name="Google Shape;2384;p88"/>
          <p:cNvCxnSpPr>
            <a:stCxn id="2380" idx="5"/>
            <a:endCxn id="2381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85" name="Google Shape;2385;p88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Finally there’s a closed triad combining three mutual dyads to form the complete directed triad!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386" name="Google Shape;2386;p88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7" name="Google Shape;2387;p88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8" name="Google Shape;2388;p88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89" name="Google Shape;2389;p88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90" name="Google Shape;2390;p88"/>
          <p:cNvCxnSpPr>
            <a:stCxn id="2386" idx="0"/>
            <a:endCxn id="2387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91" name="Google Shape;2391;p88"/>
          <p:cNvCxnSpPr>
            <a:stCxn id="2387" idx="5"/>
            <a:endCxn id="2388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92" name="Google Shape;2392;p88"/>
          <p:cNvCxnSpPr>
            <a:stCxn id="2386" idx="7"/>
            <a:endCxn id="2387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393" name="Google Shape;2393;p88"/>
          <p:cNvCxnSpPr>
            <a:stCxn id="2388" idx="1"/>
            <a:endCxn id="2387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94" name="Google Shape;2394;p88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5" name="Google Shape;2395;p88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6" name="Google Shape;2396;p88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397" name="Google Shape;2397;p88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398" name="Google Shape;2398;p88"/>
          <p:cNvCxnSpPr>
            <a:stCxn id="2394" idx="0"/>
            <a:endCxn id="2395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99" name="Google Shape;2399;p88"/>
          <p:cNvCxnSpPr>
            <a:stCxn id="2395" idx="5"/>
            <a:endCxn id="2396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0" name="Google Shape;2400;p88"/>
          <p:cNvCxnSpPr>
            <a:stCxn id="2396" idx="2"/>
            <a:endCxn id="2394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01" name="Google Shape;2401;p88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2" name="Google Shape;2402;p88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3" name="Google Shape;2403;p88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4" name="Google Shape;2404;p88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05" name="Google Shape;2405;p88"/>
          <p:cNvCxnSpPr>
            <a:stCxn id="2401" idx="0"/>
            <a:endCxn id="2402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6" name="Google Shape;2406;p88"/>
          <p:cNvCxnSpPr>
            <a:stCxn id="2401" idx="6"/>
            <a:endCxn id="2403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07" name="Google Shape;2407;p88"/>
          <p:cNvCxnSpPr>
            <a:stCxn id="2403" idx="0"/>
            <a:endCxn id="2402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08" name="Google Shape;2408;p88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09" name="Google Shape;2409;p88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0" name="Google Shape;2410;p88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1" name="Google Shape;2411;p88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12" name="Google Shape;2412;p88"/>
          <p:cNvCxnSpPr>
            <a:stCxn id="2408" idx="0"/>
            <a:endCxn id="2409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3" name="Google Shape;2413;p88"/>
          <p:cNvCxnSpPr>
            <a:stCxn id="2409" idx="4"/>
            <a:endCxn id="2408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4" name="Google Shape;2414;p88"/>
          <p:cNvCxnSpPr>
            <a:stCxn id="2409" idx="5"/>
            <a:endCxn id="2410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5" name="Google Shape;2415;p88"/>
          <p:cNvCxnSpPr>
            <a:stCxn id="2410" idx="2"/>
            <a:endCxn id="2408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16" name="Google Shape;2416;p88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7" name="Google Shape;2417;p88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8" name="Google Shape;2418;p88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19" name="Google Shape;2419;p88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20" name="Google Shape;2420;p88"/>
          <p:cNvCxnSpPr>
            <a:stCxn id="2416" idx="0"/>
            <a:endCxn id="2417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1" name="Google Shape;2421;p88"/>
          <p:cNvCxnSpPr>
            <a:stCxn id="2417" idx="4"/>
            <a:endCxn id="2416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2" name="Google Shape;2422;p88"/>
          <p:cNvCxnSpPr>
            <a:stCxn id="2417" idx="5"/>
            <a:endCxn id="2418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23" name="Google Shape;2423;p88"/>
          <p:cNvCxnSpPr>
            <a:stCxn id="2418" idx="2"/>
            <a:endCxn id="2416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24" name="Google Shape;2424;p88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5" name="Google Shape;2425;p88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6" name="Google Shape;2426;p88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27" name="Google Shape;2427;p88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28" name="Google Shape;2428;p88"/>
          <p:cNvCxnSpPr>
            <a:stCxn id="2424" idx="0"/>
            <a:endCxn id="2425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9" name="Google Shape;2429;p88"/>
          <p:cNvCxnSpPr>
            <a:stCxn id="2425" idx="4"/>
            <a:endCxn id="2424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0" name="Google Shape;2430;p88"/>
          <p:cNvCxnSpPr>
            <a:stCxn id="2426" idx="2"/>
            <a:endCxn id="2424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1" name="Google Shape;2431;p88"/>
          <p:cNvCxnSpPr>
            <a:stCxn id="2426" idx="1"/>
            <a:endCxn id="2425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32" name="Google Shape;2432;p88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33" name="Google Shape;2433;p88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34" name="Google Shape;2434;p88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35" name="Google Shape;2435;p88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36" name="Google Shape;2436;p88"/>
          <p:cNvCxnSpPr>
            <a:stCxn id="2432" idx="0"/>
            <a:endCxn id="2433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7" name="Google Shape;2437;p88"/>
          <p:cNvCxnSpPr>
            <a:stCxn id="2433" idx="4"/>
            <a:endCxn id="2432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8" name="Google Shape;2438;p88"/>
          <p:cNvCxnSpPr>
            <a:stCxn id="2433" idx="5"/>
            <a:endCxn id="2434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39" name="Google Shape;2439;p88"/>
          <p:cNvCxnSpPr>
            <a:stCxn id="2434" idx="2"/>
            <a:endCxn id="2432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0" name="Google Shape;2440;p88"/>
          <p:cNvCxnSpPr>
            <a:stCxn id="2434" idx="1"/>
            <a:endCxn id="2433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441" name="Google Shape;2441;p88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2" name="Google Shape;2442;p88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3" name="Google Shape;2443;p88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4" name="Google Shape;2444;p88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45" name="Google Shape;2445;p88"/>
          <p:cNvCxnSpPr>
            <a:stCxn id="2442" idx="5"/>
            <a:endCxn id="2443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46" name="Google Shape;2446;p88"/>
          <p:cNvCxnSpPr>
            <a:stCxn id="2442" idx="3"/>
            <a:endCxn id="2441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47" name="Google Shape;2447;p88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8" name="Google Shape;2448;p88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49" name="Google Shape;2449;p88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0" name="Google Shape;2450;p88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51" name="Google Shape;2451;p88"/>
          <p:cNvCxnSpPr>
            <a:stCxn id="2447" idx="0"/>
            <a:endCxn id="2448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52" name="Google Shape;2452;p88"/>
          <p:cNvCxnSpPr>
            <a:stCxn id="2449" idx="0"/>
            <a:endCxn id="2448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53" name="Google Shape;2453;p88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4" name="Google Shape;2454;p88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5" name="Google Shape;2455;p88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6" name="Google Shape;2456;p88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57" name="Google Shape;2457;p88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8" name="Google Shape;2458;p88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59" name="Google Shape;2459;p88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60" name="Google Shape;2460;p88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61" name="Google Shape;2461;p88"/>
          <p:cNvCxnSpPr>
            <a:stCxn id="2453" idx="0"/>
            <a:endCxn id="2454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62" name="Google Shape;2462;p88"/>
          <p:cNvCxnSpPr>
            <a:stCxn id="2454" idx="4"/>
            <a:endCxn id="2453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63" name="Google Shape;2463;p88"/>
          <p:cNvCxnSpPr>
            <a:stCxn id="2453" idx="6"/>
            <a:endCxn id="2455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64" name="Google Shape;2464;p88"/>
          <p:cNvCxnSpPr>
            <a:stCxn id="2457" idx="6"/>
            <a:endCxn id="2459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465" name="Google Shape;2465;p88"/>
          <p:cNvCxnSpPr>
            <a:stCxn id="2458" idx="4"/>
            <a:endCxn id="2457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66" name="Google Shape;2466;p88"/>
          <p:cNvCxnSpPr>
            <a:stCxn id="2457" idx="0"/>
            <a:endCxn id="2458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0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1" name="Google Shape;2471;p89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2" name="Google Shape;2472;p89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3" name="Google Shape;2473;p89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4" name="Google Shape;2474;p89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475" name="Google Shape;2475;p89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6" name="Google Shape;2476;p89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7" name="Google Shape;2477;p89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8" name="Google Shape;2478;p89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79" name="Google Shape;2479;p89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0" name="Google Shape;2480;p89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1" name="Google Shape;2481;p89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82" name="Google Shape;2482;p89"/>
          <p:cNvCxnSpPr>
            <a:stCxn id="2475" idx="0"/>
            <a:endCxn id="2476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83" name="Google Shape;2483;p89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84" name="Google Shape;2484;p89"/>
          <p:cNvCxnSpPr>
            <a:stCxn id="2478" idx="0"/>
            <a:endCxn id="2479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85" name="Google Shape;2485;p89"/>
          <p:cNvCxnSpPr>
            <a:stCxn id="2479" idx="4"/>
            <a:endCxn id="2478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86" name="Google Shape;2486;p89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7" name="Google Shape;2487;p89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8" name="Google Shape;2488;p89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89" name="Google Shape;2489;p89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90" name="Google Shape;2490;p89"/>
          <p:cNvCxnSpPr>
            <a:stCxn id="2486" idx="0"/>
            <a:endCxn id="2487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1" name="Google Shape;2491;p89"/>
          <p:cNvCxnSpPr>
            <a:stCxn id="2487" idx="5"/>
            <a:endCxn id="2488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92" name="Google Shape;2492;p89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Finally there’s a dyad that combines three mutual dyads to form the complete directed triad!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493" name="Google Shape;2493;p89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4" name="Google Shape;2494;p89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5" name="Google Shape;2495;p89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496" name="Google Shape;2496;p89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497" name="Google Shape;2497;p89"/>
          <p:cNvCxnSpPr>
            <a:stCxn id="2493" idx="0"/>
            <a:endCxn id="2494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8" name="Google Shape;2498;p89"/>
          <p:cNvCxnSpPr>
            <a:stCxn id="2494" idx="5"/>
            <a:endCxn id="2495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99" name="Google Shape;2499;p89"/>
          <p:cNvCxnSpPr>
            <a:stCxn id="2493" idx="7"/>
            <a:endCxn id="2494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00" name="Google Shape;2500;p89"/>
          <p:cNvCxnSpPr>
            <a:stCxn id="2495" idx="1"/>
            <a:endCxn id="2494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01" name="Google Shape;2501;p89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2" name="Google Shape;2502;p89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3" name="Google Shape;2503;p89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4" name="Google Shape;2504;p89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05" name="Google Shape;2505;p89"/>
          <p:cNvCxnSpPr>
            <a:stCxn id="2501" idx="0"/>
            <a:endCxn id="2502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06" name="Google Shape;2506;p89"/>
          <p:cNvCxnSpPr>
            <a:stCxn id="2502" idx="5"/>
            <a:endCxn id="2503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07" name="Google Shape;2507;p89"/>
          <p:cNvCxnSpPr>
            <a:stCxn id="2503" idx="2"/>
            <a:endCxn id="2501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08" name="Google Shape;2508;p89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09" name="Google Shape;2509;p89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0" name="Google Shape;2510;p89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1" name="Google Shape;2511;p89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12" name="Google Shape;2512;p89"/>
          <p:cNvCxnSpPr>
            <a:stCxn id="2508" idx="0"/>
            <a:endCxn id="2509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13" name="Google Shape;2513;p89"/>
          <p:cNvCxnSpPr>
            <a:stCxn id="2508" idx="6"/>
            <a:endCxn id="2510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14" name="Google Shape;2514;p89"/>
          <p:cNvCxnSpPr>
            <a:stCxn id="2510" idx="0"/>
            <a:endCxn id="2509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15" name="Google Shape;2515;p89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6" name="Google Shape;2516;p89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7" name="Google Shape;2517;p89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18" name="Google Shape;2518;p89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19" name="Google Shape;2519;p89"/>
          <p:cNvCxnSpPr>
            <a:stCxn id="2515" idx="0"/>
            <a:endCxn id="2516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0" name="Google Shape;2520;p89"/>
          <p:cNvCxnSpPr>
            <a:stCxn id="2516" idx="4"/>
            <a:endCxn id="2515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1" name="Google Shape;2521;p89"/>
          <p:cNvCxnSpPr>
            <a:stCxn id="2516" idx="5"/>
            <a:endCxn id="2517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2" name="Google Shape;2522;p89"/>
          <p:cNvCxnSpPr>
            <a:stCxn id="2517" idx="2"/>
            <a:endCxn id="2515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523" name="Google Shape;2523;p89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4" name="Google Shape;2524;p89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5" name="Google Shape;2525;p89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26" name="Google Shape;2526;p89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27" name="Google Shape;2527;p89"/>
          <p:cNvCxnSpPr>
            <a:stCxn id="2523" idx="0"/>
            <a:endCxn id="2524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8" name="Google Shape;2528;p89"/>
          <p:cNvCxnSpPr>
            <a:stCxn id="2524" idx="4"/>
            <a:endCxn id="2523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9" name="Google Shape;2529;p89"/>
          <p:cNvCxnSpPr>
            <a:stCxn id="2524" idx="5"/>
            <a:endCxn id="2525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30" name="Google Shape;2530;p89"/>
          <p:cNvCxnSpPr>
            <a:stCxn id="2525" idx="2"/>
            <a:endCxn id="2523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31" name="Google Shape;2531;p89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2" name="Google Shape;2532;p89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3" name="Google Shape;2533;p89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34" name="Google Shape;2534;p89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35" name="Google Shape;2535;p89"/>
          <p:cNvCxnSpPr>
            <a:stCxn id="2531" idx="0"/>
            <a:endCxn id="2532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36" name="Google Shape;2536;p89"/>
          <p:cNvCxnSpPr>
            <a:stCxn id="2532" idx="4"/>
            <a:endCxn id="2531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37" name="Google Shape;2537;p89"/>
          <p:cNvCxnSpPr>
            <a:stCxn id="2533" idx="2"/>
            <a:endCxn id="2531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38" name="Google Shape;2538;p89"/>
          <p:cNvCxnSpPr>
            <a:stCxn id="2533" idx="1"/>
            <a:endCxn id="2532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539" name="Google Shape;2539;p89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0" name="Google Shape;2540;p89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1" name="Google Shape;2541;p89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2" name="Google Shape;2542;p89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43" name="Google Shape;2543;p89"/>
          <p:cNvCxnSpPr>
            <a:stCxn id="2539" idx="0"/>
            <a:endCxn id="2540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4" name="Google Shape;2544;p89"/>
          <p:cNvCxnSpPr>
            <a:stCxn id="2540" idx="4"/>
            <a:endCxn id="2539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5" name="Google Shape;2545;p89"/>
          <p:cNvCxnSpPr>
            <a:stCxn id="2540" idx="5"/>
            <a:endCxn id="2541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46" name="Google Shape;2546;p89"/>
          <p:cNvCxnSpPr>
            <a:stCxn id="2541" idx="2"/>
            <a:endCxn id="2539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7" name="Google Shape;2547;p89"/>
          <p:cNvCxnSpPr>
            <a:stCxn id="2541" idx="1"/>
            <a:endCxn id="2540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548" name="Google Shape;2548;p89"/>
          <p:cNvSpPr/>
          <p:nvPr/>
        </p:nvSpPr>
        <p:spPr>
          <a:xfrm>
            <a:off x="636422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49" name="Google Shape;2549;p89"/>
          <p:cNvSpPr/>
          <p:nvPr/>
        </p:nvSpPr>
        <p:spPr>
          <a:xfrm>
            <a:off x="673317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50" name="Google Shape;2550;p89"/>
          <p:cNvSpPr/>
          <p:nvPr/>
        </p:nvSpPr>
        <p:spPr>
          <a:xfrm>
            <a:off x="71005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51" name="Google Shape;2551;p89"/>
          <p:cNvSpPr txBox="1"/>
          <p:nvPr/>
        </p:nvSpPr>
        <p:spPr>
          <a:xfrm>
            <a:off x="6473952" y="4681728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MMM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52" name="Google Shape;2552;p89"/>
          <p:cNvCxnSpPr>
            <a:stCxn id="2548" idx="0"/>
            <a:endCxn id="2549" idx="3"/>
          </p:cNvCxnSpPr>
          <p:nvPr/>
        </p:nvCxnSpPr>
        <p:spPr>
          <a:xfrm flipH="1" rot="10800000">
            <a:off x="646862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3" name="Google Shape;2553;p89"/>
          <p:cNvCxnSpPr>
            <a:stCxn id="2549" idx="4"/>
            <a:endCxn id="2548" idx="7"/>
          </p:cNvCxnSpPr>
          <p:nvPr/>
        </p:nvCxnSpPr>
        <p:spPr>
          <a:xfrm flipH="1">
            <a:off x="654237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4" name="Google Shape;2554;p89"/>
          <p:cNvCxnSpPr>
            <a:stCxn id="2549" idx="5"/>
            <a:endCxn id="2550" idx="0"/>
          </p:cNvCxnSpPr>
          <p:nvPr/>
        </p:nvCxnSpPr>
        <p:spPr>
          <a:xfrm>
            <a:off x="691139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55" name="Google Shape;2555;p89"/>
          <p:cNvCxnSpPr>
            <a:stCxn id="2550" idx="2"/>
            <a:endCxn id="2548" idx="6"/>
          </p:cNvCxnSpPr>
          <p:nvPr/>
        </p:nvCxnSpPr>
        <p:spPr>
          <a:xfrm rot="10800000">
            <a:off x="657316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56" name="Google Shape;2556;p89"/>
          <p:cNvCxnSpPr>
            <a:stCxn id="2550" idx="1"/>
            <a:endCxn id="2548" idx="7"/>
          </p:cNvCxnSpPr>
          <p:nvPr/>
        </p:nvCxnSpPr>
        <p:spPr>
          <a:xfrm rot="10800000">
            <a:off x="6542542" y="4501905"/>
            <a:ext cx="5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57" name="Google Shape;2557;p89"/>
          <p:cNvCxnSpPr>
            <a:stCxn id="2549" idx="4"/>
            <a:endCxn id="2550" idx="1"/>
          </p:cNvCxnSpPr>
          <p:nvPr/>
        </p:nvCxnSpPr>
        <p:spPr>
          <a:xfrm>
            <a:off x="6837571" y="4084956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58" name="Google Shape;2558;p89"/>
          <p:cNvSpPr/>
          <p:nvPr/>
        </p:nvSpPr>
        <p:spPr>
          <a:xfrm>
            <a:off x="1654575" y="4806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Finally there’s a closed triad combining three mutual dyads to form the complete directed triad!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559" name="Google Shape;2559;p89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60" name="Google Shape;2560;p89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61" name="Google Shape;2561;p89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62" name="Google Shape;2562;p89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63" name="Google Shape;2563;p89"/>
          <p:cNvCxnSpPr>
            <a:stCxn id="2560" idx="5"/>
            <a:endCxn id="2561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64" name="Google Shape;2564;p89"/>
          <p:cNvCxnSpPr>
            <a:stCxn id="2560" idx="3"/>
            <a:endCxn id="2559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65" name="Google Shape;2565;p89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66" name="Google Shape;2566;p89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67" name="Google Shape;2567;p89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68" name="Google Shape;2568;p89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69" name="Google Shape;2569;p89"/>
          <p:cNvCxnSpPr>
            <a:stCxn id="2565" idx="0"/>
            <a:endCxn id="2566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70" name="Google Shape;2570;p89"/>
          <p:cNvCxnSpPr>
            <a:stCxn id="2567" idx="0"/>
            <a:endCxn id="2566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71" name="Google Shape;2571;p89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2" name="Google Shape;2572;p89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3" name="Google Shape;2573;p89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4" name="Google Shape;2574;p89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75" name="Google Shape;2575;p89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6" name="Google Shape;2576;p89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7" name="Google Shape;2577;p89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78" name="Google Shape;2578;p89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579" name="Google Shape;2579;p89"/>
          <p:cNvCxnSpPr>
            <a:stCxn id="2571" idx="0"/>
            <a:endCxn id="2572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80" name="Google Shape;2580;p89"/>
          <p:cNvCxnSpPr>
            <a:stCxn id="2572" idx="4"/>
            <a:endCxn id="2571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81" name="Google Shape;2581;p89"/>
          <p:cNvCxnSpPr>
            <a:stCxn id="2571" idx="6"/>
            <a:endCxn id="2573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82" name="Google Shape;2582;p89"/>
          <p:cNvCxnSpPr>
            <a:stCxn id="2575" idx="6"/>
            <a:endCxn id="2577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583" name="Google Shape;2583;p89"/>
          <p:cNvCxnSpPr>
            <a:stCxn id="2576" idx="4"/>
            <a:endCxn id="2575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84" name="Google Shape;2584;p89"/>
          <p:cNvCxnSpPr>
            <a:stCxn id="2575" idx="0"/>
            <a:endCxn id="2576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8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p90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0" name="Google Shape;2590;p90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1" name="Google Shape;2591;p90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2" name="Google Shape;2592;p90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593" name="Google Shape;2593;p90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4" name="Google Shape;2594;p90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5" name="Google Shape;2595;p90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6" name="Google Shape;2596;p90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7" name="Google Shape;2597;p90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8" name="Google Shape;2598;p90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599" name="Google Shape;2599;p90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00" name="Google Shape;2600;p90"/>
          <p:cNvCxnSpPr>
            <a:stCxn id="2593" idx="0"/>
            <a:endCxn id="2594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01" name="Google Shape;2601;p90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02" name="Google Shape;2602;p90"/>
          <p:cNvCxnSpPr>
            <a:stCxn id="2596" idx="0"/>
            <a:endCxn id="2597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03" name="Google Shape;2603;p90"/>
          <p:cNvCxnSpPr>
            <a:stCxn id="2597" idx="4"/>
            <a:endCxn id="2596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04" name="Google Shape;2604;p90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5" name="Google Shape;2605;p90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6" name="Google Shape;2606;p90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07" name="Google Shape;2607;p90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08" name="Google Shape;2608;p90"/>
          <p:cNvCxnSpPr>
            <a:stCxn id="2604" idx="0"/>
            <a:endCxn id="2605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09" name="Google Shape;2609;p90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0" name="Google Shape;2610;p90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1" name="Google Shape;2611;p90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2" name="Google Shape;2612;p90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13" name="Google Shape;2613;p90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4" name="Google Shape;2614;p90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5" name="Google Shape;2615;p90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6" name="Google Shape;2616;p90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7" name="Google Shape;2617;p90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8" name="Google Shape;2618;p90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19" name="Google Shape;2619;p90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20" name="Google Shape;2620;p90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21" name="Google Shape;2621;p90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22" name="Google Shape;2622;p90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23" name="Google Shape;2623;p90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24" name="Google Shape;2624;p90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25" name="Google Shape;2625;p90"/>
          <p:cNvCxnSpPr>
            <a:stCxn id="2605" idx="5"/>
            <a:endCxn id="2606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26" name="Google Shape;2626;p90"/>
          <p:cNvCxnSpPr>
            <a:stCxn id="2609" idx="0"/>
            <a:endCxn id="2610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27" name="Google Shape;2627;p90"/>
          <p:cNvCxnSpPr>
            <a:stCxn id="2610" idx="5"/>
            <a:endCxn id="2611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28" name="Google Shape;2628;p90"/>
          <p:cNvCxnSpPr>
            <a:stCxn id="2609" idx="7"/>
            <a:endCxn id="2610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29" name="Google Shape;2629;p90"/>
          <p:cNvCxnSpPr>
            <a:stCxn id="2611" idx="1"/>
            <a:endCxn id="2610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0" name="Google Shape;2630;p90"/>
          <p:cNvCxnSpPr>
            <a:stCxn id="2613" idx="0"/>
            <a:endCxn id="2614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1" name="Google Shape;2631;p90"/>
          <p:cNvCxnSpPr>
            <a:stCxn id="2614" idx="5"/>
            <a:endCxn id="2615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2" name="Google Shape;2632;p90"/>
          <p:cNvCxnSpPr>
            <a:stCxn id="2615" idx="2"/>
            <a:endCxn id="2613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3" name="Google Shape;2633;p90"/>
          <p:cNvCxnSpPr>
            <a:stCxn id="2616" idx="0"/>
            <a:endCxn id="2617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4" name="Google Shape;2634;p90"/>
          <p:cNvCxnSpPr>
            <a:stCxn id="2616" idx="6"/>
            <a:endCxn id="2618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5" name="Google Shape;2635;p90"/>
          <p:cNvCxnSpPr>
            <a:stCxn id="2618" idx="0"/>
            <a:endCxn id="2617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6" name="Google Shape;2636;p90"/>
          <p:cNvCxnSpPr>
            <a:stCxn id="2621" idx="0"/>
            <a:endCxn id="2622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7" name="Google Shape;2637;p90"/>
          <p:cNvCxnSpPr>
            <a:stCxn id="2622" idx="4"/>
            <a:endCxn id="2621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8" name="Google Shape;2638;p90"/>
          <p:cNvCxnSpPr>
            <a:stCxn id="2622" idx="5"/>
            <a:endCxn id="2623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39" name="Google Shape;2639;p90"/>
          <p:cNvCxnSpPr>
            <a:stCxn id="2623" idx="2"/>
            <a:endCxn id="2621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640" name="Google Shape;2640;p90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1" name="Google Shape;2641;p90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2" name="Google Shape;2642;p90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3" name="Google Shape;2643;p90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44" name="Google Shape;2644;p90"/>
          <p:cNvCxnSpPr>
            <a:stCxn id="2640" idx="0"/>
            <a:endCxn id="2641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45" name="Google Shape;2645;p90"/>
          <p:cNvCxnSpPr>
            <a:stCxn id="2641" idx="4"/>
            <a:endCxn id="2640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46" name="Google Shape;2646;p90"/>
          <p:cNvCxnSpPr>
            <a:stCxn id="2641" idx="5"/>
            <a:endCxn id="2642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47" name="Google Shape;2647;p90"/>
          <p:cNvCxnSpPr>
            <a:stCxn id="2642" idx="2"/>
            <a:endCxn id="2640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48" name="Google Shape;2648;p90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49" name="Google Shape;2649;p90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0" name="Google Shape;2650;p90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1" name="Google Shape;2651;p90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52" name="Google Shape;2652;p90"/>
          <p:cNvCxnSpPr>
            <a:stCxn id="2648" idx="0"/>
            <a:endCxn id="2649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3" name="Google Shape;2653;p90"/>
          <p:cNvCxnSpPr>
            <a:stCxn id="2649" idx="4"/>
            <a:endCxn id="2648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4" name="Google Shape;2654;p90"/>
          <p:cNvCxnSpPr>
            <a:stCxn id="2649" idx="5"/>
            <a:endCxn id="2650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55" name="Google Shape;2655;p90"/>
          <p:cNvCxnSpPr>
            <a:stCxn id="2650" idx="2"/>
            <a:endCxn id="2648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56" name="Google Shape;2656;p90"/>
          <p:cNvSpPr/>
          <p:nvPr/>
        </p:nvSpPr>
        <p:spPr>
          <a:xfrm>
            <a:off x="636422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7" name="Google Shape;2657;p90"/>
          <p:cNvSpPr/>
          <p:nvPr/>
        </p:nvSpPr>
        <p:spPr>
          <a:xfrm>
            <a:off x="673317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8" name="Google Shape;2658;p90"/>
          <p:cNvSpPr/>
          <p:nvPr/>
        </p:nvSpPr>
        <p:spPr>
          <a:xfrm>
            <a:off x="71005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59" name="Google Shape;2659;p90"/>
          <p:cNvSpPr txBox="1"/>
          <p:nvPr/>
        </p:nvSpPr>
        <p:spPr>
          <a:xfrm>
            <a:off x="6473952" y="4681728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MMM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60" name="Google Shape;2660;p90"/>
          <p:cNvCxnSpPr>
            <a:stCxn id="2656" idx="0"/>
            <a:endCxn id="2657" idx="3"/>
          </p:cNvCxnSpPr>
          <p:nvPr/>
        </p:nvCxnSpPr>
        <p:spPr>
          <a:xfrm flipH="1" rot="10800000">
            <a:off x="646862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1" name="Google Shape;2661;p90"/>
          <p:cNvCxnSpPr>
            <a:stCxn id="2657" idx="4"/>
            <a:endCxn id="2656" idx="7"/>
          </p:cNvCxnSpPr>
          <p:nvPr/>
        </p:nvCxnSpPr>
        <p:spPr>
          <a:xfrm flipH="1">
            <a:off x="654237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2" name="Google Shape;2662;p90"/>
          <p:cNvCxnSpPr>
            <a:stCxn id="2657" idx="5"/>
            <a:endCxn id="2658" idx="0"/>
          </p:cNvCxnSpPr>
          <p:nvPr/>
        </p:nvCxnSpPr>
        <p:spPr>
          <a:xfrm>
            <a:off x="691139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63" name="Google Shape;2663;p90"/>
          <p:cNvCxnSpPr>
            <a:stCxn id="2658" idx="2"/>
            <a:endCxn id="2656" idx="6"/>
          </p:cNvCxnSpPr>
          <p:nvPr/>
        </p:nvCxnSpPr>
        <p:spPr>
          <a:xfrm rot="10800000">
            <a:off x="657316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4" name="Google Shape;2664;p90"/>
          <p:cNvCxnSpPr>
            <a:stCxn id="2650" idx="1"/>
            <a:endCxn id="2649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65" name="Google Shape;2665;p90"/>
          <p:cNvCxnSpPr>
            <a:stCxn id="2658" idx="1"/>
            <a:endCxn id="2656" idx="7"/>
          </p:cNvCxnSpPr>
          <p:nvPr/>
        </p:nvCxnSpPr>
        <p:spPr>
          <a:xfrm rot="10800000">
            <a:off x="6542542" y="4501905"/>
            <a:ext cx="5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666" name="Google Shape;2666;p90"/>
          <p:cNvCxnSpPr>
            <a:stCxn id="2657" idx="4"/>
            <a:endCxn id="2658" idx="1"/>
          </p:cNvCxnSpPr>
          <p:nvPr/>
        </p:nvCxnSpPr>
        <p:spPr>
          <a:xfrm>
            <a:off x="6837571" y="4084956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67" name="Google Shape;2667;p90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68" name="Google Shape;2668;p90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69" name="Google Shape;2669;p90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70" name="Google Shape;2670;p90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71" name="Google Shape;2671;p90"/>
          <p:cNvCxnSpPr>
            <a:stCxn id="2667" idx="0"/>
            <a:endCxn id="2668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2" name="Google Shape;2672;p90"/>
          <p:cNvCxnSpPr>
            <a:stCxn id="2668" idx="4"/>
            <a:endCxn id="2667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3" name="Google Shape;2673;p90"/>
          <p:cNvCxnSpPr>
            <a:stCxn id="2669" idx="2"/>
            <a:endCxn id="2667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74" name="Google Shape;2674;p90"/>
          <p:cNvCxnSpPr>
            <a:stCxn id="2669" idx="1"/>
            <a:endCxn id="2668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675" name="Google Shape;2675;p90"/>
          <p:cNvSpPr/>
          <p:nvPr/>
        </p:nvSpPr>
        <p:spPr>
          <a:xfrm>
            <a:off x="1632000" y="3702450"/>
            <a:ext cx="5880000" cy="12723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90"/>
          <p:cNvSpPr/>
          <p:nvPr/>
        </p:nvSpPr>
        <p:spPr>
          <a:xfrm>
            <a:off x="3110700" y="2494350"/>
            <a:ext cx="4401300" cy="1210500"/>
          </a:xfrm>
          <a:prstGeom prst="rect">
            <a:avLst/>
          </a:prstGeom>
          <a:solidFill>
            <a:srgbClr val="CC4125">
              <a:alpha val="2134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90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78" name="Google Shape;2678;p90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79" name="Google Shape;2679;p90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80" name="Google Shape;2680;p90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81" name="Google Shape;2681;p90"/>
          <p:cNvCxnSpPr>
            <a:stCxn id="2678" idx="5"/>
            <a:endCxn id="2679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2" name="Google Shape;2682;p90"/>
          <p:cNvCxnSpPr>
            <a:stCxn id="2678" idx="3"/>
            <a:endCxn id="2677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83" name="Google Shape;2683;p90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84" name="Google Shape;2684;p90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85" name="Google Shape;2685;p90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86" name="Google Shape;2686;p90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87" name="Google Shape;2687;p90"/>
          <p:cNvCxnSpPr>
            <a:stCxn id="2683" idx="0"/>
            <a:endCxn id="2684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88" name="Google Shape;2688;p90"/>
          <p:cNvCxnSpPr>
            <a:stCxn id="2685" idx="0"/>
            <a:endCxn id="2684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89" name="Google Shape;2689;p90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0" name="Google Shape;2690;p90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1" name="Google Shape;2691;p90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2" name="Google Shape;2692;p90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693" name="Google Shape;2693;p90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4" name="Google Shape;2694;p90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5" name="Google Shape;2695;p90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696" name="Google Shape;2696;p90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697" name="Google Shape;2697;p90"/>
          <p:cNvCxnSpPr>
            <a:stCxn id="2689" idx="0"/>
            <a:endCxn id="2690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98" name="Google Shape;2698;p90"/>
          <p:cNvCxnSpPr>
            <a:stCxn id="2690" idx="4"/>
            <a:endCxn id="2689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99" name="Google Shape;2699;p90"/>
          <p:cNvCxnSpPr>
            <a:stCxn id="2689" idx="6"/>
            <a:endCxn id="2691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00" name="Google Shape;2700;p90"/>
          <p:cNvCxnSpPr>
            <a:stCxn id="2693" idx="6"/>
            <a:endCxn id="2695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01" name="Google Shape;2701;p90"/>
          <p:cNvCxnSpPr>
            <a:stCxn id="2694" idx="4"/>
            <a:endCxn id="2693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02" name="Google Shape;2702;p90"/>
          <p:cNvCxnSpPr>
            <a:stCxn id="2693" idx="0"/>
            <a:endCxn id="2694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03" name="Google Shape;2703;p90"/>
          <p:cNvSpPr/>
          <p:nvPr/>
        </p:nvSpPr>
        <p:spPr>
          <a:xfrm>
            <a:off x="1696200" y="748050"/>
            <a:ext cx="5751600" cy="998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These are all the closed directed triads!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7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Google Shape;2708;p91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09" name="Google Shape;2709;p91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0" name="Google Shape;2710;p91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1" name="Google Shape;2711;p91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12" name="Google Shape;2712;p91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3" name="Google Shape;2713;p91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4" name="Google Shape;2714;p91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5" name="Google Shape;2715;p91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6" name="Google Shape;2716;p91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7" name="Google Shape;2717;p91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18" name="Google Shape;2718;p91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19" name="Google Shape;2719;p91"/>
          <p:cNvCxnSpPr>
            <a:stCxn id="2712" idx="0"/>
            <a:endCxn id="2713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20" name="Google Shape;2720;p91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21" name="Google Shape;2721;p91"/>
          <p:cNvCxnSpPr>
            <a:stCxn id="2715" idx="0"/>
            <a:endCxn id="2716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22" name="Google Shape;2722;p91"/>
          <p:cNvCxnSpPr>
            <a:stCxn id="2716" idx="4"/>
            <a:endCxn id="2715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23" name="Google Shape;2723;p91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4" name="Google Shape;2724;p91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5" name="Google Shape;2725;p91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6" name="Google Shape;2726;p91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27" name="Google Shape;2727;p91"/>
          <p:cNvCxnSpPr>
            <a:stCxn id="2723" idx="0"/>
            <a:endCxn id="2724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28" name="Google Shape;2728;p91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29" name="Google Shape;2729;p91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0" name="Google Shape;2730;p91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1" name="Google Shape;2731;p91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32" name="Google Shape;2732;p91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3" name="Google Shape;2733;p91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4" name="Google Shape;2734;p91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5" name="Google Shape;2735;p91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6" name="Google Shape;2736;p91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7" name="Google Shape;2737;p91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38" name="Google Shape;2738;p91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39" name="Google Shape;2739;p91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740" name="Google Shape;2740;p91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41" name="Google Shape;2741;p91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42" name="Google Shape;2742;p91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43" name="Google Shape;2743;p91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44" name="Google Shape;2744;p91"/>
          <p:cNvCxnSpPr>
            <a:stCxn id="2724" idx="5"/>
            <a:endCxn id="2725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5" name="Google Shape;2745;p91"/>
          <p:cNvCxnSpPr>
            <a:stCxn id="2728" idx="0"/>
            <a:endCxn id="2729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6" name="Google Shape;2746;p91"/>
          <p:cNvCxnSpPr>
            <a:stCxn id="2729" idx="5"/>
            <a:endCxn id="2730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7" name="Google Shape;2747;p91"/>
          <p:cNvCxnSpPr>
            <a:stCxn id="2728" idx="7"/>
            <a:endCxn id="2729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48" name="Google Shape;2748;p91"/>
          <p:cNvCxnSpPr>
            <a:stCxn id="2730" idx="1"/>
            <a:endCxn id="2729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49" name="Google Shape;2749;p91"/>
          <p:cNvCxnSpPr>
            <a:stCxn id="2732" idx="0"/>
            <a:endCxn id="2733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0" name="Google Shape;2750;p91"/>
          <p:cNvCxnSpPr>
            <a:stCxn id="2733" idx="5"/>
            <a:endCxn id="2734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1" name="Google Shape;2751;p91"/>
          <p:cNvCxnSpPr>
            <a:stCxn id="2734" idx="2"/>
            <a:endCxn id="2732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2" name="Google Shape;2752;p91"/>
          <p:cNvCxnSpPr>
            <a:stCxn id="2735" idx="0"/>
            <a:endCxn id="2736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3" name="Google Shape;2753;p91"/>
          <p:cNvCxnSpPr>
            <a:stCxn id="2735" idx="6"/>
            <a:endCxn id="2737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4" name="Google Shape;2754;p91"/>
          <p:cNvCxnSpPr>
            <a:stCxn id="2737" idx="0"/>
            <a:endCxn id="2736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5" name="Google Shape;2755;p91"/>
          <p:cNvCxnSpPr>
            <a:stCxn id="2740" idx="0"/>
            <a:endCxn id="2741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6" name="Google Shape;2756;p91"/>
          <p:cNvCxnSpPr>
            <a:stCxn id="2741" idx="4"/>
            <a:endCxn id="2740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7" name="Google Shape;2757;p91"/>
          <p:cNvCxnSpPr>
            <a:stCxn id="2741" idx="5"/>
            <a:endCxn id="2742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58" name="Google Shape;2758;p91"/>
          <p:cNvCxnSpPr>
            <a:stCxn id="2742" idx="2"/>
            <a:endCxn id="2740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759" name="Google Shape;2759;p91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60" name="Google Shape;2760;p91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61" name="Google Shape;2761;p91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62" name="Google Shape;2762;p91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63" name="Google Shape;2763;p91"/>
          <p:cNvCxnSpPr>
            <a:stCxn id="2759" idx="0"/>
            <a:endCxn id="2760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4" name="Google Shape;2764;p91"/>
          <p:cNvCxnSpPr>
            <a:stCxn id="2760" idx="4"/>
            <a:endCxn id="2759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65" name="Google Shape;2765;p91"/>
          <p:cNvCxnSpPr>
            <a:stCxn id="2760" idx="5"/>
            <a:endCxn id="2761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66" name="Google Shape;2766;p91"/>
          <p:cNvCxnSpPr>
            <a:stCxn id="2761" idx="2"/>
            <a:endCxn id="2759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67" name="Google Shape;2767;p91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68" name="Google Shape;2768;p91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69" name="Google Shape;2769;p91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0" name="Google Shape;2770;p91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71" name="Google Shape;2771;p91"/>
          <p:cNvCxnSpPr>
            <a:stCxn id="2767" idx="0"/>
            <a:endCxn id="2768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72" name="Google Shape;2772;p91"/>
          <p:cNvCxnSpPr>
            <a:stCxn id="2768" idx="4"/>
            <a:endCxn id="2767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73" name="Google Shape;2773;p91"/>
          <p:cNvCxnSpPr>
            <a:stCxn id="2768" idx="5"/>
            <a:endCxn id="2769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74" name="Google Shape;2774;p91"/>
          <p:cNvCxnSpPr>
            <a:stCxn id="2769" idx="2"/>
            <a:endCxn id="2767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75" name="Google Shape;2775;p91"/>
          <p:cNvSpPr/>
          <p:nvPr/>
        </p:nvSpPr>
        <p:spPr>
          <a:xfrm>
            <a:off x="636422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6" name="Google Shape;2776;p91"/>
          <p:cNvSpPr/>
          <p:nvPr/>
        </p:nvSpPr>
        <p:spPr>
          <a:xfrm>
            <a:off x="673317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7" name="Google Shape;2777;p91"/>
          <p:cNvSpPr/>
          <p:nvPr/>
        </p:nvSpPr>
        <p:spPr>
          <a:xfrm>
            <a:off x="71005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78" name="Google Shape;2778;p91"/>
          <p:cNvSpPr txBox="1"/>
          <p:nvPr/>
        </p:nvSpPr>
        <p:spPr>
          <a:xfrm>
            <a:off x="6473952" y="4681728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MMM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79" name="Google Shape;2779;p91"/>
          <p:cNvCxnSpPr>
            <a:stCxn id="2775" idx="0"/>
            <a:endCxn id="2776" idx="3"/>
          </p:cNvCxnSpPr>
          <p:nvPr/>
        </p:nvCxnSpPr>
        <p:spPr>
          <a:xfrm flipH="1" rot="10800000">
            <a:off x="646862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80" name="Google Shape;2780;p91"/>
          <p:cNvCxnSpPr>
            <a:stCxn id="2776" idx="4"/>
            <a:endCxn id="2775" idx="7"/>
          </p:cNvCxnSpPr>
          <p:nvPr/>
        </p:nvCxnSpPr>
        <p:spPr>
          <a:xfrm flipH="1">
            <a:off x="654237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81" name="Google Shape;2781;p91"/>
          <p:cNvCxnSpPr>
            <a:stCxn id="2776" idx="5"/>
            <a:endCxn id="2777" idx="0"/>
          </p:cNvCxnSpPr>
          <p:nvPr/>
        </p:nvCxnSpPr>
        <p:spPr>
          <a:xfrm>
            <a:off x="691139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82" name="Google Shape;2782;p91"/>
          <p:cNvCxnSpPr>
            <a:stCxn id="2777" idx="2"/>
            <a:endCxn id="2775" idx="6"/>
          </p:cNvCxnSpPr>
          <p:nvPr/>
        </p:nvCxnSpPr>
        <p:spPr>
          <a:xfrm rot="10800000">
            <a:off x="657316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83" name="Google Shape;2783;p91"/>
          <p:cNvCxnSpPr>
            <a:stCxn id="2769" idx="1"/>
            <a:endCxn id="2768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84" name="Google Shape;2784;p91"/>
          <p:cNvCxnSpPr>
            <a:stCxn id="2777" idx="1"/>
            <a:endCxn id="2775" idx="7"/>
          </p:cNvCxnSpPr>
          <p:nvPr/>
        </p:nvCxnSpPr>
        <p:spPr>
          <a:xfrm rot="10800000">
            <a:off x="6542542" y="4501905"/>
            <a:ext cx="5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785" name="Google Shape;2785;p91"/>
          <p:cNvCxnSpPr>
            <a:stCxn id="2776" idx="4"/>
            <a:endCxn id="2777" idx="1"/>
          </p:cNvCxnSpPr>
          <p:nvPr/>
        </p:nvCxnSpPr>
        <p:spPr>
          <a:xfrm>
            <a:off x="6837571" y="4084956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86" name="Google Shape;2786;p91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87" name="Google Shape;2787;p91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88" name="Google Shape;2788;p91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89" name="Google Shape;2789;p91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90" name="Google Shape;2790;p91"/>
          <p:cNvCxnSpPr>
            <a:stCxn id="2786" idx="0"/>
            <a:endCxn id="2787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91" name="Google Shape;2791;p91"/>
          <p:cNvCxnSpPr>
            <a:stCxn id="2787" idx="4"/>
            <a:endCxn id="2786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92" name="Google Shape;2792;p91"/>
          <p:cNvCxnSpPr>
            <a:stCxn id="2788" idx="2"/>
            <a:endCxn id="2786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93" name="Google Shape;2793;p91"/>
          <p:cNvCxnSpPr>
            <a:stCxn id="2788" idx="1"/>
            <a:endCxn id="2787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794" name="Google Shape;2794;p91"/>
          <p:cNvSpPr/>
          <p:nvPr/>
        </p:nvSpPr>
        <p:spPr>
          <a:xfrm>
            <a:off x="53600" y="1416150"/>
            <a:ext cx="1339500" cy="2311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full set of sixteen directed triads!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795" name="Google Shape;2795;p91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96" name="Google Shape;2796;p91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97" name="Google Shape;2797;p91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798" name="Google Shape;2798;p91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799" name="Google Shape;2799;p91"/>
          <p:cNvCxnSpPr>
            <a:stCxn id="2796" idx="5"/>
            <a:endCxn id="2797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00" name="Google Shape;2800;p91"/>
          <p:cNvCxnSpPr>
            <a:stCxn id="2796" idx="3"/>
            <a:endCxn id="2795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01" name="Google Shape;2801;p91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02" name="Google Shape;2802;p91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03" name="Google Shape;2803;p91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04" name="Google Shape;2804;p91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05" name="Google Shape;2805;p91"/>
          <p:cNvCxnSpPr>
            <a:stCxn id="2801" idx="0"/>
            <a:endCxn id="2802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06" name="Google Shape;2806;p91"/>
          <p:cNvCxnSpPr>
            <a:stCxn id="2803" idx="0"/>
            <a:endCxn id="2802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07" name="Google Shape;2807;p91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08" name="Google Shape;2808;p91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09" name="Google Shape;2809;p91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0" name="Google Shape;2810;p91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11" name="Google Shape;2811;p91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B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2" name="Google Shape;2812;p91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A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3" name="Google Shape;2813;p91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xygen"/>
                <a:ea typeface="Oxygen"/>
                <a:cs typeface="Oxygen"/>
                <a:sym typeface="Oxygen"/>
              </a:rPr>
              <a:t>C</a:t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14" name="Google Shape;2814;p91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15" name="Google Shape;2815;p91"/>
          <p:cNvCxnSpPr>
            <a:stCxn id="2807" idx="0"/>
            <a:endCxn id="2808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16" name="Google Shape;2816;p91"/>
          <p:cNvCxnSpPr>
            <a:stCxn id="2808" idx="4"/>
            <a:endCxn id="2807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17" name="Google Shape;2817;p91"/>
          <p:cNvCxnSpPr>
            <a:stCxn id="2807" idx="6"/>
            <a:endCxn id="2809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18" name="Google Shape;2818;p91"/>
          <p:cNvCxnSpPr>
            <a:stCxn id="2811" idx="6"/>
            <a:endCxn id="2813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19" name="Google Shape;2819;p91"/>
          <p:cNvCxnSpPr>
            <a:stCxn id="2812" idx="4"/>
            <a:endCxn id="2811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20" name="Google Shape;2820;p91"/>
          <p:cNvCxnSpPr>
            <a:stCxn id="2811" idx="0"/>
            <a:endCxn id="2812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4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92"/>
          <p:cNvSpPr/>
          <p:nvPr/>
        </p:nvSpPr>
        <p:spPr>
          <a:xfrm>
            <a:off x="182880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26" name="Google Shape;2826;p92"/>
          <p:cNvSpPr/>
          <p:nvPr/>
        </p:nvSpPr>
        <p:spPr>
          <a:xfrm>
            <a:off x="2197747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27" name="Google Shape;2827;p92"/>
          <p:cNvSpPr/>
          <p:nvPr/>
        </p:nvSpPr>
        <p:spPr>
          <a:xfrm>
            <a:off x="2565140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28" name="Google Shape;2828;p92"/>
          <p:cNvSpPr txBox="1"/>
          <p:nvPr/>
        </p:nvSpPr>
        <p:spPr>
          <a:xfrm>
            <a:off x="1942791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NNN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29" name="Google Shape;2829;p92"/>
          <p:cNvSpPr/>
          <p:nvPr/>
        </p:nvSpPr>
        <p:spPr>
          <a:xfrm>
            <a:off x="3343542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0" name="Google Shape;2830;p92"/>
          <p:cNvSpPr/>
          <p:nvPr/>
        </p:nvSpPr>
        <p:spPr>
          <a:xfrm>
            <a:off x="3712489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1" name="Google Shape;2831;p92"/>
          <p:cNvSpPr/>
          <p:nvPr/>
        </p:nvSpPr>
        <p:spPr>
          <a:xfrm>
            <a:off x="4079883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2" name="Google Shape;2832;p92"/>
          <p:cNvSpPr/>
          <p:nvPr/>
        </p:nvSpPr>
        <p:spPr>
          <a:xfrm>
            <a:off x="485553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3" name="Google Shape;2833;p92"/>
          <p:cNvSpPr/>
          <p:nvPr/>
        </p:nvSpPr>
        <p:spPr>
          <a:xfrm>
            <a:off x="5224483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4" name="Google Shape;2834;p92"/>
          <p:cNvSpPr/>
          <p:nvPr/>
        </p:nvSpPr>
        <p:spPr>
          <a:xfrm>
            <a:off x="5591876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35" name="Google Shape;2835;p92"/>
          <p:cNvSpPr txBox="1"/>
          <p:nvPr/>
        </p:nvSpPr>
        <p:spPr>
          <a:xfrm>
            <a:off x="3457533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36" name="Google Shape;2836;p92"/>
          <p:cNvCxnSpPr>
            <a:stCxn id="2829" idx="0"/>
            <a:endCxn id="2830" idx="3"/>
          </p:cNvCxnSpPr>
          <p:nvPr/>
        </p:nvCxnSpPr>
        <p:spPr>
          <a:xfrm flipH="1" rot="10800000">
            <a:off x="3447942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37" name="Google Shape;2837;p92"/>
          <p:cNvSpPr txBox="1"/>
          <p:nvPr/>
        </p:nvSpPr>
        <p:spPr>
          <a:xfrm>
            <a:off x="4969527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MNN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38" name="Google Shape;2838;p92"/>
          <p:cNvCxnSpPr>
            <a:stCxn id="2832" idx="0"/>
            <a:endCxn id="2833" idx="3"/>
          </p:cNvCxnSpPr>
          <p:nvPr/>
        </p:nvCxnSpPr>
        <p:spPr>
          <a:xfrm flipH="1" rot="10800000">
            <a:off x="4959936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39" name="Google Shape;2839;p92"/>
          <p:cNvCxnSpPr>
            <a:stCxn id="2833" idx="4"/>
            <a:endCxn id="2832" idx="7"/>
          </p:cNvCxnSpPr>
          <p:nvPr/>
        </p:nvCxnSpPr>
        <p:spPr>
          <a:xfrm flipH="1">
            <a:off x="5033683" y="530250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40" name="Google Shape;2840;p92"/>
          <p:cNvSpPr/>
          <p:nvPr/>
        </p:nvSpPr>
        <p:spPr>
          <a:xfrm>
            <a:off x="636752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1" name="Google Shape;2841;p92"/>
          <p:cNvSpPr/>
          <p:nvPr/>
        </p:nvSpPr>
        <p:spPr>
          <a:xfrm>
            <a:off x="6736476" y="322350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2" name="Google Shape;2842;p92"/>
          <p:cNvSpPr/>
          <p:nvPr/>
        </p:nvSpPr>
        <p:spPr>
          <a:xfrm>
            <a:off x="7103869" y="916753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3" name="Google Shape;2843;p92"/>
          <p:cNvSpPr txBox="1"/>
          <p:nvPr/>
        </p:nvSpPr>
        <p:spPr>
          <a:xfrm>
            <a:off x="6481520" y="1124813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AAN(L)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44" name="Google Shape;2844;p92"/>
          <p:cNvCxnSpPr>
            <a:stCxn id="2840" idx="0"/>
            <a:endCxn id="2841" idx="3"/>
          </p:cNvCxnSpPr>
          <p:nvPr/>
        </p:nvCxnSpPr>
        <p:spPr>
          <a:xfrm flipH="1" rot="10800000">
            <a:off x="6471929" y="499753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45" name="Google Shape;2845;p92"/>
          <p:cNvSpPr/>
          <p:nvPr/>
        </p:nvSpPr>
        <p:spPr>
          <a:xfrm>
            <a:off x="182880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6" name="Google Shape;2846;p92"/>
          <p:cNvSpPr/>
          <p:nvPr/>
        </p:nvSpPr>
        <p:spPr>
          <a:xfrm>
            <a:off x="2197747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7" name="Google Shape;2847;p92"/>
          <p:cNvSpPr/>
          <p:nvPr/>
        </p:nvSpPr>
        <p:spPr>
          <a:xfrm>
            <a:off x="2565140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48" name="Google Shape;2848;p92"/>
          <p:cNvSpPr txBox="1"/>
          <p:nvPr/>
        </p:nvSpPr>
        <p:spPr>
          <a:xfrm>
            <a:off x="1942791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MMN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49" name="Google Shape;2849;p92"/>
          <p:cNvSpPr/>
          <p:nvPr/>
        </p:nvSpPr>
        <p:spPr>
          <a:xfrm>
            <a:off x="3343542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0" name="Google Shape;2850;p92"/>
          <p:cNvSpPr/>
          <p:nvPr/>
        </p:nvSpPr>
        <p:spPr>
          <a:xfrm>
            <a:off x="3712489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1" name="Google Shape;2851;p92"/>
          <p:cNvSpPr/>
          <p:nvPr/>
        </p:nvSpPr>
        <p:spPr>
          <a:xfrm>
            <a:off x="4079883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2" name="Google Shape;2852;p92"/>
          <p:cNvSpPr/>
          <p:nvPr/>
        </p:nvSpPr>
        <p:spPr>
          <a:xfrm>
            <a:off x="485553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3" name="Google Shape;2853;p92"/>
          <p:cNvSpPr/>
          <p:nvPr/>
        </p:nvSpPr>
        <p:spPr>
          <a:xfrm>
            <a:off x="5224483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4" name="Google Shape;2854;p92"/>
          <p:cNvSpPr/>
          <p:nvPr/>
        </p:nvSpPr>
        <p:spPr>
          <a:xfrm>
            <a:off x="5591876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5" name="Google Shape;2855;p92"/>
          <p:cNvSpPr txBox="1"/>
          <p:nvPr/>
        </p:nvSpPr>
        <p:spPr>
          <a:xfrm>
            <a:off x="3457533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56" name="Google Shape;2856;p92"/>
          <p:cNvSpPr txBox="1"/>
          <p:nvPr/>
        </p:nvSpPr>
        <p:spPr>
          <a:xfrm>
            <a:off x="4969527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AAA(I/O)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857" name="Google Shape;2857;p92"/>
          <p:cNvSpPr/>
          <p:nvPr/>
        </p:nvSpPr>
        <p:spPr>
          <a:xfrm>
            <a:off x="636752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8" name="Google Shape;2858;p92"/>
          <p:cNvSpPr/>
          <p:nvPr/>
        </p:nvSpPr>
        <p:spPr>
          <a:xfrm>
            <a:off x="6736476" y="26927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59" name="Google Shape;2859;p92"/>
          <p:cNvSpPr/>
          <p:nvPr/>
        </p:nvSpPr>
        <p:spPr>
          <a:xfrm>
            <a:off x="7103869" y="32871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60" name="Google Shape;2860;p92"/>
          <p:cNvSpPr txBox="1"/>
          <p:nvPr/>
        </p:nvSpPr>
        <p:spPr>
          <a:xfrm>
            <a:off x="6481520" y="34952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61" name="Google Shape;2861;p92"/>
          <p:cNvCxnSpPr>
            <a:stCxn id="2841" idx="5"/>
            <a:endCxn id="2842" idx="0"/>
          </p:cNvCxnSpPr>
          <p:nvPr/>
        </p:nvCxnSpPr>
        <p:spPr>
          <a:xfrm>
            <a:off x="6914698" y="499804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2" name="Google Shape;2862;p92"/>
          <p:cNvCxnSpPr>
            <a:stCxn id="2845" idx="0"/>
            <a:endCxn id="2846" idx="3"/>
          </p:cNvCxnSpPr>
          <p:nvPr/>
        </p:nvCxnSpPr>
        <p:spPr>
          <a:xfrm flipH="1" rot="10800000">
            <a:off x="1933200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3" name="Google Shape;2863;p92"/>
          <p:cNvCxnSpPr>
            <a:stCxn id="2846" idx="5"/>
            <a:endCxn id="2847" idx="0"/>
          </p:cNvCxnSpPr>
          <p:nvPr/>
        </p:nvCxnSpPr>
        <p:spPr>
          <a:xfrm>
            <a:off x="2375969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4" name="Google Shape;2864;p92"/>
          <p:cNvCxnSpPr>
            <a:stCxn id="2845" idx="7"/>
            <a:endCxn id="2846" idx="4"/>
          </p:cNvCxnSpPr>
          <p:nvPr/>
        </p:nvCxnSpPr>
        <p:spPr>
          <a:xfrm flipH="1" rot="10800000">
            <a:off x="2007022" y="2900605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65" name="Google Shape;2865;p92"/>
          <p:cNvCxnSpPr>
            <a:stCxn id="2847" idx="1"/>
            <a:endCxn id="2846" idx="4"/>
          </p:cNvCxnSpPr>
          <p:nvPr/>
        </p:nvCxnSpPr>
        <p:spPr>
          <a:xfrm rot="10800000">
            <a:off x="2302018" y="29006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6" name="Google Shape;2866;p92"/>
          <p:cNvCxnSpPr>
            <a:stCxn id="2849" idx="0"/>
            <a:endCxn id="2850" idx="3"/>
          </p:cNvCxnSpPr>
          <p:nvPr/>
        </p:nvCxnSpPr>
        <p:spPr>
          <a:xfrm flipH="1" rot="10800000">
            <a:off x="3447942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7" name="Google Shape;2867;p92"/>
          <p:cNvCxnSpPr>
            <a:stCxn id="2850" idx="5"/>
            <a:endCxn id="2851" idx="0"/>
          </p:cNvCxnSpPr>
          <p:nvPr/>
        </p:nvCxnSpPr>
        <p:spPr>
          <a:xfrm>
            <a:off x="3890711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8" name="Google Shape;2868;p92"/>
          <p:cNvCxnSpPr>
            <a:stCxn id="2851" idx="2"/>
            <a:endCxn id="2849" idx="6"/>
          </p:cNvCxnSpPr>
          <p:nvPr/>
        </p:nvCxnSpPr>
        <p:spPr>
          <a:xfrm rot="10800000">
            <a:off x="3552482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9" name="Google Shape;2869;p92"/>
          <p:cNvCxnSpPr>
            <a:stCxn id="2852" idx="0"/>
            <a:endCxn id="2853" idx="3"/>
          </p:cNvCxnSpPr>
          <p:nvPr/>
        </p:nvCxnSpPr>
        <p:spPr>
          <a:xfrm flipH="1" rot="10800000">
            <a:off x="4959936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0" name="Google Shape;2870;p92"/>
          <p:cNvCxnSpPr>
            <a:stCxn id="2852" idx="6"/>
            <a:endCxn id="2854" idx="2"/>
          </p:cNvCxnSpPr>
          <p:nvPr/>
        </p:nvCxnSpPr>
        <p:spPr>
          <a:xfrm>
            <a:off x="5064336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1" name="Google Shape;2871;p92"/>
          <p:cNvCxnSpPr>
            <a:stCxn id="2854" idx="0"/>
            <a:endCxn id="2853" idx="5"/>
          </p:cNvCxnSpPr>
          <p:nvPr/>
        </p:nvCxnSpPr>
        <p:spPr>
          <a:xfrm rot="10800000">
            <a:off x="5402576" y="2870159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2" name="Google Shape;2872;p92"/>
          <p:cNvCxnSpPr>
            <a:stCxn id="2857" idx="0"/>
            <a:endCxn id="2858" idx="3"/>
          </p:cNvCxnSpPr>
          <p:nvPr/>
        </p:nvCxnSpPr>
        <p:spPr>
          <a:xfrm flipH="1" rot="10800000">
            <a:off x="6471929" y="28701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3" name="Google Shape;2873;p92"/>
          <p:cNvCxnSpPr>
            <a:stCxn id="2858" idx="4"/>
            <a:endCxn id="2857" idx="7"/>
          </p:cNvCxnSpPr>
          <p:nvPr/>
        </p:nvCxnSpPr>
        <p:spPr>
          <a:xfrm flipH="1">
            <a:off x="6545676" y="29006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4" name="Google Shape;2874;p92"/>
          <p:cNvCxnSpPr>
            <a:stCxn id="2858" idx="5"/>
            <a:endCxn id="2859" idx="0"/>
          </p:cNvCxnSpPr>
          <p:nvPr/>
        </p:nvCxnSpPr>
        <p:spPr>
          <a:xfrm>
            <a:off x="6914698" y="28702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5" name="Google Shape;2875;p92"/>
          <p:cNvCxnSpPr>
            <a:stCxn id="2859" idx="2"/>
            <a:endCxn id="2857" idx="6"/>
          </p:cNvCxnSpPr>
          <p:nvPr/>
        </p:nvCxnSpPr>
        <p:spPr>
          <a:xfrm rot="10800000">
            <a:off x="6576469" y="33911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876" name="Google Shape;2876;p92"/>
          <p:cNvSpPr/>
          <p:nvPr/>
        </p:nvSpPr>
        <p:spPr>
          <a:xfrm>
            <a:off x="182880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77" name="Google Shape;2877;p92"/>
          <p:cNvSpPr/>
          <p:nvPr/>
        </p:nvSpPr>
        <p:spPr>
          <a:xfrm>
            <a:off x="2197747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78" name="Google Shape;2878;p92"/>
          <p:cNvSpPr/>
          <p:nvPr/>
        </p:nvSpPr>
        <p:spPr>
          <a:xfrm>
            <a:off x="2565140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79" name="Google Shape;2879;p92"/>
          <p:cNvSpPr txBox="1"/>
          <p:nvPr/>
        </p:nvSpPr>
        <p:spPr>
          <a:xfrm>
            <a:off x="1942791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80" name="Google Shape;2880;p92"/>
          <p:cNvCxnSpPr>
            <a:stCxn id="2876" idx="0"/>
            <a:endCxn id="2877" idx="3"/>
          </p:cNvCxnSpPr>
          <p:nvPr/>
        </p:nvCxnSpPr>
        <p:spPr>
          <a:xfrm flipH="1" rot="10800000">
            <a:off x="1933200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1" name="Google Shape;2881;p92"/>
          <p:cNvCxnSpPr>
            <a:stCxn id="2877" idx="4"/>
            <a:endCxn id="2876" idx="7"/>
          </p:cNvCxnSpPr>
          <p:nvPr/>
        </p:nvCxnSpPr>
        <p:spPr>
          <a:xfrm flipH="1">
            <a:off x="2006947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2" name="Google Shape;2882;p92"/>
          <p:cNvCxnSpPr>
            <a:stCxn id="2877" idx="5"/>
            <a:endCxn id="2878" idx="0"/>
          </p:cNvCxnSpPr>
          <p:nvPr/>
        </p:nvCxnSpPr>
        <p:spPr>
          <a:xfrm>
            <a:off x="2375969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83" name="Google Shape;2883;p92"/>
          <p:cNvCxnSpPr>
            <a:stCxn id="2878" idx="2"/>
            <a:endCxn id="2876" idx="6"/>
          </p:cNvCxnSpPr>
          <p:nvPr/>
        </p:nvCxnSpPr>
        <p:spPr>
          <a:xfrm rot="10800000">
            <a:off x="2037740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84" name="Google Shape;2884;p92"/>
          <p:cNvSpPr/>
          <p:nvPr/>
        </p:nvSpPr>
        <p:spPr>
          <a:xfrm>
            <a:off x="48554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85" name="Google Shape;2885;p92"/>
          <p:cNvSpPr/>
          <p:nvPr/>
        </p:nvSpPr>
        <p:spPr>
          <a:xfrm>
            <a:off x="522441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86" name="Google Shape;2886;p92"/>
          <p:cNvSpPr/>
          <p:nvPr/>
        </p:nvSpPr>
        <p:spPr>
          <a:xfrm>
            <a:off x="55918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87" name="Google Shape;2887;p92"/>
          <p:cNvSpPr txBox="1"/>
          <p:nvPr/>
        </p:nvSpPr>
        <p:spPr>
          <a:xfrm>
            <a:off x="496945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MMA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88" name="Google Shape;2888;p92"/>
          <p:cNvCxnSpPr>
            <a:stCxn id="2884" idx="0"/>
            <a:endCxn id="2885" idx="3"/>
          </p:cNvCxnSpPr>
          <p:nvPr/>
        </p:nvCxnSpPr>
        <p:spPr>
          <a:xfrm flipH="1" rot="10800000">
            <a:off x="495986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89" name="Google Shape;2889;p92"/>
          <p:cNvCxnSpPr>
            <a:stCxn id="2885" idx="4"/>
            <a:endCxn id="2884" idx="7"/>
          </p:cNvCxnSpPr>
          <p:nvPr/>
        </p:nvCxnSpPr>
        <p:spPr>
          <a:xfrm flipH="1">
            <a:off x="503361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90" name="Google Shape;2890;p92"/>
          <p:cNvCxnSpPr>
            <a:stCxn id="2885" idx="5"/>
            <a:endCxn id="2886" idx="0"/>
          </p:cNvCxnSpPr>
          <p:nvPr/>
        </p:nvCxnSpPr>
        <p:spPr>
          <a:xfrm>
            <a:off x="540263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91" name="Google Shape;2891;p92"/>
          <p:cNvCxnSpPr>
            <a:stCxn id="2886" idx="2"/>
            <a:endCxn id="2884" idx="6"/>
          </p:cNvCxnSpPr>
          <p:nvPr/>
        </p:nvCxnSpPr>
        <p:spPr>
          <a:xfrm rot="10800000">
            <a:off x="506440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92" name="Google Shape;2892;p92"/>
          <p:cNvSpPr/>
          <p:nvPr/>
        </p:nvSpPr>
        <p:spPr>
          <a:xfrm>
            <a:off x="636422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93" name="Google Shape;2893;p92"/>
          <p:cNvSpPr/>
          <p:nvPr/>
        </p:nvSpPr>
        <p:spPr>
          <a:xfrm>
            <a:off x="673317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94" name="Google Shape;2894;p92"/>
          <p:cNvSpPr/>
          <p:nvPr/>
        </p:nvSpPr>
        <p:spPr>
          <a:xfrm>
            <a:off x="710056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895" name="Google Shape;2895;p92"/>
          <p:cNvSpPr txBox="1"/>
          <p:nvPr/>
        </p:nvSpPr>
        <p:spPr>
          <a:xfrm>
            <a:off x="6473952" y="4681728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MMM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896" name="Google Shape;2896;p92"/>
          <p:cNvCxnSpPr>
            <a:stCxn id="2892" idx="0"/>
            <a:endCxn id="2893" idx="3"/>
          </p:cNvCxnSpPr>
          <p:nvPr/>
        </p:nvCxnSpPr>
        <p:spPr>
          <a:xfrm flipH="1" rot="10800000">
            <a:off x="646862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97" name="Google Shape;2897;p92"/>
          <p:cNvCxnSpPr>
            <a:stCxn id="2893" idx="4"/>
            <a:endCxn id="2892" idx="7"/>
          </p:cNvCxnSpPr>
          <p:nvPr/>
        </p:nvCxnSpPr>
        <p:spPr>
          <a:xfrm flipH="1">
            <a:off x="654237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98" name="Google Shape;2898;p92"/>
          <p:cNvCxnSpPr>
            <a:stCxn id="2893" idx="5"/>
            <a:endCxn id="2894" idx="0"/>
          </p:cNvCxnSpPr>
          <p:nvPr/>
        </p:nvCxnSpPr>
        <p:spPr>
          <a:xfrm>
            <a:off x="6911393" y="4054510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899" name="Google Shape;2899;p92"/>
          <p:cNvCxnSpPr>
            <a:stCxn id="2894" idx="2"/>
            <a:endCxn id="2892" idx="6"/>
          </p:cNvCxnSpPr>
          <p:nvPr/>
        </p:nvCxnSpPr>
        <p:spPr>
          <a:xfrm rot="10800000">
            <a:off x="657316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00" name="Google Shape;2900;p92"/>
          <p:cNvCxnSpPr>
            <a:stCxn id="2886" idx="1"/>
            <a:endCxn id="2885" idx="4"/>
          </p:cNvCxnSpPr>
          <p:nvPr/>
        </p:nvCxnSpPr>
        <p:spPr>
          <a:xfrm rot="10800000">
            <a:off x="532868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01" name="Google Shape;2901;p92"/>
          <p:cNvCxnSpPr>
            <a:stCxn id="2894" idx="1"/>
            <a:endCxn id="2892" idx="7"/>
          </p:cNvCxnSpPr>
          <p:nvPr/>
        </p:nvCxnSpPr>
        <p:spPr>
          <a:xfrm rot="10800000">
            <a:off x="6542542" y="4501905"/>
            <a:ext cx="588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02" name="Google Shape;2902;p92"/>
          <p:cNvCxnSpPr>
            <a:stCxn id="2893" idx="4"/>
            <a:endCxn id="2894" idx="1"/>
          </p:cNvCxnSpPr>
          <p:nvPr/>
        </p:nvCxnSpPr>
        <p:spPr>
          <a:xfrm>
            <a:off x="6837571" y="4084956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03" name="Google Shape;2903;p92"/>
          <p:cNvSpPr/>
          <p:nvPr/>
        </p:nvSpPr>
        <p:spPr>
          <a:xfrm>
            <a:off x="334670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04" name="Google Shape;2904;p92"/>
          <p:cNvSpPr/>
          <p:nvPr/>
        </p:nvSpPr>
        <p:spPr>
          <a:xfrm>
            <a:off x="3715651" y="3877056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05" name="Google Shape;2905;p92"/>
          <p:cNvSpPr/>
          <p:nvPr/>
        </p:nvSpPr>
        <p:spPr>
          <a:xfrm>
            <a:off x="4083044" y="4471459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06" name="Google Shape;2906;p92"/>
          <p:cNvSpPr txBox="1"/>
          <p:nvPr/>
        </p:nvSpPr>
        <p:spPr>
          <a:xfrm>
            <a:off x="3460695" y="4679519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MAA(C)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07" name="Google Shape;2907;p92"/>
          <p:cNvCxnSpPr>
            <a:stCxn id="2903" idx="0"/>
            <a:endCxn id="2904" idx="3"/>
          </p:cNvCxnSpPr>
          <p:nvPr/>
        </p:nvCxnSpPr>
        <p:spPr>
          <a:xfrm flipH="1" rot="10800000">
            <a:off x="3451104" y="4054459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08" name="Google Shape;2908;p92"/>
          <p:cNvCxnSpPr>
            <a:stCxn id="2904" idx="4"/>
            <a:endCxn id="2903" idx="7"/>
          </p:cNvCxnSpPr>
          <p:nvPr/>
        </p:nvCxnSpPr>
        <p:spPr>
          <a:xfrm flipH="1">
            <a:off x="3524851" y="4084956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09" name="Google Shape;2909;p92"/>
          <p:cNvCxnSpPr>
            <a:stCxn id="2905" idx="2"/>
            <a:endCxn id="2903" idx="6"/>
          </p:cNvCxnSpPr>
          <p:nvPr/>
        </p:nvCxnSpPr>
        <p:spPr>
          <a:xfrm rot="10800000">
            <a:off x="3555644" y="4575409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10" name="Google Shape;2910;p92"/>
          <p:cNvCxnSpPr>
            <a:stCxn id="2905" idx="1"/>
            <a:endCxn id="2904" idx="4"/>
          </p:cNvCxnSpPr>
          <p:nvPr/>
        </p:nvCxnSpPr>
        <p:spPr>
          <a:xfrm rot="10800000">
            <a:off x="3819922" y="4084905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911" name="Google Shape;2911;p92"/>
          <p:cNvSpPr/>
          <p:nvPr/>
        </p:nvSpPr>
        <p:spPr>
          <a:xfrm>
            <a:off x="53600" y="1416150"/>
            <a:ext cx="1339500" cy="2311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the full set of sixteen directed triads!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912" name="Google Shape;2912;p92"/>
          <p:cNvSpPr/>
          <p:nvPr/>
        </p:nvSpPr>
        <p:spPr>
          <a:xfrm>
            <a:off x="183132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13" name="Google Shape;2913;p92"/>
          <p:cNvSpPr/>
          <p:nvPr/>
        </p:nvSpPr>
        <p:spPr>
          <a:xfrm>
            <a:off x="220027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14" name="Google Shape;2914;p92"/>
          <p:cNvSpPr/>
          <p:nvPr/>
        </p:nvSpPr>
        <p:spPr>
          <a:xfrm>
            <a:off x="2567667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15" name="Google Shape;2915;p92"/>
          <p:cNvSpPr txBox="1"/>
          <p:nvPr/>
        </p:nvSpPr>
        <p:spPr>
          <a:xfrm>
            <a:off x="194531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16" name="Google Shape;2916;p92"/>
          <p:cNvCxnSpPr>
            <a:stCxn id="2913" idx="5"/>
            <a:endCxn id="2914" idx="0"/>
          </p:cNvCxnSpPr>
          <p:nvPr/>
        </p:nvCxnSpPr>
        <p:spPr>
          <a:xfrm>
            <a:off x="2378495" y="1687442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17" name="Google Shape;2917;p92"/>
          <p:cNvCxnSpPr>
            <a:stCxn id="2913" idx="3"/>
            <a:endCxn id="2912" idx="0"/>
          </p:cNvCxnSpPr>
          <p:nvPr/>
        </p:nvCxnSpPr>
        <p:spPr>
          <a:xfrm flipH="1">
            <a:off x="1935651" y="1687442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18" name="Google Shape;2918;p92"/>
          <p:cNvSpPr/>
          <p:nvPr/>
        </p:nvSpPr>
        <p:spPr>
          <a:xfrm>
            <a:off x="334606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19" name="Google Shape;2919;p92"/>
          <p:cNvSpPr/>
          <p:nvPr/>
        </p:nvSpPr>
        <p:spPr>
          <a:xfrm>
            <a:off x="3715016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20" name="Google Shape;2920;p92"/>
          <p:cNvSpPr/>
          <p:nvPr/>
        </p:nvSpPr>
        <p:spPr>
          <a:xfrm>
            <a:off x="4082409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21" name="Google Shape;2921;p92"/>
          <p:cNvSpPr txBox="1"/>
          <p:nvPr/>
        </p:nvSpPr>
        <p:spPr>
          <a:xfrm>
            <a:off x="3460060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AAN(I)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22" name="Google Shape;2922;p92"/>
          <p:cNvCxnSpPr>
            <a:stCxn id="2918" idx="0"/>
            <a:endCxn id="2919" idx="3"/>
          </p:cNvCxnSpPr>
          <p:nvPr/>
        </p:nvCxnSpPr>
        <p:spPr>
          <a:xfrm flipH="1" rot="10800000">
            <a:off x="3450469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23" name="Google Shape;2923;p92"/>
          <p:cNvCxnSpPr>
            <a:stCxn id="2920" idx="0"/>
            <a:endCxn id="2919" idx="5"/>
          </p:cNvCxnSpPr>
          <p:nvPr/>
        </p:nvCxnSpPr>
        <p:spPr>
          <a:xfrm rot="10800000">
            <a:off x="3893109" y="1687391"/>
            <a:ext cx="2937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24" name="Google Shape;2924;p92"/>
          <p:cNvSpPr/>
          <p:nvPr/>
        </p:nvSpPr>
        <p:spPr>
          <a:xfrm>
            <a:off x="485806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25" name="Google Shape;2925;p92"/>
          <p:cNvSpPr/>
          <p:nvPr/>
        </p:nvSpPr>
        <p:spPr>
          <a:xfrm>
            <a:off x="5227009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26" name="Google Shape;2926;p92"/>
          <p:cNvSpPr/>
          <p:nvPr/>
        </p:nvSpPr>
        <p:spPr>
          <a:xfrm>
            <a:off x="5594403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27" name="Google Shape;2927;p92"/>
          <p:cNvSpPr txBox="1"/>
          <p:nvPr/>
        </p:nvSpPr>
        <p:spPr>
          <a:xfrm>
            <a:off x="4972053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MAN(O)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2928" name="Google Shape;2928;p92"/>
          <p:cNvSpPr/>
          <p:nvPr/>
        </p:nvSpPr>
        <p:spPr>
          <a:xfrm>
            <a:off x="637005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29" name="Google Shape;2929;p92"/>
          <p:cNvSpPr/>
          <p:nvPr/>
        </p:nvSpPr>
        <p:spPr>
          <a:xfrm>
            <a:off x="6739003" y="1509988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30" name="Google Shape;2930;p92"/>
          <p:cNvSpPr/>
          <p:nvPr/>
        </p:nvSpPr>
        <p:spPr>
          <a:xfrm>
            <a:off x="7106396" y="2104391"/>
            <a:ext cx="208800" cy="2079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2931" name="Google Shape;2931;p92"/>
          <p:cNvSpPr txBox="1"/>
          <p:nvPr/>
        </p:nvSpPr>
        <p:spPr>
          <a:xfrm>
            <a:off x="6484047" y="2312451"/>
            <a:ext cx="7188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MAN(I)</a:t>
            </a:r>
            <a:endParaRPr b="1" sz="12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2932" name="Google Shape;2932;p92"/>
          <p:cNvCxnSpPr>
            <a:stCxn id="2924" idx="0"/>
            <a:endCxn id="2925" idx="3"/>
          </p:cNvCxnSpPr>
          <p:nvPr/>
        </p:nvCxnSpPr>
        <p:spPr>
          <a:xfrm flipH="1" rot="10800000">
            <a:off x="4962463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33" name="Google Shape;2933;p92"/>
          <p:cNvCxnSpPr>
            <a:stCxn id="2925" idx="4"/>
            <a:endCxn id="2924" idx="7"/>
          </p:cNvCxnSpPr>
          <p:nvPr/>
        </p:nvCxnSpPr>
        <p:spPr>
          <a:xfrm flipH="1">
            <a:off x="5036209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34" name="Google Shape;2934;p92"/>
          <p:cNvCxnSpPr>
            <a:stCxn id="2924" idx="6"/>
            <a:endCxn id="2926" idx="2"/>
          </p:cNvCxnSpPr>
          <p:nvPr/>
        </p:nvCxnSpPr>
        <p:spPr>
          <a:xfrm>
            <a:off x="5066863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35" name="Google Shape;2935;p92"/>
          <p:cNvCxnSpPr>
            <a:stCxn id="2928" idx="6"/>
            <a:endCxn id="2930" idx="2"/>
          </p:cNvCxnSpPr>
          <p:nvPr/>
        </p:nvCxnSpPr>
        <p:spPr>
          <a:xfrm>
            <a:off x="6578856" y="2208341"/>
            <a:ext cx="52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36" name="Google Shape;2936;p92"/>
          <p:cNvCxnSpPr>
            <a:stCxn id="2929" idx="4"/>
            <a:endCxn id="2928" idx="7"/>
          </p:cNvCxnSpPr>
          <p:nvPr/>
        </p:nvCxnSpPr>
        <p:spPr>
          <a:xfrm flipH="1">
            <a:off x="6548203" y="1717888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37" name="Google Shape;2937;p92"/>
          <p:cNvCxnSpPr>
            <a:stCxn id="2928" idx="0"/>
            <a:endCxn id="2929" idx="3"/>
          </p:cNvCxnSpPr>
          <p:nvPr/>
        </p:nvCxnSpPr>
        <p:spPr>
          <a:xfrm flipH="1" rot="10800000">
            <a:off x="6474456" y="1687391"/>
            <a:ext cx="295200" cy="41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