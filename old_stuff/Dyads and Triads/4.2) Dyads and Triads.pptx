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</p:sldIdLst>
  <p:sldSz cy="5143500" cx="9144000"/>
  <p:notesSz cx="6858000" cy="9144000"/>
  <p:embeddedFontLst>
    <p:embeddedFont>
      <p:font typeface="Economica"/>
      <p:regular r:id="rId79"/>
      <p:bold r:id="rId80"/>
      <p:italic r:id="rId81"/>
      <p:boldItalic r:id="rId82"/>
    </p:embeddedFont>
    <p:embeddedFont>
      <p:font typeface="Roboto"/>
      <p:regular r:id="rId83"/>
      <p:bold r:id="rId84"/>
      <p:italic r:id="rId85"/>
      <p:boldItalic r:id="rId86"/>
    </p:embeddedFont>
    <p:embeddedFont>
      <p:font typeface="Oxygen"/>
      <p:regular r:id="rId87"/>
      <p:bold r:id="rId88"/>
    </p:embeddedFont>
    <p:embeddedFont>
      <p:font typeface="Cantarell"/>
      <p:regular r:id="rId89"/>
      <p:bold r:id="rId90"/>
      <p:italic r:id="rId91"/>
      <p:boldItalic r:id="rId92"/>
    </p:embeddedFont>
    <p:embeddedFont>
      <p:font typeface="Open Sans"/>
      <p:regular r:id="rId93"/>
      <p:bold r:id="rId94"/>
      <p:italic r:id="rId95"/>
      <p:boldItalic r:id="rId9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3032F2-8A78-420F-BBE3-912FEA046892}">
  <a:tblStyle styleId="{653032F2-8A78-420F-BBE3-912FEA0468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Roboto-bold.fntdata"/><Relationship Id="rId83" Type="http://schemas.openxmlformats.org/officeDocument/2006/relationships/font" Target="fonts/Roboto-regular.fntdata"/><Relationship Id="rId42" Type="http://schemas.openxmlformats.org/officeDocument/2006/relationships/slide" Target="slides/slide35.xml"/><Relationship Id="rId86" Type="http://schemas.openxmlformats.org/officeDocument/2006/relationships/font" Target="fonts/Roboto-boldItalic.fntdata"/><Relationship Id="rId41" Type="http://schemas.openxmlformats.org/officeDocument/2006/relationships/slide" Target="slides/slide34.xml"/><Relationship Id="rId85" Type="http://schemas.openxmlformats.org/officeDocument/2006/relationships/font" Target="fonts/Roboto-italic.fntdata"/><Relationship Id="rId44" Type="http://schemas.openxmlformats.org/officeDocument/2006/relationships/slide" Target="slides/slide37.xml"/><Relationship Id="rId88" Type="http://schemas.openxmlformats.org/officeDocument/2006/relationships/font" Target="fonts/Oxygen-bold.fntdata"/><Relationship Id="rId43" Type="http://schemas.openxmlformats.org/officeDocument/2006/relationships/slide" Target="slides/slide36.xml"/><Relationship Id="rId87" Type="http://schemas.openxmlformats.org/officeDocument/2006/relationships/font" Target="fonts/Oxygen-regular.fntdata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9" Type="http://schemas.openxmlformats.org/officeDocument/2006/relationships/font" Target="fonts/Cantarell-regular.fntdata"/><Relationship Id="rId80" Type="http://schemas.openxmlformats.org/officeDocument/2006/relationships/font" Target="fonts/Economica-bold.fntdata"/><Relationship Id="rId82" Type="http://schemas.openxmlformats.org/officeDocument/2006/relationships/font" Target="fonts/Economica-boldItalic.fntdata"/><Relationship Id="rId81" Type="http://schemas.openxmlformats.org/officeDocument/2006/relationships/font" Target="fonts/Economic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31" Type="http://schemas.openxmlformats.org/officeDocument/2006/relationships/slide" Target="slides/slide24.xml"/><Relationship Id="rId75" Type="http://schemas.openxmlformats.org/officeDocument/2006/relationships/slide" Target="slides/slide68.xml"/><Relationship Id="rId30" Type="http://schemas.openxmlformats.org/officeDocument/2006/relationships/slide" Target="slides/slide23.xml"/><Relationship Id="rId74" Type="http://schemas.openxmlformats.org/officeDocument/2006/relationships/slide" Target="slides/slide67.xml"/><Relationship Id="rId33" Type="http://schemas.openxmlformats.org/officeDocument/2006/relationships/slide" Target="slides/slide26.xml"/><Relationship Id="rId77" Type="http://schemas.openxmlformats.org/officeDocument/2006/relationships/slide" Target="slides/slide70.xml"/><Relationship Id="rId32" Type="http://schemas.openxmlformats.org/officeDocument/2006/relationships/slide" Target="slides/slide25.xml"/><Relationship Id="rId76" Type="http://schemas.openxmlformats.org/officeDocument/2006/relationships/slide" Target="slides/slide69.xml"/><Relationship Id="rId35" Type="http://schemas.openxmlformats.org/officeDocument/2006/relationships/slide" Target="slides/slide28.xml"/><Relationship Id="rId79" Type="http://schemas.openxmlformats.org/officeDocument/2006/relationships/font" Target="fonts/Economica-regular.fntdata"/><Relationship Id="rId34" Type="http://schemas.openxmlformats.org/officeDocument/2006/relationships/slide" Target="slides/slide27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95" Type="http://schemas.openxmlformats.org/officeDocument/2006/relationships/font" Target="fonts/OpenSans-italic.fntdata"/><Relationship Id="rId50" Type="http://schemas.openxmlformats.org/officeDocument/2006/relationships/slide" Target="slides/slide43.xml"/><Relationship Id="rId94" Type="http://schemas.openxmlformats.org/officeDocument/2006/relationships/font" Target="fonts/OpenSans-bold.fntdata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96" Type="http://schemas.openxmlformats.org/officeDocument/2006/relationships/font" Target="fonts/OpenSans-boldItalic.fntdata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91" Type="http://schemas.openxmlformats.org/officeDocument/2006/relationships/font" Target="fonts/Cantarell-italic.fntdata"/><Relationship Id="rId90" Type="http://schemas.openxmlformats.org/officeDocument/2006/relationships/font" Target="fonts/Cantarell-bold.fntdata"/><Relationship Id="rId93" Type="http://schemas.openxmlformats.org/officeDocument/2006/relationships/font" Target="fonts/OpenSans-regular.fntdata"/><Relationship Id="rId92" Type="http://schemas.openxmlformats.org/officeDocument/2006/relationships/font" Target="fonts/Cantarell-boldItalic.fntdata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d0f12f7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d0f12f7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a014a22eb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0a014a22eb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a014a22eb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0a014a22eb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0a014a22eb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0a014a22eb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0a014a22eb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0a014a22eb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0a014a22eb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0a014a22eb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0a014a22eb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0a014a22eb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a014a22eb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a014a22eb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0a014a22eb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0a014a22eb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0a014a22eb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0a014a22eb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a014a22eb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a014a22eb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0a014a22eb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0a014a22eb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0a014a22eb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0a014a22eb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0a014a22eb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0a014a22eb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0a014a22eb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10a014a22eb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0a014a22eb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0a014a22eb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0a014a22eb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0a014a22eb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a014a22eb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a014a22eb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0a014a22eb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0a014a22eb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0a014a22eb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0a014a22eb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0a014a22eb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0a014a22eb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0a014a22eb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10a014a22eb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10a014a22eb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10a014a22eb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10a014a22eb_0_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10a014a22eb_0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0a014a22eb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0a014a22eb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10a014a22eb_0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10a014a22eb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0a014a22eb_0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0a014a22eb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0a014a22eb_0_1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0a014a22eb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11310ac01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11310ac01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1310ac016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1310ac016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11310ac016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11310ac016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1310ac016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1310ac016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0a014a22eb_0_1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0a014a22eb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10a014a22eb_0_1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10a014a22eb_0_1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0a014a22eb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0a014a22eb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10a014a22eb_0_1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10a014a22eb_0_1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0a014a22eb_0_1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0a014a22eb_0_1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10a014a22eb_0_1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10a014a22eb_0_1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10a014a22eb_0_1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10a014a22eb_0_1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10a014a22eb_0_1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10a014a22eb_0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10a014a22eb_0_1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10a014a22eb_0_1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10a014a22eb_0_1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10a014a22eb_0_1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10a014a22eb_0_1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10a014a22eb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10a014a22eb_0_1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10a014a22eb_0_1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10a014a22eb_0_4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10a014a22eb_0_4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10a014a22eb_0_1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10a014a22eb_0_1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0a014a22eb_0_2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0a014a22eb_0_2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0a014a22eb_0_2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0a014a22eb_0_2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10a014a22eb_0_2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10a014a22eb_0_2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10a014a22eb_0_2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10a014a22eb_0_2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0a014a22eb_0_2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0a014a22eb_0_2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10a014a22eb_0_2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10a014a22eb_0_2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10a014a22eb_0_2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10a014a22eb_0_2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10a014a22eb_0_4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10a014a22eb_0_4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10a014a22eb_0_2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10a014a22eb_0_2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10a014a22eb_0_2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10a014a22eb_0_2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10a014a22eb_0_2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10a014a22eb_0_2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10a014a22eb_0_2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10a014a22eb_0_2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10a014a22eb_0_2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10a014a22eb_0_2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0a014a22eb_0_3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0a014a22eb_0_3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g10a014a22eb_0_3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3" name="Google Shape;1893;g10a014a22eb_0_3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g10a014a22eb_0_3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7" name="Google Shape;1977;g10a014a22eb_0_3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g10a014a22eb_0_3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6" name="Google Shape;2066;g10a014a22eb_0_3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10a014a22eb_0_3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10a014a22eb_0_3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g10a014a22eb_0_3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9" name="Google Shape;2259;g10a014a22eb_0_3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g10a014a22eb_0_3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7" name="Google Shape;2357;g10a014a22eb_0_3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3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g10a014a22eb_0_3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5" name="Google Shape;2465;g10a014a22eb_0_3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0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571;g10a014a22eb_0_3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2" name="Google Shape;2572;g10a014a22eb_0_3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8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g10a014a22eb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0" name="Google Shape;2690;g10a014a22eb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Google Shape;2808;g10a014a22eb_0_3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9" name="Google Shape;2809;g10a014a22eb_0_3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4" name="Shape 2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5" name="Google Shape;2925;g1c910e8e8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6" name="Google Shape;2926;g1c910e8e8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and Triads</a:t>
            </a:r>
            <a:endParaRPr/>
          </a:p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28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22" name="Google Shape;122;p28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" name="Google Shape;123;p28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8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5" name="Google Shape;125;p28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" name="Google Shape;126;p28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127" name="Google Shape;127;p28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" name="Google Shape;128;p28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8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0" name="Google Shape;130;p28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" name="Google Shape;131;p28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32" name="Google Shape;132;p28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" name="Google Shape;133;p28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8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5" name="Google Shape;135;p28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28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37" name="Google Shape;137;p28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" name="Google Shape;138;p28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8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0" name="Google Shape;140;p28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1" name="Google Shape;141;p28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42" name="Google Shape;142;p28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" name="Google Shape;143;p28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8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5" name="Google Shape;145;p28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6" name="Google Shape;146;p28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47" name="Google Shape;147;p28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8" name="Google Shape;148;p28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9" name="Google Shape;149;p28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0" name="Google Shape;150;p28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1" name="Google Shape;151;p28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2" name="Google Shape;152;p28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3" name="Google Shape;153;p28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4" name="Google Shape;154;p28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5" name="Google Shape;155;p28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6" name="Google Shape;156;p28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7" name="Google Shape;157;p28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8" name="Google Shape;158;p28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9" name="Google Shape;159;p28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0" name="Google Shape;160;p28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1" name="Google Shape;161;p28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2" name="Google Shape;162;p28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3" name="Google Shape;163;p28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164" name="Google Shape;164;p28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9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71" name="Google Shape;171;p29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29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9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4" name="Google Shape;174;p29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" name="Google Shape;175;p29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76" name="Google Shape;176;p29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" name="Google Shape;177;p29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9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9" name="Google Shape;179;p29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0" name="Google Shape;180;p29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81" name="Google Shape;181;p29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2" name="Google Shape;182;p29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9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4" name="Google Shape;184;p29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5" name="Google Shape;185;p29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86" name="Google Shape;186;p29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7" name="Google Shape;187;p29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9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9" name="Google Shape;189;p29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0" name="Google Shape;190;p29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91" name="Google Shape;191;p29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2" name="Google Shape;192;p29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3" name="Google Shape;193;p29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4" name="Google Shape;194;p29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5" name="Google Shape;195;p29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6" name="Google Shape;196;p29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7" name="Google Shape;197;p29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8" name="Google Shape;198;p29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9" name="Google Shape;199;p29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0" name="Google Shape;200;p29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1" name="Google Shape;201;p29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2" name="Google Shape;202;p29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3" name="Google Shape;203;p29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4" name="Google Shape;204;p29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5" name="Google Shape;205;p29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6" name="Google Shape;206;p29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7" name="Google Shape;207;p29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208" name="Google Shape;208;p29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209" name="Google Shape;209;p29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0" name="Google Shape;210;p29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9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12" name="Google Shape;212;p29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13" name="Google Shape;213;p29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4" name="Google Shape;21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215" name="Google Shape;215;p29"/>
          <p:cNvSpPr/>
          <p:nvPr/>
        </p:nvSpPr>
        <p:spPr>
          <a:xfrm>
            <a:off x="234113" y="1713500"/>
            <a:ext cx="41961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 there are </a:t>
            </a:r>
            <a:r>
              <a:rPr b="1" lang="en"/>
              <a:t>two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4" name="Google Shape;224;p30"/>
          <p:cNvCxnSpPr>
            <a:stCxn id="222" idx="6"/>
            <a:endCxn id="223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3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8" name="Google Shape;228;p30"/>
          <p:cNvCxnSpPr>
            <a:stCxn id="223" idx="7"/>
            <a:endCxn id="22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0"/>
          <p:cNvCxnSpPr>
            <a:stCxn id="227" idx="1"/>
            <a:endCxn id="22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0"/>
          <p:cNvCxnSpPr>
            <a:stCxn id="227" idx="3"/>
            <a:endCxn id="22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0"/>
          <p:cNvCxnSpPr>
            <a:stCxn id="226" idx="1"/>
            <a:endCxn id="223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0"/>
          <p:cNvCxnSpPr>
            <a:stCxn id="226" idx="0"/>
            <a:endCxn id="225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0"/>
          <p:cNvCxnSpPr/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0"/>
          <p:cNvSpPr/>
          <p:nvPr/>
        </p:nvSpPr>
        <p:spPr>
          <a:xfrm>
            <a:off x="3411750" y="3762225"/>
            <a:ext cx="30315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Reminder: A dyad is a subgraph of order 2!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  <p:sp>
        <p:nvSpPr>
          <p:cNvPr id="240" name="Google Shape;240;p31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 there are </a:t>
            </a:r>
            <a:r>
              <a:rPr b="1" lang="en"/>
              <a:t>two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E Dyad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3" name="Google Shape;243;p31"/>
          <p:cNvCxnSpPr>
            <a:stCxn id="241" idx="6"/>
            <a:endCxn id="242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3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7" name="Google Shape;247;p31"/>
          <p:cNvCxnSpPr>
            <a:stCxn id="242" idx="7"/>
            <a:endCxn id="24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1"/>
          <p:cNvCxnSpPr>
            <a:stCxn id="246" idx="1"/>
            <a:endCxn id="24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1"/>
          <p:cNvCxnSpPr>
            <a:stCxn id="246" idx="3"/>
            <a:endCxn id="24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1"/>
          <p:cNvCxnSpPr>
            <a:stCxn id="245" idx="1"/>
            <a:endCxn id="242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1"/>
          <p:cNvCxnSpPr>
            <a:stCxn id="245" idx="0"/>
            <a:endCxn id="244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31"/>
          <p:cNvCxnSpPr/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31"/>
          <p:cNvSpPr/>
          <p:nvPr/>
        </p:nvSpPr>
        <p:spPr>
          <a:xfrm>
            <a:off x="3411750" y="3762225"/>
            <a:ext cx="30315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Reminder: A dyad is a subgraph of order 2!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  <p:sp>
        <p:nvSpPr>
          <p:cNvPr id="259" name="Google Shape;259;p32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 there are </a:t>
            </a:r>
            <a:r>
              <a:rPr b="1" lang="en"/>
              <a:t>two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E Dyad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D dyad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" name="Google Shape;261;p3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2" name="Google Shape;262;p32"/>
          <p:cNvCxnSpPr>
            <a:stCxn id="260" idx="6"/>
            <a:endCxn id="26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3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" name="Google Shape;265;p3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6" name="Google Shape;266;p32"/>
          <p:cNvCxnSpPr>
            <a:stCxn id="261" idx="7"/>
            <a:endCxn id="26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2"/>
          <p:cNvCxnSpPr>
            <a:stCxn id="265" idx="1"/>
            <a:endCxn id="26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32"/>
          <p:cNvCxnSpPr>
            <a:stCxn id="265" idx="3"/>
            <a:endCxn id="26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2"/>
          <p:cNvCxnSpPr>
            <a:stCxn id="264" idx="1"/>
            <a:endCxn id="261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32"/>
          <p:cNvCxnSpPr>
            <a:stCxn id="264" idx="0"/>
            <a:endCxn id="26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32"/>
          <p:cNvCxnSpPr/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32"/>
          <p:cNvSpPr/>
          <p:nvPr/>
        </p:nvSpPr>
        <p:spPr>
          <a:xfrm>
            <a:off x="3411750" y="3762225"/>
            <a:ext cx="30315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Reminder: A dyad is a subgraph of order 2!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 there are </a:t>
            </a:r>
            <a:r>
              <a:rPr b="1" lang="en"/>
              <a:t>two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E Dyad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D dyad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Symmetric edges in undirected graphs can either be present or absent!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0" name="Google Shape;280;p33"/>
          <p:cNvCxnSpPr>
            <a:stCxn id="279" idx="6"/>
            <a:endCxn id="281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33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2" name="Google Shape;282;p33"/>
          <p:cNvSpPr/>
          <p:nvPr/>
        </p:nvSpPr>
        <p:spPr>
          <a:xfrm>
            <a:off x="5727983" y="3198278"/>
            <a:ext cx="784200" cy="7614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3" name="Google Shape;283;p33"/>
          <p:cNvSpPr/>
          <p:nvPr/>
        </p:nvSpPr>
        <p:spPr>
          <a:xfrm>
            <a:off x="7341884" y="3198278"/>
            <a:ext cx="784200" cy="7614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4" name="Google Shape;284;p33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Undirected Graphs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35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295" name="Google Shape;295;p35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6" name="Google Shape;296;p35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5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98" name="Google Shape;298;p35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9" name="Google Shape;299;p35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300" name="Google Shape;300;p35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1" name="Google Shape;301;p35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5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03" name="Google Shape;303;p35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4" name="Google Shape;304;p35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305" name="Google Shape;305;p35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6" name="Google Shape;306;p35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5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08" name="Google Shape;308;p35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9" name="Google Shape;309;p35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310" name="Google Shape;310;p35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1" name="Google Shape;311;p35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5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13" name="Google Shape;313;p35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4" name="Google Shape;314;p35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315" name="Google Shape;315;p35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6" name="Google Shape;316;p35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5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18" name="Google Shape;318;p35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9" name="Google Shape;319;p35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320" name="Google Shape;320;p35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1" name="Google Shape;321;p35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2" name="Google Shape;322;p35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3" name="Google Shape;323;p35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4" name="Google Shape;324;p35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5" name="Google Shape;325;p35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6" name="Google Shape;326;p35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7" name="Google Shape;327;p35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8" name="Google Shape;328;p35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9" name="Google Shape;329;p35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0" name="Google Shape;330;p35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1" name="Google Shape;331;p35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2" name="Google Shape;332;p35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3" name="Google Shape;333;p35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4" name="Google Shape;334;p35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5" name="Google Shape;335;p35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6" name="Google Shape;336;p35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337" name="Google Shape;337;p35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8" name="Google Shape;338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36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344" name="Google Shape;344;p36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5" name="Google Shape;345;p36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6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47" name="Google Shape;347;p36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8" name="Google Shape;348;p36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349" name="Google Shape;349;p36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0" name="Google Shape;350;p36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6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52" name="Google Shape;352;p36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3" name="Google Shape;353;p36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354" name="Google Shape;354;p36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5" name="Google Shape;355;p36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6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57" name="Google Shape;357;p36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8" name="Google Shape;358;p36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359" name="Google Shape;359;p36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0" name="Google Shape;360;p36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6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62" name="Google Shape;362;p36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3" name="Google Shape;363;p36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364" name="Google Shape;364;p36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5" name="Google Shape;365;p36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6" name="Google Shape;366;p36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7" name="Google Shape;367;p36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8" name="Google Shape;368;p36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9" name="Google Shape;369;p36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0" name="Google Shape;370;p36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1" name="Google Shape;371;p36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2" name="Google Shape;372;p36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3" name="Google Shape;373;p36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4" name="Google Shape;374;p36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5" name="Google Shape;375;p36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6" name="Google Shape;376;p36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7" name="Google Shape;377;p36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8" name="Google Shape;378;p36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9" name="Google Shape;379;p36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80" name="Google Shape;380;p36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381" name="Google Shape;381;p36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382" name="Google Shape;382;p36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3" name="Google Shape;383;p36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6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85" name="Google Shape;385;p36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86" name="Google Shape;386;p36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7" name="Google Shape;387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4766075" y="2115325"/>
            <a:ext cx="41961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394" name="Google Shape;394;p3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6" name="Google Shape;396;p37"/>
          <p:cNvCxnSpPr>
            <a:stCxn id="394" idx="6"/>
            <a:endCxn id="39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3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8" name="Google Shape;398;p3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9" name="Google Shape;399;p37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0" name="Google Shape;400;p37"/>
          <p:cNvCxnSpPr>
            <a:stCxn id="395" idx="7"/>
            <a:endCxn id="39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7"/>
          <p:cNvCxnSpPr>
            <a:stCxn id="399" idx="1"/>
            <a:endCxn id="397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7"/>
          <p:cNvCxnSpPr>
            <a:stCxn id="399" idx="3"/>
            <a:endCxn id="398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7"/>
          <p:cNvCxnSpPr>
            <a:stCxn id="398" idx="1"/>
            <a:endCxn id="39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37"/>
          <p:cNvCxnSpPr>
            <a:stCxn id="398" idx="0"/>
            <a:endCxn id="39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" name="Google Shape;405;p37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06" name="Google Shape;406;p37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7" name="Google Shape;407;p37"/>
          <p:cNvCxnSpPr>
            <a:stCxn id="406" idx="0"/>
            <a:endCxn id="395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13" name="Google Shape;413;p3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4" name="Google Shape;414;p3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5" name="Google Shape;415;p38"/>
          <p:cNvCxnSpPr>
            <a:stCxn id="413" idx="6"/>
            <a:endCxn id="414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8" name="Google Shape;418;p38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9" name="Google Shape;419;p38"/>
          <p:cNvCxnSpPr>
            <a:stCxn id="414" idx="7"/>
            <a:endCxn id="41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8"/>
          <p:cNvCxnSpPr>
            <a:stCxn id="418" idx="1"/>
            <a:endCxn id="416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8"/>
          <p:cNvCxnSpPr>
            <a:stCxn id="418" idx="3"/>
            <a:endCxn id="417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38"/>
          <p:cNvCxnSpPr>
            <a:stCxn id="417" idx="1"/>
            <a:endCxn id="414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38"/>
          <p:cNvCxnSpPr>
            <a:stCxn id="417" idx="0"/>
            <a:endCxn id="416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38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25" name="Google Shape;425;p38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6" name="Google Shape;426;p38"/>
          <p:cNvCxnSpPr>
            <a:stCxn id="425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32" name="Google Shape;432;p3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3" name="Google Shape;433;p3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4" name="Google Shape;434;p39"/>
          <p:cNvCxnSpPr>
            <a:stCxn id="432" idx="6"/>
            <a:endCxn id="433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7" name="Google Shape;437;p39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8" name="Google Shape;438;p39"/>
          <p:cNvCxnSpPr>
            <a:stCxn id="433" idx="7"/>
            <a:endCxn id="43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39"/>
          <p:cNvCxnSpPr>
            <a:stCxn id="437" idx="1"/>
            <a:endCxn id="435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9"/>
          <p:cNvCxnSpPr>
            <a:stCxn id="437" idx="3"/>
            <a:endCxn id="436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39"/>
          <p:cNvCxnSpPr>
            <a:stCxn id="436" idx="1"/>
            <a:endCxn id="433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39"/>
          <p:cNvCxnSpPr>
            <a:stCxn id="436" idx="0"/>
            <a:endCxn id="435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39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44" name="Google Shape;444;p39"/>
          <p:cNvSpPr/>
          <p:nvPr/>
        </p:nvSpPr>
        <p:spPr>
          <a:xfrm>
            <a:off x="4834825" y="1147225"/>
            <a:ext cx="1846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triad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45" name="Google Shape;445;p39"/>
          <p:cNvCxnSpPr>
            <a:stCxn id="444" idx="4"/>
          </p:cNvCxnSpPr>
          <p:nvPr/>
        </p:nvCxnSpPr>
        <p:spPr>
          <a:xfrm>
            <a:off x="5758075" y="1978525"/>
            <a:ext cx="860100" cy="28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39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7" name="Google Shape;447;p39"/>
          <p:cNvCxnSpPr>
            <a:stCxn id="446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53" name="Google Shape;453;p40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54" name="Google Shape;454;p4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5" name="Google Shape;455;p4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56" name="Google Shape;456;p40"/>
          <p:cNvCxnSpPr>
            <a:stCxn id="454" idx="6"/>
            <a:endCxn id="45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4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8" name="Google Shape;458;p4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9" name="Google Shape;459;p40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0" name="Google Shape;460;p40"/>
          <p:cNvCxnSpPr>
            <a:stCxn id="455" idx="7"/>
            <a:endCxn id="45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40"/>
          <p:cNvCxnSpPr>
            <a:stCxn id="459" idx="1"/>
            <a:endCxn id="457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40"/>
          <p:cNvCxnSpPr>
            <a:stCxn id="459" idx="3"/>
            <a:endCxn id="458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40"/>
          <p:cNvCxnSpPr>
            <a:stCxn id="458" idx="1"/>
            <a:endCxn id="45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40"/>
          <p:cNvCxnSpPr>
            <a:stCxn id="458" idx="0"/>
            <a:endCxn id="45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40"/>
          <p:cNvSpPr/>
          <p:nvPr/>
        </p:nvSpPr>
        <p:spPr>
          <a:xfrm>
            <a:off x="4169075" y="1303675"/>
            <a:ext cx="1846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another triad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66" name="Google Shape;466;p40"/>
          <p:cNvCxnSpPr>
            <a:stCxn id="465" idx="5"/>
          </p:cNvCxnSpPr>
          <p:nvPr/>
        </p:nvCxnSpPr>
        <p:spPr>
          <a:xfrm>
            <a:off x="5745161" y="2013234"/>
            <a:ext cx="407700" cy="438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7" name="Google Shape;467;p40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8" name="Google Shape;468;p40"/>
          <p:cNvCxnSpPr>
            <a:stCxn id="467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74" name="Google Shape;474;p41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75" name="Google Shape;475;p4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6" name="Google Shape;476;p4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7" name="Google Shape;477;p41"/>
          <p:cNvCxnSpPr>
            <a:stCxn id="475" idx="6"/>
            <a:endCxn id="47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4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9" name="Google Shape;479;p4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0" name="Google Shape;480;p41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1" name="Google Shape;481;p41"/>
          <p:cNvCxnSpPr>
            <a:stCxn id="476" idx="7"/>
            <a:endCxn id="47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41"/>
          <p:cNvCxnSpPr>
            <a:stCxn id="480" idx="1"/>
            <a:endCxn id="478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41"/>
          <p:cNvCxnSpPr>
            <a:stCxn id="480" idx="3"/>
            <a:endCxn id="479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1"/>
          <p:cNvCxnSpPr>
            <a:stCxn id="479" idx="1"/>
            <a:endCxn id="47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1"/>
          <p:cNvCxnSpPr>
            <a:stCxn id="479" idx="0"/>
            <a:endCxn id="47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41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7" name="Google Shape;487;p41"/>
          <p:cNvCxnSpPr>
            <a:stCxn id="486" idx="0"/>
            <a:endCxn id="476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41"/>
          <p:cNvSpPr/>
          <p:nvPr/>
        </p:nvSpPr>
        <p:spPr>
          <a:xfrm>
            <a:off x="3537300" y="3762225"/>
            <a:ext cx="1846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Triads don’t have to be connected!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89" name="Google Shape;489;p41"/>
          <p:cNvCxnSpPr>
            <a:stCxn id="488" idx="7"/>
          </p:cNvCxnSpPr>
          <p:nvPr/>
        </p:nvCxnSpPr>
        <p:spPr>
          <a:xfrm flipH="1" rot="10800000">
            <a:off x="5113386" y="3351166"/>
            <a:ext cx="737400" cy="532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95" name="Google Shape;495;p42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96" name="Google Shape;496;p4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7" name="Google Shape;497;p4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8" name="Google Shape;498;p42"/>
          <p:cNvCxnSpPr>
            <a:stCxn id="496" idx="6"/>
            <a:endCxn id="49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4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0" name="Google Shape;500;p4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1" name="Google Shape;501;p42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02" name="Google Shape;502;p42"/>
          <p:cNvCxnSpPr>
            <a:stCxn id="497" idx="7"/>
            <a:endCxn id="49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42"/>
          <p:cNvCxnSpPr>
            <a:stCxn id="501" idx="1"/>
            <a:endCxn id="499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42"/>
          <p:cNvCxnSpPr>
            <a:stCxn id="501" idx="3"/>
            <a:endCxn id="500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42"/>
          <p:cNvCxnSpPr>
            <a:stCxn id="500" idx="1"/>
            <a:endCxn id="49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42"/>
          <p:cNvCxnSpPr>
            <a:stCxn id="500" idx="0"/>
            <a:endCxn id="499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2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08" name="Google Shape;508;p42"/>
          <p:cNvCxnSpPr>
            <a:stCxn id="507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42"/>
          <p:cNvSpPr/>
          <p:nvPr/>
        </p:nvSpPr>
        <p:spPr>
          <a:xfrm>
            <a:off x="3537300" y="3762225"/>
            <a:ext cx="1846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Triads could be empty subgraphs!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10" name="Google Shape;510;p42"/>
          <p:cNvCxnSpPr>
            <a:stCxn id="509" idx="7"/>
          </p:cNvCxnSpPr>
          <p:nvPr/>
        </p:nvCxnSpPr>
        <p:spPr>
          <a:xfrm flipH="1" rot="10800000">
            <a:off x="5113386" y="3351166"/>
            <a:ext cx="737400" cy="532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types of triads are there?</a:t>
            </a:r>
            <a:endParaRPr/>
          </a:p>
        </p:txBody>
      </p:sp>
      <p:sp>
        <p:nvSpPr>
          <p:cNvPr id="516" name="Google Shape;516;p43"/>
          <p:cNvSpPr txBox="1"/>
          <p:nvPr>
            <p:ph idx="1" type="body"/>
          </p:nvPr>
        </p:nvSpPr>
        <p:spPr>
          <a:xfrm>
            <a:off x="311700" y="1225225"/>
            <a:ext cx="4528500" cy="17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■"/>
            </a:pPr>
            <a:r>
              <a:rPr b="1" lang="en">
                <a:solidFill>
                  <a:schemeClr val="accent6"/>
                </a:solidFill>
              </a:rPr>
              <a:t>Closed triad</a:t>
            </a:r>
            <a:endParaRPr b="1">
              <a:solidFill>
                <a:schemeClr val="accent6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■"/>
            </a:pPr>
            <a:r>
              <a:rPr b="1" lang="en">
                <a:solidFill>
                  <a:schemeClr val="accent5"/>
                </a:solidFill>
              </a:rPr>
              <a:t>Open triad</a:t>
            </a:r>
            <a:endParaRPr b="1">
              <a:solidFill>
                <a:schemeClr val="accent5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</a:pPr>
            <a:r>
              <a:rPr b="1" lang="en">
                <a:solidFill>
                  <a:schemeClr val="lt2"/>
                </a:solidFill>
              </a:rPr>
              <a:t>Connected pair + unconnected third party</a:t>
            </a:r>
            <a:endParaRPr b="1">
              <a:solidFill>
                <a:schemeClr val="lt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</a:pPr>
            <a:r>
              <a:rPr b="1" lang="en">
                <a:solidFill>
                  <a:schemeClr val="accent3"/>
                </a:solidFill>
              </a:rPr>
              <a:t>Null (empty) triad</a:t>
            </a:r>
            <a:endParaRPr b="1">
              <a:solidFill>
                <a:schemeClr val="accent3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8" name="Google Shape;518;p4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9" name="Google Shape;519;p43"/>
          <p:cNvCxnSpPr>
            <a:stCxn id="517" idx="6"/>
            <a:endCxn id="51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4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3" name="Google Shape;523;p43"/>
          <p:cNvCxnSpPr>
            <a:stCxn id="518" idx="7"/>
            <a:endCxn id="52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43"/>
          <p:cNvCxnSpPr>
            <a:stCxn id="522" idx="1"/>
            <a:endCxn id="520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43"/>
          <p:cNvCxnSpPr>
            <a:stCxn id="522" idx="3"/>
            <a:endCxn id="521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43"/>
          <p:cNvCxnSpPr>
            <a:stCxn id="521" idx="1"/>
            <a:endCxn id="51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43"/>
          <p:cNvCxnSpPr>
            <a:stCxn id="521" idx="0"/>
            <a:endCxn id="52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43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9" name="Google Shape;529;p43"/>
          <p:cNvCxnSpPr>
            <a:stCxn id="528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43"/>
          <p:cNvSpPr/>
          <p:nvPr/>
        </p:nvSpPr>
        <p:spPr>
          <a:xfrm>
            <a:off x="246150" y="379903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1" name="Google Shape;531;p43"/>
          <p:cNvSpPr/>
          <p:nvPr/>
        </p:nvSpPr>
        <p:spPr>
          <a:xfrm>
            <a:off x="717544" y="3349550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2" name="Google Shape;532;p43"/>
          <p:cNvSpPr/>
          <p:nvPr/>
        </p:nvSpPr>
        <p:spPr>
          <a:xfrm>
            <a:off x="717544" y="4248109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3" name="Google Shape;533;p43"/>
          <p:cNvCxnSpPr>
            <a:stCxn id="530" idx="7"/>
            <a:endCxn id="531" idx="3"/>
          </p:cNvCxnSpPr>
          <p:nvPr/>
        </p:nvCxnSpPr>
        <p:spPr>
          <a:xfrm flipH="1" rot="10800000">
            <a:off x="513227" y="3616902"/>
            <a:ext cx="250200" cy="22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43"/>
          <p:cNvCxnSpPr>
            <a:stCxn id="532" idx="1"/>
            <a:endCxn id="530" idx="5"/>
          </p:cNvCxnSpPr>
          <p:nvPr/>
        </p:nvCxnSpPr>
        <p:spPr>
          <a:xfrm rot="10800000">
            <a:off x="513167" y="4066276"/>
            <a:ext cx="250200" cy="227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43"/>
          <p:cNvCxnSpPr>
            <a:stCxn id="532" idx="0"/>
            <a:endCxn id="531" idx="4"/>
          </p:cNvCxnSpPr>
          <p:nvPr/>
        </p:nvCxnSpPr>
        <p:spPr>
          <a:xfrm rot="10800000">
            <a:off x="873994" y="3662809"/>
            <a:ext cx="0" cy="585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43"/>
          <p:cNvSpPr/>
          <p:nvPr/>
        </p:nvSpPr>
        <p:spPr>
          <a:xfrm>
            <a:off x="1415200" y="367417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7" name="Google Shape;537;p43"/>
          <p:cNvSpPr/>
          <p:nvPr/>
        </p:nvSpPr>
        <p:spPr>
          <a:xfrm>
            <a:off x="1928936" y="367416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8" name="Google Shape;538;p43"/>
          <p:cNvCxnSpPr>
            <a:stCxn id="536" idx="6"/>
            <a:endCxn id="537" idx="2"/>
          </p:cNvCxnSpPr>
          <p:nvPr/>
        </p:nvCxnSpPr>
        <p:spPr>
          <a:xfrm>
            <a:off x="1726000" y="3829575"/>
            <a:ext cx="2028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43"/>
          <p:cNvSpPr/>
          <p:nvPr/>
        </p:nvSpPr>
        <p:spPr>
          <a:xfrm>
            <a:off x="2265316" y="4002446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0" name="Google Shape;540;p43"/>
          <p:cNvCxnSpPr>
            <a:stCxn id="539" idx="1"/>
            <a:endCxn id="537" idx="5"/>
          </p:cNvCxnSpPr>
          <p:nvPr/>
        </p:nvCxnSpPr>
        <p:spPr>
          <a:xfrm rot="10800000">
            <a:off x="2194132" y="3939361"/>
            <a:ext cx="116700" cy="108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43"/>
          <p:cNvSpPr/>
          <p:nvPr/>
        </p:nvSpPr>
        <p:spPr>
          <a:xfrm>
            <a:off x="2707513" y="3516400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2" name="Google Shape;542;p43"/>
          <p:cNvSpPr/>
          <p:nvPr/>
        </p:nvSpPr>
        <p:spPr>
          <a:xfrm>
            <a:off x="3445738" y="3516400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3" name="Google Shape;543;p43"/>
          <p:cNvSpPr/>
          <p:nvPr/>
        </p:nvSpPr>
        <p:spPr>
          <a:xfrm>
            <a:off x="2707513" y="4122350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4" name="Google Shape;544;p43"/>
          <p:cNvCxnSpPr>
            <a:stCxn id="543" idx="0"/>
            <a:endCxn id="541" idx="4"/>
          </p:cNvCxnSpPr>
          <p:nvPr/>
        </p:nvCxnSpPr>
        <p:spPr>
          <a:xfrm rot="10800000">
            <a:off x="2862913" y="3827150"/>
            <a:ext cx="0" cy="295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43"/>
          <p:cNvSpPr/>
          <p:nvPr/>
        </p:nvSpPr>
        <p:spPr>
          <a:xfrm>
            <a:off x="3964700" y="3481300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6" name="Google Shape;546;p43"/>
          <p:cNvSpPr/>
          <p:nvPr/>
        </p:nvSpPr>
        <p:spPr>
          <a:xfrm>
            <a:off x="4780275" y="4047950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7" name="Google Shape;547;p43"/>
          <p:cNvSpPr/>
          <p:nvPr/>
        </p:nvSpPr>
        <p:spPr>
          <a:xfrm>
            <a:off x="4224075" y="4047950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8" name="Google Shape;548;p43"/>
          <p:cNvSpPr txBox="1"/>
          <p:nvPr/>
        </p:nvSpPr>
        <p:spPr>
          <a:xfrm>
            <a:off x="311700" y="460885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Closed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1502625" y="460885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Open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0" name="Google Shape;550;p43"/>
          <p:cNvSpPr txBox="1"/>
          <p:nvPr/>
        </p:nvSpPr>
        <p:spPr>
          <a:xfrm>
            <a:off x="2738850" y="4608850"/>
            <a:ext cx="10650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Connected Pair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1" name="Google Shape;551;p43"/>
          <p:cNvSpPr txBox="1"/>
          <p:nvPr/>
        </p:nvSpPr>
        <p:spPr>
          <a:xfrm>
            <a:off x="4171350" y="460885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types of triads are there?</a:t>
            </a:r>
            <a:endParaRPr/>
          </a:p>
        </p:txBody>
      </p:sp>
      <p:sp>
        <p:nvSpPr>
          <p:cNvPr id="557" name="Google Shape;557;p44"/>
          <p:cNvSpPr txBox="1"/>
          <p:nvPr>
            <p:ph idx="1" type="body"/>
          </p:nvPr>
        </p:nvSpPr>
        <p:spPr>
          <a:xfrm>
            <a:off x="311700" y="1225225"/>
            <a:ext cx="4528500" cy="17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■"/>
            </a:pPr>
            <a:r>
              <a:rPr b="1" lang="en">
                <a:solidFill>
                  <a:schemeClr val="accent6"/>
                </a:solidFill>
              </a:rPr>
              <a:t>Closed triad</a:t>
            </a:r>
            <a:endParaRPr b="1">
              <a:solidFill>
                <a:schemeClr val="accent6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■"/>
            </a:pPr>
            <a:r>
              <a:rPr b="1" lang="en">
                <a:solidFill>
                  <a:schemeClr val="accent5"/>
                </a:solidFill>
              </a:rPr>
              <a:t>Open triad</a:t>
            </a:r>
            <a:endParaRPr b="1">
              <a:solidFill>
                <a:schemeClr val="accent5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</a:pPr>
            <a:r>
              <a:rPr b="1" lang="en">
                <a:solidFill>
                  <a:schemeClr val="lt2"/>
                </a:solidFill>
              </a:rPr>
              <a:t>Connected pair + unconnected third party</a:t>
            </a:r>
            <a:endParaRPr b="1">
              <a:solidFill>
                <a:schemeClr val="lt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</a:pPr>
            <a:r>
              <a:rPr b="1" lang="en">
                <a:solidFill>
                  <a:schemeClr val="accent3"/>
                </a:solidFill>
              </a:rPr>
              <a:t>Null (empty) triad</a:t>
            </a:r>
            <a:endParaRPr b="1">
              <a:solidFill>
                <a:schemeClr val="accent3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9" name="Google Shape;559;p4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60" name="Google Shape;560;p44"/>
          <p:cNvCxnSpPr>
            <a:stCxn id="558" idx="6"/>
            <a:endCxn id="559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" name="Google Shape;561;p4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2" name="Google Shape;562;p4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3" name="Google Shape;563;p44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64" name="Google Shape;564;p44"/>
          <p:cNvCxnSpPr>
            <a:stCxn id="559" idx="7"/>
            <a:endCxn id="56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44"/>
          <p:cNvCxnSpPr>
            <a:stCxn id="563" idx="1"/>
            <a:endCxn id="561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44"/>
          <p:cNvCxnSpPr>
            <a:stCxn id="563" idx="3"/>
            <a:endCxn id="562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44"/>
          <p:cNvCxnSpPr>
            <a:stCxn id="562" idx="1"/>
            <a:endCxn id="559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44"/>
          <p:cNvCxnSpPr>
            <a:stCxn id="562" idx="0"/>
            <a:endCxn id="561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" name="Google Shape;569;p44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0" name="Google Shape;570;p44"/>
          <p:cNvCxnSpPr>
            <a:stCxn id="569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" name="Google Shape;571;p44"/>
          <p:cNvSpPr/>
          <p:nvPr/>
        </p:nvSpPr>
        <p:spPr>
          <a:xfrm>
            <a:off x="246150" y="379903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2" name="Google Shape;572;p44"/>
          <p:cNvSpPr/>
          <p:nvPr/>
        </p:nvSpPr>
        <p:spPr>
          <a:xfrm>
            <a:off x="717544" y="3349550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3" name="Google Shape;573;p44"/>
          <p:cNvSpPr/>
          <p:nvPr/>
        </p:nvSpPr>
        <p:spPr>
          <a:xfrm>
            <a:off x="717544" y="4248109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4" name="Google Shape;574;p44"/>
          <p:cNvCxnSpPr>
            <a:stCxn id="571" idx="7"/>
            <a:endCxn id="572" idx="3"/>
          </p:cNvCxnSpPr>
          <p:nvPr/>
        </p:nvCxnSpPr>
        <p:spPr>
          <a:xfrm flipH="1" rot="10800000">
            <a:off x="513227" y="3616902"/>
            <a:ext cx="250200" cy="22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44"/>
          <p:cNvCxnSpPr>
            <a:stCxn id="573" idx="1"/>
            <a:endCxn id="571" idx="5"/>
          </p:cNvCxnSpPr>
          <p:nvPr/>
        </p:nvCxnSpPr>
        <p:spPr>
          <a:xfrm rot="10800000">
            <a:off x="513167" y="4066276"/>
            <a:ext cx="250200" cy="227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44"/>
          <p:cNvCxnSpPr>
            <a:stCxn id="573" idx="0"/>
            <a:endCxn id="572" idx="4"/>
          </p:cNvCxnSpPr>
          <p:nvPr/>
        </p:nvCxnSpPr>
        <p:spPr>
          <a:xfrm rot="10800000">
            <a:off x="873994" y="3662809"/>
            <a:ext cx="0" cy="585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" name="Google Shape;577;p44"/>
          <p:cNvSpPr txBox="1"/>
          <p:nvPr/>
        </p:nvSpPr>
        <p:spPr>
          <a:xfrm>
            <a:off x="311700" y="460885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Closed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78" name="Google Shape;578;p44"/>
          <p:cNvSpPr txBox="1"/>
          <p:nvPr/>
        </p:nvSpPr>
        <p:spPr>
          <a:xfrm>
            <a:off x="1502625" y="460885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Open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79" name="Google Shape;579;p44"/>
          <p:cNvSpPr txBox="1"/>
          <p:nvPr/>
        </p:nvSpPr>
        <p:spPr>
          <a:xfrm>
            <a:off x="2738850" y="4608850"/>
            <a:ext cx="10650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Connected Pair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0" name="Google Shape;580;p44"/>
          <p:cNvSpPr txBox="1"/>
          <p:nvPr/>
        </p:nvSpPr>
        <p:spPr>
          <a:xfrm>
            <a:off x="4171350" y="460885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1" name="Google Shape;581;p44"/>
          <p:cNvSpPr/>
          <p:nvPr/>
        </p:nvSpPr>
        <p:spPr>
          <a:xfrm>
            <a:off x="1580425" y="3818385"/>
            <a:ext cx="312900" cy="313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2" name="Google Shape;582;p44"/>
          <p:cNvSpPr/>
          <p:nvPr/>
        </p:nvSpPr>
        <p:spPr>
          <a:xfrm>
            <a:off x="2051819" y="3368900"/>
            <a:ext cx="312900" cy="313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3" name="Google Shape;583;p44"/>
          <p:cNvSpPr/>
          <p:nvPr/>
        </p:nvSpPr>
        <p:spPr>
          <a:xfrm>
            <a:off x="2051819" y="4267459"/>
            <a:ext cx="312900" cy="313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4" name="Google Shape;584;p44"/>
          <p:cNvCxnSpPr>
            <a:stCxn id="581" idx="7"/>
            <a:endCxn id="582" idx="3"/>
          </p:cNvCxnSpPr>
          <p:nvPr/>
        </p:nvCxnSpPr>
        <p:spPr>
          <a:xfrm flipH="1" rot="10800000">
            <a:off x="1847502" y="3636252"/>
            <a:ext cx="250200" cy="22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4"/>
          <p:cNvCxnSpPr>
            <a:stCxn id="583" idx="1"/>
            <a:endCxn id="581" idx="5"/>
          </p:cNvCxnSpPr>
          <p:nvPr/>
        </p:nvCxnSpPr>
        <p:spPr>
          <a:xfrm rot="10800000">
            <a:off x="1847442" y="4085626"/>
            <a:ext cx="250200" cy="227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44"/>
          <p:cNvSpPr/>
          <p:nvPr/>
        </p:nvSpPr>
        <p:spPr>
          <a:xfrm>
            <a:off x="2915600" y="381858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7" name="Google Shape;587;p44"/>
          <p:cNvSpPr/>
          <p:nvPr/>
        </p:nvSpPr>
        <p:spPr>
          <a:xfrm>
            <a:off x="3386994" y="3369100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8" name="Google Shape;588;p44"/>
          <p:cNvSpPr/>
          <p:nvPr/>
        </p:nvSpPr>
        <p:spPr>
          <a:xfrm>
            <a:off x="3386994" y="4267659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9" name="Google Shape;589;p44"/>
          <p:cNvCxnSpPr>
            <a:stCxn id="588" idx="0"/>
            <a:endCxn id="587" idx="4"/>
          </p:cNvCxnSpPr>
          <p:nvPr/>
        </p:nvCxnSpPr>
        <p:spPr>
          <a:xfrm rot="10800000">
            <a:off x="3543444" y="3682359"/>
            <a:ext cx="0" cy="585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44"/>
          <p:cNvSpPr/>
          <p:nvPr/>
        </p:nvSpPr>
        <p:spPr>
          <a:xfrm>
            <a:off x="4210025" y="3818785"/>
            <a:ext cx="312900" cy="313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1" name="Google Shape;591;p44"/>
          <p:cNvSpPr/>
          <p:nvPr/>
        </p:nvSpPr>
        <p:spPr>
          <a:xfrm>
            <a:off x="4681419" y="3369300"/>
            <a:ext cx="312900" cy="313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2" name="Google Shape;592;p44"/>
          <p:cNvSpPr/>
          <p:nvPr/>
        </p:nvSpPr>
        <p:spPr>
          <a:xfrm>
            <a:off x="4681419" y="4267859"/>
            <a:ext cx="312900" cy="313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603" name="Google Shape;603;p46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/>
          </a:p>
        </p:txBody>
      </p:sp>
      <p:sp>
        <p:nvSpPr>
          <p:cNvPr id="604" name="Google Shape;604;p4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5" name="Google Shape;605;p4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6" name="Google Shape;606;p46"/>
          <p:cNvCxnSpPr>
            <a:stCxn id="604" idx="5"/>
            <a:endCxn id="605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07" name="Google Shape;607;p4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8" name="Google Shape;608;p4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9" name="Google Shape;609;p4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10" name="Google Shape;610;p46"/>
          <p:cNvCxnSpPr>
            <a:stCxn id="605" idx="7"/>
            <a:endCxn id="60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11" name="Google Shape;611;p46"/>
          <p:cNvCxnSpPr>
            <a:stCxn id="609" idx="1"/>
            <a:endCxn id="60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2" name="Google Shape;612;p46"/>
          <p:cNvCxnSpPr>
            <a:stCxn id="609" idx="3"/>
            <a:endCxn id="60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3" name="Google Shape;613;p46"/>
          <p:cNvCxnSpPr>
            <a:stCxn id="608" idx="1"/>
            <a:endCxn id="607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14" name="Google Shape;614;p46"/>
          <p:cNvCxnSpPr>
            <a:stCxn id="608" idx="2"/>
            <a:endCxn id="605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15" name="Google Shape;615;p46"/>
          <p:cNvCxnSpPr>
            <a:stCxn id="608" idx="0"/>
            <a:endCxn id="605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6" name="Google Shape;616;p46"/>
          <p:cNvCxnSpPr>
            <a:stCxn id="608" idx="7"/>
            <a:endCxn id="607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7" name="Google Shape;617;p46"/>
          <p:cNvCxnSpPr>
            <a:stCxn id="605" idx="1"/>
            <a:endCxn id="604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18" name="Google Shape;618;p46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19" name="Google Shape;619;p46"/>
          <p:cNvCxnSpPr>
            <a:stCxn id="618" idx="0"/>
            <a:endCxn id="605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20" name="Google Shape;620;p46"/>
          <p:cNvCxnSpPr>
            <a:stCxn id="618" idx="2"/>
            <a:endCxn id="604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626" name="Google Shape;626;p47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8" name="Google Shape;628;p4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29" name="Google Shape;629;p47"/>
          <p:cNvCxnSpPr>
            <a:stCxn id="627" idx="5"/>
            <a:endCxn id="628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30" name="Google Shape;630;p4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1" name="Google Shape;631;p4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2" name="Google Shape;632;p4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3" name="Google Shape;633;p47"/>
          <p:cNvCxnSpPr>
            <a:stCxn id="628" idx="7"/>
            <a:endCxn id="63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34" name="Google Shape;634;p47"/>
          <p:cNvCxnSpPr>
            <a:stCxn id="632" idx="1"/>
            <a:endCxn id="63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5" name="Google Shape;635;p47"/>
          <p:cNvCxnSpPr>
            <a:stCxn id="632" idx="3"/>
            <a:endCxn id="63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6" name="Google Shape;636;p47"/>
          <p:cNvCxnSpPr>
            <a:stCxn id="631" idx="1"/>
            <a:endCxn id="630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37" name="Google Shape;637;p47"/>
          <p:cNvCxnSpPr>
            <a:stCxn id="631" idx="2"/>
            <a:endCxn id="628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38" name="Google Shape;638;p47"/>
          <p:cNvCxnSpPr>
            <a:stCxn id="631" idx="0"/>
            <a:endCxn id="628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9" name="Google Shape;639;p47"/>
          <p:cNvCxnSpPr>
            <a:stCxn id="631" idx="7"/>
            <a:endCxn id="630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0" name="Google Shape;640;p47"/>
          <p:cNvCxnSpPr>
            <a:stCxn id="628" idx="1"/>
            <a:endCxn id="627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41" name="Google Shape;641;p47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42" name="Google Shape;642;p47"/>
          <p:cNvCxnSpPr>
            <a:stCxn id="641" idx="0"/>
            <a:endCxn id="628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43" name="Google Shape;643;p47"/>
          <p:cNvCxnSpPr>
            <a:stCxn id="641" idx="2"/>
            <a:endCxn id="627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649" name="Google Shape;649;p48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Nonreciprocal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1" name="Google Shape;651;p4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2" name="Google Shape;652;p48"/>
          <p:cNvCxnSpPr>
            <a:stCxn id="650" idx="5"/>
            <a:endCxn id="651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53" name="Google Shape;653;p4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4" name="Google Shape;654;p4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5" name="Google Shape;655;p4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6" name="Google Shape;656;p48"/>
          <p:cNvCxnSpPr>
            <a:stCxn id="651" idx="7"/>
            <a:endCxn id="65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57" name="Google Shape;657;p48"/>
          <p:cNvCxnSpPr>
            <a:stCxn id="655" idx="1"/>
            <a:endCxn id="65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8" name="Google Shape;658;p48"/>
          <p:cNvCxnSpPr>
            <a:stCxn id="655" idx="3"/>
            <a:endCxn id="65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9" name="Google Shape;659;p48"/>
          <p:cNvCxnSpPr>
            <a:stCxn id="654" idx="1"/>
            <a:endCxn id="653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60" name="Google Shape;660;p48"/>
          <p:cNvCxnSpPr>
            <a:stCxn id="654" idx="2"/>
            <a:endCxn id="651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61" name="Google Shape;661;p48"/>
          <p:cNvCxnSpPr>
            <a:stCxn id="654" idx="0"/>
            <a:endCxn id="651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2" name="Google Shape;662;p48"/>
          <p:cNvCxnSpPr>
            <a:stCxn id="654" idx="7"/>
            <a:endCxn id="653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3" name="Google Shape;663;p48"/>
          <p:cNvCxnSpPr>
            <a:stCxn id="651" idx="1"/>
            <a:endCxn id="650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64" name="Google Shape;664;p48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5" name="Google Shape;665;p48"/>
          <p:cNvCxnSpPr>
            <a:stCxn id="664" idx="0"/>
            <a:endCxn id="651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66" name="Google Shape;666;p48"/>
          <p:cNvCxnSpPr>
            <a:stCxn id="664" idx="2"/>
            <a:endCxn id="650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672" name="Google Shape;672;p49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Nonreciprocal dyads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4" name="Google Shape;674;p4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75" name="Google Shape;675;p49"/>
          <p:cNvCxnSpPr>
            <a:stCxn id="673" idx="5"/>
            <a:endCxn id="674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76" name="Google Shape;676;p4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7" name="Google Shape;677;p4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8" name="Google Shape;678;p4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79" name="Google Shape;679;p49"/>
          <p:cNvCxnSpPr>
            <a:stCxn id="674" idx="7"/>
            <a:endCxn id="67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0" name="Google Shape;680;p49"/>
          <p:cNvCxnSpPr>
            <a:stCxn id="678" idx="1"/>
            <a:endCxn id="67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1" name="Google Shape;681;p49"/>
          <p:cNvCxnSpPr>
            <a:stCxn id="678" idx="3"/>
            <a:endCxn id="67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2" name="Google Shape;682;p49"/>
          <p:cNvCxnSpPr>
            <a:stCxn id="677" idx="1"/>
            <a:endCxn id="676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3" name="Google Shape;683;p49"/>
          <p:cNvCxnSpPr>
            <a:stCxn id="677" idx="2"/>
            <a:endCxn id="674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4" name="Google Shape;684;p49"/>
          <p:cNvCxnSpPr>
            <a:stCxn id="677" idx="0"/>
            <a:endCxn id="674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5" name="Google Shape;685;p49"/>
          <p:cNvCxnSpPr>
            <a:stCxn id="677" idx="7"/>
            <a:endCxn id="676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6" name="Google Shape;686;p49"/>
          <p:cNvCxnSpPr>
            <a:stCxn id="674" idx="1"/>
            <a:endCxn id="673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87" name="Google Shape;687;p49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8" name="Google Shape;688;p49"/>
          <p:cNvCxnSpPr>
            <a:stCxn id="687" idx="0"/>
            <a:endCxn id="674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9" name="Google Shape;689;p49"/>
          <p:cNvCxnSpPr>
            <a:stCxn id="687" idx="2"/>
            <a:endCxn id="673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695" name="Google Shape;695;p50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 </a:t>
            </a:r>
            <a:r>
              <a:rPr i="1" lang="en">
                <a:solidFill>
                  <a:srgbClr val="FF0000"/>
                </a:solidFill>
              </a:rPr>
              <a:t>(Mutual)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Nonreciprocal dyads </a:t>
            </a:r>
            <a:r>
              <a:rPr i="1" lang="en">
                <a:solidFill>
                  <a:srgbClr val="FF0000"/>
                </a:solidFill>
              </a:rPr>
              <a:t>(Asymmetric)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 </a:t>
            </a:r>
            <a:r>
              <a:rPr i="1" lang="en">
                <a:solidFill>
                  <a:srgbClr val="FF0000"/>
                </a:solidFill>
              </a:rPr>
              <a:t>(Null)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50"/>
          <p:cNvSpPr/>
          <p:nvPr/>
        </p:nvSpPr>
        <p:spPr>
          <a:xfrm>
            <a:off x="311700" y="3921550"/>
            <a:ext cx="57522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Sometimes people use the terminology in parentheses to refer to the three types of dyads in directed graphs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97" name="Google Shape;697;p5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8" name="Google Shape;698;p5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99" name="Google Shape;699;p50"/>
          <p:cNvCxnSpPr>
            <a:stCxn id="697" idx="5"/>
            <a:endCxn id="698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00" name="Google Shape;700;p5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1" name="Google Shape;701;p5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2" name="Google Shape;702;p5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03" name="Google Shape;703;p50"/>
          <p:cNvCxnSpPr>
            <a:stCxn id="698" idx="7"/>
            <a:endCxn id="70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04" name="Google Shape;704;p50"/>
          <p:cNvCxnSpPr>
            <a:stCxn id="702" idx="1"/>
            <a:endCxn id="70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5" name="Google Shape;705;p50"/>
          <p:cNvCxnSpPr>
            <a:stCxn id="702" idx="3"/>
            <a:endCxn id="70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6" name="Google Shape;706;p50"/>
          <p:cNvCxnSpPr>
            <a:stCxn id="701" idx="1"/>
            <a:endCxn id="700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07" name="Google Shape;707;p50"/>
          <p:cNvCxnSpPr>
            <a:stCxn id="701" idx="2"/>
            <a:endCxn id="698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08" name="Google Shape;708;p50"/>
          <p:cNvCxnSpPr>
            <a:stCxn id="701" idx="0"/>
            <a:endCxn id="698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9" name="Google Shape;709;p50"/>
          <p:cNvCxnSpPr>
            <a:stCxn id="701" idx="7"/>
            <a:endCxn id="700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0" name="Google Shape;710;p50"/>
          <p:cNvCxnSpPr>
            <a:stCxn id="698" idx="1"/>
            <a:endCxn id="697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11" name="Google Shape;711;p50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2" name="Google Shape;712;p50"/>
          <p:cNvCxnSpPr>
            <a:stCxn id="711" idx="0"/>
            <a:endCxn id="698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13" name="Google Shape;713;p50"/>
          <p:cNvCxnSpPr>
            <a:stCxn id="711" idx="2"/>
            <a:endCxn id="697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719" name="Google Shape;719;p51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M</a:t>
            </a:r>
            <a:r>
              <a:rPr i="1" lang="en">
                <a:solidFill>
                  <a:srgbClr val="FF0000"/>
                </a:solidFill>
              </a:rPr>
              <a:t>utual)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Nonreciprocal dyads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A</a:t>
            </a:r>
            <a:r>
              <a:rPr i="1" lang="en">
                <a:solidFill>
                  <a:srgbClr val="FF0000"/>
                </a:solidFill>
              </a:rPr>
              <a:t>symmetric)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N</a:t>
            </a:r>
            <a:r>
              <a:rPr i="1" lang="en">
                <a:solidFill>
                  <a:srgbClr val="FF0000"/>
                </a:solidFill>
              </a:rPr>
              <a:t>ull)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1"/>
          <p:cNvSpPr/>
          <p:nvPr/>
        </p:nvSpPr>
        <p:spPr>
          <a:xfrm>
            <a:off x="311700" y="392155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alternative terminology is a nice mnemonic because the first letter of the three types of dyads spells MAN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21" name="Google Shape;721;p5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2" name="Google Shape;722;p5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23" name="Google Shape;723;p51"/>
          <p:cNvCxnSpPr>
            <a:stCxn id="721" idx="5"/>
            <a:endCxn id="72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24" name="Google Shape;724;p5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5" name="Google Shape;725;p5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6" name="Google Shape;726;p5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27" name="Google Shape;727;p51"/>
          <p:cNvCxnSpPr>
            <a:stCxn id="722" idx="7"/>
            <a:endCxn id="72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28" name="Google Shape;728;p51"/>
          <p:cNvCxnSpPr>
            <a:stCxn id="726" idx="1"/>
            <a:endCxn id="72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29" name="Google Shape;729;p51"/>
          <p:cNvCxnSpPr>
            <a:stCxn id="726" idx="3"/>
            <a:endCxn id="72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0" name="Google Shape;730;p51"/>
          <p:cNvCxnSpPr>
            <a:stCxn id="725" idx="1"/>
            <a:endCxn id="72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31" name="Google Shape;731;p51"/>
          <p:cNvCxnSpPr>
            <a:stCxn id="725" idx="2"/>
            <a:endCxn id="722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32" name="Google Shape;732;p51"/>
          <p:cNvCxnSpPr>
            <a:stCxn id="725" idx="0"/>
            <a:endCxn id="722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3" name="Google Shape;733;p51"/>
          <p:cNvCxnSpPr>
            <a:stCxn id="725" idx="7"/>
            <a:endCxn id="72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4" name="Google Shape;734;p51"/>
          <p:cNvCxnSpPr>
            <a:stCxn id="722" idx="1"/>
            <a:endCxn id="72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35" name="Google Shape;735;p51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36" name="Google Shape;736;p51"/>
          <p:cNvCxnSpPr>
            <a:stCxn id="735" idx="0"/>
            <a:endCxn id="722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37" name="Google Shape;737;p51"/>
          <p:cNvCxnSpPr>
            <a:stCxn id="735" idx="2"/>
            <a:endCxn id="721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743" name="Google Shape;743;p52"/>
          <p:cNvSpPr txBox="1"/>
          <p:nvPr>
            <p:ph idx="1" type="body"/>
          </p:nvPr>
        </p:nvSpPr>
        <p:spPr>
          <a:xfrm>
            <a:off x="311700" y="1225225"/>
            <a:ext cx="42603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6"/>
                </a:solidFill>
              </a:rPr>
              <a:t>Reciprocal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M</a:t>
            </a:r>
            <a:r>
              <a:rPr i="1" lang="en">
                <a:solidFill>
                  <a:srgbClr val="FF0000"/>
                </a:solidFill>
              </a:rPr>
              <a:t>utual)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5"/>
                </a:solidFill>
              </a:rPr>
              <a:t>Nonreciprocal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A</a:t>
            </a:r>
            <a:r>
              <a:rPr i="1" lang="en">
                <a:solidFill>
                  <a:srgbClr val="FF0000"/>
                </a:solidFill>
              </a:rPr>
              <a:t>symmetric)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4"/>
                </a:solidFill>
              </a:rPr>
              <a:t>Disconnected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N</a:t>
            </a:r>
            <a:r>
              <a:rPr i="1" lang="en">
                <a:solidFill>
                  <a:srgbClr val="FF0000"/>
                </a:solidFill>
              </a:rPr>
              <a:t>ull)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2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5" name="Google Shape;745;p52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6" name="Google Shape;746;p52"/>
          <p:cNvCxnSpPr>
            <a:stCxn id="744" idx="7"/>
            <a:endCxn id="745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7" name="Google Shape;747;p52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8" name="Google Shape;748;p52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9" name="Google Shape;749;p52"/>
          <p:cNvCxnSpPr>
            <a:stCxn id="747" idx="1"/>
            <a:endCxn id="748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0" name="Google Shape;750;p52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51" name="Google Shape;751;p52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52" name="Google Shape;752;p52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3" name="Google Shape;753;p52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4" name="Google Shape;754;p52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55" name="Google Shape;755;p52"/>
          <p:cNvCxnSpPr>
            <a:stCxn id="744" idx="5"/>
            <a:endCxn id="745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56" name="Google Shape;756;p5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7" name="Google Shape;757;p5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58" name="Google Shape;758;p52"/>
          <p:cNvCxnSpPr>
            <a:stCxn id="756" idx="5"/>
            <a:endCxn id="757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59" name="Google Shape;759;p5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0" name="Google Shape;760;p5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1" name="Google Shape;761;p5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62" name="Google Shape;762;p52"/>
          <p:cNvCxnSpPr>
            <a:stCxn id="757" idx="7"/>
            <a:endCxn id="75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63" name="Google Shape;763;p52"/>
          <p:cNvCxnSpPr>
            <a:stCxn id="761" idx="1"/>
            <a:endCxn id="75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4" name="Google Shape;764;p52"/>
          <p:cNvCxnSpPr>
            <a:stCxn id="761" idx="3"/>
            <a:endCxn id="76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5" name="Google Shape;765;p52"/>
          <p:cNvCxnSpPr>
            <a:stCxn id="760" idx="1"/>
            <a:endCxn id="759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66" name="Google Shape;766;p52"/>
          <p:cNvCxnSpPr>
            <a:stCxn id="760" idx="2"/>
            <a:endCxn id="757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67" name="Google Shape;767;p52"/>
          <p:cNvCxnSpPr>
            <a:stCxn id="760" idx="0"/>
            <a:endCxn id="757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8" name="Google Shape;768;p52"/>
          <p:cNvCxnSpPr>
            <a:stCxn id="760" idx="7"/>
            <a:endCxn id="759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9" name="Google Shape;769;p52"/>
          <p:cNvCxnSpPr>
            <a:stCxn id="757" idx="1"/>
            <a:endCxn id="756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70" name="Google Shape;770;p52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71" name="Google Shape;771;p52"/>
          <p:cNvCxnSpPr>
            <a:stCxn id="770" idx="0"/>
            <a:endCxn id="757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72" name="Google Shape;772;p52"/>
          <p:cNvCxnSpPr>
            <a:stCxn id="770" idx="2"/>
            <a:endCxn id="756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778" name="Google Shape;778;p53"/>
          <p:cNvSpPr txBox="1"/>
          <p:nvPr>
            <p:ph idx="1" type="body"/>
          </p:nvPr>
        </p:nvSpPr>
        <p:spPr>
          <a:xfrm>
            <a:off x="311700" y="1225225"/>
            <a:ext cx="42603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6"/>
                </a:solidFill>
              </a:rPr>
              <a:t>Reciprocal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M</a:t>
            </a:r>
            <a:r>
              <a:rPr i="1" lang="en">
                <a:solidFill>
                  <a:srgbClr val="FF0000"/>
                </a:solidFill>
              </a:rPr>
              <a:t>utual)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5"/>
                </a:solidFill>
              </a:rPr>
              <a:t>Nonreciprocal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A</a:t>
            </a:r>
            <a:r>
              <a:rPr i="1" lang="en">
                <a:solidFill>
                  <a:srgbClr val="FF0000"/>
                </a:solidFill>
              </a:rPr>
              <a:t>symmetric)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4"/>
                </a:solidFill>
              </a:rPr>
              <a:t>Disconnected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N</a:t>
            </a:r>
            <a:r>
              <a:rPr i="1" lang="en">
                <a:solidFill>
                  <a:srgbClr val="FF0000"/>
                </a:solidFill>
              </a:rPr>
              <a:t>ull)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3"/>
          <p:cNvSpPr/>
          <p:nvPr/>
        </p:nvSpPr>
        <p:spPr>
          <a:xfrm>
            <a:off x="877800" y="397478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0" name="Google Shape;780;p53"/>
          <p:cNvSpPr/>
          <p:nvPr/>
        </p:nvSpPr>
        <p:spPr>
          <a:xfrm>
            <a:off x="1462319" y="397477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81" name="Google Shape;781;p53"/>
          <p:cNvCxnSpPr>
            <a:stCxn id="779" idx="7"/>
            <a:endCxn id="780" idx="1"/>
          </p:cNvCxnSpPr>
          <p:nvPr/>
        </p:nvCxnSpPr>
        <p:spPr>
          <a:xfrm>
            <a:off x="1144877" y="402065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2" name="Google Shape;782;p53"/>
          <p:cNvSpPr/>
          <p:nvPr/>
        </p:nvSpPr>
        <p:spPr>
          <a:xfrm>
            <a:off x="2138488" y="397597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3" name="Google Shape;783;p53"/>
          <p:cNvSpPr/>
          <p:nvPr/>
        </p:nvSpPr>
        <p:spPr>
          <a:xfrm>
            <a:off x="2759137" y="397596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84" name="Google Shape;784;p53"/>
          <p:cNvCxnSpPr>
            <a:stCxn id="782" idx="6"/>
            <a:endCxn id="783" idx="2"/>
          </p:cNvCxnSpPr>
          <p:nvPr/>
        </p:nvCxnSpPr>
        <p:spPr>
          <a:xfrm>
            <a:off x="2449288" y="4131375"/>
            <a:ext cx="3099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5" name="Google Shape;785;p53"/>
          <p:cNvSpPr txBox="1"/>
          <p:nvPr/>
        </p:nvSpPr>
        <p:spPr>
          <a:xfrm>
            <a:off x="894663" y="451345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86" name="Google Shape;786;p53"/>
          <p:cNvSpPr txBox="1"/>
          <p:nvPr/>
        </p:nvSpPr>
        <p:spPr>
          <a:xfrm>
            <a:off x="2134263" y="451345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87" name="Google Shape;787;p53"/>
          <p:cNvSpPr/>
          <p:nvPr/>
        </p:nvSpPr>
        <p:spPr>
          <a:xfrm>
            <a:off x="4117188" y="3975975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8" name="Google Shape;788;p53"/>
          <p:cNvSpPr/>
          <p:nvPr/>
        </p:nvSpPr>
        <p:spPr>
          <a:xfrm>
            <a:off x="3438163" y="3975975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9" name="Google Shape;789;p53"/>
          <p:cNvSpPr txBox="1"/>
          <p:nvPr/>
        </p:nvSpPr>
        <p:spPr>
          <a:xfrm>
            <a:off x="3513888" y="451345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90" name="Google Shape;790;p53"/>
          <p:cNvCxnSpPr>
            <a:stCxn id="779" idx="5"/>
            <a:endCxn id="780" idx="3"/>
          </p:cNvCxnSpPr>
          <p:nvPr/>
        </p:nvCxnSpPr>
        <p:spPr>
          <a:xfrm>
            <a:off x="1144877" y="424211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91" name="Google Shape;791;p5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2" name="Google Shape;792;p5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93" name="Google Shape;793;p53"/>
          <p:cNvCxnSpPr>
            <a:stCxn id="791" idx="5"/>
            <a:endCxn id="79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94" name="Google Shape;794;p5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5" name="Google Shape;795;p5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6" name="Google Shape;796;p5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97" name="Google Shape;797;p53"/>
          <p:cNvCxnSpPr>
            <a:stCxn id="792" idx="7"/>
            <a:endCxn id="79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98" name="Google Shape;798;p53"/>
          <p:cNvCxnSpPr>
            <a:stCxn id="796" idx="1"/>
            <a:endCxn id="79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99" name="Google Shape;799;p53"/>
          <p:cNvCxnSpPr>
            <a:stCxn id="796" idx="3"/>
            <a:endCxn id="79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0" name="Google Shape;800;p53"/>
          <p:cNvCxnSpPr>
            <a:stCxn id="795" idx="1"/>
            <a:endCxn id="79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01" name="Google Shape;801;p53"/>
          <p:cNvCxnSpPr>
            <a:stCxn id="795" idx="2"/>
            <a:endCxn id="792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02" name="Google Shape;802;p53"/>
          <p:cNvCxnSpPr>
            <a:stCxn id="795" idx="0"/>
            <a:endCxn id="792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3" name="Google Shape;803;p53"/>
          <p:cNvCxnSpPr>
            <a:stCxn id="795" idx="7"/>
            <a:endCxn id="79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4" name="Google Shape;804;p53"/>
          <p:cNvCxnSpPr>
            <a:stCxn id="792" idx="1"/>
            <a:endCxn id="79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805" name="Google Shape;805;p53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06" name="Google Shape;806;p53"/>
          <p:cNvCxnSpPr>
            <a:stCxn id="805" idx="0"/>
            <a:endCxn id="792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07" name="Google Shape;807;p53"/>
          <p:cNvCxnSpPr>
            <a:stCxn id="805" idx="2"/>
            <a:endCxn id="791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813" name="Google Shape;813;p54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all the cells and divide by the total number of cells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814" name="Google Shape;814;p54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5" name="Google Shape;815;p54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6" name="Google Shape;816;p54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7" name="Google Shape;817;p54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8" name="Google Shape;818;p54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9" name="Google Shape;819;p54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0" name="Google Shape;820;p54"/>
          <p:cNvCxnSpPr>
            <a:stCxn id="814" idx="7"/>
            <a:endCxn id="81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1" name="Google Shape;821;p54"/>
          <p:cNvCxnSpPr>
            <a:stCxn id="817" idx="3"/>
            <a:endCxn id="81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2" name="Google Shape;822;p54"/>
          <p:cNvCxnSpPr>
            <a:stCxn id="819" idx="3"/>
            <a:endCxn id="81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3" name="Google Shape;823;p54"/>
          <p:cNvCxnSpPr>
            <a:stCxn id="815" idx="4"/>
            <a:endCxn id="81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4" name="Google Shape;824;p54"/>
          <p:cNvCxnSpPr>
            <a:stCxn id="814" idx="5"/>
            <a:endCxn id="81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5" name="Google Shape;825;p54"/>
          <p:cNvCxnSpPr>
            <a:stCxn id="814" idx="6"/>
            <a:endCxn id="81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6" name="Google Shape;826;p54"/>
          <p:cNvCxnSpPr>
            <a:stCxn id="816" idx="2"/>
            <a:endCxn id="81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7" name="Google Shape;827;p54"/>
          <p:cNvCxnSpPr>
            <a:stCxn id="817" idx="5"/>
            <a:endCxn id="81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8" name="Google Shape;828;p54"/>
          <p:cNvCxnSpPr>
            <a:stCxn id="815" idx="7"/>
            <a:endCxn id="81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9" name="Google Shape;829;p54"/>
          <p:cNvCxnSpPr>
            <a:stCxn id="819" idx="3"/>
            <a:endCxn id="81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0" name="Google Shape;830;p54"/>
          <p:cNvCxnSpPr>
            <a:stCxn id="815" idx="6"/>
            <a:endCxn id="81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1" name="Google Shape;831;p54"/>
          <p:cNvCxnSpPr>
            <a:stCxn id="819" idx="5"/>
            <a:endCxn id="81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832" name="Google Shape;832;p54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{653032F2-8A78-420F-BBE3-912FEA046892}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838" name="Google Shape;838;p55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all the cells and divide by the total number of cells minus </a:t>
            </a:r>
            <a:r>
              <a:rPr i="1" lang="en"/>
              <a:t>n</a:t>
            </a:r>
            <a:endParaRPr i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839" name="Google Shape;839;p5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0" name="Google Shape;840;p5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1" name="Google Shape;841;p5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2" name="Google Shape;842;p5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3" name="Google Shape;843;p5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4" name="Google Shape;844;p5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5" name="Google Shape;845;p55"/>
          <p:cNvCxnSpPr>
            <a:stCxn id="839" idx="7"/>
            <a:endCxn id="84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6" name="Google Shape;846;p55"/>
          <p:cNvCxnSpPr>
            <a:stCxn id="842" idx="3"/>
            <a:endCxn id="84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7" name="Google Shape;847;p55"/>
          <p:cNvCxnSpPr>
            <a:stCxn id="844" idx="3"/>
            <a:endCxn id="84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8" name="Google Shape;848;p55"/>
          <p:cNvCxnSpPr>
            <a:stCxn id="840" idx="4"/>
            <a:endCxn id="84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9" name="Google Shape;849;p55"/>
          <p:cNvCxnSpPr>
            <a:stCxn id="839" idx="5"/>
            <a:endCxn id="84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0" name="Google Shape;850;p55"/>
          <p:cNvCxnSpPr>
            <a:stCxn id="839" idx="6"/>
            <a:endCxn id="84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1" name="Google Shape;851;p55"/>
          <p:cNvCxnSpPr>
            <a:stCxn id="841" idx="2"/>
            <a:endCxn id="84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2" name="Google Shape;852;p55"/>
          <p:cNvCxnSpPr>
            <a:stCxn id="842" idx="5"/>
            <a:endCxn id="84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3" name="Google Shape;853;p55"/>
          <p:cNvCxnSpPr>
            <a:stCxn id="840" idx="7"/>
            <a:endCxn id="84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4" name="Google Shape;854;p55"/>
          <p:cNvCxnSpPr>
            <a:stCxn id="844" idx="3"/>
            <a:endCxn id="84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5" name="Google Shape;855;p55"/>
          <p:cNvCxnSpPr>
            <a:stCxn id="840" idx="6"/>
            <a:endCxn id="84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6" name="Google Shape;856;p55"/>
          <p:cNvCxnSpPr>
            <a:stCxn id="844" idx="5"/>
            <a:endCxn id="84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857" name="Google Shape;857;p55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{653032F2-8A78-420F-BBE3-912FEA046892}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863" name="Google Shape;863;p56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all cells: 17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 number of cells minus </a:t>
            </a:r>
            <a:r>
              <a:rPr i="1" lang="en"/>
              <a:t>n</a:t>
            </a:r>
            <a:r>
              <a:rPr lang="en"/>
              <a:t>: (6 X 6) - 6 = 30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864" name="Google Shape;864;p5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5" name="Google Shape;865;p5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6" name="Google Shape;866;p5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7" name="Google Shape;867;p5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8" name="Google Shape;868;p5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9" name="Google Shape;869;p5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70" name="Google Shape;870;p56"/>
          <p:cNvCxnSpPr>
            <a:stCxn id="864" idx="7"/>
            <a:endCxn id="86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1" name="Google Shape;871;p56"/>
          <p:cNvCxnSpPr>
            <a:stCxn id="867" idx="3"/>
            <a:endCxn id="86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2" name="Google Shape;872;p56"/>
          <p:cNvCxnSpPr>
            <a:stCxn id="869" idx="3"/>
            <a:endCxn id="86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3" name="Google Shape;873;p56"/>
          <p:cNvCxnSpPr>
            <a:stCxn id="865" idx="4"/>
            <a:endCxn id="86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4" name="Google Shape;874;p56"/>
          <p:cNvCxnSpPr>
            <a:stCxn id="864" idx="5"/>
            <a:endCxn id="86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5" name="Google Shape;875;p56"/>
          <p:cNvCxnSpPr>
            <a:stCxn id="864" idx="6"/>
            <a:endCxn id="86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6" name="Google Shape;876;p56"/>
          <p:cNvCxnSpPr>
            <a:stCxn id="866" idx="2"/>
            <a:endCxn id="86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7" name="Google Shape;877;p56"/>
          <p:cNvCxnSpPr>
            <a:stCxn id="867" idx="5"/>
            <a:endCxn id="86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8" name="Google Shape;878;p56"/>
          <p:cNvCxnSpPr>
            <a:stCxn id="865" idx="7"/>
            <a:endCxn id="86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9" name="Google Shape;879;p56"/>
          <p:cNvCxnSpPr>
            <a:stCxn id="869" idx="3"/>
            <a:endCxn id="86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0" name="Google Shape;880;p56"/>
          <p:cNvCxnSpPr>
            <a:stCxn id="865" idx="6"/>
            <a:endCxn id="86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1" name="Google Shape;881;p56"/>
          <p:cNvCxnSpPr>
            <a:stCxn id="869" idx="5"/>
            <a:endCxn id="86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882" name="Google Shape;882;p56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{653032F2-8A78-420F-BBE3-912FEA046892}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888" name="Google Shape;888;p57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all cells: 17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 number of cells minus </a:t>
            </a:r>
            <a:r>
              <a:rPr i="1" lang="en"/>
              <a:t>n</a:t>
            </a:r>
            <a:r>
              <a:rPr lang="en"/>
              <a:t>: (6 X 6) - 6 = 30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 = 17/30 = 0.56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889" name="Google Shape;889;p5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0" name="Google Shape;890;p5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1" name="Google Shape;891;p5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2" name="Google Shape;892;p5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3" name="Google Shape;893;p5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4" name="Google Shape;894;p5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5" name="Google Shape;895;p57"/>
          <p:cNvCxnSpPr>
            <a:stCxn id="889" idx="7"/>
            <a:endCxn id="89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6" name="Google Shape;896;p57"/>
          <p:cNvCxnSpPr>
            <a:stCxn id="892" idx="3"/>
            <a:endCxn id="89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7" name="Google Shape;897;p57"/>
          <p:cNvCxnSpPr>
            <a:stCxn id="894" idx="3"/>
            <a:endCxn id="89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8" name="Google Shape;898;p57"/>
          <p:cNvCxnSpPr>
            <a:stCxn id="890" idx="4"/>
            <a:endCxn id="89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57"/>
          <p:cNvCxnSpPr>
            <a:stCxn id="889" idx="5"/>
            <a:endCxn id="89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" name="Google Shape;900;p57"/>
          <p:cNvCxnSpPr>
            <a:stCxn id="889" idx="6"/>
            <a:endCxn id="89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1" name="Google Shape;901;p57"/>
          <p:cNvCxnSpPr>
            <a:stCxn id="891" idx="2"/>
            <a:endCxn id="89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2" name="Google Shape;902;p57"/>
          <p:cNvCxnSpPr>
            <a:stCxn id="892" idx="5"/>
            <a:endCxn id="89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3" name="Google Shape;903;p57"/>
          <p:cNvCxnSpPr>
            <a:stCxn id="890" idx="7"/>
            <a:endCxn id="89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4" name="Google Shape;904;p57"/>
          <p:cNvCxnSpPr>
            <a:stCxn id="894" idx="3"/>
            <a:endCxn id="89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5" name="Google Shape;905;p57"/>
          <p:cNvCxnSpPr>
            <a:stCxn id="890" idx="6"/>
            <a:endCxn id="89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6" name="Google Shape;906;p57"/>
          <p:cNvCxnSpPr>
            <a:stCxn id="894" idx="5"/>
            <a:endCxn id="89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907" name="Google Shape;907;p57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{653032F2-8A78-420F-BBE3-912FEA046892}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</a:t>
            </a:r>
            <a:r>
              <a:rPr lang="en"/>
              <a:t> in Directed Graphs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918" name="Google Shape;918;p59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924" name="Google Shape;924;p60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60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6" name="Google Shape;926;p60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7" name="Google Shape;927;p60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61"/>
          <p:cNvSpPr/>
          <p:nvPr/>
        </p:nvSpPr>
        <p:spPr>
          <a:xfrm rot="3379568">
            <a:off x="6040220" y="2026221"/>
            <a:ext cx="3532054" cy="1376461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33" name="Google Shape;933;p61"/>
          <p:cNvSpPr/>
          <p:nvPr/>
        </p:nvSpPr>
        <p:spPr>
          <a:xfrm rot="1460">
            <a:off x="5506745" y="3095804"/>
            <a:ext cx="3532200" cy="1376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34" name="Google Shape;934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935" name="Google Shape;935;p61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61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7" name="Google Shape;937;p61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8" name="Google Shape;938;p61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9" name="Google Shape;939;p61"/>
          <p:cNvSpPr/>
          <p:nvPr/>
        </p:nvSpPr>
        <p:spPr>
          <a:xfrm rot="-3508122">
            <a:off x="4870059" y="2076554"/>
            <a:ext cx="3531981" cy="1376544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2"/>
          <p:cNvSpPr/>
          <p:nvPr/>
        </p:nvSpPr>
        <p:spPr>
          <a:xfrm rot="3379568">
            <a:off x="6040220" y="2026221"/>
            <a:ext cx="3532054" cy="1376461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45" name="Google Shape;945;p62"/>
          <p:cNvSpPr/>
          <p:nvPr/>
        </p:nvSpPr>
        <p:spPr>
          <a:xfrm rot="1460">
            <a:off x="5506745" y="3095804"/>
            <a:ext cx="3532200" cy="1376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46" name="Google Shape;946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947" name="Google Shape;947;p62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each of those three dyads can either be </a:t>
            </a:r>
            <a:r>
              <a:rPr b="1" lang="en"/>
              <a:t>M</a:t>
            </a:r>
            <a:r>
              <a:rPr lang="en"/>
              <a:t>utual, </a:t>
            </a:r>
            <a:r>
              <a:rPr b="1" lang="en"/>
              <a:t>A</a:t>
            </a:r>
            <a:r>
              <a:rPr lang="en"/>
              <a:t>symmetric or </a:t>
            </a:r>
            <a:r>
              <a:rPr b="1" lang="en"/>
              <a:t>N</a:t>
            </a:r>
            <a:r>
              <a:rPr lang="en"/>
              <a:t>ull!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62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9" name="Google Shape;949;p62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0" name="Google Shape;950;p62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1" name="Google Shape;951;p62"/>
          <p:cNvSpPr/>
          <p:nvPr/>
        </p:nvSpPr>
        <p:spPr>
          <a:xfrm rot="-3508122">
            <a:off x="4870059" y="2076554"/>
            <a:ext cx="3531981" cy="1376544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3"/>
          <p:cNvSpPr/>
          <p:nvPr/>
        </p:nvSpPr>
        <p:spPr>
          <a:xfrm rot="3379730">
            <a:off x="6040091" y="2026370"/>
            <a:ext cx="3532303" cy="1376461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57" name="Google Shape;957;p63"/>
          <p:cNvSpPr/>
          <p:nvPr/>
        </p:nvSpPr>
        <p:spPr>
          <a:xfrm rot="1460">
            <a:off x="5506745" y="3095804"/>
            <a:ext cx="3532200" cy="1376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58" name="Google Shape;958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959" name="Google Shape;959;p63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each of those three dyads can either be </a:t>
            </a:r>
            <a:r>
              <a:rPr b="1" lang="en"/>
              <a:t>M</a:t>
            </a:r>
            <a:r>
              <a:rPr lang="en"/>
              <a:t>utual, </a:t>
            </a:r>
            <a:r>
              <a:rPr b="1" lang="en"/>
              <a:t>A</a:t>
            </a:r>
            <a:r>
              <a:rPr lang="en"/>
              <a:t>symmetric or </a:t>
            </a:r>
            <a:r>
              <a:rPr b="1" lang="en"/>
              <a:t>N</a:t>
            </a:r>
            <a:r>
              <a:rPr lang="en"/>
              <a:t>ull!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the possible combinations define the types of directed triads!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3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1" name="Google Shape;961;p63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2" name="Google Shape;962;p63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3" name="Google Shape;963;p63"/>
          <p:cNvSpPr/>
          <p:nvPr/>
        </p:nvSpPr>
        <p:spPr>
          <a:xfrm rot="-3508122">
            <a:off x="4870059" y="2076554"/>
            <a:ext cx="3531981" cy="1376544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969" name="Google Shape;969;p64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each of those three dyads can either be </a:t>
            </a:r>
            <a:r>
              <a:rPr b="1" lang="en"/>
              <a:t>M</a:t>
            </a:r>
            <a:r>
              <a:rPr lang="en"/>
              <a:t>utual, </a:t>
            </a:r>
            <a:r>
              <a:rPr b="1" lang="en"/>
              <a:t>A</a:t>
            </a:r>
            <a:r>
              <a:rPr lang="en"/>
              <a:t>symmetric or </a:t>
            </a:r>
            <a:r>
              <a:rPr b="1" lang="en"/>
              <a:t>N</a:t>
            </a:r>
            <a:r>
              <a:rPr lang="en"/>
              <a:t>ull!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use the MAN notation: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NNN</a:t>
            </a:r>
            <a:r>
              <a:rPr lang="en"/>
              <a:t> is the directed triad with three null dyads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more are there?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4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1" name="Google Shape;971;p64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2" name="Google Shape;972;p64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3" name="Google Shape;973;p64"/>
          <p:cNvSpPr txBox="1"/>
          <p:nvPr/>
        </p:nvSpPr>
        <p:spPr>
          <a:xfrm>
            <a:off x="6040750" y="414190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5"/>
          <p:cNvSpPr/>
          <p:nvPr/>
        </p:nvSpPr>
        <p:spPr>
          <a:xfrm>
            <a:off x="311700" y="3707300"/>
            <a:ext cx="6030300" cy="1212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0000"/>
                </a:solidFill>
              </a:rPr>
              <a:t>First, t</a:t>
            </a:r>
            <a:r>
              <a:rPr b="1" lang="en">
                <a:solidFill>
                  <a:srgbClr val="FF0000"/>
                </a:solidFill>
              </a:rPr>
              <a:t>here will be directed triads combining one connected dyad with two null dyads: The directed version of the “connected pair”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79" name="Google Shape;979;p65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0" name="Google Shape;980;p65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1" name="Google Shape;981;p65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2" name="Google Shape;982;p65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66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Because there are only two types of connected dyads in a directed graph, there should only be two of these types of triads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88" name="Google Shape;988;p66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9" name="Google Shape;989;p66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0" name="Google Shape;990;p66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1" name="Google Shape;991;p66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92" name="Google Shape;992;p66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3" name="Google Shape;993;p66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4" name="Google Shape;994;p66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5" name="Google Shape;995;p66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6" name="Google Shape;996;p66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7" name="Google Shape;997;p66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8" name="Google Shape;998;p66"/>
          <p:cNvSpPr/>
          <p:nvPr/>
        </p:nvSpPr>
        <p:spPr>
          <a:xfrm>
            <a:off x="311700" y="3707300"/>
            <a:ext cx="6030300" cy="1212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First, there will be directed triads combining one connected dyad with two null dyads: The directed version of the “connected pair”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7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Because there are only two types of connected dyads in a directed graph, there should only be two of these types of triads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04" name="Google Shape;1004;p67"/>
          <p:cNvSpPr/>
          <p:nvPr/>
        </p:nvSpPr>
        <p:spPr>
          <a:xfrm>
            <a:off x="311700" y="392155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One will feature one asymmetric dyad and two null dyads (ANN)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05" name="Google Shape;1005;p67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6" name="Google Shape;1006;p67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7" name="Google Shape;1007;p67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8" name="Google Shape;1008;p67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09" name="Google Shape;1009;p67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0" name="Google Shape;1010;p67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1" name="Google Shape;1011;p67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2" name="Google Shape;1012;p67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3" name="Google Shape;1013;p67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4" name="Google Shape;1014;p67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5" name="Google Shape;1015;p67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16" name="Google Shape;1016;p67"/>
          <p:cNvCxnSpPr>
            <a:stCxn id="1012" idx="0"/>
            <a:endCxn id="1013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8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Because there are only two types of connected dyads in a directed graph, there should only be two of these types of triads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22" name="Google Shape;1022;p68"/>
          <p:cNvSpPr/>
          <p:nvPr/>
        </p:nvSpPr>
        <p:spPr>
          <a:xfrm>
            <a:off x="311700" y="392155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other will feature a mutual dyad and two null dyads (MNN)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23" name="Google Shape;1023;p68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4" name="Google Shape;1024;p68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5" name="Google Shape;1025;p68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6" name="Google Shape;1026;p68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27" name="Google Shape;1027;p68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8" name="Google Shape;1028;p68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9" name="Google Shape;1029;p68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0" name="Google Shape;1030;p68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31" name="Google Shape;1031;p68"/>
          <p:cNvCxnSpPr>
            <a:stCxn id="1027" idx="0"/>
            <a:endCxn id="1028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2" name="Google Shape;1032;p68"/>
          <p:cNvCxnSpPr>
            <a:stCxn id="1028" idx="4"/>
            <a:endCxn id="1027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33" name="Google Shape;1033;p68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4" name="Google Shape;1034;p68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5" name="Google Shape;1035;p68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6" name="Google Shape;1036;p68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37" name="Google Shape;1037;p68"/>
          <p:cNvCxnSpPr>
            <a:stCxn id="1033" idx="0"/>
            <a:endCxn id="1034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69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triads featuring two connected dyads and one null dyad: The directed version of the “open triad.”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43" name="Google Shape;1043;p69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4" name="Google Shape;1044;p69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5" name="Google Shape;1045;p69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6" name="Google Shape;1046;p69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47" name="Google Shape;1047;p69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8" name="Google Shape;1048;p69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9" name="Google Shape;1049;p69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0" name="Google Shape;1050;p69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51" name="Google Shape;1051;p69"/>
          <p:cNvCxnSpPr>
            <a:stCxn id="1047" idx="0"/>
            <a:endCxn id="1048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52" name="Google Shape;1052;p69"/>
          <p:cNvCxnSpPr>
            <a:stCxn id="1048" idx="4"/>
            <a:endCxn id="1047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53" name="Google Shape;1053;p69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4" name="Google Shape;1054;p69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5" name="Google Shape;1055;p69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6" name="Google Shape;1056;p69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57" name="Google Shape;1057;p69"/>
          <p:cNvCxnSpPr>
            <a:stCxn id="1053" idx="0"/>
            <a:endCxn id="1054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70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63" name="Google Shape;1063;p70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4" name="Google Shape;1064;p70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5" name="Google Shape;1065;p70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6" name="Google Shape;1066;p70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67" name="Google Shape;1067;p70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8" name="Google Shape;1068;p70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9" name="Google Shape;1069;p70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0" name="Google Shape;1070;p70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71" name="Google Shape;1071;p70"/>
          <p:cNvCxnSpPr>
            <a:stCxn id="1067" idx="0"/>
            <a:endCxn id="1068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72" name="Google Shape;1072;p70"/>
          <p:cNvCxnSpPr>
            <a:stCxn id="1068" idx="4"/>
            <a:endCxn id="1067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73" name="Google Shape;1073;p70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4" name="Google Shape;1074;p70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5" name="Google Shape;1075;p70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6" name="Google Shape;1076;p70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77" name="Google Shape;1077;p70"/>
          <p:cNvCxnSpPr>
            <a:stCxn id="1073" idx="0"/>
            <a:endCxn id="1074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71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3" name="Google Shape;1083;p71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4" name="Google Shape;1084;p71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5" name="Google Shape;1085;p71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86" name="Google Shape;1086;p71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7" name="Google Shape;1087;p71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8" name="Google Shape;1088;p71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9" name="Google Shape;1089;p71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0" name="Google Shape;1090;p71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1" name="Google Shape;1091;p71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2" name="Google Shape;1092;p71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93" name="Google Shape;1093;p71"/>
          <p:cNvCxnSpPr>
            <a:stCxn id="1086" idx="0"/>
            <a:endCxn id="1087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94" name="Google Shape;1094;p71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95" name="Google Shape;1095;p71"/>
          <p:cNvCxnSpPr>
            <a:stCxn id="1089" idx="0"/>
            <a:endCxn id="1090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6" name="Google Shape;1096;p71"/>
          <p:cNvCxnSpPr>
            <a:stCxn id="1090" idx="4"/>
            <a:endCxn id="1089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97" name="Google Shape;1097;p71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8" name="Google Shape;1098;p71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9" name="Google Shape;1099;p71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0" name="Google Shape;1100;p71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1" name="Google Shape;1101;p71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2" name="Google Shape;1102;p71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3" name="Google Shape;1103;p71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4" name="Google Shape;1104;p71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5" name="Google Shape;1105;p71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6" name="Google Shape;1106;p71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be three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07" name="Google Shape;1107;p71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72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3" name="Google Shape;1113;p72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4" name="Google Shape;1114;p72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5" name="Google Shape;1115;p72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16" name="Google Shape;1116;p72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7" name="Google Shape;1117;p72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8" name="Google Shape;1118;p72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9" name="Google Shape;1119;p72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0" name="Google Shape;1120;p72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1" name="Google Shape;1121;p72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2" name="Google Shape;1122;p72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23" name="Google Shape;1123;p72"/>
          <p:cNvCxnSpPr>
            <a:stCxn id="1116" idx="0"/>
            <a:endCxn id="1117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24" name="Google Shape;1124;p72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25" name="Google Shape;1125;p72"/>
          <p:cNvCxnSpPr>
            <a:stCxn id="1119" idx="0"/>
            <a:endCxn id="1120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6" name="Google Shape;1126;p72"/>
          <p:cNvCxnSpPr>
            <a:stCxn id="1120" idx="4"/>
            <a:endCxn id="1119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27" name="Google Shape;1127;p72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8" name="Google Shape;1128;p72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9" name="Google Shape;1129;p72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0" name="Google Shape;1130;p72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31" name="Google Shape;1131;p72"/>
          <p:cNvCxnSpPr>
            <a:stCxn id="1127" idx="0"/>
            <a:endCxn id="1128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32" name="Google Shape;1132;p72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3" name="Google Shape;1133;p72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4" name="Google Shape;1134;p72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5" name="Google Shape;1135;p72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6" name="Google Shape;1136;p72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7" name="Google Shape;1137;p72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38" name="Google Shape;1138;p72"/>
          <p:cNvCxnSpPr>
            <a:stCxn id="1128" idx="5"/>
            <a:endCxn id="1129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39" name="Google Shape;1139;p72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One is called the line triad: ANN(L)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40" name="Google Shape;1140;p72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73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6" name="Google Shape;1146;p73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7" name="Google Shape;1147;p73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8" name="Google Shape;1148;p73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49" name="Google Shape;1149;p73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0" name="Google Shape;1150;p73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1" name="Google Shape;1151;p73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2" name="Google Shape;1152;p73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3" name="Google Shape;1153;p73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4" name="Google Shape;1154;p73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5" name="Google Shape;1155;p73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56" name="Google Shape;1156;p73"/>
          <p:cNvCxnSpPr>
            <a:stCxn id="1149" idx="0"/>
            <a:endCxn id="1150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57" name="Google Shape;1157;p73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58" name="Google Shape;1158;p73"/>
          <p:cNvCxnSpPr>
            <a:stCxn id="1152" idx="0"/>
            <a:endCxn id="1153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9" name="Google Shape;1159;p73"/>
          <p:cNvCxnSpPr>
            <a:stCxn id="1153" idx="4"/>
            <a:endCxn id="1152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60" name="Google Shape;1160;p73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1" name="Google Shape;1161;p73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2" name="Google Shape;1162;p73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3" name="Google Shape;1163;p73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64" name="Google Shape;1164;p73"/>
          <p:cNvCxnSpPr>
            <a:stCxn id="1160" idx="0"/>
            <a:endCxn id="1161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5" name="Google Shape;1165;p73"/>
          <p:cNvCxnSpPr>
            <a:stCxn id="1161" idx="5"/>
            <a:endCxn id="1162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66" name="Google Shape;1166;p73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third one is called the out-star: ANN(O)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67" name="Google Shape;1167;p73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8" name="Google Shape;1168;p73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9" name="Google Shape;1169;p73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0" name="Google Shape;1170;p73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71" name="Google Shape;1171;p73"/>
          <p:cNvCxnSpPr>
            <a:stCxn id="1168" idx="5"/>
            <a:endCxn id="1169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72" name="Google Shape;1172;p73"/>
          <p:cNvCxnSpPr>
            <a:stCxn id="1168" idx="3"/>
            <a:endCxn id="1167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73" name="Google Shape;1173;p73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4" name="Google Shape;1174;p73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5" name="Google Shape;1175;p73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6" name="Google Shape;1176;p73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74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2" name="Google Shape;1182;p74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3" name="Google Shape;1183;p74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4" name="Google Shape;1184;p74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85" name="Google Shape;1185;p74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6" name="Google Shape;1186;p74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7" name="Google Shape;1187;p74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8" name="Google Shape;1188;p74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9" name="Google Shape;1189;p74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0" name="Google Shape;1190;p74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1" name="Google Shape;1191;p74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92" name="Google Shape;1192;p74"/>
          <p:cNvCxnSpPr>
            <a:stCxn id="1185" idx="0"/>
            <a:endCxn id="1186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93" name="Google Shape;1193;p74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94" name="Google Shape;1194;p74"/>
          <p:cNvCxnSpPr>
            <a:stCxn id="1188" idx="0"/>
            <a:endCxn id="1189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5" name="Google Shape;1195;p74"/>
          <p:cNvCxnSpPr>
            <a:stCxn id="1189" idx="4"/>
            <a:endCxn id="1188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96" name="Google Shape;1196;p74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7" name="Google Shape;1197;p74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8" name="Google Shape;1198;p74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9" name="Google Shape;1199;p74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00" name="Google Shape;1200;p74"/>
          <p:cNvCxnSpPr>
            <a:stCxn id="1196" idx="0"/>
            <a:endCxn id="1197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1" name="Google Shape;1201;p74"/>
          <p:cNvCxnSpPr>
            <a:stCxn id="1197" idx="5"/>
            <a:endCxn id="1198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02" name="Google Shape;1202;p74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third one is called the in-star: ANN(I)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03" name="Google Shape;1203;p74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4" name="Google Shape;1204;p74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5" name="Google Shape;1205;p74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6" name="Google Shape;1206;p74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07" name="Google Shape;1207;p74"/>
          <p:cNvCxnSpPr>
            <a:stCxn id="1204" idx="5"/>
            <a:endCxn id="1205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8" name="Google Shape;1208;p74"/>
          <p:cNvCxnSpPr>
            <a:stCxn id="1204" idx="3"/>
            <a:endCxn id="1203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09" name="Google Shape;1209;p74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0" name="Google Shape;1210;p74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1" name="Google Shape;1211;p74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2" name="Google Shape;1212;p74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13" name="Google Shape;1213;p74"/>
          <p:cNvCxnSpPr>
            <a:stCxn id="1209" idx="0"/>
            <a:endCxn id="1210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14" name="Google Shape;1214;p74"/>
          <p:cNvCxnSpPr>
            <a:stCxn id="1211" idx="0"/>
            <a:endCxn id="1210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15" name="Google Shape;1215;p74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75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1" name="Google Shape;1221;p75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2" name="Google Shape;1222;p75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3" name="Google Shape;1223;p75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24" name="Google Shape;1224;p75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5" name="Google Shape;1225;p75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6" name="Google Shape;1226;p75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7" name="Google Shape;1227;p75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8" name="Google Shape;1228;p75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9" name="Google Shape;1229;p75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0" name="Google Shape;1230;p75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31" name="Google Shape;1231;p75"/>
          <p:cNvCxnSpPr>
            <a:stCxn id="1224" idx="0"/>
            <a:endCxn id="1225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32" name="Google Shape;1232;p75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33" name="Google Shape;1233;p75"/>
          <p:cNvCxnSpPr>
            <a:stCxn id="1227" idx="0"/>
            <a:endCxn id="1228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34" name="Google Shape;1234;p75"/>
          <p:cNvCxnSpPr>
            <a:stCxn id="1228" idx="4"/>
            <a:endCxn id="1227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35" name="Google Shape;1235;p75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6" name="Google Shape;1236;p75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7" name="Google Shape;1237;p75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8" name="Google Shape;1238;p75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39" name="Google Shape;1239;p75"/>
          <p:cNvCxnSpPr>
            <a:stCxn id="1235" idx="0"/>
            <a:endCxn id="1236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40" name="Google Shape;1240;p75"/>
          <p:cNvCxnSpPr>
            <a:stCxn id="1236" idx="5"/>
            <a:endCxn id="1237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41" name="Google Shape;1241;p75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open directed triads featuring one of each dyad: A mutual, asymmetric and null: MAN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42" name="Google Shape;1242;p75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3" name="Google Shape;1243;p75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4" name="Google Shape;1244;p75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5" name="Google Shape;1245;p75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46" name="Google Shape;1246;p75"/>
          <p:cNvCxnSpPr>
            <a:stCxn id="1243" idx="5"/>
            <a:endCxn id="1244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47" name="Google Shape;1247;p75"/>
          <p:cNvCxnSpPr>
            <a:stCxn id="1243" idx="3"/>
            <a:endCxn id="1242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48" name="Google Shape;1248;p75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9" name="Google Shape;1249;p75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0" name="Google Shape;1250;p75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1" name="Google Shape;1251;p75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52" name="Google Shape;1252;p75"/>
          <p:cNvCxnSpPr>
            <a:stCxn id="1248" idx="0"/>
            <a:endCxn id="1249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3" name="Google Shape;1253;p75"/>
          <p:cNvCxnSpPr>
            <a:stCxn id="1250" idx="0"/>
            <a:endCxn id="1249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76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9" name="Google Shape;1259;p76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0" name="Google Shape;1260;p76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1" name="Google Shape;1261;p76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62" name="Google Shape;1262;p76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3" name="Google Shape;1263;p76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4" name="Google Shape;1264;p76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5" name="Google Shape;1265;p76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6" name="Google Shape;1266;p76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7" name="Google Shape;1267;p76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8" name="Google Shape;1268;p76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69" name="Google Shape;1269;p76"/>
          <p:cNvCxnSpPr>
            <a:stCxn id="1262" idx="0"/>
            <a:endCxn id="1263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70" name="Google Shape;1270;p76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71" name="Google Shape;1271;p76"/>
          <p:cNvCxnSpPr>
            <a:stCxn id="1265" idx="0"/>
            <a:endCxn id="1266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2" name="Google Shape;1272;p76"/>
          <p:cNvCxnSpPr>
            <a:stCxn id="1266" idx="4"/>
            <a:endCxn id="1265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73" name="Google Shape;1273;p76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4" name="Google Shape;1274;p76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5" name="Google Shape;1275;p76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6" name="Google Shape;1276;p76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77" name="Google Shape;1277;p76"/>
          <p:cNvCxnSpPr>
            <a:stCxn id="1273" idx="0"/>
            <a:endCxn id="1274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8" name="Google Shape;1278;p76"/>
          <p:cNvCxnSpPr>
            <a:stCxn id="1274" idx="5"/>
            <a:endCxn id="1275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79" name="Google Shape;1279;p76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open directed triads featuring one of each dyad: A mutual, asymmetric and null: MAN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80" name="Google Shape;1280;p76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1" name="Google Shape;1281;p76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2" name="Google Shape;1282;p76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3" name="Google Shape;1283;p76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84" name="Google Shape;1284;p76"/>
          <p:cNvCxnSpPr>
            <a:stCxn id="1281" idx="5"/>
            <a:endCxn id="1282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5" name="Google Shape;1285;p76"/>
          <p:cNvCxnSpPr>
            <a:stCxn id="1281" idx="3"/>
            <a:endCxn id="1280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86" name="Google Shape;1286;p76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7" name="Google Shape;1287;p76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8" name="Google Shape;1288;p76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9" name="Google Shape;1289;p76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90" name="Google Shape;1290;p76"/>
          <p:cNvCxnSpPr>
            <a:stCxn id="1286" idx="0"/>
            <a:endCxn id="1287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91" name="Google Shape;1291;p76"/>
          <p:cNvCxnSpPr>
            <a:stCxn id="1288" idx="0"/>
            <a:endCxn id="1287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92" name="Google Shape;1292;p76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be two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93" name="Google Shape;1293;p76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4" name="Google Shape;1294;p76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5" name="Google Shape;1295;p76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6" name="Google Shape;1296;p76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97" name="Google Shape;1297;p76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8" name="Google Shape;1298;p76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9" name="Google Shape;1299;p76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0" name="Google Shape;1300;p76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01" name="Google Shape;1301;p76"/>
          <p:cNvCxnSpPr>
            <a:stCxn id="1293" idx="0"/>
            <a:endCxn id="1294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2" name="Google Shape;1302;p76"/>
          <p:cNvCxnSpPr>
            <a:stCxn id="1294" idx="4"/>
            <a:endCxn id="1293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3" name="Google Shape;1303;p76"/>
          <p:cNvCxnSpPr>
            <a:stCxn id="1293" idx="6"/>
            <a:endCxn id="1295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4" name="Google Shape;1304;p76"/>
          <p:cNvCxnSpPr>
            <a:stCxn id="1297" idx="6"/>
            <a:endCxn id="1299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05" name="Google Shape;1305;p76"/>
          <p:cNvCxnSpPr>
            <a:stCxn id="1298" idx="4"/>
            <a:endCxn id="1297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6" name="Google Shape;1306;p76"/>
          <p:cNvCxnSpPr>
            <a:stCxn id="1297" idx="0"/>
            <a:endCxn id="1298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77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2" name="Google Shape;1312;p77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3" name="Google Shape;1313;p77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4" name="Google Shape;1314;p77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15" name="Google Shape;1315;p77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6" name="Google Shape;1316;p77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7" name="Google Shape;1317;p77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8" name="Google Shape;1318;p77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9" name="Google Shape;1319;p77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0" name="Google Shape;1320;p77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1" name="Google Shape;1321;p77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22" name="Google Shape;1322;p77"/>
          <p:cNvCxnSpPr>
            <a:stCxn id="1315" idx="0"/>
            <a:endCxn id="1316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23" name="Google Shape;1323;p77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24" name="Google Shape;1324;p77"/>
          <p:cNvCxnSpPr>
            <a:stCxn id="1318" idx="0"/>
            <a:endCxn id="1319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25" name="Google Shape;1325;p77"/>
          <p:cNvCxnSpPr>
            <a:stCxn id="1319" idx="4"/>
            <a:endCxn id="1318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26" name="Google Shape;1326;p77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7" name="Google Shape;1327;p77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8" name="Google Shape;1328;p77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9" name="Google Shape;1329;p77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30" name="Google Shape;1330;p77"/>
          <p:cNvCxnSpPr>
            <a:stCxn id="1326" idx="0"/>
            <a:endCxn id="1327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1" name="Google Shape;1331;p77"/>
          <p:cNvCxnSpPr>
            <a:stCxn id="1327" idx="5"/>
            <a:endCxn id="1328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32" name="Google Shape;1332;p77"/>
          <p:cNvSpPr/>
          <p:nvPr/>
        </p:nvSpPr>
        <p:spPr>
          <a:xfrm>
            <a:off x="3286825" y="26630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open directed triads featuring two mutual dyads: MMN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33" name="Google Shape;1333;p77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4" name="Google Shape;1334;p77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5" name="Google Shape;1335;p77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6" name="Google Shape;1336;p77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37" name="Google Shape;1337;p77"/>
          <p:cNvCxnSpPr>
            <a:stCxn id="1334" idx="5"/>
            <a:endCxn id="1335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8" name="Google Shape;1338;p77"/>
          <p:cNvCxnSpPr>
            <a:stCxn id="1334" idx="3"/>
            <a:endCxn id="1333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39" name="Google Shape;1339;p77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0" name="Google Shape;1340;p77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1" name="Google Shape;1341;p77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2" name="Google Shape;1342;p77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43" name="Google Shape;1343;p77"/>
          <p:cNvCxnSpPr>
            <a:stCxn id="1339" idx="0"/>
            <a:endCxn id="1340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4" name="Google Shape;1344;p77"/>
          <p:cNvCxnSpPr>
            <a:stCxn id="1341" idx="0"/>
            <a:endCxn id="1340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45" name="Google Shape;1345;p77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6" name="Google Shape;1346;p77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7" name="Google Shape;1347;p77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8" name="Google Shape;1348;p77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49" name="Google Shape;1349;p77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0" name="Google Shape;1350;p77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1" name="Google Shape;1351;p77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2" name="Google Shape;1352;p77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53" name="Google Shape;1353;p77"/>
          <p:cNvCxnSpPr>
            <a:stCxn id="1345" idx="0"/>
            <a:endCxn id="1346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54" name="Google Shape;1354;p77"/>
          <p:cNvCxnSpPr>
            <a:stCxn id="1346" idx="4"/>
            <a:endCxn id="1345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55" name="Google Shape;1355;p77"/>
          <p:cNvCxnSpPr>
            <a:stCxn id="1345" idx="6"/>
            <a:endCxn id="1347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56" name="Google Shape;1356;p77"/>
          <p:cNvCxnSpPr>
            <a:stCxn id="1349" idx="6"/>
            <a:endCxn id="1351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57" name="Google Shape;1357;p77"/>
          <p:cNvCxnSpPr>
            <a:stCxn id="1350" idx="4"/>
            <a:endCxn id="1349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58" name="Google Shape;1358;p77"/>
          <p:cNvCxnSpPr>
            <a:stCxn id="1349" idx="0"/>
            <a:endCxn id="1350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78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4" name="Google Shape;1364;p78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5" name="Google Shape;1365;p78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6" name="Google Shape;1366;p78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7" name="Google Shape;1367;p78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8" name="Google Shape;1368;p78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9" name="Google Shape;1369;p78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0" name="Google Shape;1370;p78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1" name="Google Shape;1371;p78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2" name="Google Shape;1372;p78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3" name="Google Shape;1373;p78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74" name="Google Shape;1374;p78"/>
          <p:cNvCxnSpPr>
            <a:stCxn id="1367" idx="0"/>
            <a:endCxn id="1368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75" name="Google Shape;1375;p78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76" name="Google Shape;1376;p78"/>
          <p:cNvCxnSpPr>
            <a:stCxn id="1370" idx="0"/>
            <a:endCxn id="1371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77" name="Google Shape;1377;p78"/>
          <p:cNvCxnSpPr>
            <a:stCxn id="1371" idx="4"/>
            <a:endCxn id="1370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78" name="Google Shape;1378;p78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9" name="Google Shape;1379;p78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0" name="Google Shape;1380;p78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1" name="Google Shape;1381;p78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82" name="Google Shape;1382;p78"/>
          <p:cNvCxnSpPr>
            <a:stCxn id="1378" idx="0"/>
            <a:endCxn id="1379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83" name="Google Shape;1383;p78"/>
          <p:cNvCxnSpPr>
            <a:stCxn id="1379" idx="5"/>
            <a:endCxn id="1380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84" name="Google Shape;1384;p78"/>
          <p:cNvSpPr/>
          <p:nvPr/>
        </p:nvSpPr>
        <p:spPr>
          <a:xfrm>
            <a:off x="3286825" y="26630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open directed triads featuring two mutual dyads: MMN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85" name="Google Shape;1385;p78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6" name="Google Shape;1386;p78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7" name="Google Shape;1387;p78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8" name="Google Shape;1388;p78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89" name="Google Shape;1389;p78"/>
          <p:cNvCxnSpPr>
            <a:stCxn id="1386" idx="5"/>
            <a:endCxn id="1387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0" name="Google Shape;1390;p78"/>
          <p:cNvCxnSpPr>
            <a:stCxn id="1386" idx="3"/>
            <a:endCxn id="1385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91" name="Google Shape;1391;p78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2" name="Google Shape;1392;p78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3" name="Google Shape;1393;p78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4" name="Google Shape;1394;p78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95" name="Google Shape;1395;p78"/>
          <p:cNvCxnSpPr>
            <a:stCxn id="1391" idx="0"/>
            <a:endCxn id="1392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6" name="Google Shape;1396;p78"/>
          <p:cNvCxnSpPr>
            <a:stCxn id="1393" idx="0"/>
            <a:endCxn id="1392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97" name="Google Shape;1397;p78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8" name="Google Shape;1398;p78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9" name="Google Shape;1399;p78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0" name="Google Shape;1400;p78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01" name="Google Shape;1401;p78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2" name="Google Shape;1402;p78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3" name="Google Shape;1403;p78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4" name="Google Shape;1404;p78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05" name="Google Shape;1405;p78"/>
          <p:cNvCxnSpPr>
            <a:stCxn id="1397" idx="0"/>
            <a:endCxn id="1398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6" name="Google Shape;1406;p78"/>
          <p:cNvCxnSpPr>
            <a:stCxn id="1398" idx="4"/>
            <a:endCxn id="1397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7" name="Google Shape;1407;p78"/>
          <p:cNvCxnSpPr>
            <a:stCxn id="1397" idx="6"/>
            <a:endCxn id="1399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8" name="Google Shape;1408;p78"/>
          <p:cNvCxnSpPr>
            <a:stCxn id="1401" idx="6"/>
            <a:endCxn id="1403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09" name="Google Shape;1409;p78"/>
          <p:cNvCxnSpPr>
            <a:stCxn id="1402" idx="4"/>
            <a:endCxn id="1401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0" name="Google Shape;1410;p78"/>
          <p:cNvCxnSpPr>
            <a:stCxn id="1401" idx="0"/>
            <a:endCxn id="1402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11" name="Google Shape;1411;p78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There’s only one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12" name="Google Shape;1412;p78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3" name="Google Shape;1413;p78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4" name="Google Shape;1414;p78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5" name="Google Shape;1415;p78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16" name="Google Shape;1416;p78"/>
          <p:cNvCxnSpPr>
            <a:stCxn id="1412" idx="0"/>
            <a:endCxn id="1413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7" name="Google Shape;1417;p78"/>
          <p:cNvCxnSpPr>
            <a:stCxn id="1413" idx="5"/>
            <a:endCxn id="1414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8" name="Google Shape;1418;p78"/>
          <p:cNvCxnSpPr>
            <a:stCxn id="1412" idx="7"/>
            <a:endCxn id="1413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19" name="Google Shape;1419;p78"/>
          <p:cNvCxnSpPr>
            <a:stCxn id="1414" idx="1"/>
            <a:endCxn id="1413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79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5" name="Google Shape;1425;p79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6" name="Google Shape;1426;p79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7" name="Google Shape;1427;p79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28" name="Google Shape;1428;p79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9" name="Google Shape;1429;p79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0" name="Google Shape;1430;p79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1" name="Google Shape;1431;p79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2" name="Google Shape;1432;p79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3" name="Google Shape;1433;p79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4" name="Google Shape;1434;p79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35" name="Google Shape;1435;p79"/>
          <p:cNvCxnSpPr>
            <a:stCxn id="1428" idx="0"/>
            <a:endCxn id="1429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36" name="Google Shape;1436;p79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37" name="Google Shape;1437;p79"/>
          <p:cNvCxnSpPr>
            <a:stCxn id="1431" idx="0"/>
            <a:endCxn id="1432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8" name="Google Shape;1438;p79"/>
          <p:cNvCxnSpPr>
            <a:stCxn id="1432" idx="4"/>
            <a:endCxn id="1431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39" name="Google Shape;1439;p79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0" name="Google Shape;1440;p79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1" name="Google Shape;1441;p79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2" name="Google Shape;1442;p79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43" name="Google Shape;1443;p79"/>
          <p:cNvCxnSpPr>
            <a:stCxn id="1439" idx="0"/>
            <a:endCxn id="1440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44" name="Google Shape;1444;p79"/>
          <p:cNvCxnSpPr>
            <a:stCxn id="1440" idx="5"/>
            <a:endCxn id="1441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45" name="Google Shape;1445;p79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6" name="Google Shape;1446;p79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7" name="Google Shape;1447;p79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8" name="Google Shape;1448;p79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49" name="Google Shape;1449;p79"/>
          <p:cNvCxnSpPr>
            <a:stCxn id="1446" idx="5"/>
            <a:endCxn id="1447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0" name="Google Shape;1450;p79"/>
          <p:cNvCxnSpPr>
            <a:stCxn id="1446" idx="3"/>
            <a:endCxn id="1445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51" name="Google Shape;1451;p79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2" name="Google Shape;1452;p79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3" name="Google Shape;1453;p79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4" name="Google Shape;1454;p79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55" name="Google Shape;1455;p79"/>
          <p:cNvCxnSpPr>
            <a:stCxn id="1451" idx="0"/>
            <a:endCxn id="1452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6" name="Google Shape;1456;p79"/>
          <p:cNvCxnSpPr>
            <a:stCxn id="1453" idx="0"/>
            <a:endCxn id="1452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57" name="Google Shape;1457;p79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8" name="Google Shape;1458;p79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9" name="Google Shape;1459;p79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0" name="Google Shape;1460;p79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61" name="Google Shape;1461;p79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2" name="Google Shape;1462;p79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3" name="Google Shape;1463;p79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4" name="Google Shape;1464;p79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65" name="Google Shape;1465;p79"/>
          <p:cNvCxnSpPr>
            <a:stCxn id="1457" idx="0"/>
            <a:endCxn id="1458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66" name="Google Shape;1466;p79"/>
          <p:cNvCxnSpPr>
            <a:stCxn id="1458" idx="4"/>
            <a:endCxn id="1457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67" name="Google Shape;1467;p79"/>
          <p:cNvCxnSpPr>
            <a:stCxn id="1457" idx="6"/>
            <a:endCxn id="1459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68" name="Google Shape;1468;p79"/>
          <p:cNvCxnSpPr>
            <a:stCxn id="1461" idx="6"/>
            <a:endCxn id="1463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69" name="Google Shape;1469;p79"/>
          <p:cNvCxnSpPr>
            <a:stCxn id="1462" idx="4"/>
            <a:endCxn id="1461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0" name="Google Shape;1470;p79"/>
          <p:cNvCxnSpPr>
            <a:stCxn id="1461" idx="0"/>
            <a:endCxn id="1462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71" name="Google Shape;1471;p79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all the open directed triads!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72" name="Google Shape;1472;p79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3" name="Google Shape;1473;p79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4" name="Google Shape;1474;p79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5" name="Google Shape;1475;p79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76" name="Google Shape;1476;p79"/>
          <p:cNvCxnSpPr>
            <a:stCxn id="1472" idx="0"/>
            <a:endCxn id="1473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7" name="Google Shape;1477;p79"/>
          <p:cNvCxnSpPr>
            <a:stCxn id="1473" idx="5"/>
            <a:endCxn id="1474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8" name="Google Shape;1478;p79"/>
          <p:cNvCxnSpPr>
            <a:stCxn id="1472" idx="7"/>
            <a:endCxn id="1473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79" name="Google Shape;1479;p79"/>
          <p:cNvCxnSpPr>
            <a:stCxn id="1474" idx="1"/>
            <a:endCxn id="1473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80" name="Google Shape;1480;p79"/>
          <p:cNvSpPr/>
          <p:nvPr/>
        </p:nvSpPr>
        <p:spPr>
          <a:xfrm>
            <a:off x="1623775" y="1299350"/>
            <a:ext cx="5880000" cy="12723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79"/>
          <p:cNvSpPr/>
          <p:nvPr/>
        </p:nvSpPr>
        <p:spPr>
          <a:xfrm>
            <a:off x="1623775" y="2571650"/>
            <a:ext cx="1478700" cy="12723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79"/>
          <p:cNvSpPr/>
          <p:nvPr/>
        </p:nvSpPr>
        <p:spPr>
          <a:xfrm>
            <a:off x="6025075" y="0"/>
            <a:ext cx="1478700" cy="12993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80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8" name="Google Shape;1488;p80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9" name="Google Shape;1489;p80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0" name="Google Shape;1490;p80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91" name="Google Shape;1491;p80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2" name="Google Shape;1492;p80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3" name="Google Shape;1493;p80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4" name="Google Shape;1494;p80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5" name="Google Shape;1495;p80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6" name="Google Shape;1496;p80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7" name="Google Shape;1497;p80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98" name="Google Shape;1498;p80"/>
          <p:cNvCxnSpPr>
            <a:stCxn id="1491" idx="0"/>
            <a:endCxn id="1492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99" name="Google Shape;1499;p80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00" name="Google Shape;1500;p80"/>
          <p:cNvCxnSpPr>
            <a:stCxn id="1494" idx="0"/>
            <a:endCxn id="1495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1" name="Google Shape;1501;p80"/>
          <p:cNvCxnSpPr>
            <a:stCxn id="1495" idx="4"/>
            <a:endCxn id="1494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02" name="Google Shape;1502;p80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3" name="Google Shape;1503;p80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4" name="Google Shape;1504;p80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5" name="Google Shape;1505;p80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06" name="Google Shape;1506;p80"/>
          <p:cNvCxnSpPr>
            <a:stCxn id="1502" idx="0"/>
            <a:endCxn id="1503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7" name="Google Shape;1507;p80"/>
          <p:cNvCxnSpPr>
            <a:stCxn id="1503" idx="5"/>
            <a:endCxn id="1504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08" name="Google Shape;1508;p80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we graduate to the closed directed triads!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09" name="Google Shape;1509;p80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0" name="Google Shape;1510;p80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1" name="Google Shape;1511;p80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2" name="Google Shape;1512;p80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13" name="Google Shape;1513;p80"/>
          <p:cNvCxnSpPr>
            <a:stCxn id="1510" idx="5"/>
            <a:endCxn id="1511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14" name="Google Shape;1514;p80"/>
          <p:cNvCxnSpPr>
            <a:stCxn id="1510" idx="3"/>
            <a:endCxn id="1509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15" name="Google Shape;1515;p80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6" name="Google Shape;1516;p80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7" name="Google Shape;1517;p80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8" name="Google Shape;1518;p80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19" name="Google Shape;1519;p80"/>
          <p:cNvCxnSpPr>
            <a:stCxn id="1515" idx="0"/>
            <a:endCxn id="1516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20" name="Google Shape;1520;p80"/>
          <p:cNvCxnSpPr>
            <a:stCxn id="1517" idx="0"/>
            <a:endCxn id="1516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21" name="Google Shape;1521;p80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2" name="Google Shape;1522;p80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3" name="Google Shape;1523;p80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4" name="Google Shape;1524;p80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25" name="Google Shape;1525;p80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6" name="Google Shape;1526;p80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7" name="Google Shape;1527;p80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8" name="Google Shape;1528;p80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29" name="Google Shape;1529;p80"/>
          <p:cNvCxnSpPr>
            <a:stCxn id="1521" idx="0"/>
            <a:endCxn id="1522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30" name="Google Shape;1530;p80"/>
          <p:cNvCxnSpPr>
            <a:stCxn id="1522" idx="4"/>
            <a:endCxn id="1521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31" name="Google Shape;1531;p80"/>
          <p:cNvCxnSpPr>
            <a:stCxn id="1521" idx="6"/>
            <a:endCxn id="1523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32" name="Google Shape;1532;p80"/>
          <p:cNvCxnSpPr>
            <a:stCxn id="1525" idx="6"/>
            <a:endCxn id="1527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33" name="Google Shape;1533;p80"/>
          <p:cNvCxnSpPr>
            <a:stCxn id="1526" idx="4"/>
            <a:endCxn id="1525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34" name="Google Shape;1534;p80"/>
          <p:cNvCxnSpPr>
            <a:stCxn id="1525" idx="0"/>
            <a:endCxn id="1526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35" name="Google Shape;1535;p80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6" name="Google Shape;1536;p80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7" name="Google Shape;1537;p80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8" name="Google Shape;1538;p80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39" name="Google Shape;1539;p80"/>
          <p:cNvCxnSpPr>
            <a:stCxn id="1535" idx="0"/>
            <a:endCxn id="1536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40" name="Google Shape;1540;p80"/>
          <p:cNvCxnSpPr>
            <a:stCxn id="1536" idx="5"/>
            <a:endCxn id="1537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41" name="Google Shape;1541;p80"/>
          <p:cNvCxnSpPr>
            <a:stCxn id="1535" idx="7"/>
            <a:endCxn id="1536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42" name="Google Shape;1542;p80"/>
          <p:cNvCxnSpPr>
            <a:stCxn id="1537" idx="1"/>
            <a:endCxn id="1536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81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8" name="Google Shape;1548;p81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9" name="Google Shape;1549;p81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0" name="Google Shape;1550;p81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51" name="Google Shape;1551;p81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2" name="Google Shape;1552;p81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3" name="Google Shape;1553;p81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4" name="Google Shape;1554;p81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5" name="Google Shape;1555;p81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6" name="Google Shape;1556;p81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7" name="Google Shape;1557;p81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58" name="Google Shape;1558;p81"/>
          <p:cNvCxnSpPr>
            <a:stCxn id="1551" idx="0"/>
            <a:endCxn id="1552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59" name="Google Shape;1559;p81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60" name="Google Shape;1560;p81"/>
          <p:cNvCxnSpPr>
            <a:stCxn id="1554" idx="0"/>
            <a:endCxn id="1555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1" name="Google Shape;1561;p81"/>
          <p:cNvCxnSpPr>
            <a:stCxn id="1555" idx="4"/>
            <a:endCxn id="1554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62" name="Google Shape;1562;p81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3" name="Google Shape;1563;p81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4" name="Google Shape;1564;p81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5" name="Google Shape;1565;p81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66" name="Google Shape;1566;p81"/>
          <p:cNvCxnSpPr>
            <a:stCxn id="1562" idx="0"/>
            <a:endCxn id="1563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7" name="Google Shape;1567;p81"/>
          <p:cNvCxnSpPr>
            <a:stCxn id="1563" idx="5"/>
            <a:endCxn id="1564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68" name="Google Shape;1568;p81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we graduate to the closed directed triads!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69" name="Google Shape;1569;p81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0" name="Google Shape;1570;p81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1" name="Google Shape;1571;p81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2" name="Google Shape;1572;p81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73" name="Google Shape;1573;p81"/>
          <p:cNvCxnSpPr>
            <a:stCxn id="1570" idx="5"/>
            <a:endCxn id="1571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74" name="Google Shape;1574;p81"/>
          <p:cNvCxnSpPr>
            <a:stCxn id="1570" idx="3"/>
            <a:endCxn id="1569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75" name="Google Shape;1575;p81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6" name="Google Shape;1576;p81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7" name="Google Shape;1577;p81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8" name="Google Shape;1578;p81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79" name="Google Shape;1579;p81"/>
          <p:cNvCxnSpPr>
            <a:stCxn id="1575" idx="0"/>
            <a:endCxn id="1576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80" name="Google Shape;1580;p81"/>
          <p:cNvCxnSpPr>
            <a:stCxn id="1577" idx="0"/>
            <a:endCxn id="1576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1" name="Google Shape;1581;p81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2" name="Google Shape;1582;p81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3" name="Google Shape;1583;p81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4" name="Google Shape;1584;p81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85" name="Google Shape;1585;p81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6" name="Google Shape;1586;p81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7" name="Google Shape;1587;p81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8" name="Google Shape;1588;p81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89" name="Google Shape;1589;p81"/>
          <p:cNvCxnSpPr>
            <a:stCxn id="1581" idx="0"/>
            <a:endCxn id="1582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0" name="Google Shape;1590;p81"/>
          <p:cNvCxnSpPr>
            <a:stCxn id="1582" idx="4"/>
            <a:endCxn id="1581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1" name="Google Shape;1591;p81"/>
          <p:cNvCxnSpPr>
            <a:stCxn id="1581" idx="6"/>
            <a:endCxn id="1583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2" name="Google Shape;1592;p81"/>
          <p:cNvCxnSpPr>
            <a:stCxn id="1585" idx="6"/>
            <a:endCxn id="1587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93" name="Google Shape;1593;p81"/>
          <p:cNvCxnSpPr>
            <a:stCxn id="1586" idx="4"/>
            <a:endCxn id="1585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4" name="Google Shape;1594;p81"/>
          <p:cNvCxnSpPr>
            <a:stCxn id="1585" idx="0"/>
            <a:endCxn id="1586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95" name="Google Shape;1595;p81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6" name="Google Shape;1596;p81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7" name="Google Shape;1597;p81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8" name="Google Shape;1598;p81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99" name="Google Shape;1599;p81"/>
          <p:cNvCxnSpPr>
            <a:stCxn id="1595" idx="0"/>
            <a:endCxn id="1596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0" name="Google Shape;1600;p81"/>
          <p:cNvCxnSpPr>
            <a:stCxn id="1596" idx="5"/>
            <a:endCxn id="1597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1" name="Google Shape;1601;p81"/>
          <p:cNvCxnSpPr>
            <a:stCxn id="1595" idx="7"/>
            <a:endCxn id="1596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02" name="Google Shape;1602;p81"/>
          <p:cNvCxnSpPr>
            <a:stCxn id="1597" idx="1"/>
            <a:endCxn id="1596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03" name="Google Shape;1603;p81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First, there are those containing only asymmetric dyads: AAA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82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9" name="Google Shape;1609;p82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0" name="Google Shape;1610;p82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1" name="Google Shape;1611;p82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12" name="Google Shape;1612;p82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3" name="Google Shape;1613;p82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4" name="Google Shape;1614;p82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5" name="Google Shape;1615;p82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6" name="Google Shape;1616;p82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7" name="Google Shape;1617;p82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8" name="Google Shape;1618;p82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19" name="Google Shape;1619;p82"/>
          <p:cNvCxnSpPr>
            <a:stCxn id="1612" idx="0"/>
            <a:endCxn id="1613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20" name="Google Shape;1620;p82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21" name="Google Shape;1621;p82"/>
          <p:cNvCxnSpPr>
            <a:stCxn id="1615" idx="0"/>
            <a:endCxn id="1616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2" name="Google Shape;1622;p82"/>
          <p:cNvCxnSpPr>
            <a:stCxn id="1616" idx="4"/>
            <a:endCxn id="1615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23" name="Google Shape;1623;p82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4" name="Google Shape;1624;p82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5" name="Google Shape;1625;p82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6" name="Google Shape;1626;p82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27" name="Google Shape;1627;p82"/>
          <p:cNvCxnSpPr>
            <a:stCxn id="1623" idx="0"/>
            <a:endCxn id="1624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8" name="Google Shape;1628;p82"/>
          <p:cNvCxnSpPr>
            <a:stCxn id="1624" idx="5"/>
            <a:endCxn id="1625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29" name="Google Shape;1629;p82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only be two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30" name="Google Shape;1630;p82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1" name="Google Shape;1631;p82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2" name="Google Shape;1632;p82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3" name="Google Shape;1633;p82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34" name="Google Shape;1634;p82"/>
          <p:cNvCxnSpPr>
            <a:stCxn id="1631" idx="5"/>
            <a:endCxn id="1632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35" name="Google Shape;1635;p82"/>
          <p:cNvCxnSpPr>
            <a:stCxn id="1631" idx="3"/>
            <a:endCxn id="1630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36" name="Google Shape;1636;p82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7" name="Google Shape;1637;p82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8" name="Google Shape;1638;p82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9" name="Google Shape;1639;p82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40" name="Google Shape;1640;p82"/>
          <p:cNvCxnSpPr>
            <a:stCxn id="1636" idx="0"/>
            <a:endCxn id="1637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1" name="Google Shape;1641;p82"/>
          <p:cNvCxnSpPr>
            <a:stCxn id="1638" idx="0"/>
            <a:endCxn id="1637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42" name="Google Shape;1642;p82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3" name="Google Shape;1643;p82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4" name="Google Shape;1644;p82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5" name="Google Shape;1645;p82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46" name="Google Shape;1646;p82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7" name="Google Shape;1647;p82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8" name="Google Shape;1648;p82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9" name="Google Shape;1649;p82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50" name="Google Shape;1650;p82"/>
          <p:cNvCxnSpPr>
            <a:stCxn id="1642" idx="0"/>
            <a:endCxn id="1643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51" name="Google Shape;1651;p82"/>
          <p:cNvCxnSpPr>
            <a:stCxn id="1643" idx="4"/>
            <a:endCxn id="1642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52" name="Google Shape;1652;p82"/>
          <p:cNvCxnSpPr>
            <a:stCxn id="1642" idx="6"/>
            <a:endCxn id="1644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53" name="Google Shape;1653;p82"/>
          <p:cNvCxnSpPr>
            <a:stCxn id="1646" idx="6"/>
            <a:endCxn id="1648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54" name="Google Shape;1654;p82"/>
          <p:cNvCxnSpPr>
            <a:stCxn id="1647" idx="4"/>
            <a:endCxn id="1646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55" name="Google Shape;1655;p82"/>
          <p:cNvCxnSpPr>
            <a:stCxn id="1646" idx="0"/>
            <a:endCxn id="1647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56" name="Google Shape;1656;p82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7" name="Google Shape;1657;p82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8" name="Google Shape;1658;p82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9" name="Google Shape;1659;p82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60" name="Google Shape;1660;p82"/>
          <p:cNvCxnSpPr>
            <a:stCxn id="1656" idx="0"/>
            <a:endCxn id="1657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1" name="Google Shape;1661;p82"/>
          <p:cNvCxnSpPr>
            <a:stCxn id="1657" idx="5"/>
            <a:endCxn id="1658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2" name="Google Shape;1662;p82"/>
          <p:cNvCxnSpPr>
            <a:stCxn id="1656" idx="7"/>
            <a:endCxn id="1657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63" name="Google Shape;1663;p82"/>
          <p:cNvCxnSpPr>
            <a:stCxn id="1658" idx="1"/>
            <a:endCxn id="1657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64" name="Google Shape;1664;p82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First, there are those containing only asymmetric dyads: AAA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65" name="Google Shape;1665;p82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6" name="Google Shape;1666;p82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7" name="Google Shape;1667;p82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8" name="Google Shape;1668;p82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9" name="Google Shape;1669;p82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0" name="Google Shape;1670;p82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83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6" name="Google Shape;1676;p83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7" name="Google Shape;1677;p83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8" name="Google Shape;1678;p83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79" name="Google Shape;1679;p83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0" name="Google Shape;1680;p83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1" name="Google Shape;1681;p83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2" name="Google Shape;1682;p83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3" name="Google Shape;1683;p83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4" name="Google Shape;1684;p83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5" name="Google Shape;1685;p83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86" name="Google Shape;1686;p83"/>
          <p:cNvCxnSpPr>
            <a:stCxn id="1679" idx="0"/>
            <a:endCxn id="1680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87" name="Google Shape;1687;p83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88" name="Google Shape;1688;p83"/>
          <p:cNvCxnSpPr>
            <a:stCxn id="1682" idx="0"/>
            <a:endCxn id="1683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9" name="Google Shape;1689;p83"/>
          <p:cNvCxnSpPr>
            <a:stCxn id="1683" idx="4"/>
            <a:endCxn id="1682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90" name="Google Shape;1690;p83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1" name="Google Shape;1691;p83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2" name="Google Shape;1692;p83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3" name="Google Shape;1693;p83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94" name="Google Shape;1694;p83"/>
          <p:cNvCxnSpPr>
            <a:stCxn id="1690" idx="0"/>
            <a:endCxn id="1691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95" name="Google Shape;1695;p83"/>
          <p:cNvCxnSpPr>
            <a:stCxn id="1691" idx="5"/>
            <a:endCxn id="1692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96" name="Google Shape;1696;p83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only be two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97" name="Google Shape;1697;p83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8" name="Google Shape;1698;p83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9" name="Google Shape;1699;p83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0" name="Google Shape;1700;p83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01" name="Google Shape;1701;p83"/>
          <p:cNvCxnSpPr>
            <a:stCxn id="1698" idx="5"/>
            <a:endCxn id="1699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02" name="Google Shape;1702;p83"/>
          <p:cNvCxnSpPr>
            <a:stCxn id="1698" idx="3"/>
            <a:endCxn id="1697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03" name="Google Shape;1703;p83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4" name="Google Shape;1704;p83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5" name="Google Shape;1705;p83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6" name="Google Shape;1706;p83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07" name="Google Shape;1707;p83"/>
          <p:cNvCxnSpPr>
            <a:stCxn id="1703" idx="0"/>
            <a:endCxn id="1704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08" name="Google Shape;1708;p83"/>
          <p:cNvCxnSpPr>
            <a:stCxn id="1705" idx="0"/>
            <a:endCxn id="1704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09" name="Google Shape;1709;p83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0" name="Google Shape;1710;p83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1" name="Google Shape;1711;p83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2" name="Google Shape;1712;p83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13" name="Google Shape;1713;p83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4" name="Google Shape;1714;p83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5" name="Google Shape;1715;p83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6" name="Google Shape;1716;p83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17" name="Google Shape;1717;p83"/>
          <p:cNvCxnSpPr>
            <a:stCxn id="1709" idx="0"/>
            <a:endCxn id="1710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8" name="Google Shape;1718;p83"/>
          <p:cNvCxnSpPr>
            <a:stCxn id="1710" idx="4"/>
            <a:endCxn id="1709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9" name="Google Shape;1719;p83"/>
          <p:cNvCxnSpPr>
            <a:stCxn id="1709" idx="6"/>
            <a:endCxn id="1711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20" name="Google Shape;1720;p83"/>
          <p:cNvCxnSpPr>
            <a:stCxn id="1713" idx="6"/>
            <a:endCxn id="1715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21" name="Google Shape;1721;p83"/>
          <p:cNvCxnSpPr>
            <a:stCxn id="1714" idx="4"/>
            <a:endCxn id="1713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22" name="Google Shape;1722;p83"/>
          <p:cNvCxnSpPr>
            <a:stCxn id="1713" idx="0"/>
            <a:endCxn id="1714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23" name="Google Shape;1723;p83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4" name="Google Shape;1724;p83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5" name="Google Shape;1725;p83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6" name="Google Shape;1726;p83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27" name="Google Shape;1727;p83"/>
          <p:cNvCxnSpPr>
            <a:stCxn id="1723" idx="0"/>
            <a:endCxn id="1724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28" name="Google Shape;1728;p83"/>
          <p:cNvCxnSpPr>
            <a:stCxn id="1724" idx="5"/>
            <a:endCxn id="1725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29" name="Google Shape;1729;p83"/>
          <p:cNvCxnSpPr>
            <a:stCxn id="1723" idx="7"/>
            <a:endCxn id="1724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30" name="Google Shape;1730;p83"/>
          <p:cNvCxnSpPr>
            <a:stCxn id="1725" idx="1"/>
            <a:endCxn id="1724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31" name="Google Shape;1731;p83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First there is the triadic cycle (two lines combined): AAA(C)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32" name="Google Shape;1732;p83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3" name="Google Shape;1733;p83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4" name="Google Shape;1734;p83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5" name="Google Shape;1735;p83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36" name="Google Shape;1736;p83"/>
          <p:cNvCxnSpPr>
            <a:stCxn id="1732" idx="0"/>
            <a:endCxn id="1733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7" name="Google Shape;1737;p83"/>
          <p:cNvCxnSpPr>
            <a:stCxn id="1733" idx="5"/>
            <a:endCxn id="1734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8" name="Google Shape;1738;p83"/>
          <p:cNvCxnSpPr>
            <a:stCxn id="1734" idx="2"/>
            <a:endCxn id="1732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39" name="Google Shape;1739;p83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0" name="Google Shape;1740;p83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1" name="Google Shape;1741;p83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84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7" name="Google Shape;1747;p84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8" name="Google Shape;1748;p84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9" name="Google Shape;1749;p84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50" name="Google Shape;1750;p84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1" name="Google Shape;1751;p84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2" name="Google Shape;1752;p84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3" name="Google Shape;1753;p84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4" name="Google Shape;1754;p84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5" name="Google Shape;1755;p84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6" name="Google Shape;1756;p84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57" name="Google Shape;1757;p84"/>
          <p:cNvCxnSpPr>
            <a:stCxn id="1750" idx="0"/>
            <a:endCxn id="1751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58" name="Google Shape;1758;p84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59" name="Google Shape;1759;p84"/>
          <p:cNvCxnSpPr>
            <a:stCxn id="1753" idx="0"/>
            <a:endCxn id="1754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0" name="Google Shape;1760;p84"/>
          <p:cNvCxnSpPr>
            <a:stCxn id="1754" idx="4"/>
            <a:endCxn id="1753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61" name="Google Shape;1761;p84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2" name="Google Shape;1762;p84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3" name="Google Shape;1763;p84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4" name="Google Shape;1764;p84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65" name="Google Shape;1765;p84"/>
          <p:cNvCxnSpPr>
            <a:stCxn id="1761" idx="0"/>
            <a:endCxn id="1762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6" name="Google Shape;1766;p84"/>
          <p:cNvCxnSpPr>
            <a:stCxn id="1762" idx="5"/>
            <a:endCxn id="1763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67" name="Google Shape;1767;p84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only be two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68" name="Google Shape;1768;p84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9" name="Google Shape;1769;p84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0" name="Google Shape;1770;p84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1" name="Google Shape;1771;p84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72" name="Google Shape;1772;p84"/>
          <p:cNvCxnSpPr>
            <a:stCxn id="1769" idx="5"/>
            <a:endCxn id="1770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73" name="Google Shape;1773;p84"/>
          <p:cNvCxnSpPr>
            <a:stCxn id="1769" idx="3"/>
            <a:endCxn id="1768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74" name="Google Shape;1774;p84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5" name="Google Shape;1775;p84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6" name="Google Shape;1776;p84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7" name="Google Shape;1777;p84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78" name="Google Shape;1778;p84"/>
          <p:cNvCxnSpPr>
            <a:stCxn id="1774" idx="0"/>
            <a:endCxn id="1775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79" name="Google Shape;1779;p84"/>
          <p:cNvCxnSpPr>
            <a:stCxn id="1776" idx="0"/>
            <a:endCxn id="1775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80" name="Google Shape;1780;p84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1" name="Google Shape;1781;p84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2" name="Google Shape;1782;p84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3" name="Google Shape;1783;p84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84" name="Google Shape;1784;p84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5" name="Google Shape;1785;p84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6" name="Google Shape;1786;p84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7" name="Google Shape;1787;p84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88" name="Google Shape;1788;p84"/>
          <p:cNvCxnSpPr>
            <a:stCxn id="1780" idx="0"/>
            <a:endCxn id="1781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9" name="Google Shape;1789;p84"/>
          <p:cNvCxnSpPr>
            <a:stCxn id="1781" idx="4"/>
            <a:endCxn id="1780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90" name="Google Shape;1790;p84"/>
          <p:cNvCxnSpPr>
            <a:stCxn id="1780" idx="6"/>
            <a:endCxn id="1782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91" name="Google Shape;1791;p84"/>
          <p:cNvCxnSpPr>
            <a:stCxn id="1784" idx="6"/>
            <a:endCxn id="1786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92" name="Google Shape;1792;p84"/>
          <p:cNvCxnSpPr>
            <a:stCxn id="1785" idx="4"/>
            <a:endCxn id="1784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93" name="Google Shape;1793;p84"/>
          <p:cNvCxnSpPr>
            <a:stCxn id="1784" idx="0"/>
            <a:endCxn id="1785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94" name="Google Shape;1794;p84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5" name="Google Shape;1795;p84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6" name="Google Shape;1796;p84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7" name="Google Shape;1797;p84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98" name="Google Shape;1798;p84"/>
          <p:cNvCxnSpPr>
            <a:stCxn id="1794" idx="0"/>
            <a:endCxn id="1795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99" name="Google Shape;1799;p84"/>
          <p:cNvCxnSpPr>
            <a:stCxn id="1795" idx="5"/>
            <a:endCxn id="1796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0" name="Google Shape;1800;p84"/>
          <p:cNvCxnSpPr>
            <a:stCxn id="1794" idx="7"/>
            <a:endCxn id="1795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01" name="Google Shape;1801;p84"/>
          <p:cNvCxnSpPr>
            <a:stCxn id="1796" idx="1"/>
            <a:endCxn id="1795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02" name="Google Shape;1802;p84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is the configuration combining one out-star node with one in-star node: AAA(I/O)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03" name="Google Shape;1803;p84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4" name="Google Shape;1804;p84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5" name="Google Shape;1805;p84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6" name="Google Shape;1806;p84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07" name="Google Shape;1807;p84"/>
          <p:cNvCxnSpPr>
            <a:stCxn id="1803" idx="0"/>
            <a:endCxn id="1804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8" name="Google Shape;1808;p84"/>
          <p:cNvCxnSpPr>
            <a:stCxn id="1804" idx="5"/>
            <a:endCxn id="1805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9" name="Google Shape;1809;p84"/>
          <p:cNvCxnSpPr>
            <a:stCxn id="1805" idx="2"/>
            <a:endCxn id="1803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10" name="Google Shape;1810;p84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1" name="Google Shape;1811;p84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2" name="Google Shape;1812;p84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3" name="Google Shape;1813;p84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14" name="Google Shape;1814;p84"/>
          <p:cNvCxnSpPr>
            <a:stCxn id="1810" idx="0"/>
            <a:endCxn id="1811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15" name="Google Shape;1815;p84"/>
          <p:cNvCxnSpPr>
            <a:stCxn id="1810" idx="6"/>
            <a:endCxn id="1812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16" name="Google Shape;1816;p84"/>
          <p:cNvCxnSpPr>
            <a:stCxn id="1812" idx="0"/>
            <a:endCxn id="1811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85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2" name="Google Shape;1822;p85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3" name="Google Shape;1823;p85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4" name="Google Shape;1824;p85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25" name="Google Shape;1825;p85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6" name="Google Shape;1826;p85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7" name="Google Shape;1827;p85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8" name="Google Shape;1828;p85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9" name="Google Shape;1829;p85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30" name="Google Shape;1830;p85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31" name="Google Shape;1831;p85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32" name="Google Shape;1832;p85"/>
          <p:cNvCxnSpPr>
            <a:stCxn id="1825" idx="0"/>
            <a:endCxn id="1826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33" name="Google Shape;1833;p85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34" name="Google Shape;1834;p85"/>
          <p:cNvCxnSpPr>
            <a:stCxn id="1828" idx="0"/>
            <a:endCxn id="1829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5" name="Google Shape;1835;p85"/>
          <p:cNvCxnSpPr>
            <a:stCxn id="1829" idx="4"/>
            <a:endCxn id="1828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36" name="Google Shape;1836;p85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37" name="Google Shape;1837;p85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38" name="Google Shape;1838;p85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39" name="Google Shape;1839;p85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40" name="Google Shape;1840;p85"/>
          <p:cNvCxnSpPr>
            <a:stCxn id="1836" idx="0"/>
            <a:endCxn id="1837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1" name="Google Shape;1841;p85"/>
          <p:cNvCxnSpPr>
            <a:stCxn id="1837" idx="5"/>
            <a:endCxn id="1838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42" name="Google Shape;1842;p85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we move to the triadic configurations featuring one mutual and two asymmetric dyads: MAA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43" name="Google Shape;1843;p85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4" name="Google Shape;1844;p85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5" name="Google Shape;1845;p85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6" name="Google Shape;1846;p85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47" name="Google Shape;1847;p85"/>
          <p:cNvCxnSpPr>
            <a:stCxn id="1844" idx="5"/>
            <a:endCxn id="1845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8" name="Google Shape;1848;p85"/>
          <p:cNvCxnSpPr>
            <a:stCxn id="1844" idx="3"/>
            <a:endCxn id="1843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49" name="Google Shape;1849;p85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0" name="Google Shape;1850;p85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1" name="Google Shape;1851;p85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2" name="Google Shape;1852;p85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53" name="Google Shape;1853;p85"/>
          <p:cNvCxnSpPr>
            <a:stCxn id="1849" idx="0"/>
            <a:endCxn id="1850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54" name="Google Shape;1854;p85"/>
          <p:cNvCxnSpPr>
            <a:stCxn id="1851" idx="0"/>
            <a:endCxn id="1850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55" name="Google Shape;1855;p85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6" name="Google Shape;1856;p85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7" name="Google Shape;1857;p85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8" name="Google Shape;1858;p85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59" name="Google Shape;1859;p85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0" name="Google Shape;1860;p85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1" name="Google Shape;1861;p85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2" name="Google Shape;1862;p85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63" name="Google Shape;1863;p85"/>
          <p:cNvCxnSpPr>
            <a:stCxn id="1855" idx="0"/>
            <a:endCxn id="1856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4" name="Google Shape;1864;p85"/>
          <p:cNvCxnSpPr>
            <a:stCxn id="1856" idx="4"/>
            <a:endCxn id="1855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5" name="Google Shape;1865;p85"/>
          <p:cNvCxnSpPr>
            <a:stCxn id="1855" idx="6"/>
            <a:endCxn id="1857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6" name="Google Shape;1866;p85"/>
          <p:cNvCxnSpPr>
            <a:stCxn id="1859" idx="6"/>
            <a:endCxn id="1861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67" name="Google Shape;1867;p85"/>
          <p:cNvCxnSpPr>
            <a:stCxn id="1860" idx="4"/>
            <a:endCxn id="1859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8" name="Google Shape;1868;p85"/>
          <p:cNvCxnSpPr>
            <a:stCxn id="1859" idx="0"/>
            <a:endCxn id="1860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69" name="Google Shape;1869;p85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0" name="Google Shape;1870;p85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1" name="Google Shape;1871;p85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2" name="Google Shape;1872;p85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73" name="Google Shape;1873;p85"/>
          <p:cNvCxnSpPr>
            <a:stCxn id="1869" idx="0"/>
            <a:endCxn id="1870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74" name="Google Shape;1874;p85"/>
          <p:cNvCxnSpPr>
            <a:stCxn id="1870" idx="5"/>
            <a:endCxn id="1871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75" name="Google Shape;1875;p85"/>
          <p:cNvCxnSpPr>
            <a:stCxn id="1869" idx="7"/>
            <a:endCxn id="1870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76" name="Google Shape;1876;p85"/>
          <p:cNvCxnSpPr>
            <a:stCxn id="1871" idx="1"/>
            <a:endCxn id="1870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77" name="Google Shape;1877;p85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8" name="Google Shape;1878;p85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9" name="Google Shape;1879;p85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0" name="Google Shape;1880;p85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81" name="Google Shape;1881;p85"/>
          <p:cNvCxnSpPr>
            <a:stCxn id="1877" idx="0"/>
            <a:endCxn id="1878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82" name="Google Shape;1882;p85"/>
          <p:cNvCxnSpPr>
            <a:stCxn id="1878" idx="5"/>
            <a:endCxn id="1879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83" name="Google Shape;1883;p85"/>
          <p:cNvCxnSpPr>
            <a:stCxn id="1879" idx="2"/>
            <a:endCxn id="1877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84" name="Google Shape;1884;p85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5" name="Google Shape;1885;p85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6" name="Google Shape;1886;p85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7" name="Google Shape;1887;p85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88" name="Google Shape;1888;p85"/>
          <p:cNvCxnSpPr>
            <a:stCxn id="1884" idx="0"/>
            <a:endCxn id="1885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89" name="Google Shape;1889;p85"/>
          <p:cNvCxnSpPr>
            <a:stCxn id="1884" idx="6"/>
            <a:endCxn id="1886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90" name="Google Shape;1890;p85"/>
          <p:cNvCxnSpPr>
            <a:stCxn id="1886" idx="0"/>
            <a:endCxn id="1885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86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96" name="Google Shape;1896;p86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97" name="Google Shape;1897;p86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98" name="Google Shape;1898;p86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99" name="Google Shape;1899;p86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0" name="Google Shape;1900;p86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1" name="Google Shape;1901;p86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2" name="Google Shape;1902;p86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3" name="Google Shape;1903;p86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4" name="Google Shape;1904;p86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5" name="Google Shape;1905;p86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06" name="Google Shape;1906;p86"/>
          <p:cNvCxnSpPr>
            <a:stCxn id="1899" idx="0"/>
            <a:endCxn id="1900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07" name="Google Shape;1907;p86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08" name="Google Shape;1908;p86"/>
          <p:cNvCxnSpPr>
            <a:stCxn id="1902" idx="0"/>
            <a:endCxn id="1903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09" name="Google Shape;1909;p86"/>
          <p:cNvCxnSpPr>
            <a:stCxn id="1903" idx="4"/>
            <a:endCxn id="1902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10" name="Google Shape;1910;p86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1" name="Google Shape;1911;p86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2" name="Google Shape;1912;p86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3" name="Google Shape;1913;p86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14" name="Google Shape;1914;p86"/>
          <p:cNvCxnSpPr>
            <a:stCxn id="1910" idx="0"/>
            <a:endCxn id="1911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15" name="Google Shape;1915;p86"/>
          <p:cNvCxnSpPr>
            <a:stCxn id="1911" idx="5"/>
            <a:endCxn id="1912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16" name="Google Shape;1916;p86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we move to the triadic configurations featuring one mutual and two asymmetric dyads: MAA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17" name="Google Shape;1917;p86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8" name="Google Shape;1918;p86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9" name="Google Shape;1919;p86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0" name="Google Shape;1920;p86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21" name="Google Shape;1921;p86"/>
          <p:cNvCxnSpPr>
            <a:stCxn id="1918" idx="5"/>
            <a:endCxn id="1919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2" name="Google Shape;1922;p86"/>
          <p:cNvCxnSpPr>
            <a:stCxn id="1918" idx="3"/>
            <a:endCxn id="1917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23" name="Google Shape;1923;p86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4" name="Google Shape;1924;p86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5" name="Google Shape;1925;p86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6" name="Google Shape;1926;p86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27" name="Google Shape;1927;p86"/>
          <p:cNvCxnSpPr>
            <a:stCxn id="1923" idx="0"/>
            <a:endCxn id="1924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8" name="Google Shape;1928;p86"/>
          <p:cNvCxnSpPr>
            <a:stCxn id="1925" idx="0"/>
            <a:endCxn id="1924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29" name="Google Shape;1929;p86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0" name="Google Shape;1930;p86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1" name="Google Shape;1931;p86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2" name="Google Shape;1932;p86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33" name="Google Shape;1933;p86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4" name="Google Shape;1934;p86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5" name="Google Shape;1935;p86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6" name="Google Shape;1936;p86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37" name="Google Shape;1937;p86"/>
          <p:cNvCxnSpPr>
            <a:stCxn id="1929" idx="0"/>
            <a:endCxn id="1930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8" name="Google Shape;1938;p86"/>
          <p:cNvCxnSpPr>
            <a:stCxn id="1930" idx="4"/>
            <a:endCxn id="1929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9" name="Google Shape;1939;p86"/>
          <p:cNvCxnSpPr>
            <a:stCxn id="1929" idx="6"/>
            <a:endCxn id="1931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0" name="Google Shape;1940;p86"/>
          <p:cNvCxnSpPr>
            <a:stCxn id="1933" idx="6"/>
            <a:endCxn id="1935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41" name="Google Shape;1941;p86"/>
          <p:cNvCxnSpPr>
            <a:stCxn id="1934" idx="4"/>
            <a:endCxn id="1933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2" name="Google Shape;1942;p86"/>
          <p:cNvCxnSpPr>
            <a:stCxn id="1933" idx="0"/>
            <a:endCxn id="1934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43" name="Google Shape;1943;p86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44" name="Google Shape;1944;p86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45" name="Google Shape;1945;p86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46" name="Google Shape;1946;p86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47" name="Google Shape;1947;p86"/>
          <p:cNvCxnSpPr>
            <a:stCxn id="1943" idx="0"/>
            <a:endCxn id="1944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8" name="Google Shape;1948;p86"/>
          <p:cNvCxnSpPr>
            <a:stCxn id="1944" idx="5"/>
            <a:endCxn id="1945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9" name="Google Shape;1949;p86"/>
          <p:cNvCxnSpPr>
            <a:stCxn id="1943" idx="7"/>
            <a:endCxn id="1944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50" name="Google Shape;1950;p86"/>
          <p:cNvCxnSpPr>
            <a:stCxn id="1945" idx="1"/>
            <a:endCxn id="1944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51" name="Google Shape;1951;p86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2" name="Google Shape;1952;p86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3" name="Google Shape;1953;p86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4" name="Google Shape;1954;p86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55" name="Google Shape;1955;p86"/>
          <p:cNvCxnSpPr>
            <a:stCxn id="1951" idx="0"/>
            <a:endCxn id="1952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56" name="Google Shape;1956;p86"/>
          <p:cNvCxnSpPr>
            <a:stCxn id="1952" idx="5"/>
            <a:endCxn id="1953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57" name="Google Shape;1957;p86"/>
          <p:cNvCxnSpPr>
            <a:stCxn id="1953" idx="2"/>
            <a:endCxn id="1951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58" name="Google Shape;1958;p86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9" name="Google Shape;1959;p86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0" name="Google Shape;1960;p86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1" name="Google Shape;1961;p86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62" name="Google Shape;1962;p86"/>
          <p:cNvCxnSpPr>
            <a:stCxn id="1958" idx="0"/>
            <a:endCxn id="1959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63" name="Google Shape;1963;p86"/>
          <p:cNvCxnSpPr>
            <a:stCxn id="1958" idx="6"/>
            <a:endCxn id="1960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64" name="Google Shape;1964;p86"/>
          <p:cNvCxnSpPr>
            <a:stCxn id="1960" idx="0"/>
            <a:endCxn id="1959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65" name="Google Shape;1965;p86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6" name="Google Shape;1966;p86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7" name="Google Shape;1967;p86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8" name="Google Shape;1968;p86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9" name="Google Shape;1969;p86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0" name="Google Shape;1970;p86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1" name="Google Shape;1971;p86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2" name="Google Shape;1972;p86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3" name="Google Shape;1973;p86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4" name="Google Shape;1974;p86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are three of these!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87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0" name="Google Shape;1980;p87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1" name="Google Shape;1981;p87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2" name="Google Shape;1982;p87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83" name="Google Shape;1983;p87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4" name="Google Shape;1984;p87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5" name="Google Shape;1985;p87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6" name="Google Shape;1986;p87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7" name="Google Shape;1987;p87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8" name="Google Shape;1988;p87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9" name="Google Shape;1989;p87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90" name="Google Shape;1990;p87"/>
          <p:cNvCxnSpPr>
            <a:stCxn id="1983" idx="0"/>
            <a:endCxn id="1984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91" name="Google Shape;1991;p87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92" name="Google Shape;1992;p87"/>
          <p:cNvCxnSpPr>
            <a:stCxn id="1986" idx="0"/>
            <a:endCxn id="1987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3" name="Google Shape;1993;p87"/>
          <p:cNvCxnSpPr>
            <a:stCxn id="1987" idx="4"/>
            <a:endCxn id="1986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94" name="Google Shape;1994;p87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5" name="Google Shape;1995;p87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6" name="Google Shape;1996;p87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7" name="Google Shape;1997;p87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98" name="Google Shape;1998;p87"/>
          <p:cNvCxnSpPr>
            <a:stCxn id="1994" idx="0"/>
            <a:endCxn id="1995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9" name="Google Shape;1999;p87"/>
          <p:cNvCxnSpPr>
            <a:stCxn id="1995" idx="5"/>
            <a:endCxn id="1996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00" name="Google Shape;2000;p87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One combines a mutual dyad with an in-star: MMA(I)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001" name="Google Shape;2001;p87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2" name="Google Shape;2002;p87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3" name="Google Shape;2003;p87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4" name="Google Shape;2004;p87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05" name="Google Shape;2005;p87"/>
          <p:cNvCxnSpPr>
            <a:stCxn id="2002" idx="5"/>
            <a:endCxn id="2003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6" name="Google Shape;2006;p87"/>
          <p:cNvCxnSpPr>
            <a:stCxn id="2002" idx="3"/>
            <a:endCxn id="2001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07" name="Google Shape;2007;p87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8" name="Google Shape;2008;p87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9" name="Google Shape;2009;p87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0" name="Google Shape;2010;p87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11" name="Google Shape;2011;p87"/>
          <p:cNvCxnSpPr>
            <a:stCxn id="2007" idx="0"/>
            <a:endCxn id="2008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12" name="Google Shape;2012;p87"/>
          <p:cNvCxnSpPr>
            <a:stCxn id="2009" idx="0"/>
            <a:endCxn id="2008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13" name="Google Shape;2013;p87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4" name="Google Shape;2014;p87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5" name="Google Shape;2015;p87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6" name="Google Shape;2016;p87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17" name="Google Shape;2017;p87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8" name="Google Shape;2018;p87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9" name="Google Shape;2019;p87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0" name="Google Shape;2020;p87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21" name="Google Shape;2021;p87"/>
          <p:cNvCxnSpPr>
            <a:stCxn id="2013" idx="0"/>
            <a:endCxn id="2014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2" name="Google Shape;2022;p87"/>
          <p:cNvCxnSpPr>
            <a:stCxn id="2014" idx="4"/>
            <a:endCxn id="2013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3" name="Google Shape;2023;p87"/>
          <p:cNvCxnSpPr>
            <a:stCxn id="2013" idx="6"/>
            <a:endCxn id="2015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4" name="Google Shape;2024;p87"/>
          <p:cNvCxnSpPr>
            <a:stCxn id="2017" idx="6"/>
            <a:endCxn id="2019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25" name="Google Shape;2025;p87"/>
          <p:cNvCxnSpPr>
            <a:stCxn id="2018" idx="4"/>
            <a:endCxn id="2017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6" name="Google Shape;2026;p87"/>
          <p:cNvCxnSpPr>
            <a:stCxn id="2017" idx="0"/>
            <a:endCxn id="2018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27" name="Google Shape;2027;p87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8" name="Google Shape;2028;p87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9" name="Google Shape;2029;p87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0" name="Google Shape;2030;p87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31" name="Google Shape;2031;p87"/>
          <p:cNvCxnSpPr>
            <a:stCxn id="2027" idx="0"/>
            <a:endCxn id="2028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2" name="Google Shape;2032;p87"/>
          <p:cNvCxnSpPr>
            <a:stCxn id="2028" idx="5"/>
            <a:endCxn id="2029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3" name="Google Shape;2033;p87"/>
          <p:cNvCxnSpPr>
            <a:stCxn id="2027" idx="7"/>
            <a:endCxn id="2028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34" name="Google Shape;2034;p87"/>
          <p:cNvCxnSpPr>
            <a:stCxn id="2029" idx="1"/>
            <a:endCxn id="2028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35" name="Google Shape;2035;p87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6" name="Google Shape;2036;p87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7" name="Google Shape;2037;p87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8" name="Google Shape;2038;p87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39" name="Google Shape;2039;p87"/>
          <p:cNvCxnSpPr>
            <a:stCxn id="2035" idx="0"/>
            <a:endCxn id="2036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0" name="Google Shape;2040;p87"/>
          <p:cNvCxnSpPr>
            <a:stCxn id="2036" idx="5"/>
            <a:endCxn id="2037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1" name="Google Shape;2041;p87"/>
          <p:cNvCxnSpPr>
            <a:stCxn id="2037" idx="2"/>
            <a:endCxn id="2035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42" name="Google Shape;2042;p87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3" name="Google Shape;2043;p87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4" name="Google Shape;2044;p87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5" name="Google Shape;2045;p87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46" name="Google Shape;2046;p87"/>
          <p:cNvCxnSpPr>
            <a:stCxn id="2042" idx="0"/>
            <a:endCxn id="2043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7" name="Google Shape;2047;p87"/>
          <p:cNvCxnSpPr>
            <a:stCxn id="2042" idx="6"/>
            <a:endCxn id="2044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8" name="Google Shape;2048;p87"/>
          <p:cNvCxnSpPr>
            <a:stCxn id="2044" idx="0"/>
            <a:endCxn id="2043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49" name="Google Shape;2049;p87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0" name="Google Shape;2050;p87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1" name="Google Shape;2051;p87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2" name="Google Shape;2052;p87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3" name="Google Shape;2053;p87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4" name="Google Shape;2054;p87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5" name="Google Shape;2055;p87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are three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056" name="Google Shape;2056;p87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7" name="Google Shape;2057;p87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8" name="Google Shape;2058;p87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9" name="Google Shape;2059;p87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60" name="Google Shape;2060;p87"/>
          <p:cNvCxnSpPr>
            <a:stCxn id="2056" idx="0"/>
            <a:endCxn id="2057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1" name="Google Shape;2061;p87"/>
          <p:cNvCxnSpPr>
            <a:stCxn id="2057" idx="4"/>
            <a:endCxn id="2056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2" name="Google Shape;2062;p87"/>
          <p:cNvCxnSpPr>
            <a:stCxn id="2057" idx="5"/>
            <a:endCxn id="2058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3" name="Google Shape;2063;p87"/>
          <p:cNvCxnSpPr>
            <a:stCxn id="2058" idx="2"/>
            <a:endCxn id="2056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88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9" name="Google Shape;2069;p88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0" name="Google Shape;2070;p88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1" name="Google Shape;2071;p88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72" name="Google Shape;2072;p88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3" name="Google Shape;2073;p88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4" name="Google Shape;2074;p88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5" name="Google Shape;2075;p88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6" name="Google Shape;2076;p88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7" name="Google Shape;2077;p88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8" name="Google Shape;2078;p88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79" name="Google Shape;2079;p88"/>
          <p:cNvCxnSpPr>
            <a:stCxn id="2072" idx="0"/>
            <a:endCxn id="2073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80" name="Google Shape;2080;p88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81" name="Google Shape;2081;p88"/>
          <p:cNvCxnSpPr>
            <a:stCxn id="2075" idx="0"/>
            <a:endCxn id="2076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2" name="Google Shape;2082;p88"/>
          <p:cNvCxnSpPr>
            <a:stCxn id="2076" idx="4"/>
            <a:endCxn id="2075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83" name="Google Shape;2083;p88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4" name="Google Shape;2084;p88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5" name="Google Shape;2085;p88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6" name="Google Shape;2086;p88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87" name="Google Shape;2087;p88"/>
          <p:cNvCxnSpPr>
            <a:stCxn id="2083" idx="0"/>
            <a:endCxn id="2084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8" name="Google Shape;2088;p88"/>
          <p:cNvCxnSpPr>
            <a:stCxn id="2084" idx="5"/>
            <a:endCxn id="2085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89" name="Google Shape;2089;p88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other one combines a mutual dyad with an out-star: MAA(O)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090" name="Google Shape;2090;p88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1" name="Google Shape;2091;p88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2" name="Google Shape;2092;p88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3" name="Google Shape;2093;p88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94" name="Google Shape;2094;p88"/>
          <p:cNvCxnSpPr>
            <a:stCxn id="2091" idx="5"/>
            <a:endCxn id="2092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5" name="Google Shape;2095;p88"/>
          <p:cNvCxnSpPr>
            <a:stCxn id="2091" idx="3"/>
            <a:endCxn id="2090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96" name="Google Shape;2096;p88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7" name="Google Shape;2097;p88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8" name="Google Shape;2098;p88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9" name="Google Shape;2099;p88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00" name="Google Shape;2100;p88"/>
          <p:cNvCxnSpPr>
            <a:stCxn id="2096" idx="0"/>
            <a:endCxn id="2097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01" name="Google Shape;2101;p88"/>
          <p:cNvCxnSpPr>
            <a:stCxn id="2098" idx="0"/>
            <a:endCxn id="2097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02" name="Google Shape;2102;p88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3" name="Google Shape;2103;p88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4" name="Google Shape;2104;p88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5" name="Google Shape;2105;p88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06" name="Google Shape;2106;p88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7" name="Google Shape;2107;p88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8" name="Google Shape;2108;p88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9" name="Google Shape;2109;p88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10" name="Google Shape;2110;p88"/>
          <p:cNvCxnSpPr>
            <a:stCxn id="2102" idx="0"/>
            <a:endCxn id="2103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1" name="Google Shape;2111;p88"/>
          <p:cNvCxnSpPr>
            <a:stCxn id="2103" idx="4"/>
            <a:endCxn id="2102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2" name="Google Shape;2112;p88"/>
          <p:cNvCxnSpPr>
            <a:stCxn id="2102" idx="6"/>
            <a:endCxn id="2104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3" name="Google Shape;2113;p88"/>
          <p:cNvCxnSpPr>
            <a:stCxn id="2106" idx="6"/>
            <a:endCxn id="2108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14" name="Google Shape;2114;p88"/>
          <p:cNvCxnSpPr>
            <a:stCxn id="2107" idx="4"/>
            <a:endCxn id="2106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5" name="Google Shape;2115;p88"/>
          <p:cNvCxnSpPr>
            <a:stCxn id="2106" idx="0"/>
            <a:endCxn id="2107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16" name="Google Shape;2116;p88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17" name="Google Shape;2117;p88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18" name="Google Shape;2118;p88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19" name="Google Shape;2119;p88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20" name="Google Shape;2120;p88"/>
          <p:cNvCxnSpPr>
            <a:stCxn id="2116" idx="0"/>
            <a:endCxn id="2117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21" name="Google Shape;2121;p88"/>
          <p:cNvCxnSpPr>
            <a:stCxn id="2117" idx="5"/>
            <a:endCxn id="2118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22" name="Google Shape;2122;p88"/>
          <p:cNvCxnSpPr>
            <a:stCxn id="2116" idx="7"/>
            <a:endCxn id="2117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23" name="Google Shape;2123;p88"/>
          <p:cNvCxnSpPr>
            <a:stCxn id="2118" idx="1"/>
            <a:endCxn id="2117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24" name="Google Shape;2124;p88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5" name="Google Shape;2125;p88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6" name="Google Shape;2126;p88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7" name="Google Shape;2127;p88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28" name="Google Shape;2128;p88"/>
          <p:cNvCxnSpPr>
            <a:stCxn id="2124" idx="0"/>
            <a:endCxn id="2125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29" name="Google Shape;2129;p88"/>
          <p:cNvCxnSpPr>
            <a:stCxn id="2125" idx="5"/>
            <a:endCxn id="2126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0" name="Google Shape;2130;p88"/>
          <p:cNvCxnSpPr>
            <a:stCxn id="2126" idx="2"/>
            <a:endCxn id="2124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31" name="Google Shape;2131;p88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2" name="Google Shape;2132;p88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3" name="Google Shape;2133;p88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4" name="Google Shape;2134;p88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35" name="Google Shape;2135;p88"/>
          <p:cNvCxnSpPr>
            <a:stCxn id="2131" idx="0"/>
            <a:endCxn id="2132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6" name="Google Shape;2136;p88"/>
          <p:cNvCxnSpPr>
            <a:stCxn id="2131" idx="6"/>
            <a:endCxn id="2133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7" name="Google Shape;2137;p88"/>
          <p:cNvCxnSpPr>
            <a:stCxn id="2133" idx="0"/>
            <a:endCxn id="2132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38" name="Google Shape;2138;p88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9" name="Google Shape;2139;p88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0" name="Google Shape;2140;p88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1" name="Google Shape;2141;p88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are three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142" name="Google Shape;2142;p88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3" name="Google Shape;2143;p88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4" name="Google Shape;2144;p88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5" name="Google Shape;2145;p88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46" name="Google Shape;2146;p88"/>
          <p:cNvCxnSpPr>
            <a:stCxn id="2142" idx="0"/>
            <a:endCxn id="2143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47" name="Google Shape;2147;p88"/>
          <p:cNvCxnSpPr>
            <a:stCxn id="2143" idx="4"/>
            <a:endCxn id="2142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48" name="Google Shape;2148;p88"/>
          <p:cNvCxnSpPr>
            <a:stCxn id="2143" idx="5"/>
            <a:endCxn id="2144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49" name="Google Shape;2149;p88"/>
          <p:cNvCxnSpPr>
            <a:stCxn id="2144" idx="2"/>
            <a:endCxn id="2142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50" name="Google Shape;2150;p88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1" name="Google Shape;2151;p88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2" name="Google Shape;2152;p88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3" name="Google Shape;2153;p88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54" name="Google Shape;2154;p88"/>
          <p:cNvCxnSpPr>
            <a:stCxn id="2150" idx="0"/>
            <a:endCxn id="2151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5" name="Google Shape;2155;p88"/>
          <p:cNvCxnSpPr>
            <a:stCxn id="2151" idx="4"/>
            <a:endCxn id="2150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6" name="Google Shape;2156;p88"/>
          <p:cNvCxnSpPr>
            <a:stCxn id="2151" idx="5"/>
            <a:endCxn id="2152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57" name="Google Shape;2157;p88"/>
          <p:cNvCxnSpPr>
            <a:stCxn id="2152" idx="2"/>
            <a:endCxn id="2150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89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3" name="Google Shape;2163;p89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4" name="Google Shape;2164;p89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5" name="Google Shape;2165;p89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66" name="Google Shape;2166;p89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7" name="Google Shape;2167;p89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8" name="Google Shape;2168;p89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9" name="Google Shape;2169;p89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0" name="Google Shape;2170;p89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1" name="Google Shape;2171;p89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2" name="Google Shape;2172;p89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73" name="Google Shape;2173;p89"/>
          <p:cNvCxnSpPr>
            <a:stCxn id="2166" idx="0"/>
            <a:endCxn id="2167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74" name="Google Shape;2174;p89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75" name="Google Shape;2175;p89"/>
          <p:cNvCxnSpPr>
            <a:stCxn id="2169" idx="0"/>
            <a:endCxn id="2170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76" name="Google Shape;2176;p89"/>
          <p:cNvCxnSpPr>
            <a:stCxn id="2170" idx="4"/>
            <a:endCxn id="2169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77" name="Google Shape;2177;p89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8" name="Google Shape;2178;p89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9" name="Google Shape;2179;p89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0" name="Google Shape;2180;p89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81" name="Google Shape;2181;p89"/>
          <p:cNvCxnSpPr>
            <a:stCxn id="2177" idx="0"/>
            <a:endCxn id="2178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82" name="Google Shape;2182;p89"/>
          <p:cNvCxnSpPr>
            <a:stCxn id="2178" idx="5"/>
            <a:endCxn id="2179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83" name="Google Shape;2183;p89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third one combines a mutual dyad with a line to form a cycle: MAA(C)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184" name="Google Shape;2184;p89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5" name="Google Shape;2185;p89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6" name="Google Shape;2186;p89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7" name="Google Shape;2187;p89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88" name="Google Shape;2188;p89"/>
          <p:cNvCxnSpPr>
            <a:stCxn id="2185" idx="5"/>
            <a:endCxn id="2186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89" name="Google Shape;2189;p89"/>
          <p:cNvCxnSpPr>
            <a:stCxn id="2185" idx="3"/>
            <a:endCxn id="2184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90" name="Google Shape;2190;p89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1" name="Google Shape;2191;p89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2" name="Google Shape;2192;p89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3" name="Google Shape;2193;p89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94" name="Google Shape;2194;p89"/>
          <p:cNvCxnSpPr>
            <a:stCxn id="2190" idx="0"/>
            <a:endCxn id="2191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95" name="Google Shape;2195;p89"/>
          <p:cNvCxnSpPr>
            <a:stCxn id="2192" idx="0"/>
            <a:endCxn id="2191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96" name="Google Shape;2196;p89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7" name="Google Shape;2197;p89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8" name="Google Shape;2198;p89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9" name="Google Shape;2199;p89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00" name="Google Shape;2200;p89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01" name="Google Shape;2201;p89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02" name="Google Shape;2202;p89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03" name="Google Shape;2203;p89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04" name="Google Shape;2204;p89"/>
          <p:cNvCxnSpPr>
            <a:stCxn id="2196" idx="0"/>
            <a:endCxn id="2197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5" name="Google Shape;2205;p89"/>
          <p:cNvCxnSpPr>
            <a:stCxn id="2197" idx="4"/>
            <a:endCxn id="2196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6" name="Google Shape;2206;p89"/>
          <p:cNvCxnSpPr>
            <a:stCxn id="2196" idx="6"/>
            <a:endCxn id="2198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7" name="Google Shape;2207;p89"/>
          <p:cNvCxnSpPr>
            <a:stCxn id="2200" idx="6"/>
            <a:endCxn id="2202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08" name="Google Shape;2208;p89"/>
          <p:cNvCxnSpPr>
            <a:stCxn id="2201" idx="4"/>
            <a:endCxn id="2200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9" name="Google Shape;2209;p89"/>
          <p:cNvCxnSpPr>
            <a:stCxn id="2200" idx="0"/>
            <a:endCxn id="2201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10" name="Google Shape;2210;p89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1" name="Google Shape;2211;p89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2" name="Google Shape;2212;p89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3" name="Google Shape;2213;p89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14" name="Google Shape;2214;p89"/>
          <p:cNvCxnSpPr>
            <a:stCxn id="2210" idx="0"/>
            <a:endCxn id="2211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15" name="Google Shape;2215;p89"/>
          <p:cNvCxnSpPr>
            <a:stCxn id="2211" idx="5"/>
            <a:endCxn id="2212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16" name="Google Shape;2216;p89"/>
          <p:cNvCxnSpPr>
            <a:stCxn id="2210" idx="7"/>
            <a:endCxn id="2211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17" name="Google Shape;2217;p89"/>
          <p:cNvCxnSpPr>
            <a:stCxn id="2212" idx="1"/>
            <a:endCxn id="2211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18" name="Google Shape;2218;p89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9" name="Google Shape;2219;p89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0" name="Google Shape;2220;p89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1" name="Google Shape;2221;p89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22" name="Google Shape;2222;p89"/>
          <p:cNvCxnSpPr>
            <a:stCxn id="2218" idx="0"/>
            <a:endCxn id="2219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3" name="Google Shape;2223;p89"/>
          <p:cNvCxnSpPr>
            <a:stCxn id="2219" idx="5"/>
            <a:endCxn id="2220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4" name="Google Shape;2224;p89"/>
          <p:cNvCxnSpPr>
            <a:stCxn id="2220" idx="2"/>
            <a:endCxn id="2218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25" name="Google Shape;2225;p89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6" name="Google Shape;2226;p89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7" name="Google Shape;2227;p89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8" name="Google Shape;2228;p89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29" name="Google Shape;2229;p89"/>
          <p:cNvCxnSpPr>
            <a:stCxn id="2225" idx="0"/>
            <a:endCxn id="2226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30" name="Google Shape;2230;p89"/>
          <p:cNvCxnSpPr>
            <a:stCxn id="2225" idx="6"/>
            <a:endCxn id="2227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31" name="Google Shape;2231;p89"/>
          <p:cNvCxnSpPr>
            <a:stCxn id="2227" idx="0"/>
            <a:endCxn id="2226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32" name="Google Shape;2232;p89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are three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33" name="Google Shape;2233;p89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4" name="Google Shape;2234;p89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5" name="Google Shape;2235;p89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6" name="Google Shape;2236;p89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37" name="Google Shape;2237;p89"/>
          <p:cNvCxnSpPr>
            <a:stCxn id="2233" idx="0"/>
            <a:endCxn id="2234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38" name="Google Shape;2238;p89"/>
          <p:cNvCxnSpPr>
            <a:stCxn id="2234" idx="4"/>
            <a:endCxn id="2233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39" name="Google Shape;2239;p89"/>
          <p:cNvCxnSpPr>
            <a:stCxn id="2234" idx="5"/>
            <a:endCxn id="2235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0" name="Google Shape;2240;p89"/>
          <p:cNvCxnSpPr>
            <a:stCxn id="2235" idx="2"/>
            <a:endCxn id="2233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41" name="Google Shape;2241;p89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42" name="Google Shape;2242;p89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43" name="Google Shape;2243;p89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44" name="Google Shape;2244;p89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45" name="Google Shape;2245;p89"/>
          <p:cNvCxnSpPr>
            <a:stCxn id="2241" idx="0"/>
            <a:endCxn id="2242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6" name="Google Shape;2246;p89"/>
          <p:cNvCxnSpPr>
            <a:stCxn id="2242" idx="4"/>
            <a:endCxn id="2241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7" name="Google Shape;2247;p89"/>
          <p:cNvCxnSpPr>
            <a:stCxn id="2242" idx="5"/>
            <a:endCxn id="2243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48" name="Google Shape;2248;p89"/>
          <p:cNvCxnSpPr>
            <a:stCxn id="2243" idx="2"/>
            <a:endCxn id="2241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49" name="Google Shape;2249;p89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50" name="Google Shape;2250;p89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51" name="Google Shape;2251;p89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52" name="Google Shape;2252;p89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53" name="Google Shape;2253;p89"/>
          <p:cNvCxnSpPr>
            <a:stCxn id="2249" idx="0"/>
            <a:endCxn id="2250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54" name="Google Shape;2254;p89"/>
          <p:cNvCxnSpPr>
            <a:stCxn id="2250" idx="4"/>
            <a:endCxn id="2249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55" name="Google Shape;2255;p89"/>
          <p:cNvCxnSpPr>
            <a:stCxn id="2251" idx="2"/>
            <a:endCxn id="2249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56" name="Google Shape;2256;p89"/>
          <p:cNvCxnSpPr>
            <a:stCxn id="2251" idx="1"/>
            <a:endCxn id="2250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60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Google Shape;2261;p90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2" name="Google Shape;2262;p90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3" name="Google Shape;2263;p90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4" name="Google Shape;2264;p90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65" name="Google Shape;2265;p90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6" name="Google Shape;2266;p90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7" name="Google Shape;2267;p90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8" name="Google Shape;2268;p90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9" name="Google Shape;2269;p90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0" name="Google Shape;2270;p90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1" name="Google Shape;2271;p90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72" name="Google Shape;2272;p90"/>
          <p:cNvCxnSpPr>
            <a:stCxn id="2265" idx="0"/>
            <a:endCxn id="2266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73" name="Google Shape;2273;p90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74" name="Google Shape;2274;p90"/>
          <p:cNvCxnSpPr>
            <a:stCxn id="2268" idx="0"/>
            <a:endCxn id="2269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75" name="Google Shape;2275;p90"/>
          <p:cNvCxnSpPr>
            <a:stCxn id="2269" idx="4"/>
            <a:endCxn id="2268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76" name="Google Shape;2276;p90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7" name="Google Shape;2277;p90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8" name="Google Shape;2278;p90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9" name="Google Shape;2279;p90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80" name="Google Shape;2280;p90"/>
          <p:cNvCxnSpPr>
            <a:stCxn id="2276" idx="0"/>
            <a:endCxn id="2277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81" name="Google Shape;2281;p90"/>
          <p:cNvCxnSpPr>
            <a:stCxn id="2277" idx="5"/>
            <a:endCxn id="2278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82" name="Google Shape;2282;p90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Another type of closed directed triad combines two </a:t>
            </a:r>
            <a:r>
              <a:rPr b="1" lang="en">
                <a:solidFill>
                  <a:srgbClr val="FF0000"/>
                </a:solidFill>
              </a:rPr>
              <a:t>mutual</a:t>
            </a:r>
            <a:r>
              <a:rPr b="1" lang="en">
                <a:solidFill>
                  <a:srgbClr val="FF0000"/>
                </a:solidFill>
              </a:rPr>
              <a:t> dyads and one asymmetric dyad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83" name="Google Shape;2283;p90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4" name="Google Shape;2284;p90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5" name="Google Shape;2285;p90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6" name="Google Shape;2286;p90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87" name="Google Shape;2287;p90"/>
          <p:cNvCxnSpPr>
            <a:stCxn id="2284" idx="5"/>
            <a:endCxn id="2285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88" name="Google Shape;2288;p90"/>
          <p:cNvCxnSpPr>
            <a:stCxn id="2284" idx="3"/>
            <a:endCxn id="2283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89" name="Google Shape;2289;p90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0" name="Google Shape;2290;p90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1" name="Google Shape;2291;p90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2" name="Google Shape;2292;p90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93" name="Google Shape;2293;p90"/>
          <p:cNvCxnSpPr>
            <a:stCxn id="2289" idx="0"/>
            <a:endCxn id="2290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4" name="Google Shape;2294;p90"/>
          <p:cNvCxnSpPr>
            <a:stCxn id="2291" idx="0"/>
            <a:endCxn id="2290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95" name="Google Shape;2295;p90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6" name="Google Shape;2296;p90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7" name="Google Shape;2297;p90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8" name="Google Shape;2298;p90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99" name="Google Shape;2299;p90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0" name="Google Shape;2300;p90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1" name="Google Shape;2301;p90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2" name="Google Shape;2302;p90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03" name="Google Shape;2303;p90"/>
          <p:cNvCxnSpPr>
            <a:stCxn id="2295" idx="0"/>
            <a:endCxn id="2296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04" name="Google Shape;2304;p90"/>
          <p:cNvCxnSpPr>
            <a:stCxn id="2296" idx="4"/>
            <a:endCxn id="2295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05" name="Google Shape;2305;p90"/>
          <p:cNvCxnSpPr>
            <a:stCxn id="2295" idx="6"/>
            <a:endCxn id="2297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06" name="Google Shape;2306;p90"/>
          <p:cNvCxnSpPr>
            <a:stCxn id="2299" idx="6"/>
            <a:endCxn id="2301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07" name="Google Shape;2307;p90"/>
          <p:cNvCxnSpPr>
            <a:stCxn id="2300" idx="4"/>
            <a:endCxn id="2299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08" name="Google Shape;2308;p90"/>
          <p:cNvCxnSpPr>
            <a:stCxn id="2299" idx="0"/>
            <a:endCxn id="2300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09" name="Google Shape;2309;p90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0" name="Google Shape;2310;p90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1" name="Google Shape;2311;p90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2" name="Google Shape;2312;p90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13" name="Google Shape;2313;p90"/>
          <p:cNvCxnSpPr>
            <a:stCxn id="2309" idx="0"/>
            <a:endCxn id="2310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14" name="Google Shape;2314;p90"/>
          <p:cNvCxnSpPr>
            <a:stCxn id="2310" idx="5"/>
            <a:endCxn id="2311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15" name="Google Shape;2315;p90"/>
          <p:cNvCxnSpPr>
            <a:stCxn id="2309" idx="7"/>
            <a:endCxn id="2310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16" name="Google Shape;2316;p90"/>
          <p:cNvCxnSpPr>
            <a:stCxn id="2311" idx="1"/>
            <a:endCxn id="2310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17" name="Google Shape;2317;p90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8" name="Google Shape;2318;p90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9" name="Google Shape;2319;p90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20" name="Google Shape;2320;p90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21" name="Google Shape;2321;p90"/>
          <p:cNvCxnSpPr>
            <a:stCxn id="2317" idx="0"/>
            <a:endCxn id="2318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22" name="Google Shape;2322;p90"/>
          <p:cNvCxnSpPr>
            <a:stCxn id="2318" idx="5"/>
            <a:endCxn id="2319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23" name="Google Shape;2323;p90"/>
          <p:cNvCxnSpPr>
            <a:stCxn id="2319" idx="2"/>
            <a:endCxn id="2317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24" name="Google Shape;2324;p90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25" name="Google Shape;2325;p90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26" name="Google Shape;2326;p90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27" name="Google Shape;2327;p90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28" name="Google Shape;2328;p90"/>
          <p:cNvCxnSpPr>
            <a:stCxn id="2324" idx="0"/>
            <a:endCxn id="2325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29" name="Google Shape;2329;p90"/>
          <p:cNvCxnSpPr>
            <a:stCxn id="2324" idx="6"/>
            <a:endCxn id="2326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0" name="Google Shape;2330;p90"/>
          <p:cNvCxnSpPr>
            <a:stCxn id="2326" idx="0"/>
            <a:endCxn id="2325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31" name="Google Shape;2331;p90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32" name="Google Shape;2332;p90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33" name="Google Shape;2333;p90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34" name="Google Shape;2334;p90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35" name="Google Shape;2335;p90"/>
          <p:cNvCxnSpPr>
            <a:stCxn id="2331" idx="0"/>
            <a:endCxn id="2332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6" name="Google Shape;2336;p90"/>
          <p:cNvCxnSpPr>
            <a:stCxn id="2332" idx="4"/>
            <a:endCxn id="2331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7" name="Google Shape;2337;p90"/>
          <p:cNvCxnSpPr>
            <a:stCxn id="2332" idx="5"/>
            <a:endCxn id="2333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8" name="Google Shape;2338;p90"/>
          <p:cNvCxnSpPr>
            <a:stCxn id="2333" idx="2"/>
            <a:endCxn id="2331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339" name="Google Shape;2339;p90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0" name="Google Shape;2340;p90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1" name="Google Shape;2341;p90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2" name="Google Shape;2342;p90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43" name="Google Shape;2343;p90"/>
          <p:cNvCxnSpPr>
            <a:stCxn id="2339" idx="0"/>
            <a:endCxn id="2340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44" name="Google Shape;2344;p90"/>
          <p:cNvCxnSpPr>
            <a:stCxn id="2340" idx="4"/>
            <a:endCxn id="2339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45" name="Google Shape;2345;p90"/>
          <p:cNvCxnSpPr>
            <a:stCxn id="2340" idx="5"/>
            <a:endCxn id="2341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46" name="Google Shape;2346;p90"/>
          <p:cNvCxnSpPr>
            <a:stCxn id="2341" idx="2"/>
            <a:endCxn id="2339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47" name="Google Shape;2347;p90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8" name="Google Shape;2348;p90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9" name="Google Shape;2349;p90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50" name="Google Shape;2350;p90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51" name="Google Shape;2351;p90"/>
          <p:cNvCxnSpPr>
            <a:stCxn id="2347" idx="0"/>
            <a:endCxn id="2348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2" name="Google Shape;2352;p90"/>
          <p:cNvCxnSpPr>
            <a:stCxn id="2348" idx="4"/>
            <a:endCxn id="2347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3" name="Google Shape;2353;p90"/>
          <p:cNvCxnSpPr>
            <a:stCxn id="2349" idx="2"/>
            <a:endCxn id="2347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4" name="Google Shape;2354;p90"/>
          <p:cNvCxnSpPr>
            <a:stCxn id="2349" idx="1"/>
            <a:endCxn id="2348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91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0" name="Google Shape;2360;p91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1" name="Google Shape;2361;p91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2" name="Google Shape;2362;p91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63" name="Google Shape;2363;p91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4" name="Google Shape;2364;p91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5" name="Google Shape;2365;p91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6" name="Google Shape;2366;p91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7" name="Google Shape;2367;p91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8" name="Google Shape;2368;p91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9" name="Google Shape;2369;p91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70" name="Google Shape;2370;p91"/>
          <p:cNvCxnSpPr>
            <a:stCxn id="2363" idx="0"/>
            <a:endCxn id="2364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71" name="Google Shape;2371;p91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72" name="Google Shape;2372;p91"/>
          <p:cNvCxnSpPr>
            <a:stCxn id="2366" idx="0"/>
            <a:endCxn id="2367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73" name="Google Shape;2373;p91"/>
          <p:cNvCxnSpPr>
            <a:stCxn id="2367" idx="4"/>
            <a:endCxn id="2366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74" name="Google Shape;2374;p91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75" name="Google Shape;2375;p91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76" name="Google Shape;2376;p91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77" name="Google Shape;2377;p91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78" name="Google Shape;2378;p91"/>
          <p:cNvCxnSpPr>
            <a:stCxn id="2374" idx="0"/>
            <a:endCxn id="2375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79" name="Google Shape;2379;p91"/>
          <p:cNvCxnSpPr>
            <a:stCxn id="2375" idx="5"/>
            <a:endCxn id="2376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80" name="Google Shape;2380;p91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1" name="Google Shape;2381;p91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2" name="Google Shape;2382;p91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3" name="Google Shape;2383;p91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84" name="Google Shape;2384;p91"/>
          <p:cNvCxnSpPr>
            <a:stCxn id="2381" idx="5"/>
            <a:endCxn id="2382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85" name="Google Shape;2385;p91"/>
          <p:cNvCxnSpPr>
            <a:stCxn id="2381" idx="3"/>
            <a:endCxn id="2380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86" name="Google Shape;2386;p91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7" name="Google Shape;2387;p91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8" name="Google Shape;2388;p91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9" name="Google Shape;2389;p91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90" name="Google Shape;2390;p91"/>
          <p:cNvCxnSpPr>
            <a:stCxn id="2386" idx="0"/>
            <a:endCxn id="2387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91" name="Google Shape;2391;p91"/>
          <p:cNvCxnSpPr>
            <a:stCxn id="2388" idx="0"/>
            <a:endCxn id="2387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92" name="Google Shape;2392;p91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3" name="Google Shape;2393;p91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4" name="Google Shape;2394;p91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5" name="Google Shape;2395;p91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96" name="Google Shape;2396;p91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7" name="Google Shape;2397;p91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8" name="Google Shape;2398;p91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9" name="Google Shape;2399;p91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00" name="Google Shape;2400;p91"/>
          <p:cNvCxnSpPr>
            <a:stCxn id="2392" idx="0"/>
            <a:endCxn id="2393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1" name="Google Shape;2401;p91"/>
          <p:cNvCxnSpPr>
            <a:stCxn id="2393" idx="4"/>
            <a:endCxn id="2392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2" name="Google Shape;2402;p91"/>
          <p:cNvCxnSpPr>
            <a:stCxn id="2392" idx="6"/>
            <a:endCxn id="2394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3" name="Google Shape;2403;p91"/>
          <p:cNvCxnSpPr>
            <a:stCxn id="2396" idx="6"/>
            <a:endCxn id="2398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04" name="Google Shape;2404;p91"/>
          <p:cNvCxnSpPr>
            <a:stCxn id="2397" idx="4"/>
            <a:endCxn id="2396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5" name="Google Shape;2405;p91"/>
          <p:cNvCxnSpPr>
            <a:stCxn id="2396" idx="0"/>
            <a:endCxn id="2397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06" name="Google Shape;2406;p91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7" name="Google Shape;2407;p91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8" name="Google Shape;2408;p91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9" name="Google Shape;2409;p91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10" name="Google Shape;2410;p91"/>
          <p:cNvCxnSpPr>
            <a:stCxn id="2406" idx="0"/>
            <a:endCxn id="2407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11" name="Google Shape;2411;p91"/>
          <p:cNvCxnSpPr>
            <a:stCxn id="2407" idx="5"/>
            <a:endCxn id="2408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12" name="Google Shape;2412;p91"/>
          <p:cNvCxnSpPr>
            <a:stCxn id="2406" idx="7"/>
            <a:endCxn id="2407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13" name="Google Shape;2413;p91"/>
          <p:cNvCxnSpPr>
            <a:stCxn id="2408" idx="1"/>
            <a:endCxn id="2407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14" name="Google Shape;2414;p91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5" name="Google Shape;2415;p91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6" name="Google Shape;2416;p91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7" name="Google Shape;2417;p91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18" name="Google Shape;2418;p91"/>
          <p:cNvCxnSpPr>
            <a:stCxn id="2414" idx="0"/>
            <a:endCxn id="2415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19" name="Google Shape;2419;p91"/>
          <p:cNvCxnSpPr>
            <a:stCxn id="2415" idx="5"/>
            <a:endCxn id="2416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0" name="Google Shape;2420;p91"/>
          <p:cNvCxnSpPr>
            <a:stCxn id="2416" idx="2"/>
            <a:endCxn id="2414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21" name="Google Shape;2421;p91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2" name="Google Shape;2422;p91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3" name="Google Shape;2423;p91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4" name="Google Shape;2424;p91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25" name="Google Shape;2425;p91"/>
          <p:cNvCxnSpPr>
            <a:stCxn id="2421" idx="0"/>
            <a:endCxn id="2422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6" name="Google Shape;2426;p91"/>
          <p:cNvCxnSpPr>
            <a:stCxn id="2421" idx="6"/>
            <a:endCxn id="2423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7" name="Google Shape;2427;p91"/>
          <p:cNvCxnSpPr>
            <a:stCxn id="2423" idx="0"/>
            <a:endCxn id="2422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28" name="Google Shape;2428;p91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9" name="Google Shape;2429;p91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30" name="Google Shape;2430;p91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31" name="Google Shape;2431;p91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32" name="Google Shape;2432;p91"/>
          <p:cNvCxnSpPr>
            <a:stCxn id="2428" idx="0"/>
            <a:endCxn id="2429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3" name="Google Shape;2433;p91"/>
          <p:cNvCxnSpPr>
            <a:stCxn id="2429" idx="4"/>
            <a:endCxn id="2428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4" name="Google Shape;2434;p91"/>
          <p:cNvCxnSpPr>
            <a:stCxn id="2429" idx="5"/>
            <a:endCxn id="2430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5" name="Google Shape;2435;p91"/>
          <p:cNvCxnSpPr>
            <a:stCxn id="2430" idx="2"/>
            <a:endCxn id="2428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36" name="Google Shape;2436;p91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37" name="Google Shape;2437;p91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38" name="Google Shape;2438;p91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39" name="Google Shape;2439;p91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40" name="Google Shape;2440;p91"/>
          <p:cNvCxnSpPr>
            <a:stCxn id="2436" idx="0"/>
            <a:endCxn id="2437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1" name="Google Shape;2441;p91"/>
          <p:cNvCxnSpPr>
            <a:stCxn id="2437" idx="4"/>
            <a:endCxn id="2436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2" name="Google Shape;2442;p91"/>
          <p:cNvCxnSpPr>
            <a:stCxn id="2437" idx="5"/>
            <a:endCxn id="2438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43" name="Google Shape;2443;p91"/>
          <p:cNvCxnSpPr>
            <a:stCxn id="2438" idx="2"/>
            <a:endCxn id="2436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44" name="Google Shape;2444;p91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45" name="Google Shape;2445;p91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46" name="Google Shape;2446;p91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47" name="Google Shape;2447;p91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48" name="Google Shape;2448;p91"/>
          <p:cNvCxnSpPr>
            <a:stCxn id="2444" idx="0"/>
            <a:endCxn id="2445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9" name="Google Shape;2449;p91"/>
          <p:cNvCxnSpPr>
            <a:stCxn id="2445" idx="4"/>
            <a:endCxn id="2444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0" name="Google Shape;2450;p91"/>
          <p:cNvCxnSpPr>
            <a:stCxn id="2446" idx="2"/>
            <a:endCxn id="2444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1" name="Google Shape;2451;p91"/>
          <p:cNvCxnSpPr>
            <a:stCxn id="2446" idx="1"/>
            <a:endCxn id="2445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52" name="Google Shape;2452;p91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3" name="Google Shape;2453;p91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4" name="Google Shape;2454;p91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5" name="Google Shape;2455;p91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56" name="Google Shape;2456;p91"/>
          <p:cNvCxnSpPr>
            <a:stCxn id="2452" idx="0"/>
            <a:endCxn id="2453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7" name="Google Shape;2457;p91"/>
          <p:cNvCxnSpPr>
            <a:stCxn id="2453" idx="4"/>
            <a:endCxn id="2452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8" name="Google Shape;2458;p91"/>
          <p:cNvCxnSpPr>
            <a:stCxn id="2453" idx="5"/>
            <a:endCxn id="2454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59" name="Google Shape;2459;p91"/>
          <p:cNvCxnSpPr>
            <a:stCxn id="2454" idx="2"/>
            <a:endCxn id="2452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60" name="Google Shape;2460;p91"/>
          <p:cNvCxnSpPr>
            <a:stCxn id="2454" idx="1"/>
            <a:endCxn id="2453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61" name="Google Shape;2461;p91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is only one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462" name="Google Shape;2462;p91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Another type of closed directed triad combines two mutual dyads and one asymmetric dyad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66" name="Shape 2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Google Shape;2467;p92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68" name="Google Shape;2468;p92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69" name="Google Shape;2469;p92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0" name="Google Shape;2470;p92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71" name="Google Shape;2471;p92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2" name="Google Shape;2472;p92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3" name="Google Shape;2473;p92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4" name="Google Shape;2474;p92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5" name="Google Shape;2475;p92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6" name="Google Shape;2476;p92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7" name="Google Shape;2477;p92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78" name="Google Shape;2478;p92"/>
          <p:cNvCxnSpPr>
            <a:stCxn id="2471" idx="0"/>
            <a:endCxn id="2472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79" name="Google Shape;2479;p92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80" name="Google Shape;2480;p92"/>
          <p:cNvCxnSpPr>
            <a:stCxn id="2474" idx="0"/>
            <a:endCxn id="2475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81" name="Google Shape;2481;p92"/>
          <p:cNvCxnSpPr>
            <a:stCxn id="2475" idx="4"/>
            <a:endCxn id="2474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82" name="Google Shape;2482;p92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3" name="Google Shape;2483;p92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4" name="Google Shape;2484;p92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5" name="Google Shape;2485;p92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86" name="Google Shape;2486;p92"/>
          <p:cNvCxnSpPr>
            <a:stCxn id="2482" idx="0"/>
            <a:endCxn id="2483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87" name="Google Shape;2487;p92"/>
          <p:cNvCxnSpPr>
            <a:stCxn id="2483" idx="5"/>
            <a:endCxn id="2484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88" name="Google Shape;2488;p92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Finally there’s a closed triad combining three mutual dyads to form the complete directed triad!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489" name="Google Shape;2489;p92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0" name="Google Shape;2490;p92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1" name="Google Shape;2491;p92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2" name="Google Shape;2492;p92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93" name="Google Shape;2493;p92"/>
          <p:cNvCxnSpPr>
            <a:stCxn id="2490" idx="5"/>
            <a:endCxn id="2491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94" name="Google Shape;2494;p92"/>
          <p:cNvCxnSpPr>
            <a:stCxn id="2490" idx="3"/>
            <a:endCxn id="2489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95" name="Google Shape;2495;p92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6" name="Google Shape;2496;p92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7" name="Google Shape;2497;p92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8" name="Google Shape;2498;p92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99" name="Google Shape;2499;p92"/>
          <p:cNvCxnSpPr>
            <a:stCxn id="2495" idx="0"/>
            <a:endCxn id="2496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00" name="Google Shape;2500;p92"/>
          <p:cNvCxnSpPr>
            <a:stCxn id="2497" idx="0"/>
            <a:endCxn id="2496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01" name="Google Shape;2501;p92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2" name="Google Shape;2502;p92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3" name="Google Shape;2503;p92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4" name="Google Shape;2504;p92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05" name="Google Shape;2505;p92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6" name="Google Shape;2506;p92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7" name="Google Shape;2507;p92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8" name="Google Shape;2508;p92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09" name="Google Shape;2509;p92"/>
          <p:cNvCxnSpPr>
            <a:stCxn id="2501" idx="0"/>
            <a:endCxn id="2502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10" name="Google Shape;2510;p92"/>
          <p:cNvCxnSpPr>
            <a:stCxn id="2502" idx="4"/>
            <a:endCxn id="2501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11" name="Google Shape;2511;p92"/>
          <p:cNvCxnSpPr>
            <a:stCxn id="2501" idx="6"/>
            <a:endCxn id="2503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12" name="Google Shape;2512;p92"/>
          <p:cNvCxnSpPr>
            <a:stCxn id="2505" idx="6"/>
            <a:endCxn id="2507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13" name="Google Shape;2513;p92"/>
          <p:cNvCxnSpPr>
            <a:stCxn id="2506" idx="4"/>
            <a:endCxn id="2505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14" name="Google Shape;2514;p92"/>
          <p:cNvCxnSpPr>
            <a:stCxn id="2505" idx="0"/>
            <a:endCxn id="2506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15" name="Google Shape;2515;p92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6" name="Google Shape;2516;p92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7" name="Google Shape;2517;p92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8" name="Google Shape;2518;p92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19" name="Google Shape;2519;p92"/>
          <p:cNvCxnSpPr>
            <a:stCxn id="2515" idx="0"/>
            <a:endCxn id="2516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0" name="Google Shape;2520;p92"/>
          <p:cNvCxnSpPr>
            <a:stCxn id="2516" idx="5"/>
            <a:endCxn id="2517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1" name="Google Shape;2521;p92"/>
          <p:cNvCxnSpPr>
            <a:stCxn id="2515" idx="7"/>
            <a:endCxn id="2516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22" name="Google Shape;2522;p92"/>
          <p:cNvCxnSpPr>
            <a:stCxn id="2517" idx="1"/>
            <a:endCxn id="2516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23" name="Google Shape;2523;p92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4" name="Google Shape;2524;p92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5" name="Google Shape;2525;p92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6" name="Google Shape;2526;p92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27" name="Google Shape;2527;p92"/>
          <p:cNvCxnSpPr>
            <a:stCxn id="2523" idx="0"/>
            <a:endCxn id="2524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8" name="Google Shape;2528;p92"/>
          <p:cNvCxnSpPr>
            <a:stCxn id="2524" idx="5"/>
            <a:endCxn id="2525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9" name="Google Shape;2529;p92"/>
          <p:cNvCxnSpPr>
            <a:stCxn id="2525" idx="2"/>
            <a:endCxn id="2523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30" name="Google Shape;2530;p92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1" name="Google Shape;2531;p92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2" name="Google Shape;2532;p92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3" name="Google Shape;2533;p92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34" name="Google Shape;2534;p92"/>
          <p:cNvCxnSpPr>
            <a:stCxn id="2530" idx="0"/>
            <a:endCxn id="2531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35" name="Google Shape;2535;p92"/>
          <p:cNvCxnSpPr>
            <a:stCxn id="2530" idx="6"/>
            <a:endCxn id="2532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36" name="Google Shape;2536;p92"/>
          <p:cNvCxnSpPr>
            <a:stCxn id="2532" idx="0"/>
            <a:endCxn id="2531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37" name="Google Shape;2537;p92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8" name="Google Shape;2538;p92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9" name="Google Shape;2539;p92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0" name="Google Shape;2540;p92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41" name="Google Shape;2541;p92"/>
          <p:cNvCxnSpPr>
            <a:stCxn id="2537" idx="0"/>
            <a:endCxn id="2538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2" name="Google Shape;2542;p92"/>
          <p:cNvCxnSpPr>
            <a:stCxn id="2538" idx="4"/>
            <a:endCxn id="2537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3" name="Google Shape;2543;p92"/>
          <p:cNvCxnSpPr>
            <a:stCxn id="2538" idx="5"/>
            <a:endCxn id="2539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4" name="Google Shape;2544;p92"/>
          <p:cNvCxnSpPr>
            <a:stCxn id="2539" idx="2"/>
            <a:endCxn id="2537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545" name="Google Shape;2545;p92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6" name="Google Shape;2546;p92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7" name="Google Shape;2547;p92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8" name="Google Shape;2548;p92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49" name="Google Shape;2549;p92"/>
          <p:cNvCxnSpPr>
            <a:stCxn id="2545" idx="0"/>
            <a:endCxn id="2546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0" name="Google Shape;2550;p92"/>
          <p:cNvCxnSpPr>
            <a:stCxn id="2546" idx="4"/>
            <a:endCxn id="2545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1" name="Google Shape;2551;p92"/>
          <p:cNvCxnSpPr>
            <a:stCxn id="2546" idx="5"/>
            <a:endCxn id="2547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52" name="Google Shape;2552;p92"/>
          <p:cNvCxnSpPr>
            <a:stCxn id="2547" idx="2"/>
            <a:endCxn id="2545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53" name="Google Shape;2553;p92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54" name="Google Shape;2554;p92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55" name="Google Shape;2555;p92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56" name="Google Shape;2556;p92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57" name="Google Shape;2557;p92"/>
          <p:cNvCxnSpPr>
            <a:stCxn id="2553" idx="0"/>
            <a:endCxn id="2554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8" name="Google Shape;2558;p92"/>
          <p:cNvCxnSpPr>
            <a:stCxn id="2554" idx="4"/>
            <a:endCxn id="2553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9" name="Google Shape;2559;p92"/>
          <p:cNvCxnSpPr>
            <a:stCxn id="2555" idx="2"/>
            <a:endCxn id="2553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0" name="Google Shape;2560;p92"/>
          <p:cNvCxnSpPr>
            <a:stCxn id="2555" idx="1"/>
            <a:endCxn id="2554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561" name="Google Shape;2561;p92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62" name="Google Shape;2562;p92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63" name="Google Shape;2563;p92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64" name="Google Shape;2564;p92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65" name="Google Shape;2565;p92"/>
          <p:cNvCxnSpPr>
            <a:stCxn id="2561" idx="0"/>
            <a:endCxn id="2562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6" name="Google Shape;2566;p92"/>
          <p:cNvCxnSpPr>
            <a:stCxn id="2562" idx="4"/>
            <a:endCxn id="2561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7" name="Google Shape;2567;p92"/>
          <p:cNvCxnSpPr>
            <a:stCxn id="2562" idx="5"/>
            <a:endCxn id="2563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68" name="Google Shape;2568;p92"/>
          <p:cNvCxnSpPr>
            <a:stCxn id="2563" idx="2"/>
            <a:endCxn id="2561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9" name="Google Shape;2569;p92"/>
          <p:cNvCxnSpPr>
            <a:stCxn id="2563" idx="1"/>
            <a:endCxn id="2562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73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Google Shape;2574;p93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5" name="Google Shape;2575;p93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6" name="Google Shape;2576;p93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7" name="Google Shape;2577;p93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78" name="Google Shape;2578;p93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9" name="Google Shape;2579;p93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80" name="Google Shape;2580;p93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81" name="Google Shape;2581;p93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82" name="Google Shape;2582;p93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83" name="Google Shape;2583;p93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84" name="Google Shape;2584;p93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85" name="Google Shape;2585;p93"/>
          <p:cNvCxnSpPr>
            <a:stCxn id="2578" idx="0"/>
            <a:endCxn id="2579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86" name="Google Shape;2586;p93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87" name="Google Shape;2587;p93"/>
          <p:cNvCxnSpPr>
            <a:stCxn id="2581" idx="0"/>
            <a:endCxn id="2582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88" name="Google Shape;2588;p93"/>
          <p:cNvCxnSpPr>
            <a:stCxn id="2582" idx="4"/>
            <a:endCxn id="2581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89" name="Google Shape;2589;p93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0" name="Google Shape;2590;p93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1" name="Google Shape;2591;p93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2" name="Google Shape;2592;p93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93" name="Google Shape;2593;p93"/>
          <p:cNvCxnSpPr>
            <a:stCxn id="2589" idx="0"/>
            <a:endCxn id="2590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94" name="Google Shape;2594;p93"/>
          <p:cNvCxnSpPr>
            <a:stCxn id="2590" idx="5"/>
            <a:endCxn id="2591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95" name="Google Shape;2595;p93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Finally there’s a dyad that combines three mutual dyads to form the complete directed triad!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596" name="Google Shape;2596;p93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7" name="Google Shape;2597;p93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8" name="Google Shape;2598;p93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9" name="Google Shape;2599;p93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00" name="Google Shape;2600;p93"/>
          <p:cNvCxnSpPr>
            <a:stCxn id="2597" idx="5"/>
            <a:endCxn id="2598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01" name="Google Shape;2601;p93"/>
          <p:cNvCxnSpPr>
            <a:stCxn id="2597" idx="3"/>
            <a:endCxn id="2596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02" name="Google Shape;2602;p93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3" name="Google Shape;2603;p93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4" name="Google Shape;2604;p93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5" name="Google Shape;2605;p93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06" name="Google Shape;2606;p93"/>
          <p:cNvCxnSpPr>
            <a:stCxn id="2602" idx="0"/>
            <a:endCxn id="2603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07" name="Google Shape;2607;p93"/>
          <p:cNvCxnSpPr>
            <a:stCxn id="2604" idx="0"/>
            <a:endCxn id="2603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08" name="Google Shape;2608;p93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9" name="Google Shape;2609;p93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0" name="Google Shape;2610;p93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1" name="Google Shape;2611;p93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12" name="Google Shape;2612;p93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3" name="Google Shape;2613;p93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4" name="Google Shape;2614;p93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5" name="Google Shape;2615;p93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16" name="Google Shape;2616;p93"/>
          <p:cNvCxnSpPr>
            <a:stCxn id="2608" idx="0"/>
            <a:endCxn id="2609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7" name="Google Shape;2617;p93"/>
          <p:cNvCxnSpPr>
            <a:stCxn id="2609" idx="4"/>
            <a:endCxn id="2608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8" name="Google Shape;2618;p93"/>
          <p:cNvCxnSpPr>
            <a:stCxn id="2608" idx="6"/>
            <a:endCxn id="2610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9" name="Google Shape;2619;p93"/>
          <p:cNvCxnSpPr>
            <a:stCxn id="2612" idx="6"/>
            <a:endCxn id="2614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20" name="Google Shape;2620;p93"/>
          <p:cNvCxnSpPr>
            <a:stCxn id="2613" idx="4"/>
            <a:endCxn id="2612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21" name="Google Shape;2621;p93"/>
          <p:cNvCxnSpPr>
            <a:stCxn id="2612" idx="0"/>
            <a:endCxn id="2613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22" name="Google Shape;2622;p93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23" name="Google Shape;2623;p93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24" name="Google Shape;2624;p93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25" name="Google Shape;2625;p93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26" name="Google Shape;2626;p93"/>
          <p:cNvCxnSpPr>
            <a:stCxn id="2622" idx="0"/>
            <a:endCxn id="2623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27" name="Google Shape;2627;p93"/>
          <p:cNvCxnSpPr>
            <a:stCxn id="2623" idx="5"/>
            <a:endCxn id="2624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28" name="Google Shape;2628;p93"/>
          <p:cNvCxnSpPr>
            <a:stCxn id="2622" idx="7"/>
            <a:endCxn id="2623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29" name="Google Shape;2629;p93"/>
          <p:cNvCxnSpPr>
            <a:stCxn id="2624" idx="1"/>
            <a:endCxn id="2623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30" name="Google Shape;2630;p93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31" name="Google Shape;2631;p93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32" name="Google Shape;2632;p93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33" name="Google Shape;2633;p93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34" name="Google Shape;2634;p93"/>
          <p:cNvCxnSpPr>
            <a:stCxn id="2630" idx="0"/>
            <a:endCxn id="2631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5" name="Google Shape;2635;p93"/>
          <p:cNvCxnSpPr>
            <a:stCxn id="2631" idx="5"/>
            <a:endCxn id="2632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6" name="Google Shape;2636;p93"/>
          <p:cNvCxnSpPr>
            <a:stCxn id="2632" idx="2"/>
            <a:endCxn id="2630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37" name="Google Shape;2637;p93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38" name="Google Shape;2638;p93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39" name="Google Shape;2639;p93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0" name="Google Shape;2640;p93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41" name="Google Shape;2641;p93"/>
          <p:cNvCxnSpPr>
            <a:stCxn id="2637" idx="0"/>
            <a:endCxn id="2638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42" name="Google Shape;2642;p93"/>
          <p:cNvCxnSpPr>
            <a:stCxn id="2637" idx="6"/>
            <a:endCxn id="2639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43" name="Google Shape;2643;p93"/>
          <p:cNvCxnSpPr>
            <a:stCxn id="2639" idx="0"/>
            <a:endCxn id="2638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44" name="Google Shape;2644;p93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5" name="Google Shape;2645;p93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6" name="Google Shape;2646;p93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7" name="Google Shape;2647;p93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48" name="Google Shape;2648;p93"/>
          <p:cNvCxnSpPr>
            <a:stCxn id="2644" idx="0"/>
            <a:endCxn id="2645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49" name="Google Shape;2649;p93"/>
          <p:cNvCxnSpPr>
            <a:stCxn id="2645" idx="4"/>
            <a:endCxn id="2644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0" name="Google Shape;2650;p93"/>
          <p:cNvCxnSpPr>
            <a:stCxn id="2645" idx="5"/>
            <a:endCxn id="2646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1" name="Google Shape;2651;p93"/>
          <p:cNvCxnSpPr>
            <a:stCxn id="2646" idx="2"/>
            <a:endCxn id="2644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652" name="Google Shape;2652;p93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3" name="Google Shape;2653;p93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4" name="Google Shape;2654;p93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5" name="Google Shape;2655;p93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56" name="Google Shape;2656;p93"/>
          <p:cNvCxnSpPr>
            <a:stCxn id="2652" idx="0"/>
            <a:endCxn id="2653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7" name="Google Shape;2657;p93"/>
          <p:cNvCxnSpPr>
            <a:stCxn id="2653" idx="4"/>
            <a:endCxn id="2652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8" name="Google Shape;2658;p93"/>
          <p:cNvCxnSpPr>
            <a:stCxn id="2653" idx="5"/>
            <a:endCxn id="2654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59" name="Google Shape;2659;p93"/>
          <p:cNvCxnSpPr>
            <a:stCxn id="2654" idx="2"/>
            <a:endCxn id="2652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60" name="Google Shape;2660;p93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61" name="Google Shape;2661;p93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62" name="Google Shape;2662;p93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63" name="Google Shape;2663;p93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64" name="Google Shape;2664;p93"/>
          <p:cNvCxnSpPr>
            <a:stCxn id="2660" idx="0"/>
            <a:endCxn id="2661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65" name="Google Shape;2665;p93"/>
          <p:cNvCxnSpPr>
            <a:stCxn id="2661" idx="4"/>
            <a:endCxn id="2660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66" name="Google Shape;2666;p93"/>
          <p:cNvCxnSpPr>
            <a:stCxn id="2662" idx="2"/>
            <a:endCxn id="2660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67" name="Google Shape;2667;p93"/>
          <p:cNvCxnSpPr>
            <a:stCxn id="2662" idx="1"/>
            <a:endCxn id="2661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668" name="Google Shape;2668;p93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69" name="Google Shape;2669;p93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70" name="Google Shape;2670;p93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71" name="Google Shape;2671;p93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72" name="Google Shape;2672;p93"/>
          <p:cNvCxnSpPr>
            <a:stCxn id="2668" idx="0"/>
            <a:endCxn id="2669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3" name="Google Shape;2673;p93"/>
          <p:cNvCxnSpPr>
            <a:stCxn id="2669" idx="4"/>
            <a:endCxn id="2668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4" name="Google Shape;2674;p93"/>
          <p:cNvCxnSpPr>
            <a:stCxn id="2669" idx="5"/>
            <a:endCxn id="2670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75" name="Google Shape;2675;p93"/>
          <p:cNvCxnSpPr>
            <a:stCxn id="2670" idx="2"/>
            <a:endCxn id="2668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6" name="Google Shape;2676;p93"/>
          <p:cNvCxnSpPr>
            <a:stCxn id="2670" idx="1"/>
            <a:endCxn id="2669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677" name="Google Shape;2677;p93"/>
          <p:cNvSpPr/>
          <p:nvPr/>
        </p:nvSpPr>
        <p:spPr>
          <a:xfrm>
            <a:off x="636422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78" name="Google Shape;2678;p93"/>
          <p:cNvSpPr/>
          <p:nvPr/>
        </p:nvSpPr>
        <p:spPr>
          <a:xfrm>
            <a:off x="673317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79" name="Google Shape;2679;p93"/>
          <p:cNvSpPr/>
          <p:nvPr/>
        </p:nvSpPr>
        <p:spPr>
          <a:xfrm>
            <a:off x="71005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80" name="Google Shape;2680;p93"/>
          <p:cNvSpPr txBox="1"/>
          <p:nvPr/>
        </p:nvSpPr>
        <p:spPr>
          <a:xfrm>
            <a:off x="6473952" y="4681728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MMM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81" name="Google Shape;2681;p93"/>
          <p:cNvCxnSpPr>
            <a:stCxn id="2677" idx="0"/>
            <a:endCxn id="2678" idx="3"/>
          </p:cNvCxnSpPr>
          <p:nvPr/>
        </p:nvCxnSpPr>
        <p:spPr>
          <a:xfrm flipH="1" rot="10800000">
            <a:off x="646862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2" name="Google Shape;2682;p93"/>
          <p:cNvCxnSpPr>
            <a:stCxn id="2678" idx="4"/>
            <a:endCxn id="2677" idx="7"/>
          </p:cNvCxnSpPr>
          <p:nvPr/>
        </p:nvCxnSpPr>
        <p:spPr>
          <a:xfrm flipH="1">
            <a:off x="654237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3" name="Google Shape;2683;p93"/>
          <p:cNvCxnSpPr>
            <a:stCxn id="2678" idx="5"/>
            <a:endCxn id="2679" idx="0"/>
          </p:cNvCxnSpPr>
          <p:nvPr/>
        </p:nvCxnSpPr>
        <p:spPr>
          <a:xfrm>
            <a:off x="691139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84" name="Google Shape;2684;p93"/>
          <p:cNvCxnSpPr>
            <a:stCxn id="2679" idx="2"/>
            <a:endCxn id="2677" idx="6"/>
          </p:cNvCxnSpPr>
          <p:nvPr/>
        </p:nvCxnSpPr>
        <p:spPr>
          <a:xfrm rot="10800000">
            <a:off x="657316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5" name="Google Shape;2685;p93"/>
          <p:cNvCxnSpPr>
            <a:stCxn id="2679" idx="1"/>
            <a:endCxn id="2677" idx="7"/>
          </p:cNvCxnSpPr>
          <p:nvPr/>
        </p:nvCxnSpPr>
        <p:spPr>
          <a:xfrm rot="10800000">
            <a:off x="6542542" y="4501905"/>
            <a:ext cx="5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86" name="Google Shape;2686;p93"/>
          <p:cNvCxnSpPr>
            <a:stCxn id="2678" idx="4"/>
            <a:endCxn id="2679" idx="1"/>
          </p:cNvCxnSpPr>
          <p:nvPr/>
        </p:nvCxnSpPr>
        <p:spPr>
          <a:xfrm>
            <a:off x="6837571" y="4084956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87" name="Google Shape;2687;p93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Finally there’s a closed triad combining three mutual dyads to form the complete directed triad!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9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p94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3" name="Google Shape;2693;p94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4" name="Google Shape;2694;p94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5" name="Google Shape;2695;p94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96" name="Google Shape;2696;p94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7" name="Google Shape;2697;p94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8" name="Google Shape;2698;p94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9" name="Google Shape;2699;p94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0" name="Google Shape;2700;p94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1" name="Google Shape;2701;p94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2" name="Google Shape;2702;p94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03" name="Google Shape;2703;p94"/>
          <p:cNvCxnSpPr>
            <a:stCxn id="2696" idx="0"/>
            <a:endCxn id="2697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04" name="Google Shape;2704;p94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05" name="Google Shape;2705;p94"/>
          <p:cNvCxnSpPr>
            <a:stCxn id="2699" idx="0"/>
            <a:endCxn id="2700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06" name="Google Shape;2706;p94"/>
          <p:cNvCxnSpPr>
            <a:stCxn id="2700" idx="4"/>
            <a:endCxn id="2699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07" name="Google Shape;2707;p94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8" name="Google Shape;2708;p94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9" name="Google Shape;2709;p94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0" name="Google Shape;2710;p94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11" name="Google Shape;2711;p94"/>
          <p:cNvCxnSpPr>
            <a:stCxn id="2707" idx="0"/>
            <a:endCxn id="2708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12" name="Google Shape;2712;p94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3" name="Google Shape;2713;p94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4" name="Google Shape;2714;p94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5" name="Google Shape;2715;p94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16" name="Google Shape;2716;p94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7" name="Google Shape;2717;p94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8" name="Google Shape;2718;p94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9" name="Google Shape;2719;p94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0" name="Google Shape;2720;p94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1" name="Google Shape;2721;p94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2" name="Google Shape;2722;p94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23" name="Google Shape;2723;p94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24" name="Google Shape;2724;p94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5" name="Google Shape;2725;p94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6" name="Google Shape;2726;p94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7" name="Google Shape;2727;p94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28" name="Google Shape;2728;p94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9" name="Google Shape;2729;p94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0" name="Google Shape;2730;p94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1" name="Google Shape;2731;p94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32" name="Google Shape;2732;p94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3" name="Google Shape;2733;p94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4" name="Google Shape;2734;p94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5" name="Google Shape;2735;p94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6" name="Google Shape;2736;p94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7" name="Google Shape;2737;p94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8" name="Google Shape;2738;p94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39" name="Google Shape;2739;p94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40" name="Google Shape;2740;p94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41" name="Google Shape;2741;p94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42" name="Google Shape;2742;p94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43" name="Google Shape;2743;p94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44" name="Google Shape;2744;p94"/>
          <p:cNvCxnSpPr>
            <a:stCxn id="2708" idx="5"/>
            <a:endCxn id="2709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5" name="Google Shape;2745;p94"/>
          <p:cNvCxnSpPr>
            <a:stCxn id="2713" idx="5"/>
            <a:endCxn id="2714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6" name="Google Shape;2746;p94"/>
          <p:cNvCxnSpPr>
            <a:stCxn id="2713" idx="3"/>
            <a:endCxn id="2712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7" name="Google Shape;2747;p94"/>
          <p:cNvCxnSpPr>
            <a:stCxn id="2716" idx="0"/>
            <a:endCxn id="2717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8" name="Google Shape;2748;p94"/>
          <p:cNvCxnSpPr>
            <a:stCxn id="2718" idx="0"/>
            <a:endCxn id="2717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9" name="Google Shape;2749;p94"/>
          <p:cNvCxnSpPr>
            <a:stCxn id="2719" idx="0"/>
            <a:endCxn id="2720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0" name="Google Shape;2750;p94"/>
          <p:cNvCxnSpPr>
            <a:stCxn id="2720" idx="4"/>
            <a:endCxn id="2719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1" name="Google Shape;2751;p94"/>
          <p:cNvCxnSpPr>
            <a:stCxn id="2719" idx="6"/>
            <a:endCxn id="2721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2" name="Google Shape;2752;p94"/>
          <p:cNvCxnSpPr>
            <a:stCxn id="2724" idx="6"/>
            <a:endCxn id="2726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53" name="Google Shape;2753;p94"/>
          <p:cNvCxnSpPr>
            <a:stCxn id="2725" idx="4"/>
            <a:endCxn id="2724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4" name="Google Shape;2754;p94"/>
          <p:cNvCxnSpPr>
            <a:stCxn id="2724" idx="0"/>
            <a:endCxn id="2725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5" name="Google Shape;2755;p94"/>
          <p:cNvCxnSpPr>
            <a:stCxn id="2728" idx="0"/>
            <a:endCxn id="2729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6" name="Google Shape;2756;p94"/>
          <p:cNvCxnSpPr>
            <a:stCxn id="2729" idx="5"/>
            <a:endCxn id="2730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7" name="Google Shape;2757;p94"/>
          <p:cNvCxnSpPr>
            <a:stCxn id="2728" idx="7"/>
            <a:endCxn id="2729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58" name="Google Shape;2758;p94"/>
          <p:cNvCxnSpPr>
            <a:stCxn id="2730" idx="1"/>
            <a:endCxn id="2729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9" name="Google Shape;2759;p94"/>
          <p:cNvCxnSpPr>
            <a:stCxn id="2732" idx="0"/>
            <a:endCxn id="2733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0" name="Google Shape;2760;p94"/>
          <p:cNvCxnSpPr>
            <a:stCxn id="2733" idx="5"/>
            <a:endCxn id="2734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1" name="Google Shape;2761;p94"/>
          <p:cNvCxnSpPr>
            <a:stCxn id="2734" idx="2"/>
            <a:endCxn id="2732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2" name="Google Shape;2762;p94"/>
          <p:cNvCxnSpPr>
            <a:stCxn id="2735" idx="0"/>
            <a:endCxn id="2736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3" name="Google Shape;2763;p94"/>
          <p:cNvCxnSpPr>
            <a:stCxn id="2735" idx="6"/>
            <a:endCxn id="2737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4" name="Google Shape;2764;p94"/>
          <p:cNvCxnSpPr>
            <a:stCxn id="2737" idx="0"/>
            <a:endCxn id="2736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5" name="Google Shape;2765;p94"/>
          <p:cNvCxnSpPr>
            <a:stCxn id="2740" idx="0"/>
            <a:endCxn id="2741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6" name="Google Shape;2766;p94"/>
          <p:cNvCxnSpPr>
            <a:stCxn id="2741" idx="4"/>
            <a:endCxn id="2740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7" name="Google Shape;2767;p94"/>
          <p:cNvCxnSpPr>
            <a:stCxn id="2741" idx="5"/>
            <a:endCxn id="2742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8" name="Google Shape;2768;p94"/>
          <p:cNvCxnSpPr>
            <a:stCxn id="2742" idx="2"/>
            <a:endCxn id="2740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769" name="Google Shape;2769;p94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70" name="Google Shape;2770;p94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71" name="Google Shape;2771;p94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72" name="Google Shape;2772;p94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73" name="Google Shape;2773;p94"/>
          <p:cNvCxnSpPr>
            <a:stCxn id="2769" idx="0"/>
            <a:endCxn id="2770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74" name="Google Shape;2774;p94"/>
          <p:cNvCxnSpPr>
            <a:stCxn id="2770" idx="4"/>
            <a:endCxn id="2769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75" name="Google Shape;2775;p94"/>
          <p:cNvCxnSpPr>
            <a:stCxn id="2770" idx="5"/>
            <a:endCxn id="2771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76" name="Google Shape;2776;p94"/>
          <p:cNvCxnSpPr>
            <a:stCxn id="2771" idx="2"/>
            <a:endCxn id="2769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77" name="Google Shape;2777;p94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78" name="Google Shape;2778;p94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79" name="Google Shape;2779;p94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80" name="Google Shape;2780;p94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81" name="Google Shape;2781;p94"/>
          <p:cNvCxnSpPr>
            <a:stCxn id="2777" idx="0"/>
            <a:endCxn id="2778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82" name="Google Shape;2782;p94"/>
          <p:cNvCxnSpPr>
            <a:stCxn id="2778" idx="4"/>
            <a:endCxn id="2777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83" name="Google Shape;2783;p94"/>
          <p:cNvCxnSpPr>
            <a:stCxn id="2778" idx="5"/>
            <a:endCxn id="2779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84" name="Google Shape;2784;p94"/>
          <p:cNvCxnSpPr>
            <a:stCxn id="2779" idx="2"/>
            <a:endCxn id="2777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85" name="Google Shape;2785;p94"/>
          <p:cNvSpPr/>
          <p:nvPr/>
        </p:nvSpPr>
        <p:spPr>
          <a:xfrm>
            <a:off x="636422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86" name="Google Shape;2786;p94"/>
          <p:cNvSpPr/>
          <p:nvPr/>
        </p:nvSpPr>
        <p:spPr>
          <a:xfrm>
            <a:off x="673317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87" name="Google Shape;2787;p94"/>
          <p:cNvSpPr/>
          <p:nvPr/>
        </p:nvSpPr>
        <p:spPr>
          <a:xfrm>
            <a:off x="71005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88" name="Google Shape;2788;p94"/>
          <p:cNvSpPr txBox="1"/>
          <p:nvPr/>
        </p:nvSpPr>
        <p:spPr>
          <a:xfrm>
            <a:off x="6473952" y="4681728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MMM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89" name="Google Shape;2789;p94"/>
          <p:cNvCxnSpPr>
            <a:stCxn id="2785" idx="0"/>
            <a:endCxn id="2786" idx="3"/>
          </p:cNvCxnSpPr>
          <p:nvPr/>
        </p:nvCxnSpPr>
        <p:spPr>
          <a:xfrm flipH="1" rot="10800000">
            <a:off x="646862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90" name="Google Shape;2790;p94"/>
          <p:cNvCxnSpPr>
            <a:stCxn id="2786" idx="4"/>
            <a:endCxn id="2785" idx="7"/>
          </p:cNvCxnSpPr>
          <p:nvPr/>
        </p:nvCxnSpPr>
        <p:spPr>
          <a:xfrm flipH="1">
            <a:off x="654237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91" name="Google Shape;2791;p94"/>
          <p:cNvCxnSpPr>
            <a:stCxn id="2786" idx="5"/>
            <a:endCxn id="2787" idx="0"/>
          </p:cNvCxnSpPr>
          <p:nvPr/>
        </p:nvCxnSpPr>
        <p:spPr>
          <a:xfrm>
            <a:off x="691139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92" name="Google Shape;2792;p94"/>
          <p:cNvCxnSpPr>
            <a:stCxn id="2787" idx="2"/>
            <a:endCxn id="2785" idx="6"/>
          </p:cNvCxnSpPr>
          <p:nvPr/>
        </p:nvCxnSpPr>
        <p:spPr>
          <a:xfrm rot="10800000">
            <a:off x="657316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93" name="Google Shape;2793;p94"/>
          <p:cNvCxnSpPr>
            <a:stCxn id="2779" idx="1"/>
            <a:endCxn id="2778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94" name="Google Shape;2794;p94"/>
          <p:cNvCxnSpPr>
            <a:stCxn id="2787" idx="1"/>
            <a:endCxn id="2785" idx="7"/>
          </p:cNvCxnSpPr>
          <p:nvPr/>
        </p:nvCxnSpPr>
        <p:spPr>
          <a:xfrm rot="10800000">
            <a:off x="6542542" y="4501905"/>
            <a:ext cx="5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95" name="Google Shape;2795;p94"/>
          <p:cNvCxnSpPr>
            <a:stCxn id="2786" idx="4"/>
            <a:endCxn id="2787" idx="1"/>
          </p:cNvCxnSpPr>
          <p:nvPr/>
        </p:nvCxnSpPr>
        <p:spPr>
          <a:xfrm>
            <a:off x="6837571" y="4084956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96" name="Google Shape;2796;p94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97" name="Google Shape;2797;p94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98" name="Google Shape;2798;p94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99" name="Google Shape;2799;p94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00" name="Google Shape;2800;p94"/>
          <p:cNvCxnSpPr>
            <a:stCxn id="2796" idx="0"/>
            <a:endCxn id="2797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01" name="Google Shape;2801;p94"/>
          <p:cNvCxnSpPr>
            <a:stCxn id="2797" idx="4"/>
            <a:endCxn id="2796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02" name="Google Shape;2802;p94"/>
          <p:cNvCxnSpPr>
            <a:stCxn id="2798" idx="2"/>
            <a:endCxn id="2796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03" name="Google Shape;2803;p94"/>
          <p:cNvCxnSpPr>
            <a:stCxn id="2798" idx="1"/>
            <a:endCxn id="2797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804" name="Google Shape;2804;p94"/>
          <p:cNvSpPr/>
          <p:nvPr/>
        </p:nvSpPr>
        <p:spPr>
          <a:xfrm>
            <a:off x="1632000" y="3702450"/>
            <a:ext cx="5880000" cy="12723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5" name="Google Shape;2805;p94"/>
          <p:cNvSpPr/>
          <p:nvPr/>
        </p:nvSpPr>
        <p:spPr>
          <a:xfrm>
            <a:off x="3110700" y="2494350"/>
            <a:ext cx="4401300" cy="12105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6" name="Google Shape;2806;p94"/>
          <p:cNvSpPr/>
          <p:nvPr/>
        </p:nvSpPr>
        <p:spPr>
          <a:xfrm>
            <a:off x="1696200" y="7480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all the closed directed triads!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10" name="Shape 2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1" name="Google Shape;2811;p95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2" name="Google Shape;2812;p95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3" name="Google Shape;2813;p95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4" name="Google Shape;2814;p95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15" name="Google Shape;2815;p95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6" name="Google Shape;2816;p95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7" name="Google Shape;2817;p95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8" name="Google Shape;2818;p95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9" name="Google Shape;2819;p95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20" name="Google Shape;2820;p95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21" name="Google Shape;2821;p95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22" name="Google Shape;2822;p95"/>
          <p:cNvCxnSpPr>
            <a:stCxn id="2815" idx="0"/>
            <a:endCxn id="2816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23" name="Google Shape;2823;p95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24" name="Google Shape;2824;p95"/>
          <p:cNvCxnSpPr>
            <a:stCxn id="2818" idx="0"/>
            <a:endCxn id="2819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25" name="Google Shape;2825;p95"/>
          <p:cNvCxnSpPr>
            <a:stCxn id="2819" idx="4"/>
            <a:endCxn id="2818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26" name="Google Shape;2826;p95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27" name="Google Shape;2827;p95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28" name="Google Shape;2828;p95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29" name="Google Shape;2829;p95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30" name="Google Shape;2830;p95"/>
          <p:cNvCxnSpPr>
            <a:stCxn id="2826" idx="0"/>
            <a:endCxn id="2827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31" name="Google Shape;2831;p95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2" name="Google Shape;2832;p95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3" name="Google Shape;2833;p95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4" name="Google Shape;2834;p95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35" name="Google Shape;2835;p95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6" name="Google Shape;2836;p95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7" name="Google Shape;2837;p95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8" name="Google Shape;2838;p95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9" name="Google Shape;2839;p95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0" name="Google Shape;2840;p95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1" name="Google Shape;2841;p95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42" name="Google Shape;2842;p95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43" name="Google Shape;2843;p95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4" name="Google Shape;2844;p95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5" name="Google Shape;2845;p95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6" name="Google Shape;2846;p95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47" name="Google Shape;2847;p95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8" name="Google Shape;2848;p95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9" name="Google Shape;2849;p95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0" name="Google Shape;2850;p95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51" name="Google Shape;2851;p95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2" name="Google Shape;2852;p95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3" name="Google Shape;2853;p95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4" name="Google Shape;2854;p95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5" name="Google Shape;2855;p95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6" name="Google Shape;2856;p95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7" name="Google Shape;2857;p95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58" name="Google Shape;2858;p95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59" name="Google Shape;2859;p95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60" name="Google Shape;2860;p95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61" name="Google Shape;2861;p95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62" name="Google Shape;2862;p95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63" name="Google Shape;2863;p95"/>
          <p:cNvCxnSpPr>
            <a:stCxn id="2827" idx="5"/>
            <a:endCxn id="2828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4" name="Google Shape;2864;p95"/>
          <p:cNvCxnSpPr>
            <a:stCxn id="2832" idx="5"/>
            <a:endCxn id="2833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5" name="Google Shape;2865;p95"/>
          <p:cNvCxnSpPr>
            <a:stCxn id="2832" idx="3"/>
            <a:endCxn id="2831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6" name="Google Shape;2866;p95"/>
          <p:cNvCxnSpPr>
            <a:stCxn id="2835" idx="0"/>
            <a:endCxn id="2836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7" name="Google Shape;2867;p95"/>
          <p:cNvCxnSpPr>
            <a:stCxn id="2837" idx="0"/>
            <a:endCxn id="2836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8" name="Google Shape;2868;p95"/>
          <p:cNvCxnSpPr>
            <a:stCxn id="2838" idx="0"/>
            <a:endCxn id="2839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9" name="Google Shape;2869;p95"/>
          <p:cNvCxnSpPr>
            <a:stCxn id="2839" idx="4"/>
            <a:endCxn id="2838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0" name="Google Shape;2870;p95"/>
          <p:cNvCxnSpPr>
            <a:stCxn id="2838" idx="6"/>
            <a:endCxn id="2840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1" name="Google Shape;2871;p95"/>
          <p:cNvCxnSpPr>
            <a:stCxn id="2843" idx="6"/>
            <a:endCxn id="2845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72" name="Google Shape;2872;p95"/>
          <p:cNvCxnSpPr>
            <a:stCxn id="2844" idx="4"/>
            <a:endCxn id="2843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3" name="Google Shape;2873;p95"/>
          <p:cNvCxnSpPr>
            <a:stCxn id="2843" idx="0"/>
            <a:endCxn id="2844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4" name="Google Shape;2874;p95"/>
          <p:cNvCxnSpPr>
            <a:stCxn id="2847" idx="0"/>
            <a:endCxn id="2848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5" name="Google Shape;2875;p95"/>
          <p:cNvCxnSpPr>
            <a:stCxn id="2848" idx="5"/>
            <a:endCxn id="2849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6" name="Google Shape;2876;p95"/>
          <p:cNvCxnSpPr>
            <a:stCxn id="2847" idx="7"/>
            <a:endCxn id="2848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77" name="Google Shape;2877;p95"/>
          <p:cNvCxnSpPr>
            <a:stCxn id="2849" idx="1"/>
            <a:endCxn id="2848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8" name="Google Shape;2878;p95"/>
          <p:cNvCxnSpPr>
            <a:stCxn id="2851" idx="0"/>
            <a:endCxn id="2852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9" name="Google Shape;2879;p95"/>
          <p:cNvCxnSpPr>
            <a:stCxn id="2852" idx="5"/>
            <a:endCxn id="2853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0" name="Google Shape;2880;p95"/>
          <p:cNvCxnSpPr>
            <a:stCxn id="2853" idx="2"/>
            <a:endCxn id="2851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1" name="Google Shape;2881;p95"/>
          <p:cNvCxnSpPr>
            <a:stCxn id="2854" idx="0"/>
            <a:endCxn id="2855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2" name="Google Shape;2882;p95"/>
          <p:cNvCxnSpPr>
            <a:stCxn id="2854" idx="6"/>
            <a:endCxn id="2856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3" name="Google Shape;2883;p95"/>
          <p:cNvCxnSpPr>
            <a:stCxn id="2856" idx="0"/>
            <a:endCxn id="2855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4" name="Google Shape;2884;p95"/>
          <p:cNvCxnSpPr>
            <a:stCxn id="2859" idx="0"/>
            <a:endCxn id="2860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5" name="Google Shape;2885;p95"/>
          <p:cNvCxnSpPr>
            <a:stCxn id="2860" idx="4"/>
            <a:endCxn id="2859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6" name="Google Shape;2886;p95"/>
          <p:cNvCxnSpPr>
            <a:stCxn id="2860" idx="5"/>
            <a:endCxn id="2861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7" name="Google Shape;2887;p95"/>
          <p:cNvCxnSpPr>
            <a:stCxn id="2861" idx="2"/>
            <a:endCxn id="2859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888" name="Google Shape;2888;p95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89" name="Google Shape;2889;p95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90" name="Google Shape;2890;p95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91" name="Google Shape;2891;p95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92" name="Google Shape;2892;p95"/>
          <p:cNvCxnSpPr>
            <a:stCxn id="2888" idx="0"/>
            <a:endCxn id="2889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93" name="Google Shape;2893;p95"/>
          <p:cNvCxnSpPr>
            <a:stCxn id="2889" idx="4"/>
            <a:endCxn id="2888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94" name="Google Shape;2894;p95"/>
          <p:cNvCxnSpPr>
            <a:stCxn id="2889" idx="5"/>
            <a:endCxn id="2890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95" name="Google Shape;2895;p95"/>
          <p:cNvCxnSpPr>
            <a:stCxn id="2890" idx="2"/>
            <a:endCxn id="2888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96" name="Google Shape;2896;p95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97" name="Google Shape;2897;p95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98" name="Google Shape;2898;p95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99" name="Google Shape;2899;p95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900" name="Google Shape;2900;p95"/>
          <p:cNvCxnSpPr>
            <a:stCxn id="2896" idx="0"/>
            <a:endCxn id="2897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01" name="Google Shape;2901;p95"/>
          <p:cNvCxnSpPr>
            <a:stCxn id="2897" idx="4"/>
            <a:endCxn id="2896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02" name="Google Shape;2902;p95"/>
          <p:cNvCxnSpPr>
            <a:stCxn id="2897" idx="5"/>
            <a:endCxn id="2898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03" name="Google Shape;2903;p95"/>
          <p:cNvCxnSpPr>
            <a:stCxn id="2898" idx="2"/>
            <a:endCxn id="2896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04" name="Google Shape;2904;p95"/>
          <p:cNvSpPr/>
          <p:nvPr/>
        </p:nvSpPr>
        <p:spPr>
          <a:xfrm>
            <a:off x="636422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05" name="Google Shape;2905;p95"/>
          <p:cNvSpPr/>
          <p:nvPr/>
        </p:nvSpPr>
        <p:spPr>
          <a:xfrm>
            <a:off x="673317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06" name="Google Shape;2906;p95"/>
          <p:cNvSpPr/>
          <p:nvPr/>
        </p:nvSpPr>
        <p:spPr>
          <a:xfrm>
            <a:off x="71005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07" name="Google Shape;2907;p95"/>
          <p:cNvSpPr txBox="1"/>
          <p:nvPr/>
        </p:nvSpPr>
        <p:spPr>
          <a:xfrm>
            <a:off x="6473952" y="4681728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MMM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908" name="Google Shape;2908;p95"/>
          <p:cNvCxnSpPr>
            <a:stCxn id="2904" idx="0"/>
            <a:endCxn id="2905" idx="3"/>
          </p:cNvCxnSpPr>
          <p:nvPr/>
        </p:nvCxnSpPr>
        <p:spPr>
          <a:xfrm flipH="1" rot="10800000">
            <a:off x="646862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09" name="Google Shape;2909;p95"/>
          <p:cNvCxnSpPr>
            <a:stCxn id="2905" idx="4"/>
            <a:endCxn id="2904" idx="7"/>
          </p:cNvCxnSpPr>
          <p:nvPr/>
        </p:nvCxnSpPr>
        <p:spPr>
          <a:xfrm flipH="1">
            <a:off x="654237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10" name="Google Shape;2910;p95"/>
          <p:cNvCxnSpPr>
            <a:stCxn id="2905" idx="5"/>
            <a:endCxn id="2906" idx="0"/>
          </p:cNvCxnSpPr>
          <p:nvPr/>
        </p:nvCxnSpPr>
        <p:spPr>
          <a:xfrm>
            <a:off x="691139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11" name="Google Shape;2911;p95"/>
          <p:cNvCxnSpPr>
            <a:stCxn id="2906" idx="2"/>
            <a:endCxn id="2904" idx="6"/>
          </p:cNvCxnSpPr>
          <p:nvPr/>
        </p:nvCxnSpPr>
        <p:spPr>
          <a:xfrm rot="10800000">
            <a:off x="657316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12" name="Google Shape;2912;p95"/>
          <p:cNvCxnSpPr>
            <a:stCxn id="2898" idx="1"/>
            <a:endCxn id="2897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13" name="Google Shape;2913;p95"/>
          <p:cNvCxnSpPr>
            <a:stCxn id="2906" idx="1"/>
            <a:endCxn id="2904" idx="7"/>
          </p:cNvCxnSpPr>
          <p:nvPr/>
        </p:nvCxnSpPr>
        <p:spPr>
          <a:xfrm rot="10800000">
            <a:off x="6542542" y="4501905"/>
            <a:ext cx="5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14" name="Google Shape;2914;p95"/>
          <p:cNvCxnSpPr>
            <a:stCxn id="2905" idx="4"/>
            <a:endCxn id="2906" idx="1"/>
          </p:cNvCxnSpPr>
          <p:nvPr/>
        </p:nvCxnSpPr>
        <p:spPr>
          <a:xfrm>
            <a:off x="6837571" y="4084956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15" name="Google Shape;2915;p95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16" name="Google Shape;2916;p95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17" name="Google Shape;2917;p95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18" name="Google Shape;2918;p95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919" name="Google Shape;2919;p95"/>
          <p:cNvCxnSpPr>
            <a:stCxn id="2915" idx="0"/>
            <a:endCxn id="2916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20" name="Google Shape;2920;p95"/>
          <p:cNvCxnSpPr>
            <a:stCxn id="2916" idx="4"/>
            <a:endCxn id="2915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21" name="Google Shape;2921;p95"/>
          <p:cNvCxnSpPr>
            <a:stCxn id="2917" idx="2"/>
            <a:endCxn id="2915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22" name="Google Shape;2922;p95"/>
          <p:cNvCxnSpPr>
            <a:stCxn id="2917" idx="1"/>
            <a:endCxn id="2916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923" name="Google Shape;2923;p95"/>
          <p:cNvSpPr/>
          <p:nvPr/>
        </p:nvSpPr>
        <p:spPr>
          <a:xfrm>
            <a:off x="53600" y="1416150"/>
            <a:ext cx="1339500" cy="2311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full set of sixteen directed triads!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27" name="Shape 2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" name="Google Shape;2928;p96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29" name="Google Shape;2929;p96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30" name="Google Shape;2930;p96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31" name="Google Shape;2931;p96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32" name="Google Shape;2932;p96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33" name="Google Shape;2933;p96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34" name="Google Shape;2934;p96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35" name="Google Shape;2935;p96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36" name="Google Shape;2936;p96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37" name="Google Shape;2937;p96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38" name="Google Shape;2938;p96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939" name="Google Shape;2939;p96"/>
          <p:cNvCxnSpPr>
            <a:stCxn id="2932" idx="0"/>
            <a:endCxn id="2933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40" name="Google Shape;2940;p96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941" name="Google Shape;2941;p96"/>
          <p:cNvCxnSpPr>
            <a:stCxn id="2935" idx="0"/>
            <a:endCxn id="2936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42" name="Google Shape;2942;p96"/>
          <p:cNvCxnSpPr>
            <a:stCxn id="2936" idx="4"/>
            <a:endCxn id="2935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43" name="Google Shape;2943;p96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44" name="Google Shape;2944;p96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45" name="Google Shape;2945;p96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46" name="Google Shape;2946;p96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947" name="Google Shape;2947;p96"/>
          <p:cNvCxnSpPr>
            <a:stCxn id="2943" idx="0"/>
            <a:endCxn id="2944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48" name="Google Shape;2948;p96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49" name="Google Shape;2949;p96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0" name="Google Shape;2950;p96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1" name="Google Shape;2951;p96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52" name="Google Shape;2952;p96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3" name="Google Shape;2953;p96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4" name="Google Shape;2954;p96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5" name="Google Shape;2955;p96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6" name="Google Shape;2956;p96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7" name="Google Shape;2957;p96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8" name="Google Shape;2958;p96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59" name="Google Shape;2959;p96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60" name="Google Shape;2960;p96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61" name="Google Shape;2961;p96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62" name="Google Shape;2962;p96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63" name="Google Shape;2963;p96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64" name="Google Shape;2964;p96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65" name="Google Shape;2965;p96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66" name="Google Shape;2966;p96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67" name="Google Shape;2967;p96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68" name="Google Shape;2968;p96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69" name="Google Shape;2969;p96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70" name="Google Shape;2970;p96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71" name="Google Shape;2971;p96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72" name="Google Shape;2972;p96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73" name="Google Shape;2973;p96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74" name="Google Shape;2974;p96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75" name="Google Shape;2975;p96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76" name="Google Shape;2976;p96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77" name="Google Shape;2977;p96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78" name="Google Shape;2978;p96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79" name="Google Shape;2979;p96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980" name="Google Shape;2980;p96"/>
          <p:cNvCxnSpPr>
            <a:stCxn id="2944" idx="5"/>
            <a:endCxn id="2945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81" name="Google Shape;2981;p96"/>
          <p:cNvCxnSpPr>
            <a:stCxn id="2949" idx="5"/>
            <a:endCxn id="2950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82" name="Google Shape;2982;p96"/>
          <p:cNvCxnSpPr>
            <a:stCxn id="2949" idx="3"/>
            <a:endCxn id="2948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83" name="Google Shape;2983;p96"/>
          <p:cNvCxnSpPr>
            <a:stCxn id="2952" idx="0"/>
            <a:endCxn id="2953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84" name="Google Shape;2984;p96"/>
          <p:cNvCxnSpPr>
            <a:stCxn id="2954" idx="0"/>
            <a:endCxn id="2953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85" name="Google Shape;2985;p96"/>
          <p:cNvCxnSpPr>
            <a:stCxn id="2955" idx="0"/>
            <a:endCxn id="2956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86" name="Google Shape;2986;p96"/>
          <p:cNvCxnSpPr>
            <a:stCxn id="2956" idx="4"/>
            <a:endCxn id="2955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87" name="Google Shape;2987;p96"/>
          <p:cNvCxnSpPr>
            <a:stCxn id="2955" idx="6"/>
            <a:endCxn id="2957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88" name="Google Shape;2988;p96"/>
          <p:cNvCxnSpPr>
            <a:stCxn id="2960" idx="6"/>
            <a:endCxn id="2962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89" name="Google Shape;2989;p96"/>
          <p:cNvCxnSpPr>
            <a:stCxn id="2961" idx="4"/>
            <a:endCxn id="2960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90" name="Google Shape;2990;p96"/>
          <p:cNvCxnSpPr>
            <a:stCxn id="2960" idx="0"/>
            <a:endCxn id="2961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91" name="Google Shape;2991;p96"/>
          <p:cNvCxnSpPr>
            <a:stCxn id="2964" idx="0"/>
            <a:endCxn id="2965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92" name="Google Shape;2992;p96"/>
          <p:cNvCxnSpPr>
            <a:stCxn id="2965" idx="5"/>
            <a:endCxn id="2966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93" name="Google Shape;2993;p96"/>
          <p:cNvCxnSpPr>
            <a:stCxn id="2964" idx="7"/>
            <a:endCxn id="2965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94" name="Google Shape;2994;p96"/>
          <p:cNvCxnSpPr>
            <a:stCxn id="2966" idx="1"/>
            <a:endCxn id="2965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95" name="Google Shape;2995;p96"/>
          <p:cNvCxnSpPr>
            <a:stCxn id="2968" idx="0"/>
            <a:endCxn id="2969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96" name="Google Shape;2996;p96"/>
          <p:cNvCxnSpPr>
            <a:stCxn id="2969" idx="5"/>
            <a:endCxn id="2970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97" name="Google Shape;2997;p96"/>
          <p:cNvCxnSpPr>
            <a:stCxn id="2970" idx="2"/>
            <a:endCxn id="2968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98" name="Google Shape;2998;p96"/>
          <p:cNvCxnSpPr>
            <a:stCxn id="2971" idx="0"/>
            <a:endCxn id="2972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99" name="Google Shape;2999;p96"/>
          <p:cNvCxnSpPr>
            <a:stCxn id="2971" idx="6"/>
            <a:endCxn id="2973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00" name="Google Shape;3000;p96"/>
          <p:cNvCxnSpPr>
            <a:stCxn id="2973" idx="0"/>
            <a:endCxn id="2972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01" name="Google Shape;3001;p96"/>
          <p:cNvCxnSpPr>
            <a:stCxn id="2976" idx="0"/>
            <a:endCxn id="2977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02" name="Google Shape;3002;p96"/>
          <p:cNvCxnSpPr>
            <a:stCxn id="2977" idx="4"/>
            <a:endCxn id="2976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03" name="Google Shape;3003;p96"/>
          <p:cNvCxnSpPr>
            <a:stCxn id="2977" idx="5"/>
            <a:endCxn id="2978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04" name="Google Shape;3004;p96"/>
          <p:cNvCxnSpPr>
            <a:stCxn id="2978" idx="2"/>
            <a:endCxn id="2976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005" name="Google Shape;3005;p96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06" name="Google Shape;3006;p96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07" name="Google Shape;3007;p96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08" name="Google Shape;3008;p96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009" name="Google Shape;3009;p96"/>
          <p:cNvCxnSpPr>
            <a:stCxn id="3005" idx="0"/>
            <a:endCxn id="3006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10" name="Google Shape;3010;p96"/>
          <p:cNvCxnSpPr>
            <a:stCxn id="3006" idx="4"/>
            <a:endCxn id="3005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11" name="Google Shape;3011;p96"/>
          <p:cNvCxnSpPr>
            <a:stCxn id="3006" idx="5"/>
            <a:endCxn id="3007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12" name="Google Shape;3012;p96"/>
          <p:cNvCxnSpPr>
            <a:stCxn id="3007" idx="2"/>
            <a:endCxn id="3005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13" name="Google Shape;3013;p96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14" name="Google Shape;3014;p96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15" name="Google Shape;3015;p96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16" name="Google Shape;3016;p96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017" name="Google Shape;3017;p96"/>
          <p:cNvCxnSpPr>
            <a:stCxn id="3013" idx="0"/>
            <a:endCxn id="3014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18" name="Google Shape;3018;p96"/>
          <p:cNvCxnSpPr>
            <a:stCxn id="3014" idx="4"/>
            <a:endCxn id="3013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19" name="Google Shape;3019;p96"/>
          <p:cNvCxnSpPr>
            <a:stCxn id="3014" idx="5"/>
            <a:endCxn id="3015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20" name="Google Shape;3020;p96"/>
          <p:cNvCxnSpPr>
            <a:stCxn id="3015" idx="2"/>
            <a:endCxn id="3013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21" name="Google Shape;3021;p96"/>
          <p:cNvSpPr/>
          <p:nvPr/>
        </p:nvSpPr>
        <p:spPr>
          <a:xfrm>
            <a:off x="636422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22" name="Google Shape;3022;p96"/>
          <p:cNvSpPr/>
          <p:nvPr/>
        </p:nvSpPr>
        <p:spPr>
          <a:xfrm>
            <a:off x="673317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23" name="Google Shape;3023;p96"/>
          <p:cNvSpPr/>
          <p:nvPr/>
        </p:nvSpPr>
        <p:spPr>
          <a:xfrm>
            <a:off x="71005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24" name="Google Shape;3024;p96"/>
          <p:cNvSpPr txBox="1"/>
          <p:nvPr/>
        </p:nvSpPr>
        <p:spPr>
          <a:xfrm>
            <a:off x="6473952" y="4681728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MMM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025" name="Google Shape;3025;p96"/>
          <p:cNvCxnSpPr>
            <a:stCxn id="3021" idx="0"/>
            <a:endCxn id="3022" idx="3"/>
          </p:cNvCxnSpPr>
          <p:nvPr/>
        </p:nvCxnSpPr>
        <p:spPr>
          <a:xfrm flipH="1" rot="10800000">
            <a:off x="646862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26" name="Google Shape;3026;p96"/>
          <p:cNvCxnSpPr>
            <a:stCxn id="3022" idx="4"/>
            <a:endCxn id="3021" idx="7"/>
          </p:cNvCxnSpPr>
          <p:nvPr/>
        </p:nvCxnSpPr>
        <p:spPr>
          <a:xfrm flipH="1">
            <a:off x="654237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27" name="Google Shape;3027;p96"/>
          <p:cNvCxnSpPr>
            <a:stCxn id="3022" idx="5"/>
            <a:endCxn id="3023" idx="0"/>
          </p:cNvCxnSpPr>
          <p:nvPr/>
        </p:nvCxnSpPr>
        <p:spPr>
          <a:xfrm>
            <a:off x="691139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28" name="Google Shape;3028;p96"/>
          <p:cNvCxnSpPr>
            <a:stCxn id="3023" idx="2"/>
            <a:endCxn id="3021" idx="6"/>
          </p:cNvCxnSpPr>
          <p:nvPr/>
        </p:nvCxnSpPr>
        <p:spPr>
          <a:xfrm rot="10800000">
            <a:off x="657316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29" name="Google Shape;3029;p96"/>
          <p:cNvCxnSpPr>
            <a:stCxn id="3015" idx="1"/>
            <a:endCxn id="3014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30" name="Google Shape;3030;p96"/>
          <p:cNvCxnSpPr>
            <a:stCxn id="3023" idx="1"/>
            <a:endCxn id="3021" idx="7"/>
          </p:cNvCxnSpPr>
          <p:nvPr/>
        </p:nvCxnSpPr>
        <p:spPr>
          <a:xfrm rot="10800000">
            <a:off x="6542542" y="4501905"/>
            <a:ext cx="5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31" name="Google Shape;3031;p96"/>
          <p:cNvCxnSpPr>
            <a:stCxn id="3022" idx="4"/>
            <a:endCxn id="3023" idx="1"/>
          </p:cNvCxnSpPr>
          <p:nvPr/>
        </p:nvCxnSpPr>
        <p:spPr>
          <a:xfrm>
            <a:off x="6837571" y="4084956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32" name="Google Shape;3032;p96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33" name="Google Shape;3033;p96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34" name="Google Shape;3034;p96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35" name="Google Shape;3035;p96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036" name="Google Shape;3036;p96"/>
          <p:cNvCxnSpPr>
            <a:stCxn id="3032" idx="0"/>
            <a:endCxn id="3033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37" name="Google Shape;3037;p96"/>
          <p:cNvCxnSpPr>
            <a:stCxn id="3033" idx="4"/>
            <a:endCxn id="3032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38" name="Google Shape;3038;p96"/>
          <p:cNvCxnSpPr>
            <a:stCxn id="3034" idx="2"/>
            <a:endCxn id="3032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39" name="Google Shape;3039;p96"/>
          <p:cNvCxnSpPr>
            <a:stCxn id="3034" idx="1"/>
            <a:endCxn id="3033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040" name="Google Shape;3040;p96"/>
          <p:cNvSpPr/>
          <p:nvPr/>
        </p:nvSpPr>
        <p:spPr>
          <a:xfrm>
            <a:off x="53600" y="1416150"/>
            <a:ext cx="1339500" cy="2311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full set of sixteen directed triads!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