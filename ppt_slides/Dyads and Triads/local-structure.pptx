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2BC177-C069-4480-97AB-E5AB5BA98887}">
  <a:tblStyle styleId="{BB2BC177-C069-4480-97AB-E5AB5BA9888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3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gif"/><Relationship Id="rId4" Type="http://schemas.openxmlformats.org/officeDocument/2006/relationships/image" Target="../media/image8.gif"/><Relationship Id="rId5" Type="http://schemas.openxmlformats.org/officeDocument/2006/relationships/image" Target="../media/image1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gif"/><Relationship Id="rId4" Type="http://schemas.openxmlformats.org/officeDocument/2006/relationships/image" Target="../media/image7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Relationship Id="rId4" Type="http://schemas.openxmlformats.org/officeDocument/2006/relationships/image" Target="../media/image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ppt/slides/#b15" TargetMode="External"/><Relationship Id="rId4" Type="http://schemas.openxmlformats.org/officeDocument/2006/relationships/hyperlink" Target="http://ppt/slides/#b31" TargetMode="External"/><Relationship Id="rId5" Type="http://schemas.openxmlformats.org/officeDocument/2006/relationships/hyperlink" Target="http://ppt/slides/#b38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gif"/><Relationship Id="rId4" Type="http://schemas.openxmlformats.org/officeDocument/2006/relationships/image" Target="../media/image17.gif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362200" y="2895600"/>
            <a:ext cx="381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038600" y="4419600"/>
            <a:ext cx="381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943600" y="2819400"/>
            <a:ext cx="381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560" y="893850"/>
            <a:ext cx="7598879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143000"/>
            <a:ext cx="759887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362200" y="28956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410200" y="4419600"/>
            <a:ext cx="2667000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Clint Eastwood</a:t>
            </a: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38200" y="4495800"/>
            <a:ext cx="2438400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971800" y="1371600"/>
            <a:ext cx="2819400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(Republican Party)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15"/>
          <p:cNvGraphicFramePr/>
          <p:nvPr/>
        </p:nvGraphicFramePr>
        <p:xfrm>
          <a:off x="2057400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{BB2BC177-C069-4480-97AB-E5AB5BA98887}</a:tableStyleId>
              </a:tblPr>
              <a:tblGrid>
                <a:gridCol w="870850"/>
                <a:gridCol w="208275"/>
                <a:gridCol w="749675"/>
                <a:gridCol w="1055925"/>
                <a:gridCol w="2068275"/>
              </a:tblGrid>
              <a:tr h="12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/>
                        <a:t>PX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/>
                        <a:t>PO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result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Cartwright and Harary (1956) proved that: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of the triads in a signed value matrix are balanced, then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matrix can be blocked into two mutually exclusive groups such that: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All edges with positive weights are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All edges with negative weights are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blocks.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Formalizes a key intuition between balance processes at the micro-level and macro-level group structure.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762000"/>
            <a:ext cx="5205153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2133600"/>
            <a:ext cx="6019800" cy="148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800" y="3657600"/>
            <a:ext cx="5401733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143000"/>
            <a:ext cx="6594231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2590800"/>
            <a:ext cx="458152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1219200"/>
            <a:ext cx="5050064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000" y="2971800"/>
            <a:ext cx="5132917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981200"/>
            <a:ext cx="7594768" cy="327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0"/>
          <p:cNvCxnSpPr/>
          <p:nvPr/>
        </p:nvCxnSpPr>
        <p:spPr>
          <a:xfrm rot="-5400000">
            <a:off x="3353594" y="3275806"/>
            <a:ext cx="1676400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33" name="Google Shape;133;p20"/>
          <p:cNvCxnSpPr/>
          <p:nvPr/>
        </p:nvCxnSpPr>
        <p:spPr>
          <a:xfrm rot="-5400000">
            <a:off x="3124994" y="3275806"/>
            <a:ext cx="1676400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4" name="Google Shape;134;p20"/>
          <p:cNvSpPr txBox="1"/>
          <p:nvPr/>
        </p:nvSpPr>
        <p:spPr>
          <a:xfrm>
            <a:off x="4267200" y="2895600"/>
            <a:ext cx="45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914400"/>
            <a:ext cx="4419600" cy="530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triads concern relations among social actors, most often they are studied using a social network formalization. Indeed, triads have been at the heart of theoretical and methodological advances in social network research for nearly half a century. Triads are implicated in many social network theories…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introduced in papers by 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Davis (1970, 1977, 1979)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Holland and Leinhardt (1970, 1971, 1972, 1973, 1976, 1979)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elaborated in the work of 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Johnsen (1985, 1986, 1989a, 1989b, 1998)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global structural patterns imply the presence and absence of specific triadic configurations, just as the occurrence and nonoccurrence of specific triadic patterns imply specific global structural configurations.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 triad census is useful for evaluating theories about linkage between local processes and global structures because some theoretical global structures are contradicted by specific configurations of triads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Such a global theory is evaluated by examining empirical networks for substantial occurrence of triads inconsistent with the theory.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1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</a:t>
            </a:r>
            <a:r>
              <a:rPr b="0" i="0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of the triadic structure is accounted for by nodal and dyadic properties? This paper provides an answer to that question and shows that more than 90% of the triadic structure in a collection of diverse social networks is accounted for by lower-order properties. The implications of this result are far-reaching. If a substantial portion of triadic structure is explained by nodal and dyadic features, then the theoretical and methodological importance of </a:t>
            </a:r>
            <a:r>
              <a:rPr b="0" i="1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triadic</a:t>
            </a:r>
            <a:r>
              <a:rPr b="0" i="0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properties and processes are brought into question.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533400" y="990600"/>
            <a:ext cx="8075536" cy="4038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457200"/>
            <a:ext cx="8458200" cy="579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2590800"/>
            <a:ext cx="1905000" cy="89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4953000"/>
            <a:ext cx="330303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400" y="838200"/>
            <a:ext cx="528066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2200" y="4114800"/>
            <a:ext cx="2514600" cy="64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9200" y="5943600"/>
            <a:ext cx="7311571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381000"/>
            <a:ext cx="3929204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Bonacich and Lloyd (2004)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32"/>
          <p:cNvGrpSpPr/>
          <p:nvPr/>
        </p:nvGrpSpPr>
        <p:grpSpPr>
          <a:xfrm>
            <a:off x="609600" y="2133600"/>
            <a:ext cx="8578162" cy="3299155"/>
            <a:chOff x="0" y="0"/>
            <a:chExt cx="3281925" cy="2650775"/>
          </a:xfrm>
        </p:grpSpPr>
        <p:sp>
          <p:nvSpPr>
            <p:cNvPr id="202" name="Google Shape;202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166600" y="54550"/>
              <a:ext cx="601775" cy="164875"/>
            </a:xfrm>
            <a:custGeom>
              <a:rect b="b" l="l" r="r" t="t"/>
              <a:pathLst>
                <a:path extrusionOk="0" h="6595" w="24071">
                  <a:moveTo>
                    <a:pt x="792" y="762"/>
                  </a:moveTo>
                  <a:cubicBezTo>
                    <a:pt x="948" y="762"/>
                    <a:pt x="1065" y="824"/>
                    <a:pt x="1141" y="949"/>
                  </a:cubicBezTo>
                  <a:cubicBezTo>
                    <a:pt x="1217" y="1073"/>
                    <a:pt x="1256" y="1260"/>
                    <a:pt x="1256" y="1511"/>
                  </a:cubicBezTo>
                  <a:cubicBezTo>
                    <a:pt x="1256" y="1764"/>
                    <a:pt x="1217" y="1952"/>
                    <a:pt x="1141" y="2075"/>
                  </a:cubicBezTo>
                  <a:cubicBezTo>
                    <a:pt x="1065" y="2198"/>
                    <a:pt x="948" y="2260"/>
                    <a:pt x="792" y="2260"/>
                  </a:cubicBezTo>
                  <a:lnTo>
                    <a:pt x="320" y="2260"/>
                  </a:lnTo>
                  <a:lnTo>
                    <a:pt x="320" y="762"/>
                  </a:lnTo>
                  <a:close/>
                  <a:moveTo>
                    <a:pt x="11653" y="1880"/>
                  </a:moveTo>
                  <a:cubicBezTo>
                    <a:pt x="11797" y="1880"/>
                    <a:pt x="11912" y="1980"/>
                    <a:pt x="11999" y="2180"/>
                  </a:cubicBezTo>
                  <a:cubicBezTo>
                    <a:pt x="12086" y="2379"/>
                    <a:pt x="12130" y="2647"/>
                    <a:pt x="12132" y="2982"/>
                  </a:cubicBezTo>
                  <a:lnTo>
                    <a:pt x="11095" y="2985"/>
                  </a:lnTo>
                  <a:cubicBezTo>
                    <a:pt x="11110" y="2634"/>
                    <a:pt x="11166" y="2363"/>
                    <a:pt x="11264" y="2170"/>
                  </a:cubicBezTo>
                  <a:cubicBezTo>
                    <a:pt x="11361" y="1977"/>
                    <a:pt x="11491" y="1880"/>
                    <a:pt x="11653" y="1880"/>
                  </a:cubicBezTo>
                  <a:close/>
                  <a:moveTo>
                    <a:pt x="17996" y="1880"/>
                  </a:moveTo>
                  <a:cubicBezTo>
                    <a:pt x="18140" y="1880"/>
                    <a:pt x="18255" y="1980"/>
                    <a:pt x="18342" y="2180"/>
                  </a:cubicBezTo>
                  <a:cubicBezTo>
                    <a:pt x="18429" y="2379"/>
                    <a:pt x="18473" y="2647"/>
                    <a:pt x="18475" y="2982"/>
                  </a:cubicBezTo>
                  <a:lnTo>
                    <a:pt x="17438" y="2985"/>
                  </a:lnTo>
                  <a:cubicBezTo>
                    <a:pt x="17453" y="2634"/>
                    <a:pt x="17509" y="2363"/>
                    <a:pt x="17607" y="2170"/>
                  </a:cubicBezTo>
                  <a:cubicBezTo>
                    <a:pt x="17704" y="1977"/>
                    <a:pt x="17834" y="1880"/>
                    <a:pt x="17996" y="1880"/>
                  </a:cubicBezTo>
                  <a:close/>
                  <a:moveTo>
                    <a:pt x="832" y="2805"/>
                  </a:moveTo>
                  <a:cubicBezTo>
                    <a:pt x="1004" y="2805"/>
                    <a:pt x="1131" y="2879"/>
                    <a:pt x="1214" y="3026"/>
                  </a:cubicBezTo>
                  <a:cubicBezTo>
                    <a:pt x="1296" y="3174"/>
                    <a:pt x="1338" y="3403"/>
                    <a:pt x="1338" y="3714"/>
                  </a:cubicBezTo>
                  <a:cubicBezTo>
                    <a:pt x="1338" y="4022"/>
                    <a:pt x="1296" y="4251"/>
                    <a:pt x="1214" y="4401"/>
                  </a:cubicBezTo>
                  <a:cubicBezTo>
                    <a:pt x="1131" y="4550"/>
                    <a:pt x="1004" y="4625"/>
                    <a:pt x="832" y="4625"/>
                  </a:cubicBezTo>
                  <a:lnTo>
                    <a:pt x="320" y="4625"/>
                  </a:lnTo>
                  <a:lnTo>
                    <a:pt x="320" y="2805"/>
                  </a:lnTo>
                  <a:close/>
                  <a:moveTo>
                    <a:pt x="19930" y="1880"/>
                  </a:moveTo>
                  <a:cubicBezTo>
                    <a:pt x="20085" y="1880"/>
                    <a:pt x="20207" y="2009"/>
                    <a:pt x="20298" y="2268"/>
                  </a:cubicBezTo>
                  <a:cubicBezTo>
                    <a:pt x="20389" y="2526"/>
                    <a:pt x="20434" y="2876"/>
                    <a:pt x="20434" y="3318"/>
                  </a:cubicBezTo>
                  <a:cubicBezTo>
                    <a:pt x="20434" y="3761"/>
                    <a:pt x="20389" y="4112"/>
                    <a:pt x="20298" y="4369"/>
                  </a:cubicBezTo>
                  <a:cubicBezTo>
                    <a:pt x="20207" y="4626"/>
                    <a:pt x="20085" y="4755"/>
                    <a:pt x="19930" y="4755"/>
                  </a:cubicBezTo>
                  <a:cubicBezTo>
                    <a:pt x="19773" y="4755"/>
                    <a:pt x="19649" y="4627"/>
                    <a:pt x="19559" y="4371"/>
                  </a:cubicBezTo>
                  <a:cubicBezTo>
                    <a:pt x="19469" y="4114"/>
                    <a:pt x="19424" y="3763"/>
                    <a:pt x="19424" y="3318"/>
                  </a:cubicBezTo>
                  <a:cubicBezTo>
                    <a:pt x="19424" y="2872"/>
                    <a:pt x="19469" y="2521"/>
                    <a:pt x="19560" y="2265"/>
                  </a:cubicBezTo>
                  <a:cubicBezTo>
                    <a:pt x="19650" y="2008"/>
                    <a:pt x="19774" y="1880"/>
                    <a:pt x="19930" y="1880"/>
                  </a:cubicBezTo>
                  <a:close/>
                  <a:moveTo>
                    <a:pt x="3303" y="3304"/>
                  </a:moveTo>
                  <a:lnTo>
                    <a:pt x="3303" y="3441"/>
                  </a:lnTo>
                  <a:cubicBezTo>
                    <a:pt x="3303" y="3840"/>
                    <a:pt x="3254" y="4160"/>
                    <a:pt x="3156" y="4401"/>
                  </a:cubicBezTo>
                  <a:cubicBezTo>
                    <a:pt x="3059" y="4641"/>
                    <a:pt x="2930" y="4762"/>
                    <a:pt x="2768" y="4762"/>
                  </a:cubicBezTo>
                  <a:cubicBezTo>
                    <a:pt x="2651" y="4762"/>
                    <a:pt x="2559" y="4698"/>
                    <a:pt x="2491" y="4570"/>
                  </a:cubicBezTo>
                  <a:cubicBezTo>
                    <a:pt x="2423" y="4443"/>
                    <a:pt x="2389" y="4270"/>
                    <a:pt x="2389" y="4053"/>
                  </a:cubicBezTo>
                  <a:cubicBezTo>
                    <a:pt x="2389" y="3780"/>
                    <a:pt x="2434" y="3587"/>
                    <a:pt x="2525" y="3474"/>
                  </a:cubicBezTo>
                  <a:cubicBezTo>
                    <a:pt x="2615" y="3361"/>
                    <a:pt x="2778" y="3304"/>
                    <a:pt x="3013" y="3304"/>
                  </a:cubicBezTo>
                  <a:close/>
                  <a:moveTo>
                    <a:pt x="6187" y="3304"/>
                  </a:moveTo>
                  <a:lnTo>
                    <a:pt x="6187" y="3441"/>
                  </a:lnTo>
                  <a:cubicBezTo>
                    <a:pt x="6187" y="3840"/>
                    <a:pt x="6138" y="4160"/>
                    <a:pt x="6040" y="4401"/>
                  </a:cubicBezTo>
                  <a:cubicBezTo>
                    <a:pt x="5943" y="4641"/>
                    <a:pt x="5814" y="4762"/>
                    <a:pt x="5652" y="4762"/>
                  </a:cubicBezTo>
                  <a:cubicBezTo>
                    <a:pt x="5535" y="4762"/>
                    <a:pt x="5443" y="4698"/>
                    <a:pt x="5375" y="4570"/>
                  </a:cubicBezTo>
                  <a:cubicBezTo>
                    <a:pt x="5307" y="4443"/>
                    <a:pt x="5273" y="4270"/>
                    <a:pt x="5273" y="4053"/>
                  </a:cubicBezTo>
                  <a:cubicBezTo>
                    <a:pt x="5273" y="3780"/>
                    <a:pt x="5318" y="3587"/>
                    <a:pt x="5409" y="3474"/>
                  </a:cubicBezTo>
                  <a:cubicBezTo>
                    <a:pt x="5499" y="3361"/>
                    <a:pt x="5662" y="3304"/>
                    <a:pt x="5897" y="3304"/>
                  </a:cubicBezTo>
                  <a:close/>
                  <a:moveTo>
                    <a:pt x="0" y="210"/>
                  </a:moveTo>
                  <a:lnTo>
                    <a:pt x="0" y="5177"/>
                  </a:lnTo>
                  <a:lnTo>
                    <a:pt x="848" y="5177"/>
                  </a:lnTo>
                  <a:cubicBezTo>
                    <a:pt x="1112" y="5177"/>
                    <a:pt x="1316" y="5057"/>
                    <a:pt x="1459" y="4815"/>
                  </a:cubicBezTo>
                  <a:cubicBezTo>
                    <a:pt x="1603" y="4573"/>
                    <a:pt x="1674" y="4230"/>
                    <a:pt x="1674" y="3787"/>
                  </a:cubicBezTo>
                  <a:cubicBezTo>
                    <a:pt x="1674" y="3450"/>
                    <a:pt x="1631" y="3168"/>
                    <a:pt x="1544" y="2943"/>
                  </a:cubicBezTo>
                  <a:cubicBezTo>
                    <a:pt x="1457" y="2718"/>
                    <a:pt x="1335" y="2570"/>
                    <a:pt x="1178" y="2499"/>
                  </a:cubicBezTo>
                  <a:cubicBezTo>
                    <a:pt x="1309" y="2455"/>
                    <a:pt x="1408" y="2343"/>
                    <a:pt x="1475" y="2163"/>
                  </a:cubicBezTo>
                  <a:cubicBezTo>
                    <a:pt x="1543" y="1983"/>
                    <a:pt x="1576" y="1742"/>
                    <a:pt x="1576" y="1438"/>
                  </a:cubicBezTo>
                  <a:cubicBezTo>
                    <a:pt x="1576" y="1045"/>
                    <a:pt x="1511" y="742"/>
                    <a:pt x="1379" y="529"/>
                  </a:cubicBezTo>
                  <a:cubicBezTo>
                    <a:pt x="1247" y="316"/>
                    <a:pt x="1059" y="210"/>
                    <a:pt x="816" y="210"/>
                  </a:cubicBezTo>
                  <a:close/>
                  <a:moveTo>
                    <a:pt x="4193" y="0"/>
                  </a:moveTo>
                  <a:lnTo>
                    <a:pt x="4193" y="5177"/>
                  </a:lnTo>
                  <a:lnTo>
                    <a:pt x="4483" y="5177"/>
                  </a:lnTo>
                  <a:lnTo>
                    <a:pt x="4483" y="0"/>
                  </a:lnTo>
                  <a:close/>
                  <a:moveTo>
                    <a:pt x="7930" y="1361"/>
                  </a:moveTo>
                  <a:cubicBezTo>
                    <a:pt x="7807" y="1361"/>
                    <a:pt x="7698" y="1417"/>
                    <a:pt x="7604" y="1528"/>
                  </a:cubicBezTo>
                  <a:cubicBezTo>
                    <a:pt x="7510" y="1638"/>
                    <a:pt x="7428" y="1806"/>
                    <a:pt x="7358" y="2030"/>
                  </a:cubicBezTo>
                  <a:lnTo>
                    <a:pt x="7358" y="1451"/>
                  </a:lnTo>
                  <a:lnTo>
                    <a:pt x="7066" y="1451"/>
                  </a:lnTo>
                  <a:lnTo>
                    <a:pt x="7066" y="5177"/>
                  </a:lnTo>
                  <a:lnTo>
                    <a:pt x="7358" y="5177"/>
                  </a:lnTo>
                  <a:lnTo>
                    <a:pt x="7358" y="3071"/>
                  </a:lnTo>
                  <a:cubicBezTo>
                    <a:pt x="7358" y="2708"/>
                    <a:pt x="7403" y="2420"/>
                    <a:pt x="7494" y="2210"/>
                  </a:cubicBezTo>
                  <a:cubicBezTo>
                    <a:pt x="7585" y="1999"/>
                    <a:pt x="7708" y="1894"/>
                    <a:pt x="7865" y="1894"/>
                  </a:cubicBezTo>
                  <a:cubicBezTo>
                    <a:pt x="7996" y="1894"/>
                    <a:pt x="8094" y="1981"/>
                    <a:pt x="8160" y="2156"/>
                  </a:cubicBezTo>
                  <a:cubicBezTo>
                    <a:pt x="8225" y="2332"/>
                    <a:pt x="8258" y="2596"/>
                    <a:pt x="8258" y="2948"/>
                  </a:cubicBezTo>
                  <a:lnTo>
                    <a:pt x="8258" y="5177"/>
                  </a:lnTo>
                  <a:lnTo>
                    <a:pt x="8548" y="5177"/>
                  </a:lnTo>
                  <a:lnTo>
                    <a:pt x="8548" y="2928"/>
                  </a:lnTo>
                  <a:cubicBezTo>
                    <a:pt x="8548" y="2414"/>
                    <a:pt x="8496" y="2024"/>
                    <a:pt x="8392" y="1759"/>
                  </a:cubicBezTo>
                  <a:cubicBezTo>
                    <a:pt x="8288" y="1494"/>
                    <a:pt x="8134" y="1361"/>
                    <a:pt x="7930" y="1361"/>
                  </a:cubicBezTo>
                  <a:close/>
                  <a:moveTo>
                    <a:pt x="13925" y="393"/>
                  </a:moveTo>
                  <a:lnTo>
                    <a:pt x="13925" y="1451"/>
                  </a:lnTo>
                  <a:lnTo>
                    <a:pt x="13711" y="1451"/>
                  </a:lnTo>
                  <a:lnTo>
                    <a:pt x="13711" y="1927"/>
                  </a:lnTo>
                  <a:lnTo>
                    <a:pt x="13925" y="1927"/>
                  </a:lnTo>
                  <a:lnTo>
                    <a:pt x="13925" y="3950"/>
                  </a:lnTo>
                  <a:cubicBezTo>
                    <a:pt x="13925" y="4416"/>
                    <a:pt x="13968" y="4737"/>
                    <a:pt x="14053" y="4913"/>
                  </a:cubicBezTo>
                  <a:cubicBezTo>
                    <a:pt x="14138" y="5089"/>
                    <a:pt x="14293" y="5177"/>
                    <a:pt x="14518" y="5177"/>
                  </a:cubicBezTo>
                  <a:lnTo>
                    <a:pt x="14817" y="5177"/>
                  </a:lnTo>
                  <a:lnTo>
                    <a:pt x="14817" y="4665"/>
                  </a:lnTo>
                  <a:lnTo>
                    <a:pt x="14518" y="4665"/>
                  </a:lnTo>
                  <a:cubicBezTo>
                    <a:pt x="14397" y="4665"/>
                    <a:pt x="14316" y="4622"/>
                    <a:pt x="14277" y="4535"/>
                  </a:cubicBezTo>
                  <a:cubicBezTo>
                    <a:pt x="14237" y="4449"/>
                    <a:pt x="14217" y="4254"/>
                    <a:pt x="14217" y="3950"/>
                  </a:cubicBezTo>
                  <a:lnTo>
                    <a:pt x="14217" y="1927"/>
                  </a:lnTo>
                  <a:lnTo>
                    <a:pt x="14817" y="1927"/>
                  </a:lnTo>
                  <a:lnTo>
                    <a:pt x="14817" y="1451"/>
                  </a:lnTo>
                  <a:lnTo>
                    <a:pt x="14217" y="1451"/>
                  </a:lnTo>
                  <a:lnTo>
                    <a:pt x="14217" y="393"/>
                  </a:lnTo>
                  <a:close/>
                  <a:moveTo>
                    <a:pt x="15189" y="0"/>
                  </a:moveTo>
                  <a:lnTo>
                    <a:pt x="15189" y="5177"/>
                  </a:lnTo>
                  <a:lnTo>
                    <a:pt x="15481" y="5177"/>
                  </a:lnTo>
                  <a:lnTo>
                    <a:pt x="15481" y="3071"/>
                  </a:lnTo>
                  <a:cubicBezTo>
                    <a:pt x="15481" y="2708"/>
                    <a:pt x="15526" y="2420"/>
                    <a:pt x="15617" y="2210"/>
                  </a:cubicBezTo>
                  <a:cubicBezTo>
                    <a:pt x="15708" y="1999"/>
                    <a:pt x="15831" y="1894"/>
                    <a:pt x="15988" y="1894"/>
                  </a:cubicBezTo>
                  <a:cubicBezTo>
                    <a:pt x="16119" y="1894"/>
                    <a:pt x="16217" y="1981"/>
                    <a:pt x="16283" y="2156"/>
                  </a:cubicBezTo>
                  <a:cubicBezTo>
                    <a:pt x="16348" y="2332"/>
                    <a:pt x="16381" y="2596"/>
                    <a:pt x="16381" y="2948"/>
                  </a:cubicBezTo>
                  <a:lnTo>
                    <a:pt x="16381" y="5177"/>
                  </a:lnTo>
                  <a:lnTo>
                    <a:pt x="16671" y="5177"/>
                  </a:lnTo>
                  <a:lnTo>
                    <a:pt x="16671" y="2928"/>
                  </a:lnTo>
                  <a:cubicBezTo>
                    <a:pt x="16671" y="2414"/>
                    <a:pt x="16619" y="2024"/>
                    <a:pt x="16515" y="1759"/>
                  </a:cubicBezTo>
                  <a:cubicBezTo>
                    <a:pt x="16411" y="1494"/>
                    <a:pt x="16257" y="1361"/>
                    <a:pt x="16053" y="1361"/>
                  </a:cubicBezTo>
                  <a:cubicBezTo>
                    <a:pt x="15930" y="1361"/>
                    <a:pt x="15821" y="1417"/>
                    <a:pt x="15727" y="1528"/>
                  </a:cubicBezTo>
                  <a:cubicBezTo>
                    <a:pt x="15633" y="1638"/>
                    <a:pt x="15551" y="1806"/>
                    <a:pt x="15481" y="2030"/>
                  </a:cubicBezTo>
                  <a:lnTo>
                    <a:pt x="15481" y="0"/>
                  </a:lnTo>
                  <a:close/>
                  <a:moveTo>
                    <a:pt x="22102" y="1361"/>
                  </a:moveTo>
                  <a:cubicBezTo>
                    <a:pt x="21962" y="1361"/>
                    <a:pt x="21843" y="1416"/>
                    <a:pt x="21745" y="1526"/>
                  </a:cubicBezTo>
                  <a:cubicBezTo>
                    <a:pt x="21647" y="1636"/>
                    <a:pt x="21567" y="1804"/>
                    <a:pt x="21506" y="2030"/>
                  </a:cubicBezTo>
                  <a:lnTo>
                    <a:pt x="21506" y="1451"/>
                  </a:lnTo>
                  <a:lnTo>
                    <a:pt x="21214" y="1451"/>
                  </a:lnTo>
                  <a:lnTo>
                    <a:pt x="21214" y="5177"/>
                  </a:lnTo>
                  <a:lnTo>
                    <a:pt x="21506" y="5177"/>
                  </a:lnTo>
                  <a:lnTo>
                    <a:pt x="21506" y="3214"/>
                  </a:lnTo>
                  <a:cubicBezTo>
                    <a:pt x="21506" y="2793"/>
                    <a:pt x="21550" y="2470"/>
                    <a:pt x="21638" y="2245"/>
                  </a:cubicBezTo>
                  <a:cubicBezTo>
                    <a:pt x="21726" y="2019"/>
                    <a:pt x="21852" y="1907"/>
                    <a:pt x="22017" y="1907"/>
                  </a:cubicBezTo>
                  <a:cubicBezTo>
                    <a:pt x="22063" y="1907"/>
                    <a:pt x="22105" y="1916"/>
                    <a:pt x="22144" y="1935"/>
                  </a:cubicBezTo>
                  <a:cubicBezTo>
                    <a:pt x="22182" y="1954"/>
                    <a:pt x="22218" y="1983"/>
                    <a:pt x="22251" y="2023"/>
                  </a:cubicBezTo>
                  <a:lnTo>
                    <a:pt x="22249" y="1394"/>
                  </a:lnTo>
                  <a:cubicBezTo>
                    <a:pt x="22220" y="1383"/>
                    <a:pt x="22193" y="1375"/>
                    <a:pt x="22168" y="1370"/>
                  </a:cubicBezTo>
                  <a:cubicBezTo>
                    <a:pt x="22144" y="1364"/>
                    <a:pt x="22122" y="1361"/>
                    <a:pt x="22102" y="1361"/>
                  </a:cubicBezTo>
                  <a:close/>
                  <a:moveTo>
                    <a:pt x="2830" y="1361"/>
                  </a:moveTo>
                  <a:cubicBezTo>
                    <a:pt x="2735" y="1361"/>
                    <a:pt x="2638" y="1383"/>
                    <a:pt x="2537" y="1426"/>
                  </a:cubicBezTo>
                  <a:cubicBezTo>
                    <a:pt x="2437" y="1469"/>
                    <a:pt x="2334" y="1534"/>
                    <a:pt x="2228" y="1621"/>
                  </a:cubicBezTo>
                  <a:lnTo>
                    <a:pt x="2228" y="2186"/>
                  </a:lnTo>
                  <a:cubicBezTo>
                    <a:pt x="2316" y="2084"/>
                    <a:pt x="2408" y="2008"/>
                    <a:pt x="2504" y="1957"/>
                  </a:cubicBezTo>
                  <a:cubicBezTo>
                    <a:pt x="2600" y="1906"/>
                    <a:pt x="2699" y="1880"/>
                    <a:pt x="2800" y="1880"/>
                  </a:cubicBezTo>
                  <a:cubicBezTo>
                    <a:pt x="2959" y="1880"/>
                    <a:pt x="3083" y="1957"/>
                    <a:pt x="3171" y="2111"/>
                  </a:cubicBezTo>
                  <a:cubicBezTo>
                    <a:pt x="3259" y="2266"/>
                    <a:pt x="3303" y="2484"/>
                    <a:pt x="3303" y="2765"/>
                  </a:cubicBezTo>
                  <a:lnTo>
                    <a:pt x="3303" y="2825"/>
                  </a:lnTo>
                  <a:lnTo>
                    <a:pt x="2895" y="2825"/>
                  </a:lnTo>
                  <a:cubicBezTo>
                    <a:pt x="2630" y="2825"/>
                    <a:pt x="2431" y="2932"/>
                    <a:pt x="2298" y="3145"/>
                  </a:cubicBezTo>
                  <a:cubicBezTo>
                    <a:pt x="2165" y="3358"/>
                    <a:pt x="2098" y="3674"/>
                    <a:pt x="2098" y="4093"/>
                  </a:cubicBezTo>
                  <a:cubicBezTo>
                    <a:pt x="2098" y="4452"/>
                    <a:pt x="2151" y="4739"/>
                    <a:pt x="2258" y="4953"/>
                  </a:cubicBezTo>
                  <a:cubicBezTo>
                    <a:pt x="2365" y="5167"/>
                    <a:pt x="2510" y="5274"/>
                    <a:pt x="2691" y="5274"/>
                  </a:cubicBezTo>
                  <a:cubicBezTo>
                    <a:pt x="2834" y="5274"/>
                    <a:pt x="2955" y="5220"/>
                    <a:pt x="3054" y="5113"/>
                  </a:cubicBezTo>
                  <a:cubicBezTo>
                    <a:pt x="3153" y="5005"/>
                    <a:pt x="3236" y="4838"/>
                    <a:pt x="3303" y="4612"/>
                  </a:cubicBezTo>
                  <a:lnTo>
                    <a:pt x="3303" y="5177"/>
                  </a:lnTo>
                  <a:lnTo>
                    <a:pt x="3594" y="5177"/>
                  </a:lnTo>
                  <a:lnTo>
                    <a:pt x="3594" y="3051"/>
                  </a:lnTo>
                  <a:cubicBezTo>
                    <a:pt x="3594" y="2484"/>
                    <a:pt x="3530" y="2060"/>
                    <a:pt x="3404" y="1780"/>
                  </a:cubicBezTo>
                  <a:cubicBezTo>
                    <a:pt x="3277" y="1501"/>
                    <a:pt x="3086" y="1361"/>
                    <a:pt x="2830" y="1361"/>
                  </a:cubicBezTo>
                  <a:close/>
                  <a:moveTo>
                    <a:pt x="5714" y="1361"/>
                  </a:moveTo>
                  <a:cubicBezTo>
                    <a:pt x="5619" y="1361"/>
                    <a:pt x="5522" y="1383"/>
                    <a:pt x="5421" y="1426"/>
                  </a:cubicBezTo>
                  <a:cubicBezTo>
                    <a:pt x="5321" y="1469"/>
                    <a:pt x="5218" y="1534"/>
                    <a:pt x="5112" y="1621"/>
                  </a:cubicBezTo>
                  <a:lnTo>
                    <a:pt x="5112" y="2186"/>
                  </a:lnTo>
                  <a:cubicBezTo>
                    <a:pt x="5200" y="2084"/>
                    <a:pt x="5292" y="2008"/>
                    <a:pt x="5388" y="1957"/>
                  </a:cubicBezTo>
                  <a:cubicBezTo>
                    <a:pt x="5484" y="1906"/>
                    <a:pt x="5583" y="1880"/>
                    <a:pt x="5684" y="1880"/>
                  </a:cubicBezTo>
                  <a:cubicBezTo>
                    <a:pt x="5843" y="1880"/>
                    <a:pt x="5967" y="1957"/>
                    <a:pt x="6055" y="2111"/>
                  </a:cubicBezTo>
                  <a:cubicBezTo>
                    <a:pt x="6143" y="2266"/>
                    <a:pt x="6187" y="2484"/>
                    <a:pt x="6187" y="2765"/>
                  </a:cubicBezTo>
                  <a:lnTo>
                    <a:pt x="6187" y="2825"/>
                  </a:lnTo>
                  <a:lnTo>
                    <a:pt x="5779" y="2825"/>
                  </a:lnTo>
                  <a:cubicBezTo>
                    <a:pt x="5514" y="2825"/>
                    <a:pt x="5315" y="2932"/>
                    <a:pt x="5182" y="3145"/>
                  </a:cubicBezTo>
                  <a:cubicBezTo>
                    <a:pt x="5049" y="3358"/>
                    <a:pt x="4982" y="3674"/>
                    <a:pt x="4982" y="4093"/>
                  </a:cubicBezTo>
                  <a:cubicBezTo>
                    <a:pt x="4982" y="4452"/>
                    <a:pt x="5035" y="4739"/>
                    <a:pt x="5142" y="4953"/>
                  </a:cubicBezTo>
                  <a:cubicBezTo>
                    <a:pt x="5249" y="5167"/>
                    <a:pt x="5394" y="5274"/>
                    <a:pt x="5575" y="5274"/>
                  </a:cubicBezTo>
                  <a:cubicBezTo>
                    <a:pt x="5718" y="5274"/>
                    <a:pt x="5839" y="5220"/>
                    <a:pt x="5938" y="5113"/>
                  </a:cubicBezTo>
                  <a:cubicBezTo>
                    <a:pt x="6037" y="5005"/>
                    <a:pt x="6120" y="4838"/>
                    <a:pt x="6187" y="4612"/>
                  </a:cubicBezTo>
                  <a:lnTo>
                    <a:pt x="6187" y="5177"/>
                  </a:lnTo>
                  <a:lnTo>
                    <a:pt x="6478" y="5177"/>
                  </a:lnTo>
                  <a:lnTo>
                    <a:pt x="6478" y="3051"/>
                  </a:lnTo>
                  <a:cubicBezTo>
                    <a:pt x="6478" y="2484"/>
                    <a:pt x="6414" y="2060"/>
                    <a:pt x="6288" y="1780"/>
                  </a:cubicBezTo>
                  <a:cubicBezTo>
                    <a:pt x="6161" y="1501"/>
                    <a:pt x="5970" y="1361"/>
                    <a:pt x="5714" y="1361"/>
                  </a:cubicBezTo>
                  <a:close/>
                  <a:moveTo>
                    <a:pt x="9892" y="1361"/>
                  </a:moveTo>
                  <a:cubicBezTo>
                    <a:pt x="9616" y="1361"/>
                    <a:pt x="9399" y="1535"/>
                    <a:pt x="9240" y="1884"/>
                  </a:cubicBezTo>
                  <a:cubicBezTo>
                    <a:pt x="9081" y="2232"/>
                    <a:pt x="9002" y="2710"/>
                    <a:pt x="9002" y="3318"/>
                  </a:cubicBezTo>
                  <a:cubicBezTo>
                    <a:pt x="9002" y="3916"/>
                    <a:pt x="9081" y="4392"/>
                    <a:pt x="9238" y="4745"/>
                  </a:cubicBezTo>
                  <a:cubicBezTo>
                    <a:pt x="9395" y="5098"/>
                    <a:pt x="9607" y="5274"/>
                    <a:pt x="9873" y="5274"/>
                  </a:cubicBezTo>
                  <a:cubicBezTo>
                    <a:pt x="9971" y="5274"/>
                    <a:pt x="10064" y="5254"/>
                    <a:pt x="10151" y="5214"/>
                  </a:cubicBezTo>
                  <a:cubicBezTo>
                    <a:pt x="10238" y="5174"/>
                    <a:pt x="10322" y="5114"/>
                    <a:pt x="10403" y="5034"/>
                  </a:cubicBezTo>
                  <a:lnTo>
                    <a:pt x="10403" y="4469"/>
                  </a:lnTo>
                  <a:cubicBezTo>
                    <a:pt x="10321" y="4564"/>
                    <a:pt x="10238" y="4636"/>
                    <a:pt x="10155" y="4683"/>
                  </a:cubicBezTo>
                  <a:cubicBezTo>
                    <a:pt x="10073" y="4731"/>
                    <a:pt x="9989" y="4755"/>
                    <a:pt x="9905" y="4755"/>
                  </a:cubicBezTo>
                  <a:cubicBezTo>
                    <a:pt x="9716" y="4755"/>
                    <a:pt x="9570" y="4629"/>
                    <a:pt x="9465" y="4377"/>
                  </a:cubicBezTo>
                  <a:cubicBezTo>
                    <a:pt x="9361" y="4126"/>
                    <a:pt x="9309" y="3772"/>
                    <a:pt x="9309" y="3318"/>
                  </a:cubicBezTo>
                  <a:cubicBezTo>
                    <a:pt x="9309" y="2863"/>
                    <a:pt x="9361" y="2510"/>
                    <a:pt x="9465" y="2258"/>
                  </a:cubicBezTo>
                  <a:cubicBezTo>
                    <a:pt x="9570" y="2006"/>
                    <a:pt x="9716" y="1880"/>
                    <a:pt x="9905" y="1880"/>
                  </a:cubicBezTo>
                  <a:cubicBezTo>
                    <a:pt x="9989" y="1880"/>
                    <a:pt x="10073" y="1904"/>
                    <a:pt x="10155" y="1952"/>
                  </a:cubicBezTo>
                  <a:cubicBezTo>
                    <a:pt x="10238" y="1999"/>
                    <a:pt x="10321" y="2071"/>
                    <a:pt x="10403" y="2166"/>
                  </a:cubicBezTo>
                  <a:lnTo>
                    <a:pt x="10403" y="1594"/>
                  </a:lnTo>
                  <a:cubicBezTo>
                    <a:pt x="10323" y="1516"/>
                    <a:pt x="10240" y="1458"/>
                    <a:pt x="10155" y="1419"/>
                  </a:cubicBezTo>
                  <a:cubicBezTo>
                    <a:pt x="10069" y="1381"/>
                    <a:pt x="9982" y="1361"/>
                    <a:pt x="9892" y="1361"/>
                  </a:cubicBezTo>
                  <a:close/>
                  <a:moveTo>
                    <a:pt x="11650" y="1361"/>
                  </a:moveTo>
                  <a:cubicBezTo>
                    <a:pt x="11384" y="1361"/>
                    <a:pt x="11173" y="1540"/>
                    <a:pt x="11017" y="1899"/>
                  </a:cubicBezTo>
                  <a:cubicBezTo>
                    <a:pt x="10860" y="2257"/>
                    <a:pt x="10782" y="2741"/>
                    <a:pt x="10782" y="3351"/>
                  </a:cubicBezTo>
                  <a:cubicBezTo>
                    <a:pt x="10782" y="3941"/>
                    <a:pt x="10865" y="4409"/>
                    <a:pt x="11030" y="4755"/>
                  </a:cubicBezTo>
                  <a:cubicBezTo>
                    <a:pt x="11194" y="5101"/>
                    <a:pt x="11418" y="5274"/>
                    <a:pt x="11701" y="5274"/>
                  </a:cubicBezTo>
                  <a:cubicBezTo>
                    <a:pt x="11813" y="5274"/>
                    <a:pt x="11925" y="5250"/>
                    <a:pt x="12034" y="5201"/>
                  </a:cubicBezTo>
                  <a:cubicBezTo>
                    <a:pt x="12144" y="5152"/>
                    <a:pt x="12251" y="5081"/>
                    <a:pt x="12355" y="4988"/>
                  </a:cubicBezTo>
                  <a:lnTo>
                    <a:pt x="12355" y="4409"/>
                  </a:lnTo>
                  <a:cubicBezTo>
                    <a:pt x="12252" y="4524"/>
                    <a:pt x="12148" y="4611"/>
                    <a:pt x="12043" y="4668"/>
                  </a:cubicBezTo>
                  <a:cubicBezTo>
                    <a:pt x="11938" y="4726"/>
                    <a:pt x="11830" y="4755"/>
                    <a:pt x="11718" y="4755"/>
                  </a:cubicBezTo>
                  <a:cubicBezTo>
                    <a:pt x="11525" y="4755"/>
                    <a:pt x="11375" y="4645"/>
                    <a:pt x="11267" y="4424"/>
                  </a:cubicBezTo>
                  <a:cubicBezTo>
                    <a:pt x="11159" y="4203"/>
                    <a:pt x="11098" y="3882"/>
                    <a:pt x="11086" y="3461"/>
                  </a:cubicBezTo>
                  <a:lnTo>
                    <a:pt x="12423" y="3461"/>
                  </a:lnTo>
                  <a:lnTo>
                    <a:pt x="12423" y="3161"/>
                  </a:lnTo>
                  <a:cubicBezTo>
                    <a:pt x="12423" y="2607"/>
                    <a:pt x="12354" y="2168"/>
                    <a:pt x="12215" y="1845"/>
                  </a:cubicBezTo>
                  <a:cubicBezTo>
                    <a:pt x="12077" y="1523"/>
                    <a:pt x="11888" y="1361"/>
                    <a:pt x="11650" y="1361"/>
                  </a:cubicBezTo>
                  <a:close/>
                  <a:moveTo>
                    <a:pt x="17993" y="1361"/>
                  </a:moveTo>
                  <a:cubicBezTo>
                    <a:pt x="17727" y="1361"/>
                    <a:pt x="17516" y="1540"/>
                    <a:pt x="17360" y="1899"/>
                  </a:cubicBezTo>
                  <a:cubicBezTo>
                    <a:pt x="17203" y="2257"/>
                    <a:pt x="17125" y="2741"/>
                    <a:pt x="17125" y="3351"/>
                  </a:cubicBezTo>
                  <a:cubicBezTo>
                    <a:pt x="17125" y="3941"/>
                    <a:pt x="17208" y="4409"/>
                    <a:pt x="17373" y="4755"/>
                  </a:cubicBezTo>
                  <a:cubicBezTo>
                    <a:pt x="17537" y="5101"/>
                    <a:pt x="17761" y="5274"/>
                    <a:pt x="18044" y="5274"/>
                  </a:cubicBezTo>
                  <a:cubicBezTo>
                    <a:pt x="18156" y="5274"/>
                    <a:pt x="18268" y="5250"/>
                    <a:pt x="18377" y="5201"/>
                  </a:cubicBezTo>
                  <a:cubicBezTo>
                    <a:pt x="18487" y="5152"/>
                    <a:pt x="18594" y="5081"/>
                    <a:pt x="18698" y="4988"/>
                  </a:cubicBezTo>
                  <a:lnTo>
                    <a:pt x="18698" y="4409"/>
                  </a:lnTo>
                  <a:cubicBezTo>
                    <a:pt x="18595" y="4524"/>
                    <a:pt x="18491" y="4611"/>
                    <a:pt x="18386" y="4668"/>
                  </a:cubicBezTo>
                  <a:cubicBezTo>
                    <a:pt x="18281" y="4726"/>
                    <a:pt x="18173" y="4755"/>
                    <a:pt x="18061" y="4755"/>
                  </a:cubicBezTo>
                  <a:cubicBezTo>
                    <a:pt x="17868" y="4755"/>
                    <a:pt x="17718" y="4645"/>
                    <a:pt x="17610" y="4424"/>
                  </a:cubicBezTo>
                  <a:cubicBezTo>
                    <a:pt x="17502" y="4203"/>
                    <a:pt x="17441" y="3882"/>
                    <a:pt x="17429" y="3461"/>
                  </a:cubicBezTo>
                  <a:lnTo>
                    <a:pt x="18766" y="3461"/>
                  </a:lnTo>
                  <a:lnTo>
                    <a:pt x="18766" y="3161"/>
                  </a:lnTo>
                  <a:cubicBezTo>
                    <a:pt x="18766" y="2607"/>
                    <a:pt x="18697" y="2168"/>
                    <a:pt x="18558" y="1845"/>
                  </a:cubicBezTo>
                  <a:cubicBezTo>
                    <a:pt x="18420" y="1523"/>
                    <a:pt x="18231" y="1361"/>
                    <a:pt x="17993" y="1361"/>
                  </a:cubicBezTo>
                  <a:close/>
                  <a:moveTo>
                    <a:pt x="19930" y="1361"/>
                  </a:moveTo>
                  <a:cubicBezTo>
                    <a:pt x="19676" y="1361"/>
                    <a:pt x="19477" y="1534"/>
                    <a:pt x="19333" y="1880"/>
                  </a:cubicBezTo>
                  <a:cubicBezTo>
                    <a:pt x="19189" y="2226"/>
                    <a:pt x="19117" y="2705"/>
                    <a:pt x="19117" y="3318"/>
                  </a:cubicBezTo>
                  <a:cubicBezTo>
                    <a:pt x="19117" y="3928"/>
                    <a:pt x="19189" y="4406"/>
                    <a:pt x="19333" y="4753"/>
                  </a:cubicBezTo>
                  <a:cubicBezTo>
                    <a:pt x="19477" y="5100"/>
                    <a:pt x="19676" y="5274"/>
                    <a:pt x="19930" y="5274"/>
                  </a:cubicBezTo>
                  <a:cubicBezTo>
                    <a:pt x="20183" y="5274"/>
                    <a:pt x="20381" y="5100"/>
                    <a:pt x="20526" y="4753"/>
                  </a:cubicBezTo>
                  <a:cubicBezTo>
                    <a:pt x="20670" y="4406"/>
                    <a:pt x="20742" y="3928"/>
                    <a:pt x="20742" y="3318"/>
                  </a:cubicBezTo>
                  <a:cubicBezTo>
                    <a:pt x="20742" y="2705"/>
                    <a:pt x="20670" y="2226"/>
                    <a:pt x="20526" y="1880"/>
                  </a:cubicBezTo>
                  <a:cubicBezTo>
                    <a:pt x="20381" y="1534"/>
                    <a:pt x="20183" y="1361"/>
                    <a:pt x="19930" y="1361"/>
                  </a:cubicBezTo>
                  <a:close/>
                  <a:moveTo>
                    <a:pt x="22347" y="1451"/>
                  </a:moveTo>
                  <a:lnTo>
                    <a:pt x="23063" y="5118"/>
                  </a:lnTo>
                  <a:lnTo>
                    <a:pt x="23011" y="5397"/>
                  </a:lnTo>
                  <a:cubicBezTo>
                    <a:pt x="22957" y="5694"/>
                    <a:pt x="22908" y="5883"/>
                    <a:pt x="22864" y="5963"/>
                  </a:cubicBezTo>
                  <a:cubicBezTo>
                    <a:pt x="22820" y="6043"/>
                    <a:pt x="22757" y="6082"/>
                    <a:pt x="22677" y="6082"/>
                  </a:cubicBezTo>
                  <a:lnTo>
                    <a:pt x="22507" y="6082"/>
                  </a:lnTo>
                  <a:lnTo>
                    <a:pt x="22507" y="6595"/>
                  </a:lnTo>
                  <a:lnTo>
                    <a:pt x="22739" y="6595"/>
                  </a:lnTo>
                  <a:cubicBezTo>
                    <a:pt x="22870" y="6595"/>
                    <a:pt x="22974" y="6527"/>
                    <a:pt x="23052" y="6392"/>
                  </a:cubicBezTo>
                  <a:cubicBezTo>
                    <a:pt x="23130" y="6257"/>
                    <a:pt x="23210" y="5967"/>
                    <a:pt x="23292" y="5523"/>
                  </a:cubicBezTo>
                  <a:lnTo>
                    <a:pt x="24070" y="1451"/>
                  </a:lnTo>
                  <a:lnTo>
                    <a:pt x="23762" y="1451"/>
                  </a:lnTo>
                  <a:lnTo>
                    <a:pt x="23209" y="4366"/>
                  </a:lnTo>
                  <a:lnTo>
                    <a:pt x="22655" y="14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2"/>
            <p:cNvSpPr/>
            <p:nvPr/>
          </p:nvSpPr>
          <p:spPr>
            <a:xfrm>
              <a:off x="1094100" y="57550"/>
              <a:ext cx="248675" cy="128850"/>
            </a:xfrm>
            <a:custGeom>
              <a:rect b="b" l="l" r="r" t="t"/>
              <a:pathLst>
                <a:path extrusionOk="0" h="5154" w="9947">
                  <a:moveTo>
                    <a:pt x="4511" y="3184"/>
                  </a:moveTo>
                  <a:lnTo>
                    <a:pt x="4511" y="3321"/>
                  </a:lnTo>
                  <a:cubicBezTo>
                    <a:pt x="4511" y="3720"/>
                    <a:pt x="4462" y="4040"/>
                    <a:pt x="4365" y="4281"/>
                  </a:cubicBezTo>
                  <a:cubicBezTo>
                    <a:pt x="4267" y="4521"/>
                    <a:pt x="4138" y="4642"/>
                    <a:pt x="3977" y="4642"/>
                  </a:cubicBezTo>
                  <a:cubicBezTo>
                    <a:pt x="3860" y="4642"/>
                    <a:pt x="3767" y="4578"/>
                    <a:pt x="3699" y="4450"/>
                  </a:cubicBezTo>
                  <a:cubicBezTo>
                    <a:pt x="3631" y="4323"/>
                    <a:pt x="3597" y="4150"/>
                    <a:pt x="3597" y="3933"/>
                  </a:cubicBezTo>
                  <a:cubicBezTo>
                    <a:pt x="3597" y="3660"/>
                    <a:pt x="3643" y="3467"/>
                    <a:pt x="3733" y="3354"/>
                  </a:cubicBezTo>
                  <a:cubicBezTo>
                    <a:pt x="3824" y="3241"/>
                    <a:pt x="3987" y="3184"/>
                    <a:pt x="4222" y="3184"/>
                  </a:cubicBezTo>
                  <a:close/>
                  <a:moveTo>
                    <a:pt x="2142" y="273"/>
                  </a:moveTo>
                  <a:lnTo>
                    <a:pt x="2142" y="1331"/>
                  </a:lnTo>
                  <a:lnTo>
                    <a:pt x="1929" y="1331"/>
                  </a:lnTo>
                  <a:lnTo>
                    <a:pt x="1929" y="1807"/>
                  </a:lnTo>
                  <a:lnTo>
                    <a:pt x="2142" y="1807"/>
                  </a:lnTo>
                  <a:lnTo>
                    <a:pt x="2142" y="3830"/>
                  </a:lnTo>
                  <a:cubicBezTo>
                    <a:pt x="2142" y="4296"/>
                    <a:pt x="2185" y="4617"/>
                    <a:pt x="2270" y="4793"/>
                  </a:cubicBezTo>
                  <a:cubicBezTo>
                    <a:pt x="2356" y="4969"/>
                    <a:pt x="2511" y="5057"/>
                    <a:pt x="2735" y="5057"/>
                  </a:cubicBezTo>
                  <a:lnTo>
                    <a:pt x="3034" y="5057"/>
                  </a:lnTo>
                  <a:lnTo>
                    <a:pt x="3034" y="4545"/>
                  </a:lnTo>
                  <a:lnTo>
                    <a:pt x="2735" y="4545"/>
                  </a:lnTo>
                  <a:cubicBezTo>
                    <a:pt x="2614" y="4545"/>
                    <a:pt x="2534" y="4502"/>
                    <a:pt x="2494" y="4415"/>
                  </a:cubicBezTo>
                  <a:cubicBezTo>
                    <a:pt x="2455" y="4329"/>
                    <a:pt x="2435" y="4134"/>
                    <a:pt x="2435" y="3830"/>
                  </a:cubicBezTo>
                  <a:lnTo>
                    <a:pt x="2435" y="1807"/>
                  </a:lnTo>
                  <a:lnTo>
                    <a:pt x="3034" y="1807"/>
                  </a:lnTo>
                  <a:lnTo>
                    <a:pt x="3034" y="1331"/>
                  </a:lnTo>
                  <a:lnTo>
                    <a:pt x="2435" y="1331"/>
                  </a:lnTo>
                  <a:lnTo>
                    <a:pt x="2435" y="273"/>
                  </a:lnTo>
                  <a:close/>
                  <a:moveTo>
                    <a:pt x="5396" y="273"/>
                  </a:moveTo>
                  <a:lnTo>
                    <a:pt x="5396" y="1331"/>
                  </a:lnTo>
                  <a:lnTo>
                    <a:pt x="5183" y="1331"/>
                  </a:lnTo>
                  <a:lnTo>
                    <a:pt x="5183" y="1807"/>
                  </a:lnTo>
                  <a:lnTo>
                    <a:pt x="5396" y="1807"/>
                  </a:lnTo>
                  <a:lnTo>
                    <a:pt x="5396" y="3830"/>
                  </a:lnTo>
                  <a:cubicBezTo>
                    <a:pt x="5396" y="4296"/>
                    <a:pt x="5439" y="4617"/>
                    <a:pt x="5524" y="4793"/>
                  </a:cubicBezTo>
                  <a:cubicBezTo>
                    <a:pt x="5610" y="4969"/>
                    <a:pt x="5765" y="5057"/>
                    <a:pt x="5989" y="5057"/>
                  </a:cubicBezTo>
                  <a:lnTo>
                    <a:pt x="6288" y="5057"/>
                  </a:lnTo>
                  <a:lnTo>
                    <a:pt x="6288" y="4545"/>
                  </a:lnTo>
                  <a:lnTo>
                    <a:pt x="5989" y="4545"/>
                  </a:lnTo>
                  <a:cubicBezTo>
                    <a:pt x="5868" y="4545"/>
                    <a:pt x="5788" y="4502"/>
                    <a:pt x="5748" y="4415"/>
                  </a:cubicBezTo>
                  <a:cubicBezTo>
                    <a:pt x="5709" y="4329"/>
                    <a:pt x="5689" y="4134"/>
                    <a:pt x="5689" y="3830"/>
                  </a:cubicBezTo>
                  <a:lnTo>
                    <a:pt x="5689" y="1807"/>
                  </a:lnTo>
                  <a:lnTo>
                    <a:pt x="6288" y="1807"/>
                  </a:lnTo>
                  <a:lnTo>
                    <a:pt x="6288" y="1331"/>
                  </a:lnTo>
                  <a:lnTo>
                    <a:pt x="5689" y="1331"/>
                  </a:lnTo>
                  <a:lnTo>
                    <a:pt x="5689" y="273"/>
                  </a:lnTo>
                  <a:close/>
                  <a:moveTo>
                    <a:pt x="829" y="0"/>
                  </a:moveTo>
                  <a:cubicBezTo>
                    <a:pt x="571" y="0"/>
                    <a:pt x="368" y="127"/>
                    <a:pt x="221" y="379"/>
                  </a:cubicBezTo>
                  <a:cubicBezTo>
                    <a:pt x="74" y="632"/>
                    <a:pt x="0" y="978"/>
                    <a:pt x="0" y="1418"/>
                  </a:cubicBezTo>
                  <a:cubicBezTo>
                    <a:pt x="0" y="1797"/>
                    <a:pt x="54" y="2093"/>
                    <a:pt x="160" y="2306"/>
                  </a:cubicBezTo>
                  <a:cubicBezTo>
                    <a:pt x="267" y="2519"/>
                    <a:pt x="439" y="2675"/>
                    <a:pt x="677" y="2775"/>
                  </a:cubicBezTo>
                  <a:lnTo>
                    <a:pt x="872" y="2855"/>
                  </a:lnTo>
                  <a:cubicBezTo>
                    <a:pt x="1034" y="2924"/>
                    <a:pt x="1151" y="3027"/>
                    <a:pt x="1222" y="3164"/>
                  </a:cubicBezTo>
                  <a:cubicBezTo>
                    <a:pt x="1293" y="3302"/>
                    <a:pt x="1328" y="3493"/>
                    <a:pt x="1328" y="3737"/>
                  </a:cubicBezTo>
                  <a:cubicBezTo>
                    <a:pt x="1328" y="4016"/>
                    <a:pt x="1279" y="4231"/>
                    <a:pt x="1180" y="4382"/>
                  </a:cubicBezTo>
                  <a:cubicBezTo>
                    <a:pt x="1081" y="4533"/>
                    <a:pt x="940" y="4608"/>
                    <a:pt x="758" y="4608"/>
                  </a:cubicBezTo>
                  <a:cubicBezTo>
                    <a:pt x="638" y="4608"/>
                    <a:pt x="515" y="4569"/>
                    <a:pt x="391" y="4492"/>
                  </a:cubicBezTo>
                  <a:cubicBezTo>
                    <a:pt x="267" y="4414"/>
                    <a:pt x="140" y="4299"/>
                    <a:pt x="10" y="4146"/>
                  </a:cubicBezTo>
                  <a:lnTo>
                    <a:pt x="10" y="4838"/>
                  </a:lnTo>
                  <a:cubicBezTo>
                    <a:pt x="145" y="4942"/>
                    <a:pt x="275" y="5021"/>
                    <a:pt x="401" y="5074"/>
                  </a:cubicBezTo>
                  <a:cubicBezTo>
                    <a:pt x="527" y="5127"/>
                    <a:pt x="646" y="5154"/>
                    <a:pt x="758" y="5154"/>
                  </a:cubicBezTo>
                  <a:cubicBezTo>
                    <a:pt x="1054" y="5154"/>
                    <a:pt x="1279" y="5030"/>
                    <a:pt x="1432" y="4781"/>
                  </a:cubicBezTo>
                  <a:cubicBezTo>
                    <a:pt x="1585" y="4533"/>
                    <a:pt x="1662" y="4168"/>
                    <a:pt x="1662" y="3687"/>
                  </a:cubicBezTo>
                  <a:cubicBezTo>
                    <a:pt x="1662" y="3283"/>
                    <a:pt x="1605" y="2961"/>
                    <a:pt x="1492" y="2720"/>
                  </a:cubicBezTo>
                  <a:cubicBezTo>
                    <a:pt x="1379" y="2479"/>
                    <a:pt x="1203" y="2311"/>
                    <a:pt x="965" y="2216"/>
                  </a:cubicBezTo>
                  <a:lnTo>
                    <a:pt x="772" y="2133"/>
                  </a:lnTo>
                  <a:cubicBezTo>
                    <a:pt x="597" y="2064"/>
                    <a:pt x="478" y="1974"/>
                    <a:pt x="415" y="1862"/>
                  </a:cubicBezTo>
                  <a:cubicBezTo>
                    <a:pt x="353" y="1750"/>
                    <a:pt x="321" y="1584"/>
                    <a:pt x="321" y="1364"/>
                  </a:cubicBezTo>
                  <a:cubicBezTo>
                    <a:pt x="321" y="1103"/>
                    <a:pt x="369" y="901"/>
                    <a:pt x="463" y="759"/>
                  </a:cubicBezTo>
                  <a:cubicBezTo>
                    <a:pt x="557" y="617"/>
                    <a:pt x="691" y="546"/>
                    <a:pt x="865" y="546"/>
                  </a:cubicBezTo>
                  <a:cubicBezTo>
                    <a:pt x="965" y="546"/>
                    <a:pt x="1069" y="576"/>
                    <a:pt x="1177" y="636"/>
                  </a:cubicBezTo>
                  <a:cubicBezTo>
                    <a:pt x="1284" y="696"/>
                    <a:pt x="1399" y="787"/>
                    <a:pt x="1520" y="909"/>
                  </a:cubicBezTo>
                  <a:lnTo>
                    <a:pt x="1520" y="253"/>
                  </a:lnTo>
                  <a:cubicBezTo>
                    <a:pt x="1400" y="169"/>
                    <a:pt x="1282" y="106"/>
                    <a:pt x="1167" y="63"/>
                  </a:cubicBezTo>
                  <a:cubicBezTo>
                    <a:pt x="1052" y="21"/>
                    <a:pt x="940" y="0"/>
                    <a:pt x="829" y="0"/>
                  </a:cubicBezTo>
                  <a:close/>
                  <a:moveTo>
                    <a:pt x="4038" y="1241"/>
                  </a:moveTo>
                  <a:cubicBezTo>
                    <a:pt x="3944" y="1241"/>
                    <a:pt x="3846" y="1263"/>
                    <a:pt x="3746" y="1306"/>
                  </a:cubicBezTo>
                  <a:cubicBezTo>
                    <a:pt x="3646" y="1349"/>
                    <a:pt x="3543" y="1414"/>
                    <a:pt x="3436" y="1501"/>
                  </a:cubicBezTo>
                  <a:lnTo>
                    <a:pt x="3436" y="2066"/>
                  </a:lnTo>
                  <a:cubicBezTo>
                    <a:pt x="3525" y="1964"/>
                    <a:pt x="3617" y="1888"/>
                    <a:pt x="3713" y="1837"/>
                  </a:cubicBezTo>
                  <a:cubicBezTo>
                    <a:pt x="3809" y="1786"/>
                    <a:pt x="3907" y="1760"/>
                    <a:pt x="4008" y="1760"/>
                  </a:cubicBezTo>
                  <a:cubicBezTo>
                    <a:pt x="4168" y="1760"/>
                    <a:pt x="4291" y="1837"/>
                    <a:pt x="4379" y="1991"/>
                  </a:cubicBezTo>
                  <a:cubicBezTo>
                    <a:pt x="4467" y="2146"/>
                    <a:pt x="4511" y="2364"/>
                    <a:pt x="4511" y="2645"/>
                  </a:cubicBezTo>
                  <a:lnTo>
                    <a:pt x="4511" y="2705"/>
                  </a:lnTo>
                  <a:lnTo>
                    <a:pt x="4103" y="2705"/>
                  </a:lnTo>
                  <a:cubicBezTo>
                    <a:pt x="3839" y="2705"/>
                    <a:pt x="3640" y="2812"/>
                    <a:pt x="3506" y="3025"/>
                  </a:cubicBezTo>
                  <a:cubicBezTo>
                    <a:pt x="3373" y="3238"/>
                    <a:pt x="3306" y="3554"/>
                    <a:pt x="3306" y="3973"/>
                  </a:cubicBezTo>
                  <a:cubicBezTo>
                    <a:pt x="3306" y="4332"/>
                    <a:pt x="3360" y="4619"/>
                    <a:pt x="3467" y="4833"/>
                  </a:cubicBezTo>
                  <a:cubicBezTo>
                    <a:pt x="3574" y="5047"/>
                    <a:pt x="3718" y="5154"/>
                    <a:pt x="3899" y="5154"/>
                  </a:cubicBezTo>
                  <a:cubicBezTo>
                    <a:pt x="4043" y="5154"/>
                    <a:pt x="4164" y="5100"/>
                    <a:pt x="4263" y="4993"/>
                  </a:cubicBezTo>
                  <a:cubicBezTo>
                    <a:pt x="4362" y="4885"/>
                    <a:pt x="4445" y="4718"/>
                    <a:pt x="4511" y="4492"/>
                  </a:cubicBezTo>
                  <a:lnTo>
                    <a:pt x="4511" y="5057"/>
                  </a:lnTo>
                  <a:lnTo>
                    <a:pt x="4802" y="5057"/>
                  </a:lnTo>
                  <a:lnTo>
                    <a:pt x="4802" y="2931"/>
                  </a:lnTo>
                  <a:cubicBezTo>
                    <a:pt x="4802" y="2364"/>
                    <a:pt x="4739" y="1940"/>
                    <a:pt x="4612" y="1660"/>
                  </a:cubicBezTo>
                  <a:cubicBezTo>
                    <a:pt x="4486" y="1381"/>
                    <a:pt x="4295" y="1241"/>
                    <a:pt x="4038" y="1241"/>
                  </a:cubicBezTo>
                  <a:close/>
                  <a:moveTo>
                    <a:pt x="6641" y="1331"/>
                  </a:moveTo>
                  <a:lnTo>
                    <a:pt x="6641" y="3587"/>
                  </a:lnTo>
                  <a:cubicBezTo>
                    <a:pt x="6641" y="4099"/>
                    <a:pt x="6694" y="4489"/>
                    <a:pt x="6799" y="4755"/>
                  </a:cubicBezTo>
                  <a:cubicBezTo>
                    <a:pt x="6905" y="5021"/>
                    <a:pt x="7059" y="5154"/>
                    <a:pt x="7262" y="5154"/>
                  </a:cubicBezTo>
                  <a:cubicBezTo>
                    <a:pt x="7386" y="5154"/>
                    <a:pt x="7494" y="5099"/>
                    <a:pt x="7587" y="4989"/>
                  </a:cubicBezTo>
                  <a:cubicBezTo>
                    <a:pt x="7681" y="4879"/>
                    <a:pt x="7763" y="4711"/>
                    <a:pt x="7833" y="4485"/>
                  </a:cubicBezTo>
                  <a:lnTo>
                    <a:pt x="7833" y="5057"/>
                  </a:lnTo>
                  <a:lnTo>
                    <a:pt x="8124" y="5057"/>
                  </a:lnTo>
                  <a:lnTo>
                    <a:pt x="8124" y="1331"/>
                  </a:lnTo>
                  <a:lnTo>
                    <a:pt x="7833" y="1331"/>
                  </a:lnTo>
                  <a:lnTo>
                    <a:pt x="7833" y="3444"/>
                  </a:lnTo>
                  <a:cubicBezTo>
                    <a:pt x="7833" y="3808"/>
                    <a:pt x="7788" y="4095"/>
                    <a:pt x="7696" y="4306"/>
                  </a:cubicBezTo>
                  <a:cubicBezTo>
                    <a:pt x="7605" y="4516"/>
                    <a:pt x="7481" y="4622"/>
                    <a:pt x="7324" y="4622"/>
                  </a:cubicBezTo>
                  <a:cubicBezTo>
                    <a:pt x="7193" y="4622"/>
                    <a:pt x="7095" y="4533"/>
                    <a:pt x="7030" y="4357"/>
                  </a:cubicBezTo>
                  <a:cubicBezTo>
                    <a:pt x="6965" y="4181"/>
                    <a:pt x="6932" y="3916"/>
                    <a:pt x="6932" y="3564"/>
                  </a:cubicBezTo>
                  <a:lnTo>
                    <a:pt x="6932" y="1331"/>
                  </a:lnTo>
                  <a:close/>
                  <a:moveTo>
                    <a:pt x="9286" y="1241"/>
                  </a:moveTo>
                  <a:cubicBezTo>
                    <a:pt x="9069" y="1241"/>
                    <a:pt x="8901" y="1337"/>
                    <a:pt x="8783" y="1527"/>
                  </a:cubicBezTo>
                  <a:cubicBezTo>
                    <a:pt x="8665" y="1718"/>
                    <a:pt x="8606" y="1989"/>
                    <a:pt x="8606" y="2339"/>
                  </a:cubicBezTo>
                  <a:cubicBezTo>
                    <a:pt x="8606" y="2628"/>
                    <a:pt x="8646" y="2854"/>
                    <a:pt x="8726" y="3020"/>
                  </a:cubicBezTo>
                  <a:cubicBezTo>
                    <a:pt x="8806" y="3185"/>
                    <a:pt x="8937" y="3307"/>
                    <a:pt x="9117" y="3387"/>
                  </a:cubicBezTo>
                  <a:lnTo>
                    <a:pt x="9218" y="3437"/>
                  </a:lnTo>
                  <a:cubicBezTo>
                    <a:pt x="9398" y="3519"/>
                    <a:pt x="9515" y="3605"/>
                    <a:pt x="9568" y="3693"/>
                  </a:cubicBezTo>
                  <a:cubicBezTo>
                    <a:pt x="9621" y="3782"/>
                    <a:pt x="9648" y="3910"/>
                    <a:pt x="9648" y="4076"/>
                  </a:cubicBezTo>
                  <a:cubicBezTo>
                    <a:pt x="9648" y="4256"/>
                    <a:pt x="9611" y="4395"/>
                    <a:pt x="9537" y="4494"/>
                  </a:cubicBezTo>
                  <a:cubicBezTo>
                    <a:pt x="9464" y="4592"/>
                    <a:pt x="9358" y="4642"/>
                    <a:pt x="9221" y="4642"/>
                  </a:cubicBezTo>
                  <a:cubicBezTo>
                    <a:pt x="9119" y="4642"/>
                    <a:pt x="9016" y="4612"/>
                    <a:pt x="8911" y="4553"/>
                  </a:cubicBezTo>
                  <a:cubicBezTo>
                    <a:pt x="8807" y="4495"/>
                    <a:pt x="8701" y="4406"/>
                    <a:pt x="8593" y="4289"/>
                  </a:cubicBezTo>
                  <a:lnTo>
                    <a:pt x="8593" y="4921"/>
                  </a:lnTo>
                  <a:cubicBezTo>
                    <a:pt x="8707" y="4999"/>
                    <a:pt x="8816" y="5057"/>
                    <a:pt x="8918" y="5096"/>
                  </a:cubicBezTo>
                  <a:cubicBezTo>
                    <a:pt x="9021" y="5135"/>
                    <a:pt x="9120" y="5154"/>
                    <a:pt x="9215" y="5154"/>
                  </a:cubicBezTo>
                  <a:cubicBezTo>
                    <a:pt x="9442" y="5154"/>
                    <a:pt x="9621" y="5053"/>
                    <a:pt x="9752" y="4851"/>
                  </a:cubicBezTo>
                  <a:cubicBezTo>
                    <a:pt x="9882" y="4649"/>
                    <a:pt x="9947" y="4375"/>
                    <a:pt x="9947" y="4029"/>
                  </a:cubicBezTo>
                  <a:cubicBezTo>
                    <a:pt x="9947" y="3725"/>
                    <a:pt x="9903" y="3489"/>
                    <a:pt x="9816" y="3319"/>
                  </a:cubicBezTo>
                  <a:cubicBezTo>
                    <a:pt x="9729" y="3149"/>
                    <a:pt x="9583" y="3018"/>
                    <a:pt x="9376" y="2925"/>
                  </a:cubicBezTo>
                  <a:lnTo>
                    <a:pt x="9276" y="2878"/>
                  </a:lnTo>
                  <a:cubicBezTo>
                    <a:pt x="9120" y="2805"/>
                    <a:pt x="9017" y="2728"/>
                    <a:pt x="8965" y="2647"/>
                  </a:cubicBezTo>
                  <a:cubicBezTo>
                    <a:pt x="8913" y="2566"/>
                    <a:pt x="8888" y="2455"/>
                    <a:pt x="8888" y="2313"/>
                  </a:cubicBezTo>
                  <a:cubicBezTo>
                    <a:pt x="8888" y="2126"/>
                    <a:pt x="8924" y="1987"/>
                    <a:pt x="8996" y="1893"/>
                  </a:cubicBezTo>
                  <a:cubicBezTo>
                    <a:pt x="9068" y="1800"/>
                    <a:pt x="9176" y="1754"/>
                    <a:pt x="9321" y="1754"/>
                  </a:cubicBezTo>
                  <a:cubicBezTo>
                    <a:pt x="9416" y="1754"/>
                    <a:pt x="9507" y="1776"/>
                    <a:pt x="9596" y="1820"/>
                  </a:cubicBezTo>
                  <a:cubicBezTo>
                    <a:pt x="9684" y="1865"/>
                    <a:pt x="9770" y="1931"/>
                    <a:pt x="9852" y="2020"/>
                  </a:cubicBezTo>
                  <a:lnTo>
                    <a:pt x="9852" y="1441"/>
                  </a:lnTo>
                  <a:cubicBezTo>
                    <a:pt x="9772" y="1374"/>
                    <a:pt x="9684" y="1324"/>
                    <a:pt x="9590" y="1291"/>
                  </a:cubicBezTo>
                  <a:cubicBezTo>
                    <a:pt x="9495" y="1258"/>
                    <a:pt x="9393" y="1241"/>
                    <a:pt x="9286" y="12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2"/>
            <p:cNvSpPr/>
            <p:nvPr/>
          </p:nvSpPr>
          <p:spPr>
            <a:xfrm>
              <a:off x="4850" y="0"/>
              <a:ext cx="117400" cy="20450"/>
            </a:xfrm>
            <a:custGeom>
              <a:rect b="b" l="l" r="r" t="t"/>
              <a:pathLst>
                <a:path extrusionOk="0" h="818" w="4696">
                  <a:moveTo>
                    <a:pt x="0" y="0"/>
                  </a:moveTo>
                  <a:lnTo>
                    <a:pt x="0" y="818"/>
                  </a:lnTo>
                  <a:lnTo>
                    <a:pt x="4695" y="818"/>
                  </a:lnTo>
                  <a:lnTo>
                    <a:pt x="46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2"/>
            <p:cNvSpPr/>
            <p:nvPr/>
          </p:nvSpPr>
          <p:spPr>
            <a:xfrm>
              <a:off x="122225" y="0"/>
              <a:ext cx="9725" cy="20450"/>
            </a:xfrm>
            <a:custGeom>
              <a:rect b="b" l="l" r="r" t="t"/>
              <a:pathLst>
                <a:path extrusionOk="0" h="818" w="389">
                  <a:moveTo>
                    <a:pt x="0" y="0"/>
                  </a:moveTo>
                  <a:lnTo>
                    <a:pt x="0" y="818"/>
                  </a:lnTo>
                  <a:lnTo>
                    <a:pt x="389" y="818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131925" y="0"/>
              <a:ext cx="920425" cy="20450"/>
            </a:xfrm>
            <a:custGeom>
              <a:rect b="b" l="l" r="r" t="t"/>
              <a:pathLst>
                <a:path extrusionOk="0" h="818" w="36817">
                  <a:moveTo>
                    <a:pt x="1" y="0"/>
                  </a:moveTo>
                  <a:lnTo>
                    <a:pt x="1" y="818"/>
                  </a:lnTo>
                  <a:lnTo>
                    <a:pt x="36817" y="818"/>
                  </a:lnTo>
                  <a:lnTo>
                    <a:pt x="36817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1052325" y="0"/>
              <a:ext cx="9750" cy="20450"/>
            </a:xfrm>
            <a:custGeom>
              <a:rect b="b" l="l" r="r" t="t"/>
              <a:pathLst>
                <a:path extrusionOk="0" h="818" w="390">
                  <a:moveTo>
                    <a:pt x="1" y="0"/>
                  </a:moveTo>
                  <a:lnTo>
                    <a:pt x="1" y="818"/>
                  </a:lnTo>
                  <a:lnTo>
                    <a:pt x="389" y="818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1062050" y="0"/>
              <a:ext cx="1929875" cy="20450"/>
            </a:xfrm>
            <a:custGeom>
              <a:rect b="b" l="l" r="r" t="t"/>
              <a:pathLst>
                <a:path extrusionOk="0" h="818" w="77195">
                  <a:moveTo>
                    <a:pt x="0" y="0"/>
                  </a:moveTo>
                  <a:lnTo>
                    <a:pt x="0" y="818"/>
                  </a:lnTo>
                  <a:lnTo>
                    <a:pt x="77194" y="818"/>
                  </a:lnTo>
                  <a:lnTo>
                    <a:pt x="77194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2"/>
            <p:cNvSpPr/>
            <p:nvPr/>
          </p:nvSpPr>
          <p:spPr>
            <a:xfrm>
              <a:off x="50175" y="420950"/>
              <a:ext cx="35150" cy="124200"/>
            </a:xfrm>
            <a:custGeom>
              <a:rect b="b" l="l" r="r" t="t"/>
              <a:pathLst>
                <a:path extrusionOk="0" h="4968" w="1406">
                  <a:moveTo>
                    <a:pt x="565" y="0"/>
                  </a:moveTo>
                  <a:lnTo>
                    <a:pt x="0" y="240"/>
                  </a:lnTo>
                  <a:lnTo>
                    <a:pt x="0" y="852"/>
                  </a:lnTo>
                  <a:lnTo>
                    <a:pt x="568" y="613"/>
                  </a:lnTo>
                  <a:lnTo>
                    <a:pt x="568" y="4402"/>
                  </a:lnTo>
                  <a:lnTo>
                    <a:pt x="46" y="4402"/>
                  </a:lnTo>
                  <a:lnTo>
                    <a:pt x="46" y="4968"/>
                  </a:lnTo>
                  <a:lnTo>
                    <a:pt x="1406" y="4968"/>
                  </a:lnTo>
                  <a:lnTo>
                    <a:pt x="1406" y="4402"/>
                  </a:lnTo>
                  <a:lnTo>
                    <a:pt x="884" y="440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>
              <a:off x="166600" y="415700"/>
              <a:ext cx="851550" cy="131875"/>
            </a:xfrm>
            <a:custGeom>
              <a:rect b="b" l="l" r="r" t="t"/>
              <a:pathLst>
                <a:path extrusionOk="0" h="5275" w="34062">
                  <a:moveTo>
                    <a:pt x="3181" y="1"/>
                  </a:moveTo>
                  <a:lnTo>
                    <a:pt x="3181" y="776"/>
                  </a:lnTo>
                  <a:lnTo>
                    <a:pt x="3471" y="776"/>
                  </a:lnTo>
                  <a:lnTo>
                    <a:pt x="3471" y="1"/>
                  </a:lnTo>
                  <a:close/>
                  <a:moveTo>
                    <a:pt x="19517" y="1"/>
                  </a:moveTo>
                  <a:lnTo>
                    <a:pt x="19517" y="776"/>
                  </a:lnTo>
                  <a:lnTo>
                    <a:pt x="19807" y="776"/>
                  </a:lnTo>
                  <a:lnTo>
                    <a:pt x="19807" y="1"/>
                  </a:lnTo>
                  <a:close/>
                  <a:moveTo>
                    <a:pt x="4825" y="1881"/>
                  </a:moveTo>
                  <a:cubicBezTo>
                    <a:pt x="4969" y="1881"/>
                    <a:pt x="5084" y="1980"/>
                    <a:pt x="5171" y="2180"/>
                  </a:cubicBezTo>
                  <a:cubicBezTo>
                    <a:pt x="5258" y="2380"/>
                    <a:pt x="5302" y="2647"/>
                    <a:pt x="5304" y="2982"/>
                  </a:cubicBezTo>
                  <a:lnTo>
                    <a:pt x="4267" y="2985"/>
                  </a:lnTo>
                  <a:cubicBezTo>
                    <a:pt x="4282" y="2635"/>
                    <a:pt x="4338" y="2363"/>
                    <a:pt x="4436" y="2170"/>
                  </a:cubicBezTo>
                  <a:cubicBezTo>
                    <a:pt x="4533" y="1977"/>
                    <a:pt x="4663" y="1881"/>
                    <a:pt x="4825" y="1881"/>
                  </a:cubicBezTo>
                  <a:close/>
                  <a:moveTo>
                    <a:pt x="21161" y="1881"/>
                  </a:moveTo>
                  <a:cubicBezTo>
                    <a:pt x="21305" y="1881"/>
                    <a:pt x="21420" y="1980"/>
                    <a:pt x="21507" y="2180"/>
                  </a:cubicBezTo>
                  <a:cubicBezTo>
                    <a:pt x="21594" y="2380"/>
                    <a:pt x="21638" y="2647"/>
                    <a:pt x="21640" y="2982"/>
                  </a:cubicBezTo>
                  <a:lnTo>
                    <a:pt x="20603" y="2985"/>
                  </a:lnTo>
                  <a:cubicBezTo>
                    <a:pt x="20618" y="2635"/>
                    <a:pt x="20674" y="2363"/>
                    <a:pt x="20772" y="2170"/>
                  </a:cubicBezTo>
                  <a:cubicBezTo>
                    <a:pt x="20869" y="1977"/>
                    <a:pt x="20999" y="1881"/>
                    <a:pt x="21161" y="1881"/>
                  </a:cubicBezTo>
                  <a:close/>
                  <a:moveTo>
                    <a:pt x="33291" y="1881"/>
                  </a:moveTo>
                  <a:cubicBezTo>
                    <a:pt x="33435" y="1881"/>
                    <a:pt x="33550" y="1980"/>
                    <a:pt x="33637" y="2180"/>
                  </a:cubicBezTo>
                  <a:cubicBezTo>
                    <a:pt x="33724" y="2380"/>
                    <a:pt x="33768" y="2647"/>
                    <a:pt x="33770" y="2982"/>
                  </a:cubicBezTo>
                  <a:lnTo>
                    <a:pt x="32733" y="2985"/>
                  </a:lnTo>
                  <a:cubicBezTo>
                    <a:pt x="32748" y="2635"/>
                    <a:pt x="32804" y="2363"/>
                    <a:pt x="32902" y="2170"/>
                  </a:cubicBezTo>
                  <a:cubicBezTo>
                    <a:pt x="32999" y="1977"/>
                    <a:pt x="33129" y="1881"/>
                    <a:pt x="33291" y="1881"/>
                  </a:cubicBezTo>
                  <a:close/>
                  <a:moveTo>
                    <a:pt x="13582" y="1881"/>
                  </a:moveTo>
                  <a:cubicBezTo>
                    <a:pt x="13737" y="1881"/>
                    <a:pt x="13859" y="2010"/>
                    <a:pt x="13950" y="2268"/>
                  </a:cubicBezTo>
                  <a:cubicBezTo>
                    <a:pt x="14041" y="2527"/>
                    <a:pt x="14086" y="2877"/>
                    <a:pt x="14086" y="3318"/>
                  </a:cubicBezTo>
                  <a:cubicBezTo>
                    <a:pt x="14086" y="3762"/>
                    <a:pt x="14041" y="4112"/>
                    <a:pt x="13950" y="4369"/>
                  </a:cubicBezTo>
                  <a:cubicBezTo>
                    <a:pt x="13859" y="4627"/>
                    <a:pt x="13737" y="4755"/>
                    <a:pt x="13582" y="4755"/>
                  </a:cubicBezTo>
                  <a:cubicBezTo>
                    <a:pt x="13425" y="4755"/>
                    <a:pt x="13301" y="4627"/>
                    <a:pt x="13211" y="4371"/>
                  </a:cubicBezTo>
                  <a:cubicBezTo>
                    <a:pt x="13121" y="4115"/>
                    <a:pt x="13076" y="3764"/>
                    <a:pt x="13076" y="3318"/>
                  </a:cubicBezTo>
                  <a:cubicBezTo>
                    <a:pt x="13076" y="2872"/>
                    <a:pt x="13121" y="2521"/>
                    <a:pt x="13212" y="2265"/>
                  </a:cubicBezTo>
                  <a:cubicBezTo>
                    <a:pt x="13302" y="2009"/>
                    <a:pt x="13426" y="1881"/>
                    <a:pt x="13582" y="1881"/>
                  </a:cubicBezTo>
                  <a:close/>
                  <a:moveTo>
                    <a:pt x="8793" y="1874"/>
                  </a:moveTo>
                  <a:cubicBezTo>
                    <a:pt x="8947" y="1874"/>
                    <a:pt x="9068" y="2002"/>
                    <a:pt x="9157" y="2258"/>
                  </a:cubicBezTo>
                  <a:cubicBezTo>
                    <a:pt x="9246" y="2514"/>
                    <a:pt x="9290" y="2868"/>
                    <a:pt x="9290" y="3318"/>
                  </a:cubicBezTo>
                  <a:cubicBezTo>
                    <a:pt x="9290" y="3768"/>
                    <a:pt x="9246" y="4121"/>
                    <a:pt x="9157" y="4378"/>
                  </a:cubicBezTo>
                  <a:cubicBezTo>
                    <a:pt x="9068" y="4634"/>
                    <a:pt x="8947" y="4762"/>
                    <a:pt x="8793" y="4762"/>
                  </a:cubicBezTo>
                  <a:cubicBezTo>
                    <a:pt x="8639" y="4762"/>
                    <a:pt x="8519" y="4634"/>
                    <a:pt x="8431" y="4378"/>
                  </a:cubicBezTo>
                  <a:cubicBezTo>
                    <a:pt x="8343" y="4121"/>
                    <a:pt x="8298" y="3768"/>
                    <a:pt x="8298" y="3318"/>
                  </a:cubicBezTo>
                  <a:cubicBezTo>
                    <a:pt x="8298" y="2868"/>
                    <a:pt x="8343" y="2514"/>
                    <a:pt x="8431" y="2258"/>
                  </a:cubicBezTo>
                  <a:cubicBezTo>
                    <a:pt x="8519" y="2002"/>
                    <a:pt x="8639" y="1874"/>
                    <a:pt x="8793" y="1874"/>
                  </a:cubicBezTo>
                  <a:close/>
                  <a:moveTo>
                    <a:pt x="25129" y="1874"/>
                  </a:moveTo>
                  <a:cubicBezTo>
                    <a:pt x="25283" y="1874"/>
                    <a:pt x="25404" y="2002"/>
                    <a:pt x="25493" y="2258"/>
                  </a:cubicBezTo>
                  <a:cubicBezTo>
                    <a:pt x="25582" y="2514"/>
                    <a:pt x="25626" y="2868"/>
                    <a:pt x="25626" y="3318"/>
                  </a:cubicBezTo>
                  <a:cubicBezTo>
                    <a:pt x="25626" y="3768"/>
                    <a:pt x="25582" y="4121"/>
                    <a:pt x="25493" y="4378"/>
                  </a:cubicBezTo>
                  <a:cubicBezTo>
                    <a:pt x="25404" y="4634"/>
                    <a:pt x="25283" y="4762"/>
                    <a:pt x="25129" y="4762"/>
                  </a:cubicBezTo>
                  <a:cubicBezTo>
                    <a:pt x="24975" y="4762"/>
                    <a:pt x="24855" y="4634"/>
                    <a:pt x="24767" y="4378"/>
                  </a:cubicBezTo>
                  <a:cubicBezTo>
                    <a:pt x="24679" y="4121"/>
                    <a:pt x="24634" y="3768"/>
                    <a:pt x="24634" y="3318"/>
                  </a:cubicBezTo>
                  <a:cubicBezTo>
                    <a:pt x="24634" y="2868"/>
                    <a:pt x="24679" y="2514"/>
                    <a:pt x="24767" y="2258"/>
                  </a:cubicBezTo>
                  <a:cubicBezTo>
                    <a:pt x="24855" y="2002"/>
                    <a:pt x="24975" y="1874"/>
                    <a:pt x="25129" y="1874"/>
                  </a:cubicBezTo>
                  <a:close/>
                  <a:moveTo>
                    <a:pt x="30326" y="3305"/>
                  </a:moveTo>
                  <a:lnTo>
                    <a:pt x="30326" y="3441"/>
                  </a:lnTo>
                  <a:cubicBezTo>
                    <a:pt x="30326" y="3840"/>
                    <a:pt x="30277" y="4160"/>
                    <a:pt x="30179" y="4401"/>
                  </a:cubicBezTo>
                  <a:cubicBezTo>
                    <a:pt x="30082" y="4642"/>
                    <a:pt x="29953" y="4762"/>
                    <a:pt x="29791" y="4762"/>
                  </a:cubicBezTo>
                  <a:cubicBezTo>
                    <a:pt x="29674" y="4762"/>
                    <a:pt x="29582" y="4698"/>
                    <a:pt x="29514" y="4571"/>
                  </a:cubicBezTo>
                  <a:cubicBezTo>
                    <a:pt x="29446" y="4443"/>
                    <a:pt x="29412" y="4271"/>
                    <a:pt x="29412" y="4053"/>
                  </a:cubicBezTo>
                  <a:cubicBezTo>
                    <a:pt x="29412" y="3780"/>
                    <a:pt x="29457" y="3587"/>
                    <a:pt x="29548" y="3474"/>
                  </a:cubicBezTo>
                  <a:cubicBezTo>
                    <a:pt x="29638" y="3361"/>
                    <a:pt x="29801" y="3305"/>
                    <a:pt x="30036" y="3305"/>
                  </a:cubicBezTo>
                  <a:close/>
                  <a:moveTo>
                    <a:pt x="0" y="210"/>
                  </a:moveTo>
                  <a:lnTo>
                    <a:pt x="0" y="5178"/>
                  </a:lnTo>
                  <a:lnTo>
                    <a:pt x="320" y="5178"/>
                  </a:lnTo>
                  <a:lnTo>
                    <a:pt x="320" y="2806"/>
                  </a:lnTo>
                  <a:lnTo>
                    <a:pt x="1256" y="2806"/>
                  </a:lnTo>
                  <a:lnTo>
                    <a:pt x="1256" y="2240"/>
                  </a:lnTo>
                  <a:lnTo>
                    <a:pt x="320" y="2240"/>
                  </a:lnTo>
                  <a:lnTo>
                    <a:pt x="320" y="776"/>
                  </a:lnTo>
                  <a:lnTo>
                    <a:pt x="1357" y="776"/>
                  </a:lnTo>
                  <a:lnTo>
                    <a:pt x="1357" y="210"/>
                  </a:lnTo>
                  <a:close/>
                  <a:moveTo>
                    <a:pt x="2727" y="1362"/>
                  </a:moveTo>
                  <a:cubicBezTo>
                    <a:pt x="2587" y="1362"/>
                    <a:pt x="2468" y="1416"/>
                    <a:pt x="2370" y="1526"/>
                  </a:cubicBezTo>
                  <a:cubicBezTo>
                    <a:pt x="2272" y="1636"/>
                    <a:pt x="2192" y="1804"/>
                    <a:pt x="2131" y="2030"/>
                  </a:cubicBezTo>
                  <a:lnTo>
                    <a:pt x="2131" y="1451"/>
                  </a:lnTo>
                  <a:lnTo>
                    <a:pt x="1839" y="1451"/>
                  </a:lnTo>
                  <a:lnTo>
                    <a:pt x="1839" y="5178"/>
                  </a:lnTo>
                  <a:lnTo>
                    <a:pt x="2131" y="5178"/>
                  </a:lnTo>
                  <a:lnTo>
                    <a:pt x="2131" y="3215"/>
                  </a:lnTo>
                  <a:cubicBezTo>
                    <a:pt x="2131" y="2793"/>
                    <a:pt x="2175" y="2470"/>
                    <a:pt x="2263" y="2245"/>
                  </a:cubicBezTo>
                  <a:cubicBezTo>
                    <a:pt x="2351" y="2020"/>
                    <a:pt x="2477" y="1907"/>
                    <a:pt x="2642" y="1907"/>
                  </a:cubicBezTo>
                  <a:cubicBezTo>
                    <a:pt x="2688" y="1907"/>
                    <a:pt x="2730" y="1917"/>
                    <a:pt x="2769" y="1935"/>
                  </a:cubicBezTo>
                  <a:cubicBezTo>
                    <a:pt x="2807" y="1954"/>
                    <a:pt x="2843" y="1984"/>
                    <a:pt x="2876" y="2024"/>
                  </a:cubicBezTo>
                  <a:lnTo>
                    <a:pt x="2874" y="1395"/>
                  </a:lnTo>
                  <a:cubicBezTo>
                    <a:pt x="2845" y="1384"/>
                    <a:pt x="2818" y="1375"/>
                    <a:pt x="2793" y="1370"/>
                  </a:cubicBezTo>
                  <a:cubicBezTo>
                    <a:pt x="2769" y="1364"/>
                    <a:pt x="2747" y="1362"/>
                    <a:pt x="2727" y="1362"/>
                  </a:cubicBezTo>
                  <a:close/>
                  <a:moveTo>
                    <a:pt x="3181" y="1451"/>
                  </a:moveTo>
                  <a:lnTo>
                    <a:pt x="3181" y="5178"/>
                  </a:lnTo>
                  <a:lnTo>
                    <a:pt x="3471" y="5178"/>
                  </a:lnTo>
                  <a:lnTo>
                    <a:pt x="3471" y="1451"/>
                  </a:lnTo>
                  <a:close/>
                  <a:moveTo>
                    <a:pt x="6926" y="1362"/>
                  </a:moveTo>
                  <a:cubicBezTo>
                    <a:pt x="6803" y="1362"/>
                    <a:pt x="6694" y="1417"/>
                    <a:pt x="6600" y="1528"/>
                  </a:cubicBezTo>
                  <a:cubicBezTo>
                    <a:pt x="6506" y="1639"/>
                    <a:pt x="6424" y="1806"/>
                    <a:pt x="6354" y="2030"/>
                  </a:cubicBezTo>
                  <a:lnTo>
                    <a:pt x="6354" y="1451"/>
                  </a:lnTo>
                  <a:lnTo>
                    <a:pt x="6062" y="1451"/>
                  </a:lnTo>
                  <a:lnTo>
                    <a:pt x="6062" y="5178"/>
                  </a:lnTo>
                  <a:lnTo>
                    <a:pt x="6354" y="5178"/>
                  </a:lnTo>
                  <a:lnTo>
                    <a:pt x="6354" y="3072"/>
                  </a:lnTo>
                  <a:cubicBezTo>
                    <a:pt x="6354" y="2708"/>
                    <a:pt x="6399" y="2421"/>
                    <a:pt x="6490" y="2210"/>
                  </a:cubicBezTo>
                  <a:cubicBezTo>
                    <a:pt x="6581" y="1999"/>
                    <a:pt x="6704" y="1894"/>
                    <a:pt x="6861" y="1894"/>
                  </a:cubicBezTo>
                  <a:cubicBezTo>
                    <a:pt x="6992" y="1894"/>
                    <a:pt x="7090" y="1982"/>
                    <a:pt x="7156" y="2157"/>
                  </a:cubicBezTo>
                  <a:cubicBezTo>
                    <a:pt x="7221" y="2332"/>
                    <a:pt x="7254" y="2596"/>
                    <a:pt x="7254" y="2949"/>
                  </a:cubicBezTo>
                  <a:lnTo>
                    <a:pt x="7254" y="5178"/>
                  </a:lnTo>
                  <a:lnTo>
                    <a:pt x="7544" y="5178"/>
                  </a:lnTo>
                  <a:lnTo>
                    <a:pt x="7544" y="2929"/>
                  </a:lnTo>
                  <a:cubicBezTo>
                    <a:pt x="7544" y="2414"/>
                    <a:pt x="7492" y="2024"/>
                    <a:pt x="7388" y="1759"/>
                  </a:cubicBezTo>
                  <a:cubicBezTo>
                    <a:pt x="7284" y="1494"/>
                    <a:pt x="7130" y="1362"/>
                    <a:pt x="6926" y="1362"/>
                  </a:cubicBezTo>
                  <a:close/>
                  <a:moveTo>
                    <a:pt x="15498" y="1"/>
                  </a:moveTo>
                  <a:cubicBezTo>
                    <a:pt x="15299" y="1"/>
                    <a:pt x="15153" y="96"/>
                    <a:pt x="15062" y="285"/>
                  </a:cubicBezTo>
                  <a:cubicBezTo>
                    <a:pt x="14970" y="475"/>
                    <a:pt x="14924" y="777"/>
                    <a:pt x="14924" y="1192"/>
                  </a:cubicBezTo>
                  <a:lnTo>
                    <a:pt x="14924" y="1451"/>
                  </a:lnTo>
                  <a:lnTo>
                    <a:pt x="14646" y="1451"/>
                  </a:lnTo>
                  <a:lnTo>
                    <a:pt x="14646" y="1927"/>
                  </a:lnTo>
                  <a:lnTo>
                    <a:pt x="14924" y="1927"/>
                  </a:lnTo>
                  <a:lnTo>
                    <a:pt x="14924" y="5178"/>
                  </a:lnTo>
                  <a:lnTo>
                    <a:pt x="15217" y="5178"/>
                  </a:lnTo>
                  <a:lnTo>
                    <a:pt x="15217" y="1927"/>
                  </a:lnTo>
                  <a:lnTo>
                    <a:pt x="15696" y="1927"/>
                  </a:lnTo>
                  <a:lnTo>
                    <a:pt x="15696" y="1451"/>
                  </a:lnTo>
                  <a:lnTo>
                    <a:pt x="15217" y="1451"/>
                  </a:lnTo>
                  <a:lnTo>
                    <a:pt x="15217" y="1122"/>
                  </a:lnTo>
                  <a:cubicBezTo>
                    <a:pt x="15217" y="891"/>
                    <a:pt x="15237" y="732"/>
                    <a:pt x="15277" y="643"/>
                  </a:cubicBezTo>
                  <a:cubicBezTo>
                    <a:pt x="15318" y="554"/>
                    <a:pt x="15390" y="510"/>
                    <a:pt x="15495" y="510"/>
                  </a:cubicBezTo>
                  <a:lnTo>
                    <a:pt x="15773" y="510"/>
                  </a:lnTo>
                  <a:lnTo>
                    <a:pt x="15773" y="1"/>
                  </a:lnTo>
                  <a:close/>
                  <a:moveTo>
                    <a:pt x="17667" y="1"/>
                  </a:moveTo>
                  <a:cubicBezTo>
                    <a:pt x="17468" y="1"/>
                    <a:pt x="17322" y="96"/>
                    <a:pt x="17231" y="285"/>
                  </a:cubicBezTo>
                  <a:cubicBezTo>
                    <a:pt x="17139" y="475"/>
                    <a:pt x="17093" y="777"/>
                    <a:pt x="17093" y="1192"/>
                  </a:cubicBezTo>
                  <a:lnTo>
                    <a:pt x="17093" y="1451"/>
                  </a:lnTo>
                  <a:lnTo>
                    <a:pt x="16815" y="1451"/>
                  </a:lnTo>
                  <a:lnTo>
                    <a:pt x="16815" y="1927"/>
                  </a:lnTo>
                  <a:lnTo>
                    <a:pt x="17093" y="1927"/>
                  </a:lnTo>
                  <a:lnTo>
                    <a:pt x="17093" y="5178"/>
                  </a:lnTo>
                  <a:lnTo>
                    <a:pt x="17386" y="5178"/>
                  </a:lnTo>
                  <a:lnTo>
                    <a:pt x="17386" y="1927"/>
                  </a:lnTo>
                  <a:lnTo>
                    <a:pt x="17865" y="1927"/>
                  </a:lnTo>
                  <a:lnTo>
                    <a:pt x="17865" y="1451"/>
                  </a:lnTo>
                  <a:lnTo>
                    <a:pt x="17386" y="1451"/>
                  </a:lnTo>
                  <a:lnTo>
                    <a:pt x="17386" y="1122"/>
                  </a:lnTo>
                  <a:cubicBezTo>
                    <a:pt x="17386" y="891"/>
                    <a:pt x="17406" y="732"/>
                    <a:pt x="17446" y="643"/>
                  </a:cubicBezTo>
                  <a:cubicBezTo>
                    <a:pt x="17487" y="554"/>
                    <a:pt x="17559" y="510"/>
                    <a:pt x="17664" y="510"/>
                  </a:cubicBezTo>
                  <a:lnTo>
                    <a:pt x="17942" y="510"/>
                  </a:lnTo>
                  <a:lnTo>
                    <a:pt x="17942" y="1"/>
                  </a:lnTo>
                  <a:close/>
                  <a:moveTo>
                    <a:pt x="19063" y="1362"/>
                  </a:moveTo>
                  <a:cubicBezTo>
                    <a:pt x="18923" y="1362"/>
                    <a:pt x="18804" y="1416"/>
                    <a:pt x="18706" y="1526"/>
                  </a:cubicBezTo>
                  <a:cubicBezTo>
                    <a:pt x="18608" y="1636"/>
                    <a:pt x="18528" y="1804"/>
                    <a:pt x="18467" y="2030"/>
                  </a:cubicBezTo>
                  <a:lnTo>
                    <a:pt x="18467" y="1451"/>
                  </a:lnTo>
                  <a:lnTo>
                    <a:pt x="18175" y="1451"/>
                  </a:lnTo>
                  <a:lnTo>
                    <a:pt x="18175" y="5178"/>
                  </a:lnTo>
                  <a:lnTo>
                    <a:pt x="18467" y="5178"/>
                  </a:lnTo>
                  <a:lnTo>
                    <a:pt x="18467" y="3215"/>
                  </a:lnTo>
                  <a:cubicBezTo>
                    <a:pt x="18467" y="2793"/>
                    <a:pt x="18511" y="2470"/>
                    <a:pt x="18599" y="2245"/>
                  </a:cubicBezTo>
                  <a:cubicBezTo>
                    <a:pt x="18687" y="2020"/>
                    <a:pt x="18813" y="1907"/>
                    <a:pt x="18978" y="1907"/>
                  </a:cubicBezTo>
                  <a:cubicBezTo>
                    <a:pt x="19024" y="1907"/>
                    <a:pt x="19066" y="1917"/>
                    <a:pt x="19105" y="1935"/>
                  </a:cubicBezTo>
                  <a:cubicBezTo>
                    <a:pt x="19143" y="1954"/>
                    <a:pt x="19179" y="1984"/>
                    <a:pt x="19212" y="2024"/>
                  </a:cubicBezTo>
                  <a:lnTo>
                    <a:pt x="19210" y="1395"/>
                  </a:lnTo>
                  <a:cubicBezTo>
                    <a:pt x="19181" y="1384"/>
                    <a:pt x="19154" y="1375"/>
                    <a:pt x="19129" y="1370"/>
                  </a:cubicBezTo>
                  <a:cubicBezTo>
                    <a:pt x="19105" y="1364"/>
                    <a:pt x="19083" y="1362"/>
                    <a:pt x="19063" y="1362"/>
                  </a:cubicBezTo>
                  <a:close/>
                  <a:moveTo>
                    <a:pt x="19517" y="1451"/>
                  </a:moveTo>
                  <a:lnTo>
                    <a:pt x="19517" y="5178"/>
                  </a:lnTo>
                  <a:lnTo>
                    <a:pt x="19807" y="5178"/>
                  </a:lnTo>
                  <a:lnTo>
                    <a:pt x="19807" y="1451"/>
                  </a:lnTo>
                  <a:close/>
                  <a:moveTo>
                    <a:pt x="23262" y="1362"/>
                  </a:moveTo>
                  <a:cubicBezTo>
                    <a:pt x="23139" y="1362"/>
                    <a:pt x="23030" y="1417"/>
                    <a:pt x="22936" y="1528"/>
                  </a:cubicBezTo>
                  <a:cubicBezTo>
                    <a:pt x="22842" y="1639"/>
                    <a:pt x="22760" y="1806"/>
                    <a:pt x="22690" y="2030"/>
                  </a:cubicBezTo>
                  <a:lnTo>
                    <a:pt x="22690" y="1451"/>
                  </a:lnTo>
                  <a:lnTo>
                    <a:pt x="22398" y="1451"/>
                  </a:lnTo>
                  <a:lnTo>
                    <a:pt x="22398" y="5178"/>
                  </a:lnTo>
                  <a:lnTo>
                    <a:pt x="22690" y="5178"/>
                  </a:lnTo>
                  <a:lnTo>
                    <a:pt x="22690" y="3072"/>
                  </a:lnTo>
                  <a:cubicBezTo>
                    <a:pt x="22690" y="2708"/>
                    <a:pt x="22735" y="2421"/>
                    <a:pt x="22826" y="2210"/>
                  </a:cubicBezTo>
                  <a:cubicBezTo>
                    <a:pt x="22917" y="1999"/>
                    <a:pt x="23040" y="1894"/>
                    <a:pt x="23197" y="1894"/>
                  </a:cubicBezTo>
                  <a:cubicBezTo>
                    <a:pt x="23328" y="1894"/>
                    <a:pt x="23426" y="1982"/>
                    <a:pt x="23492" y="2157"/>
                  </a:cubicBezTo>
                  <a:cubicBezTo>
                    <a:pt x="23557" y="2332"/>
                    <a:pt x="23590" y="2596"/>
                    <a:pt x="23590" y="2949"/>
                  </a:cubicBezTo>
                  <a:lnTo>
                    <a:pt x="23590" y="5178"/>
                  </a:lnTo>
                  <a:lnTo>
                    <a:pt x="23880" y="5178"/>
                  </a:lnTo>
                  <a:lnTo>
                    <a:pt x="23880" y="2929"/>
                  </a:lnTo>
                  <a:cubicBezTo>
                    <a:pt x="23880" y="2414"/>
                    <a:pt x="23828" y="2024"/>
                    <a:pt x="23724" y="1759"/>
                  </a:cubicBezTo>
                  <a:cubicBezTo>
                    <a:pt x="23620" y="1494"/>
                    <a:pt x="23466" y="1362"/>
                    <a:pt x="23262" y="1362"/>
                  </a:cubicBezTo>
                  <a:close/>
                  <a:moveTo>
                    <a:pt x="32093" y="1362"/>
                  </a:moveTo>
                  <a:cubicBezTo>
                    <a:pt x="31953" y="1362"/>
                    <a:pt x="31834" y="1416"/>
                    <a:pt x="31736" y="1526"/>
                  </a:cubicBezTo>
                  <a:cubicBezTo>
                    <a:pt x="31638" y="1636"/>
                    <a:pt x="31558" y="1804"/>
                    <a:pt x="31497" y="2030"/>
                  </a:cubicBezTo>
                  <a:lnTo>
                    <a:pt x="31497" y="1451"/>
                  </a:lnTo>
                  <a:lnTo>
                    <a:pt x="31205" y="1451"/>
                  </a:lnTo>
                  <a:lnTo>
                    <a:pt x="31205" y="5178"/>
                  </a:lnTo>
                  <a:lnTo>
                    <a:pt x="31497" y="5178"/>
                  </a:lnTo>
                  <a:lnTo>
                    <a:pt x="31497" y="3215"/>
                  </a:lnTo>
                  <a:cubicBezTo>
                    <a:pt x="31497" y="2793"/>
                    <a:pt x="31541" y="2470"/>
                    <a:pt x="31629" y="2245"/>
                  </a:cubicBezTo>
                  <a:cubicBezTo>
                    <a:pt x="31717" y="2020"/>
                    <a:pt x="31843" y="1907"/>
                    <a:pt x="32008" y="1907"/>
                  </a:cubicBezTo>
                  <a:cubicBezTo>
                    <a:pt x="32054" y="1907"/>
                    <a:pt x="32096" y="1917"/>
                    <a:pt x="32135" y="1935"/>
                  </a:cubicBezTo>
                  <a:cubicBezTo>
                    <a:pt x="32173" y="1954"/>
                    <a:pt x="32209" y="1984"/>
                    <a:pt x="32242" y="2024"/>
                  </a:cubicBezTo>
                  <a:lnTo>
                    <a:pt x="32240" y="1395"/>
                  </a:lnTo>
                  <a:cubicBezTo>
                    <a:pt x="32211" y="1384"/>
                    <a:pt x="32184" y="1375"/>
                    <a:pt x="32159" y="1370"/>
                  </a:cubicBezTo>
                  <a:cubicBezTo>
                    <a:pt x="32135" y="1364"/>
                    <a:pt x="32113" y="1362"/>
                    <a:pt x="32093" y="1362"/>
                  </a:cubicBezTo>
                  <a:close/>
                  <a:moveTo>
                    <a:pt x="4822" y="1362"/>
                  </a:moveTo>
                  <a:cubicBezTo>
                    <a:pt x="4556" y="1362"/>
                    <a:pt x="4345" y="1541"/>
                    <a:pt x="4189" y="1899"/>
                  </a:cubicBezTo>
                  <a:cubicBezTo>
                    <a:pt x="4032" y="2257"/>
                    <a:pt x="3954" y="2741"/>
                    <a:pt x="3954" y="3351"/>
                  </a:cubicBezTo>
                  <a:cubicBezTo>
                    <a:pt x="3954" y="3941"/>
                    <a:pt x="4037" y="4409"/>
                    <a:pt x="4202" y="4755"/>
                  </a:cubicBezTo>
                  <a:cubicBezTo>
                    <a:pt x="4366" y="5101"/>
                    <a:pt x="4590" y="5274"/>
                    <a:pt x="4873" y="5274"/>
                  </a:cubicBezTo>
                  <a:cubicBezTo>
                    <a:pt x="4985" y="5274"/>
                    <a:pt x="5097" y="5250"/>
                    <a:pt x="5206" y="5201"/>
                  </a:cubicBezTo>
                  <a:cubicBezTo>
                    <a:pt x="5316" y="5152"/>
                    <a:pt x="5423" y="5081"/>
                    <a:pt x="5527" y="4988"/>
                  </a:cubicBezTo>
                  <a:lnTo>
                    <a:pt x="5527" y="4409"/>
                  </a:lnTo>
                  <a:cubicBezTo>
                    <a:pt x="5424" y="4525"/>
                    <a:pt x="5320" y="4611"/>
                    <a:pt x="5215" y="4669"/>
                  </a:cubicBezTo>
                  <a:cubicBezTo>
                    <a:pt x="5110" y="4726"/>
                    <a:pt x="5002" y="4755"/>
                    <a:pt x="4890" y="4755"/>
                  </a:cubicBezTo>
                  <a:cubicBezTo>
                    <a:pt x="4697" y="4755"/>
                    <a:pt x="4547" y="4645"/>
                    <a:pt x="4439" y="4424"/>
                  </a:cubicBezTo>
                  <a:cubicBezTo>
                    <a:pt x="4331" y="4203"/>
                    <a:pt x="4270" y="3882"/>
                    <a:pt x="4258" y="3461"/>
                  </a:cubicBezTo>
                  <a:lnTo>
                    <a:pt x="5595" y="3461"/>
                  </a:lnTo>
                  <a:lnTo>
                    <a:pt x="5595" y="3162"/>
                  </a:lnTo>
                  <a:cubicBezTo>
                    <a:pt x="5595" y="2607"/>
                    <a:pt x="5526" y="2168"/>
                    <a:pt x="5387" y="1846"/>
                  </a:cubicBezTo>
                  <a:cubicBezTo>
                    <a:pt x="5249" y="1523"/>
                    <a:pt x="5060" y="1362"/>
                    <a:pt x="4822" y="1362"/>
                  </a:cubicBezTo>
                  <a:close/>
                  <a:moveTo>
                    <a:pt x="9290" y="1"/>
                  </a:moveTo>
                  <a:lnTo>
                    <a:pt x="9290" y="2017"/>
                  </a:lnTo>
                  <a:cubicBezTo>
                    <a:pt x="9229" y="1795"/>
                    <a:pt x="9151" y="1631"/>
                    <a:pt x="9058" y="1523"/>
                  </a:cubicBezTo>
                  <a:cubicBezTo>
                    <a:pt x="8965" y="1415"/>
                    <a:pt x="8853" y="1362"/>
                    <a:pt x="8722" y="1362"/>
                  </a:cubicBezTo>
                  <a:cubicBezTo>
                    <a:pt x="8508" y="1362"/>
                    <a:pt x="8334" y="1541"/>
                    <a:pt x="8200" y="1901"/>
                  </a:cubicBezTo>
                  <a:cubicBezTo>
                    <a:pt x="8065" y="2260"/>
                    <a:pt x="7998" y="2732"/>
                    <a:pt x="7998" y="3318"/>
                  </a:cubicBezTo>
                  <a:cubicBezTo>
                    <a:pt x="7998" y="3903"/>
                    <a:pt x="8065" y="4376"/>
                    <a:pt x="8200" y="4735"/>
                  </a:cubicBezTo>
                  <a:cubicBezTo>
                    <a:pt x="8334" y="5095"/>
                    <a:pt x="8508" y="5274"/>
                    <a:pt x="8722" y="5274"/>
                  </a:cubicBezTo>
                  <a:cubicBezTo>
                    <a:pt x="8853" y="5274"/>
                    <a:pt x="8965" y="5220"/>
                    <a:pt x="9058" y="5113"/>
                  </a:cubicBezTo>
                  <a:cubicBezTo>
                    <a:pt x="9151" y="5005"/>
                    <a:pt x="9229" y="4841"/>
                    <a:pt x="9290" y="4619"/>
                  </a:cubicBezTo>
                  <a:lnTo>
                    <a:pt x="9290" y="5178"/>
                  </a:lnTo>
                  <a:lnTo>
                    <a:pt x="9581" y="5178"/>
                  </a:lnTo>
                  <a:lnTo>
                    <a:pt x="9581" y="1"/>
                  </a:lnTo>
                  <a:close/>
                  <a:moveTo>
                    <a:pt x="10742" y="1362"/>
                  </a:moveTo>
                  <a:cubicBezTo>
                    <a:pt x="10525" y="1362"/>
                    <a:pt x="10358" y="1457"/>
                    <a:pt x="10240" y="1648"/>
                  </a:cubicBezTo>
                  <a:cubicBezTo>
                    <a:pt x="10122" y="1838"/>
                    <a:pt x="10063" y="2109"/>
                    <a:pt x="10063" y="2460"/>
                  </a:cubicBezTo>
                  <a:cubicBezTo>
                    <a:pt x="10063" y="2748"/>
                    <a:pt x="10103" y="2975"/>
                    <a:pt x="10183" y="3140"/>
                  </a:cubicBezTo>
                  <a:cubicBezTo>
                    <a:pt x="10263" y="3305"/>
                    <a:pt x="10393" y="3428"/>
                    <a:pt x="10573" y="3508"/>
                  </a:cubicBezTo>
                  <a:lnTo>
                    <a:pt x="10674" y="3557"/>
                  </a:lnTo>
                  <a:cubicBezTo>
                    <a:pt x="10855" y="3640"/>
                    <a:pt x="10971" y="3725"/>
                    <a:pt x="11025" y="3814"/>
                  </a:cubicBezTo>
                  <a:cubicBezTo>
                    <a:pt x="11078" y="3902"/>
                    <a:pt x="11104" y="4030"/>
                    <a:pt x="11104" y="4196"/>
                  </a:cubicBezTo>
                  <a:cubicBezTo>
                    <a:pt x="11104" y="4376"/>
                    <a:pt x="11068" y="4515"/>
                    <a:pt x="10994" y="4614"/>
                  </a:cubicBezTo>
                  <a:cubicBezTo>
                    <a:pt x="10920" y="4713"/>
                    <a:pt x="10815" y="4762"/>
                    <a:pt x="10678" y="4762"/>
                  </a:cubicBezTo>
                  <a:cubicBezTo>
                    <a:pt x="10575" y="4762"/>
                    <a:pt x="10472" y="4733"/>
                    <a:pt x="10368" y="4674"/>
                  </a:cubicBezTo>
                  <a:cubicBezTo>
                    <a:pt x="10263" y="4615"/>
                    <a:pt x="10157" y="4527"/>
                    <a:pt x="10050" y="4409"/>
                  </a:cubicBezTo>
                  <a:lnTo>
                    <a:pt x="10050" y="5041"/>
                  </a:lnTo>
                  <a:cubicBezTo>
                    <a:pt x="10164" y="5119"/>
                    <a:pt x="10272" y="5177"/>
                    <a:pt x="10375" y="5216"/>
                  </a:cubicBezTo>
                  <a:cubicBezTo>
                    <a:pt x="10478" y="5255"/>
                    <a:pt x="10576" y="5274"/>
                    <a:pt x="10671" y="5274"/>
                  </a:cubicBezTo>
                  <a:cubicBezTo>
                    <a:pt x="10899" y="5274"/>
                    <a:pt x="11078" y="5173"/>
                    <a:pt x="11208" y="4972"/>
                  </a:cubicBezTo>
                  <a:cubicBezTo>
                    <a:pt x="11338" y="4770"/>
                    <a:pt x="11403" y="4496"/>
                    <a:pt x="11403" y="4150"/>
                  </a:cubicBezTo>
                  <a:cubicBezTo>
                    <a:pt x="11403" y="3846"/>
                    <a:pt x="11360" y="3609"/>
                    <a:pt x="11273" y="3439"/>
                  </a:cubicBezTo>
                  <a:cubicBezTo>
                    <a:pt x="11186" y="3270"/>
                    <a:pt x="11039" y="3138"/>
                    <a:pt x="10833" y="3045"/>
                  </a:cubicBezTo>
                  <a:lnTo>
                    <a:pt x="10733" y="2999"/>
                  </a:lnTo>
                  <a:cubicBezTo>
                    <a:pt x="10577" y="2925"/>
                    <a:pt x="10473" y="2848"/>
                    <a:pt x="10421" y="2767"/>
                  </a:cubicBezTo>
                  <a:cubicBezTo>
                    <a:pt x="10370" y="2686"/>
                    <a:pt x="10344" y="2575"/>
                    <a:pt x="10344" y="2433"/>
                  </a:cubicBezTo>
                  <a:cubicBezTo>
                    <a:pt x="10344" y="2247"/>
                    <a:pt x="10380" y="2107"/>
                    <a:pt x="10452" y="2014"/>
                  </a:cubicBezTo>
                  <a:cubicBezTo>
                    <a:pt x="10525" y="1921"/>
                    <a:pt x="10633" y="1874"/>
                    <a:pt x="10777" y="1874"/>
                  </a:cubicBezTo>
                  <a:cubicBezTo>
                    <a:pt x="10872" y="1874"/>
                    <a:pt x="10964" y="1896"/>
                    <a:pt x="11052" y="1940"/>
                  </a:cubicBezTo>
                  <a:cubicBezTo>
                    <a:pt x="11141" y="1985"/>
                    <a:pt x="11226" y="2051"/>
                    <a:pt x="11308" y="2140"/>
                  </a:cubicBezTo>
                  <a:lnTo>
                    <a:pt x="11308" y="1561"/>
                  </a:lnTo>
                  <a:cubicBezTo>
                    <a:pt x="11228" y="1495"/>
                    <a:pt x="11141" y="1445"/>
                    <a:pt x="11046" y="1411"/>
                  </a:cubicBezTo>
                  <a:cubicBezTo>
                    <a:pt x="10951" y="1378"/>
                    <a:pt x="10850" y="1362"/>
                    <a:pt x="10742" y="1362"/>
                  </a:cubicBezTo>
                  <a:close/>
                  <a:moveTo>
                    <a:pt x="13582" y="1362"/>
                  </a:moveTo>
                  <a:cubicBezTo>
                    <a:pt x="13328" y="1362"/>
                    <a:pt x="13129" y="1535"/>
                    <a:pt x="12985" y="1881"/>
                  </a:cubicBezTo>
                  <a:cubicBezTo>
                    <a:pt x="12841" y="2227"/>
                    <a:pt x="12769" y="2706"/>
                    <a:pt x="12769" y="3318"/>
                  </a:cubicBezTo>
                  <a:cubicBezTo>
                    <a:pt x="12769" y="3928"/>
                    <a:pt x="12841" y="4406"/>
                    <a:pt x="12985" y="4754"/>
                  </a:cubicBezTo>
                  <a:cubicBezTo>
                    <a:pt x="13129" y="5101"/>
                    <a:pt x="13328" y="5274"/>
                    <a:pt x="13582" y="5274"/>
                  </a:cubicBezTo>
                  <a:cubicBezTo>
                    <a:pt x="13835" y="5274"/>
                    <a:pt x="14033" y="5101"/>
                    <a:pt x="14178" y="4754"/>
                  </a:cubicBezTo>
                  <a:cubicBezTo>
                    <a:pt x="14322" y="4406"/>
                    <a:pt x="14394" y="3928"/>
                    <a:pt x="14394" y="3318"/>
                  </a:cubicBezTo>
                  <a:cubicBezTo>
                    <a:pt x="14394" y="2706"/>
                    <a:pt x="14322" y="2227"/>
                    <a:pt x="14178" y="1881"/>
                  </a:cubicBezTo>
                  <a:cubicBezTo>
                    <a:pt x="14033" y="1535"/>
                    <a:pt x="13835" y="1362"/>
                    <a:pt x="13582" y="1362"/>
                  </a:cubicBezTo>
                  <a:close/>
                  <a:moveTo>
                    <a:pt x="21158" y="1362"/>
                  </a:moveTo>
                  <a:cubicBezTo>
                    <a:pt x="20892" y="1362"/>
                    <a:pt x="20681" y="1541"/>
                    <a:pt x="20525" y="1899"/>
                  </a:cubicBezTo>
                  <a:cubicBezTo>
                    <a:pt x="20368" y="2257"/>
                    <a:pt x="20290" y="2741"/>
                    <a:pt x="20290" y="3351"/>
                  </a:cubicBezTo>
                  <a:cubicBezTo>
                    <a:pt x="20290" y="3941"/>
                    <a:pt x="20373" y="4409"/>
                    <a:pt x="20538" y="4755"/>
                  </a:cubicBezTo>
                  <a:cubicBezTo>
                    <a:pt x="20702" y="5101"/>
                    <a:pt x="20926" y="5274"/>
                    <a:pt x="21209" y="5274"/>
                  </a:cubicBezTo>
                  <a:cubicBezTo>
                    <a:pt x="21321" y="5274"/>
                    <a:pt x="21433" y="5250"/>
                    <a:pt x="21542" y="5201"/>
                  </a:cubicBezTo>
                  <a:cubicBezTo>
                    <a:pt x="21652" y="5152"/>
                    <a:pt x="21759" y="5081"/>
                    <a:pt x="21863" y="4988"/>
                  </a:cubicBezTo>
                  <a:lnTo>
                    <a:pt x="21863" y="4409"/>
                  </a:lnTo>
                  <a:cubicBezTo>
                    <a:pt x="21760" y="4525"/>
                    <a:pt x="21656" y="4611"/>
                    <a:pt x="21551" y="4669"/>
                  </a:cubicBezTo>
                  <a:cubicBezTo>
                    <a:pt x="21446" y="4726"/>
                    <a:pt x="21338" y="4755"/>
                    <a:pt x="21226" y="4755"/>
                  </a:cubicBezTo>
                  <a:cubicBezTo>
                    <a:pt x="21033" y="4755"/>
                    <a:pt x="20883" y="4645"/>
                    <a:pt x="20775" y="4424"/>
                  </a:cubicBezTo>
                  <a:cubicBezTo>
                    <a:pt x="20667" y="4203"/>
                    <a:pt x="20606" y="3882"/>
                    <a:pt x="20594" y="3461"/>
                  </a:cubicBezTo>
                  <a:lnTo>
                    <a:pt x="21931" y="3461"/>
                  </a:lnTo>
                  <a:lnTo>
                    <a:pt x="21931" y="3162"/>
                  </a:lnTo>
                  <a:cubicBezTo>
                    <a:pt x="21931" y="2607"/>
                    <a:pt x="21862" y="2168"/>
                    <a:pt x="21723" y="1846"/>
                  </a:cubicBezTo>
                  <a:cubicBezTo>
                    <a:pt x="21585" y="1523"/>
                    <a:pt x="21396" y="1362"/>
                    <a:pt x="21158" y="1362"/>
                  </a:cubicBezTo>
                  <a:close/>
                  <a:moveTo>
                    <a:pt x="25626" y="1"/>
                  </a:moveTo>
                  <a:lnTo>
                    <a:pt x="25626" y="2017"/>
                  </a:lnTo>
                  <a:cubicBezTo>
                    <a:pt x="25565" y="1795"/>
                    <a:pt x="25487" y="1631"/>
                    <a:pt x="25394" y="1523"/>
                  </a:cubicBezTo>
                  <a:cubicBezTo>
                    <a:pt x="25301" y="1415"/>
                    <a:pt x="25189" y="1362"/>
                    <a:pt x="25058" y="1362"/>
                  </a:cubicBezTo>
                  <a:cubicBezTo>
                    <a:pt x="24844" y="1362"/>
                    <a:pt x="24670" y="1541"/>
                    <a:pt x="24536" y="1901"/>
                  </a:cubicBezTo>
                  <a:cubicBezTo>
                    <a:pt x="24401" y="2260"/>
                    <a:pt x="24334" y="2732"/>
                    <a:pt x="24334" y="3318"/>
                  </a:cubicBezTo>
                  <a:cubicBezTo>
                    <a:pt x="24334" y="3903"/>
                    <a:pt x="24401" y="4376"/>
                    <a:pt x="24536" y="4735"/>
                  </a:cubicBezTo>
                  <a:cubicBezTo>
                    <a:pt x="24670" y="5095"/>
                    <a:pt x="24844" y="5274"/>
                    <a:pt x="25058" y="5274"/>
                  </a:cubicBezTo>
                  <a:cubicBezTo>
                    <a:pt x="25189" y="5274"/>
                    <a:pt x="25301" y="5220"/>
                    <a:pt x="25394" y="5113"/>
                  </a:cubicBezTo>
                  <a:cubicBezTo>
                    <a:pt x="25487" y="5005"/>
                    <a:pt x="25565" y="4841"/>
                    <a:pt x="25626" y="4619"/>
                  </a:cubicBezTo>
                  <a:lnTo>
                    <a:pt x="25626" y="5178"/>
                  </a:lnTo>
                  <a:lnTo>
                    <a:pt x="25917" y="5178"/>
                  </a:lnTo>
                  <a:lnTo>
                    <a:pt x="25917" y="1"/>
                  </a:lnTo>
                  <a:close/>
                  <a:moveTo>
                    <a:pt x="27078" y="1362"/>
                  </a:moveTo>
                  <a:cubicBezTo>
                    <a:pt x="26861" y="1362"/>
                    <a:pt x="26694" y="1457"/>
                    <a:pt x="26576" y="1648"/>
                  </a:cubicBezTo>
                  <a:cubicBezTo>
                    <a:pt x="26458" y="1838"/>
                    <a:pt x="26399" y="2109"/>
                    <a:pt x="26399" y="2460"/>
                  </a:cubicBezTo>
                  <a:cubicBezTo>
                    <a:pt x="26399" y="2748"/>
                    <a:pt x="26439" y="2975"/>
                    <a:pt x="26519" y="3140"/>
                  </a:cubicBezTo>
                  <a:cubicBezTo>
                    <a:pt x="26599" y="3305"/>
                    <a:pt x="26729" y="3428"/>
                    <a:pt x="26909" y="3508"/>
                  </a:cubicBezTo>
                  <a:lnTo>
                    <a:pt x="27010" y="3557"/>
                  </a:lnTo>
                  <a:cubicBezTo>
                    <a:pt x="27191" y="3640"/>
                    <a:pt x="27307" y="3725"/>
                    <a:pt x="27361" y="3814"/>
                  </a:cubicBezTo>
                  <a:cubicBezTo>
                    <a:pt x="27414" y="3902"/>
                    <a:pt x="27440" y="4030"/>
                    <a:pt x="27440" y="4196"/>
                  </a:cubicBezTo>
                  <a:cubicBezTo>
                    <a:pt x="27440" y="4376"/>
                    <a:pt x="27404" y="4515"/>
                    <a:pt x="27330" y="4614"/>
                  </a:cubicBezTo>
                  <a:cubicBezTo>
                    <a:pt x="27256" y="4713"/>
                    <a:pt x="27151" y="4762"/>
                    <a:pt x="27014" y="4762"/>
                  </a:cubicBezTo>
                  <a:cubicBezTo>
                    <a:pt x="26911" y="4762"/>
                    <a:pt x="26808" y="4733"/>
                    <a:pt x="26704" y="4674"/>
                  </a:cubicBezTo>
                  <a:cubicBezTo>
                    <a:pt x="26599" y="4615"/>
                    <a:pt x="26493" y="4527"/>
                    <a:pt x="26386" y="4409"/>
                  </a:cubicBezTo>
                  <a:lnTo>
                    <a:pt x="26386" y="5041"/>
                  </a:lnTo>
                  <a:cubicBezTo>
                    <a:pt x="26500" y="5119"/>
                    <a:pt x="26608" y="5177"/>
                    <a:pt x="26711" y="5216"/>
                  </a:cubicBezTo>
                  <a:cubicBezTo>
                    <a:pt x="26814" y="5255"/>
                    <a:pt x="26912" y="5274"/>
                    <a:pt x="27007" y="5274"/>
                  </a:cubicBezTo>
                  <a:cubicBezTo>
                    <a:pt x="27235" y="5274"/>
                    <a:pt x="27414" y="5173"/>
                    <a:pt x="27544" y="4972"/>
                  </a:cubicBezTo>
                  <a:cubicBezTo>
                    <a:pt x="27674" y="4770"/>
                    <a:pt x="27739" y="4496"/>
                    <a:pt x="27739" y="4150"/>
                  </a:cubicBezTo>
                  <a:cubicBezTo>
                    <a:pt x="27739" y="3846"/>
                    <a:pt x="27696" y="3609"/>
                    <a:pt x="27609" y="3439"/>
                  </a:cubicBezTo>
                  <a:cubicBezTo>
                    <a:pt x="27522" y="3270"/>
                    <a:pt x="27375" y="3138"/>
                    <a:pt x="27169" y="3045"/>
                  </a:cubicBezTo>
                  <a:lnTo>
                    <a:pt x="27069" y="2999"/>
                  </a:lnTo>
                  <a:cubicBezTo>
                    <a:pt x="26913" y="2925"/>
                    <a:pt x="26809" y="2848"/>
                    <a:pt x="26757" y="2767"/>
                  </a:cubicBezTo>
                  <a:cubicBezTo>
                    <a:pt x="26706" y="2686"/>
                    <a:pt x="26680" y="2575"/>
                    <a:pt x="26680" y="2433"/>
                  </a:cubicBezTo>
                  <a:cubicBezTo>
                    <a:pt x="26680" y="2247"/>
                    <a:pt x="26716" y="2107"/>
                    <a:pt x="26788" y="2014"/>
                  </a:cubicBezTo>
                  <a:cubicBezTo>
                    <a:pt x="26861" y="1921"/>
                    <a:pt x="26969" y="1874"/>
                    <a:pt x="27113" y="1874"/>
                  </a:cubicBezTo>
                  <a:cubicBezTo>
                    <a:pt x="27208" y="1874"/>
                    <a:pt x="27300" y="1896"/>
                    <a:pt x="27388" y="1940"/>
                  </a:cubicBezTo>
                  <a:cubicBezTo>
                    <a:pt x="27477" y="1985"/>
                    <a:pt x="27562" y="2051"/>
                    <a:pt x="27644" y="2140"/>
                  </a:cubicBezTo>
                  <a:lnTo>
                    <a:pt x="27644" y="1561"/>
                  </a:lnTo>
                  <a:cubicBezTo>
                    <a:pt x="27564" y="1495"/>
                    <a:pt x="27477" y="1445"/>
                    <a:pt x="27382" y="1411"/>
                  </a:cubicBezTo>
                  <a:cubicBezTo>
                    <a:pt x="27287" y="1378"/>
                    <a:pt x="27186" y="1362"/>
                    <a:pt x="27078" y="1362"/>
                  </a:cubicBezTo>
                  <a:close/>
                  <a:moveTo>
                    <a:pt x="29853" y="1362"/>
                  </a:moveTo>
                  <a:cubicBezTo>
                    <a:pt x="29758" y="1362"/>
                    <a:pt x="29661" y="1383"/>
                    <a:pt x="29560" y="1426"/>
                  </a:cubicBezTo>
                  <a:cubicBezTo>
                    <a:pt x="29460" y="1470"/>
                    <a:pt x="29357" y="1535"/>
                    <a:pt x="29251" y="1621"/>
                  </a:cubicBezTo>
                  <a:lnTo>
                    <a:pt x="29251" y="2187"/>
                  </a:lnTo>
                  <a:cubicBezTo>
                    <a:pt x="29339" y="2085"/>
                    <a:pt x="29431" y="2008"/>
                    <a:pt x="29527" y="1957"/>
                  </a:cubicBezTo>
                  <a:cubicBezTo>
                    <a:pt x="29623" y="1906"/>
                    <a:pt x="29722" y="1881"/>
                    <a:pt x="29823" y="1881"/>
                  </a:cubicBezTo>
                  <a:cubicBezTo>
                    <a:pt x="29982" y="1881"/>
                    <a:pt x="30106" y="1958"/>
                    <a:pt x="30194" y="2112"/>
                  </a:cubicBezTo>
                  <a:cubicBezTo>
                    <a:pt x="30282" y="2266"/>
                    <a:pt x="30326" y="2484"/>
                    <a:pt x="30326" y="2766"/>
                  </a:cubicBezTo>
                  <a:lnTo>
                    <a:pt x="30326" y="2825"/>
                  </a:lnTo>
                  <a:lnTo>
                    <a:pt x="29918" y="2825"/>
                  </a:lnTo>
                  <a:cubicBezTo>
                    <a:pt x="29653" y="2825"/>
                    <a:pt x="29454" y="2932"/>
                    <a:pt x="29321" y="3145"/>
                  </a:cubicBezTo>
                  <a:cubicBezTo>
                    <a:pt x="29188" y="3358"/>
                    <a:pt x="29121" y="3674"/>
                    <a:pt x="29121" y="4093"/>
                  </a:cubicBezTo>
                  <a:cubicBezTo>
                    <a:pt x="29121" y="4452"/>
                    <a:pt x="29174" y="4739"/>
                    <a:pt x="29281" y="4953"/>
                  </a:cubicBezTo>
                  <a:cubicBezTo>
                    <a:pt x="29388" y="5167"/>
                    <a:pt x="29533" y="5274"/>
                    <a:pt x="29714" y="5274"/>
                  </a:cubicBezTo>
                  <a:cubicBezTo>
                    <a:pt x="29857" y="5274"/>
                    <a:pt x="29978" y="5220"/>
                    <a:pt x="30077" y="5113"/>
                  </a:cubicBezTo>
                  <a:cubicBezTo>
                    <a:pt x="30176" y="5005"/>
                    <a:pt x="30259" y="4838"/>
                    <a:pt x="30326" y="4612"/>
                  </a:cubicBezTo>
                  <a:lnTo>
                    <a:pt x="30326" y="5178"/>
                  </a:lnTo>
                  <a:lnTo>
                    <a:pt x="30617" y="5178"/>
                  </a:lnTo>
                  <a:lnTo>
                    <a:pt x="30617" y="3052"/>
                  </a:lnTo>
                  <a:cubicBezTo>
                    <a:pt x="30617" y="2484"/>
                    <a:pt x="30553" y="2060"/>
                    <a:pt x="30427" y="1781"/>
                  </a:cubicBezTo>
                  <a:cubicBezTo>
                    <a:pt x="30300" y="1501"/>
                    <a:pt x="30109" y="1362"/>
                    <a:pt x="29853" y="1362"/>
                  </a:cubicBezTo>
                  <a:close/>
                  <a:moveTo>
                    <a:pt x="33288" y="1362"/>
                  </a:moveTo>
                  <a:cubicBezTo>
                    <a:pt x="33022" y="1362"/>
                    <a:pt x="32811" y="1541"/>
                    <a:pt x="32655" y="1899"/>
                  </a:cubicBezTo>
                  <a:cubicBezTo>
                    <a:pt x="32498" y="2257"/>
                    <a:pt x="32420" y="2741"/>
                    <a:pt x="32420" y="3351"/>
                  </a:cubicBezTo>
                  <a:cubicBezTo>
                    <a:pt x="32420" y="3941"/>
                    <a:pt x="32503" y="4409"/>
                    <a:pt x="32668" y="4755"/>
                  </a:cubicBezTo>
                  <a:cubicBezTo>
                    <a:pt x="32832" y="5101"/>
                    <a:pt x="33056" y="5274"/>
                    <a:pt x="33339" y="5274"/>
                  </a:cubicBezTo>
                  <a:cubicBezTo>
                    <a:pt x="33451" y="5274"/>
                    <a:pt x="33563" y="5250"/>
                    <a:pt x="33672" y="5201"/>
                  </a:cubicBezTo>
                  <a:cubicBezTo>
                    <a:pt x="33782" y="5152"/>
                    <a:pt x="33889" y="5081"/>
                    <a:pt x="33993" y="4988"/>
                  </a:cubicBezTo>
                  <a:lnTo>
                    <a:pt x="33993" y="4409"/>
                  </a:lnTo>
                  <a:cubicBezTo>
                    <a:pt x="33890" y="4525"/>
                    <a:pt x="33786" y="4611"/>
                    <a:pt x="33681" y="4669"/>
                  </a:cubicBezTo>
                  <a:cubicBezTo>
                    <a:pt x="33576" y="4726"/>
                    <a:pt x="33468" y="4755"/>
                    <a:pt x="33356" y="4755"/>
                  </a:cubicBezTo>
                  <a:cubicBezTo>
                    <a:pt x="33163" y="4755"/>
                    <a:pt x="33013" y="4645"/>
                    <a:pt x="32905" y="4424"/>
                  </a:cubicBezTo>
                  <a:cubicBezTo>
                    <a:pt x="32797" y="4203"/>
                    <a:pt x="32736" y="3882"/>
                    <a:pt x="32724" y="3461"/>
                  </a:cubicBezTo>
                  <a:lnTo>
                    <a:pt x="34061" y="3461"/>
                  </a:lnTo>
                  <a:lnTo>
                    <a:pt x="34061" y="3162"/>
                  </a:lnTo>
                  <a:cubicBezTo>
                    <a:pt x="34061" y="2607"/>
                    <a:pt x="33992" y="2168"/>
                    <a:pt x="33853" y="1846"/>
                  </a:cubicBezTo>
                  <a:cubicBezTo>
                    <a:pt x="33715" y="1523"/>
                    <a:pt x="33526" y="1362"/>
                    <a:pt x="33288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160500" y="625250"/>
              <a:ext cx="273150" cy="131850"/>
            </a:xfrm>
            <a:custGeom>
              <a:rect b="b" l="l" r="r" t="t"/>
              <a:pathLst>
                <a:path extrusionOk="0" h="5274" w="10926">
                  <a:moveTo>
                    <a:pt x="2703" y="0"/>
                  </a:moveTo>
                  <a:lnTo>
                    <a:pt x="2703" y="776"/>
                  </a:lnTo>
                  <a:lnTo>
                    <a:pt x="2993" y="776"/>
                  </a:lnTo>
                  <a:lnTo>
                    <a:pt x="2993" y="0"/>
                  </a:lnTo>
                  <a:close/>
                  <a:moveTo>
                    <a:pt x="4347" y="1880"/>
                  </a:moveTo>
                  <a:cubicBezTo>
                    <a:pt x="4491" y="1880"/>
                    <a:pt x="4606" y="1980"/>
                    <a:pt x="4693" y="2180"/>
                  </a:cubicBezTo>
                  <a:cubicBezTo>
                    <a:pt x="4780" y="2379"/>
                    <a:pt x="4824" y="2647"/>
                    <a:pt x="4826" y="2981"/>
                  </a:cubicBezTo>
                  <a:lnTo>
                    <a:pt x="3789" y="2985"/>
                  </a:lnTo>
                  <a:cubicBezTo>
                    <a:pt x="3804" y="2634"/>
                    <a:pt x="3860" y="2363"/>
                    <a:pt x="3958" y="2170"/>
                  </a:cubicBezTo>
                  <a:cubicBezTo>
                    <a:pt x="4055" y="1977"/>
                    <a:pt x="4185" y="1880"/>
                    <a:pt x="4347" y="1880"/>
                  </a:cubicBezTo>
                  <a:close/>
                  <a:moveTo>
                    <a:pt x="8315" y="1874"/>
                  </a:moveTo>
                  <a:cubicBezTo>
                    <a:pt x="8469" y="1874"/>
                    <a:pt x="8590" y="2002"/>
                    <a:pt x="8679" y="2258"/>
                  </a:cubicBezTo>
                  <a:cubicBezTo>
                    <a:pt x="8768" y="2514"/>
                    <a:pt x="8812" y="2867"/>
                    <a:pt x="8812" y="3318"/>
                  </a:cubicBezTo>
                  <a:cubicBezTo>
                    <a:pt x="8812" y="3768"/>
                    <a:pt x="8768" y="4121"/>
                    <a:pt x="8679" y="4377"/>
                  </a:cubicBezTo>
                  <a:cubicBezTo>
                    <a:pt x="8590" y="4633"/>
                    <a:pt x="8469" y="4762"/>
                    <a:pt x="8315" y="4762"/>
                  </a:cubicBezTo>
                  <a:cubicBezTo>
                    <a:pt x="8161" y="4762"/>
                    <a:pt x="8041" y="4633"/>
                    <a:pt x="7953" y="4377"/>
                  </a:cubicBezTo>
                  <a:cubicBezTo>
                    <a:pt x="7865" y="4121"/>
                    <a:pt x="7820" y="3768"/>
                    <a:pt x="7820" y="3318"/>
                  </a:cubicBezTo>
                  <a:cubicBezTo>
                    <a:pt x="7820" y="2867"/>
                    <a:pt x="7865" y="2514"/>
                    <a:pt x="7953" y="2258"/>
                  </a:cubicBezTo>
                  <a:cubicBezTo>
                    <a:pt x="8041" y="2002"/>
                    <a:pt x="8161" y="1874"/>
                    <a:pt x="8315" y="1874"/>
                  </a:cubicBezTo>
                  <a:close/>
                  <a:moveTo>
                    <a:pt x="853" y="0"/>
                  </a:moveTo>
                  <a:cubicBezTo>
                    <a:pt x="654" y="0"/>
                    <a:pt x="508" y="95"/>
                    <a:pt x="417" y="285"/>
                  </a:cubicBezTo>
                  <a:cubicBezTo>
                    <a:pt x="325" y="474"/>
                    <a:pt x="279" y="777"/>
                    <a:pt x="279" y="1191"/>
                  </a:cubicBezTo>
                  <a:lnTo>
                    <a:pt x="279" y="1451"/>
                  </a:lnTo>
                  <a:lnTo>
                    <a:pt x="1" y="1451"/>
                  </a:lnTo>
                  <a:lnTo>
                    <a:pt x="1" y="1927"/>
                  </a:lnTo>
                  <a:lnTo>
                    <a:pt x="279" y="1927"/>
                  </a:lnTo>
                  <a:lnTo>
                    <a:pt x="279" y="5177"/>
                  </a:lnTo>
                  <a:lnTo>
                    <a:pt x="572" y="5177"/>
                  </a:lnTo>
                  <a:lnTo>
                    <a:pt x="572" y="1927"/>
                  </a:lnTo>
                  <a:lnTo>
                    <a:pt x="1051" y="1927"/>
                  </a:lnTo>
                  <a:lnTo>
                    <a:pt x="1051" y="1451"/>
                  </a:lnTo>
                  <a:lnTo>
                    <a:pt x="572" y="1451"/>
                  </a:lnTo>
                  <a:lnTo>
                    <a:pt x="572" y="1122"/>
                  </a:lnTo>
                  <a:cubicBezTo>
                    <a:pt x="572" y="891"/>
                    <a:pt x="592" y="731"/>
                    <a:pt x="632" y="643"/>
                  </a:cubicBezTo>
                  <a:cubicBezTo>
                    <a:pt x="673" y="554"/>
                    <a:pt x="745" y="509"/>
                    <a:pt x="850" y="509"/>
                  </a:cubicBezTo>
                  <a:lnTo>
                    <a:pt x="1128" y="509"/>
                  </a:lnTo>
                  <a:lnTo>
                    <a:pt x="1128" y="0"/>
                  </a:lnTo>
                  <a:close/>
                  <a:moveTo>
                    <a:pt x="2249" y="1361"/>
                  </a:moveTo>
                  <a:cubicBezTo>
                    <a:pt x="2109" y="1361"/>
                    <a:pt x="1990" y="1416"/>
                    <a:pt x="1892" y="1526"/>
                  </a:cubicBezTo>
                  <a:cubicBezTo>
                    <a:pt x="1794" y="1636"/>
                    <a:pt x="1714" y="1804"/>
                    <a:pt x="1653" y="2030"/>
                  </a:cubicBezTo>
                  <a:lnTo>
                    <a:pt x="1653" y="1451"/>
                  </a:lnTo>
                  <a:lnTo>
                    <a:pt x="1361" y="1451"/>
                  </a:lnTo>
                  <a:lnTo>
                    <a:pt x="1361" y="5177"/>
                  </a:lnTo>
                  <a:lnTo>
                    <a:pt x="1653" y="5177"/>
                  </a:lnTo>
                  <a:lnTo>
                    <a:pt x="1653" y="3214"/>
                  </a:lnTo>
                  <a:cubicBezTo>
                    <a:pt x="1653" y="2793"/>
                    <a:pt x="1697" y="2470"/>
                    <a:pt x="1785" y="2245"/>
                  </a:cubicBezTo>
                  <a:cubicBezTo>
                    <a:pt x="1873" y="2019"/>
                    <a:pt x="1999" y="1907"/>
                    <a:pt x="2164" y="1907"/>
                  </a:cubicBezTo>
                  <a:cubicBezTo>
                    <a:pt x="2210" y="1907"/>
                    <a:pt x="2252" y="1916"/>
                    <a:pt x="2291" y="1935"/>
                  </a:cubicBezTo>
                  <a:cubicBezTo>
                    <a:pt x="2329" y="1954"/>
                    <a:pt x="2365" y="1983"/>
                    <a:pt x="2398" y="2023"/>
                  </a:cubicBezTo>
                  <a:lnTo>
                    <a:pt x="2396" y="1394"/>
                  </a:lnTo>
                  <a:cubicBezTo>
                    <a:pt x="2367" y="1383"/>
                    <a:pt x="2340" y="1375"/>
                    <a:pt x="2315" y="1369"/>
                  </a:cubicBezTo>
                  <a:cubicBezTo>
                    <a:pt x="2291" y="1364"/>
                    <a:pt x="2269" y="1361"/>
                    <a:pt x="2249" y="1361"/>
                  </a:cubicBezTo>
                  <a:close/>
                  <a:moveTo>
                    <a:pt x="2703" y="1451"/>
                  </a:moveTo>
                  <a:lnTo>
                    <a:pt x="2703" y="5177"/>
                  </a:lnTo>
                  <a:lnTo>
                    <a:pt x="2993" y="5177"/>
                  </a:lnTo>
                  <a:lnTo>
                    <a:pt x="2993" y="1451"/>
                  </a:lnTo>
                  <a:close/>
                  <a:moveTo>
                    <a:pt x="6448" y="1361"/>
                  </a:moveTo>
                  <a:cubicBezTo>
                    <a:pt x="6325" y="1361"/>
                    <a:pt x="6216" y="1417"/>
                    <a:pt x="6122" y="1528"/>
                  </a:cubicBezTo>
                  <a:cubicBezTo>
                    <a:pt x="6028" y="1638"/>
                    <a:pt x="5946" y="1806"/>
                    <a:pt x="5876" y="2030"/>
                  </a:cubicBezTo>
                  <a:lnTo>
                    <a:pt x="5876" y="1451"/>
                  </a:lnTo>
                  <a:lnTo>
                    <a:pt x="5584" y="1451"/>
                  </a:lnTo>
                  <a:lnTo>
                    <a:pt x="5584" y="5177"/>
                  </a:lnTo>
                  <a:lnTo>
                    <a:pt x="5876" y="5177"/>
                  </a:lnTo>
                  <a:lnTo>
                    <a:pt x="5876" y="3071"/>
                  </a:lnTo>
                  <a:cubicBezTo>
                    <a:pt x="5876" y="2708"/>
                    <a:pt x="5921" y="2420"/>
                    <a:pt x="6012" y="2210"/>
                  </a:cubicBezTo>
                  <a:cubicBezTo>
                    <a:pt x="6103" y="1999"/>
                    <a:pt x="6226" y="1894"/>
                    <a:pt x="6383" y="1894"/>
                  </a:cubicBezTo>
                  <a:cubicBezTo>
                    <a:pt x="6514" y="1894"/>
                    <a:pt x="6612" y="1981"/>
                    <a:pt x="6678" y="2156"/>
                  </a:cubicBezTo>
                  <a:cubicBezTo>
                    <a:pt x="6743" y="2332"/>
                    <a:pt x="6776" y="2596"/>
                    <a:pt x="6776" y="2948"/>
                  </a:cubicBezTo>
                  <a:lnTo>
                    <a:pt x="6776" y="5177"/>
                  </a:lnTo>
                  <a:lnTo>
                    <a:pt x="7066" y="5177"/>
                  </a:lnTo>
                  <a:lnTo>
                    <a:pt x="7066" y="2928"/>
                  </a:lnTo>
                  <a:cubicBezTo>
                    <a:pt x="7066" y="2414"/>
                    <a:pt x="7014" y="2024"/>
                    <a:pt x="6910" y="1759"/>
                  </a:cubicBezTo>
                  <a:cubicBezTo>
                    <a:pt x="6806" y="1494"/>
                    <a:pt x="6652" y="1361"/>
                    <a:pt x="6448" y="1361"/>
                  </a:cubicBezTo>
                  <a:close/>
                  <a:moveTo>
                    <a:pt x="4344" y="1361"/>
                  </a:moveTo>
                  <a:cubicBezTo>
                    <a:pt x="4078" y="1361"/>
                    <a:pt x="3867" y="1540"/>
                    <a:pt x="3711" y="1898"/>
                  </a:cubicBezTo>
                  <a:cubicBezTo>
                    <a:pt x="3554" y="2257"/>
                    <a:pt x="3476" y="2741"/>
                    <a:pt x="3476" y="3351"/>
                  </a:cubicBezTo>
                  <a:cubicBezTo>
                    <a:pt x="3476" y="3941"/>
                    <a:pt x="3559" y="4409"/>
                    <a:pt x="3724" y="4755"/>
                  </a:cubicBezTo>
                  <a:cubicBezTo>
                    <a:pt x="3888" y="5101"/>
                    <a:pt x="4112" y="5274"/>
                    <a:pt x="4395" y="5274"/>
                  </a:cubicBezTo>
                  <a:cubicBezTo>
                    <a:pt x="4507" y="5274"/>
                    <a:pt x="4619" y="5249"/>
                    <a:pt x="4728" y="5201"/>
                  </a:cubicBezTo>
                  <a:cubicBezTo>
                    <a:pt x="4838" y="5152"/>
                    <a:pt x="4945" y="5081"/>
                    <a:pt x="5049" y="4988"/>
                  </a:cubicBezTo>
                  <a:lnTo>
                    <a:pt x="5049" y="4409"/>
                  </a:lnTo>
                  <a:cubicBezTo>
                    <a:pt x="4946" y="4524"/>
                    <a:pt x="4842" y="4611"/>
                    <a:pt x="4737" y="4668"/>
                  </a:cubicBezTo>
                  <a:cubicBezTo>
                    <a:pt x="4632" y="4726"/>
                    <a:pt x="4524" y="4755"/>
                    <a:pt x="4412" y="4755"/>
                  </a:cubicBezTo>
                  <a:cubicBezTo>
                    <a:pt x="4219" y="4755"/>
                    <a:pt x="4069" y="4644"/>
                    <a:pt x="3961" y="4424"/>
                  </a:cubicBezTo>
                  <a:cubicBezTo>
                    <a:pt x="3853" y="4203"/>
                    <a:pt x="3792" y="3882"/>
                    <a:pt x="3780" y="3461"/>
                  </a:cubicBezTo>
                  <a:lnTo>
                    <a:pt x="5117" y="3461"/>
                  </a:lnTo>
                  <a:lnTo>
                    <a:pt x="5117" y="3161"/>
                  </a:lnTo>
                  <a:cubicBezTo>
                    <a:pt x="5117" y="2607"/>
                    <a:pt x="5048" y="2168"/>
                    <a:pt x="4909" y="1845"/>
                  </a:cubicBezTo>
                  <a:cubicBezTo>
                    <a:pt x="4771" y="1523"/>
                    <a:pt x="4582" y="1361"/>
                    <a:pt x="4344" y="1361"/>
                  </a:cubicBezTo>
                  <a:close/>
                  <a:moveTo>
                    <a:pt x="8812" y="0"/>
                  </a:moveTo>
                  <a:lnTo>
                    <a:pt x="8812" y="2017"/>
                  </a:lnTo>
                  <a:cubicBezTo>
                    <a:pt x="8751" y="1795"/>
                    <a:pt x="8673" y="1630"/>
                    <a:pt x="8580" y="1523"/>
                  </a:cubicBezTo>
                  <a:cubicBezTo>
                    <a:pt x="8487" y="1415"/>
                    <a:pt x="8375" y="1361"/>
                    <a:pt x="8244" y="1361"/>
                  </a:cubicBezTo>
                  <a:cubicBezTo>
                    <a:pt x="8030" y="1361"/>
                    <a:pt x="7856" y="1541"/>
                    <a:pt x="7722" y="1900"/>
                  </a:cubicBezTo>
                  <a:cubicBezTo>
                    <a:pt x="7587" y="2259"/>
                    <a:pt x="7520" y="2732"/>
                    <a:pt x="7520" y="3318"/>
                  </a:cubicBezTo>
                  <a:cubicBezTo>
                    <a:pt x="7520" y="3903"/>
                    <a:pt x="7587" y="4376"/>
                    <a:pt x="7722" y="4735"/>
                  </a:cubicBezTo>
                  <a:cubicBezTo>
                    <a:pt x="7856" y="5094"/>
                    <a:pt x="8030" y="5274"/>
                    <a:pt x="8244" y="5274"/>
                  </a:cubicBezTo>
                  <a:cubicBezTo>
                    <a:pt x="8375" y="5274"/>
                    <a:pt x="8487" y="5220"/>
                    <a:pt x="8580" y="5113"/>
                  </a:cubicBezTo>
                  <a:cubicBezTo>
                    <a:pt x="8673" y="5005"/>
                    <a:pt x="8751" y="4840"/>
                    <a:pt x="8812" y="4618"/>
                  </a:cubicBezTo>
                  <a:lnTo>
                    <a:pt x="8812" y="5177"/>
                  </a:lnTo>
                  <a:lnTo>
                    <a:pt x="9103" y="5177"/>
                  </a:lnTo>
                  <a:lnTo>
                    <a:pt x="9103" y="0"/>
                  </a:lnTo>
                  <a:close/>
                  <a:moveTo>
                    <a:pt x="10264" y="1361"/>
                  </a:moveTo>
                  <a:cubicBezTo>
                    <a:pt x="10047" y="1361"/>
                    <a:pt x="9880" y="1457"/>
                    <a:pt x="9762" y="1647"/>
                  </a:cubicBezTo>
                  <a:cubicBezTo>
                    <a:pt x="9644" y="1838"/>
                    <a:pt x="9585" y="2109"/>
                    <a:pt x="9585" y="2459"/>
                  </a:cubicBezTo>
                  <a:cubicBezTo>
                    <a:pt x="9585" y="2747"/>
                    <a:pt x="9625" y="2974"/>
                    <a:pt x="9705" y="3140"/>
                  </a:cubicBezTo>
                  <a:cubicBezTo>
                    <a:pt x="9785" y="3305"/>
                    <a:pt x="9915" y="3427"/>
                    <a:pt x="10095" y="3507"/>
                  </a:cubicBezTo>
                  <a:lnTo>
                    <a:pt x="10196" y="3557"/>
                  </a:lnTo>
                  <a:cubicBezTo>
                    <a:pt x="10377" y="3639"/>
                    <a:pt x="10493" y="3725"/>
                    <a:pt x="10547" y="3813"/>
                  </a:cubicBezTo>
                  <a:cubicBezTo>
                    <a:pt x="10600" y="3902"/>
                    <a:pt x="10626" y="4030"/>
                    <a:pt x="10626" y="4196"/>
                  </a:cubicBezTo>
                  <a:cubicBezTo>
                    <a:pt x="10626" y="4376"/>
                    <a:pt x="10590" y="4515"/>
                    <a:pt x="10516" y="4613"/>
                  </a:cubicBezTo>
                  <a:cubicBezTo>
                    <a:pt x="10442" y="4712"/>
                    <a:pt x="10337" y="4762"/>
                    <a:pt x="10200" y="4762"/>
                  </a:cubicBezTo>
                  <a:cubicBezTo>
                    <a:pt x="10097" y="4762"/>
                    <a:pt x="9994" y="4732"/>
                    <a:pt x="9890" y="4673"/>
                  </a:cubicBezTo>
                  <a:cubicBezTo>
                    <a:pt x="9785" y="4615"/>
                    <a:pt x="9679" y="4526"/>
                    <a:pt x="9572" y="4409"/>
                  </a:cubicBezTo>
                  <a:lnTo>
                    <a:pt x="9572" y="5041"/>
                  </a:lnTo>
                  <a:cubicBezTo>
                    <a:pt x="9686" y="5119"/>
                    <a:pt x="9794" y="5177"/>
                    <a:pt x="9897" y="5216"/>
                  </a:cubicBezTo>
                  <a:cubicBezTo>
                    <a:pt x="10000" y="5254"/>
                    <a:pt x="10098" y="5274"/>
                    <a:pt x="10193" y="5274"/>
                  </a:cubicBezTo>
                  <a:cubicBezTo>
                    <a:pt x="10421" y="5274"/>
                    <a:pt x="10600" y="5173"/>
                    <a:pt x="10730" y="4971"/>
                  </a:cubicBezTo>
                  <a:cubicBezTo>
                    <a:pt x="10860" y="4769"/>
                    <a:pt x="10925" y="4495"/>
                    <a:pt x="10925" y="4149"/>
                  </a:cubicBezTo>
                  <a:cubicBezTo>
                    <a:pt x="10925" y="3845"/>
                    <a:pt x="10882" y="3609"/>
                    <a:pt x="10795" y="3439"/>
                  </a:cubicBezTo>
                  <a:cubicBezTo>
                    <a:pt x="10708" y="3269"/>
                    <a:pt x="10561" y="3138"/>
                    <a:pt x="10355" y="3045"/>
                  </a:cubicBezTo>
                  <a:lnTo>
                    <a:pt x="10255" y="2998"/>
                  </a:lnTo>
                  <a:cubicBezTo>
                    <a:pt x="10099" y="2925"/>
                    <a:pt x="9995" y="2848"/>
                    <a:pt x="9943" y="2767"/>
                  </a:cubicBezTo>
                  <a:cubicBezTo>
                    <a:pt x="9892" y="2686"/>
                    <a:pt x="9866" y="2574"/>
                    <a:pt x="9866" y="2433"/>
                  </a:cubicBezTo>
                  <a:cubicBezTo>
                    <a:pt x="9866" y="2246"/>
                    <a:pt x="9902" y="2106"/>
                    <a:pt x="9974" y="2013"/>
                  </a:cubicBezTo>
                  <a:cubicBezTo>
                    <a:pt x="10047" y="1920"/>
                    <a:pt x="10155" y="1874"/>
                    <a:pt x="10299" y="1874"/>
                  </a:cubicBezTo>
                  <a:cubicBezTo>
                    <a:pt x="10394" y="1874"/>
                    <a:pt x="10486" y="1896"/>
                    <a:pt x="10574" y="1940"/>
                  </a:cubicBezTo>
                  <a:cubicBezTo>
                    <a:pt x="10663" y="1984"/>
                    <a:pt x="10748" y="2051"/>
                    <a:pt x="10830" y="2140"/>
                  </a:cubicBezTo>
                  <a:lnTo>
                    <a:pt x="10830" y="1561"/>
                  </a:lnTo>
                  <a:cubicBezTo>
                    <a:pt x="10750" y="1494"/>
                    <a:pt x="10663" y="1444"/>
                    <a:pt x="10568" y="1411"/>
                  </a:cubicBezTo>
                  <a:cubicBezTo>
                    <a:pt x="10473" y="1378"/>
                    <a:pt x="10372" y="1361"/>
                    <a:pt x="10264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1089400" y="415700"/>
              <a:ext cx="2030200" cy="164900"/>
            </a:xfrm>
            <a:custGeom>
              <a:rect b="b" l="l" r="r" t="t"/>
              <a:pathLst>
                <a:path extrusionOk="0" h="6596" w="81208">
                  <a:moveTo>
                    <a:pt x="9247" y="1"/>
                  </a:moveTo>
                  <a:lnTo>
                    <a:pt x="9247" y="776"/>
                  </a:lnTo>
                  <a:lnTo>
                    <a:pt x="9538" y="776"/>
                  </a:lnTo>
                  <a:lnTo>
                    <a:pt x="9538" y="1"/>
                  </a:lnTo>
                  <a:close/>
                  <a:moveTo>
                    <a:pt x="11417" y="1"/>
                  </a:moveTo>
                  <a:lnTo>
                    <a:pt x="11417" y="776"/>
                  </a:lnTo>
                  <a:lnTo>
                    <a:pt x="11708" y="776"/>
                  </a:lnTo>
                  <a:lnTo>
                    <a:pt x="11708" y="1"/>
                  </a:lnTo>
                  <a:close/>
                  <a:moveTo>
                    <a:pt x="30161" y="1"/>
                  </a:moveTo>
                  <a:lnTo>
                    <a:pt x="30161" y="776"/>
                  </a:lnTo>
                  <a:lnTo>
                    <a:pt x="30452" y="776"/>
                  </a:lnTo>
                  <a:lnTo>
                    <a:pt x="30452" y="1"/>
                  </a:lnTo>
                  <a:close/>
                  <a:moveTo>
                    <a:pt x="38771" y="1"/>
                  </a:moveTo>
                  <a:lnTo>
                    <a:pt x="38771" y="776"/>
                  </a:lnTo>
                  <a:lnTo>
                    <a:pt x="39062" y="776"/>
                  </a:lnTo>
                  <a:lnTo>
                    <a:pt x="39062" y="1"/>
                  </a:lnTo>
                  <a:close/>
                  <a:moveTo>
                    <a:pt x="49087" y="1"/>
                  </a:moveTo>
                  <a:lnTo>
                    <a:pt x="49087" y="776"/>
                  </a:lnTo>
                  <a:lnTo>
                    <a:pt x="49378" y="776"/>
                  </a:lnTo>
                  <a:lnTo>
                    <a:pt x="49378" y="1"/>
                  </a:lnTo>
                  <a:close/>
                  <a:moveTo>
                    <a:pt x="66102" y="1"/>
                  </a:moveTo>
                  <a:lnTo>
                    <a:pt x="66102" y="776"/>
                  </a:lnTo>
                  <a:lnTo>
                    <a:pt x="66393" y="776"/>
                  </a:lnTo>
                  <a:lnTo>
                    <a:pt x="66393" y="1"/>
                  </a:lnTo>
                  <a:close/>
                  <a:moveTo>
                    <a:pt x="71109" y="1"/>
                  </a:moveTo>
                  <a:lnTo>
                    <a:pt x="71109" y="776"/>
                  </a:lnTo>
                  <a:lnTo>
                    <a:pt x="71400" y="776"/>
                  </a:lnTo>
                  <a:lnTo>
                    <a:pt x="71400" y="1"/>
                  </a:lnTo>
                  <a:close/>
                  <a:moveTo>
                    <a:pt x="73925" y="1"/>
                  </a:moveTo>
                  <a:lnTo>
                    <a:pt x="73925" y="776"/>
                  </a:lnTo>
                  <a:lnTo>
                    <a:pt x="74216" y="776"/>
                  </a:lnTo>
                  <a:lnTo>
                    <a:pt x="74216" y="1"/>
                  </a:lnTo>
                  <a:close/>
                  <a:moveTo>
                    <a:pt x="14978" y="1881"/>
                  </a:moveTo>
                  <a:cubicBezTo>
                    <a:pt x="15121" y="1881"/>
                    <a:pt x="15236" y="1980"/>
                    <a:pt x="15323" y="2180"/>
                  </a:cubicBezTo>
                  <a:cubicBezTo>
                    <a:pt x="15410" y="2380"/>
                    <a:pt x="15455" y="2647"/>
                    <a:pt x="15457" y="2982"/>
                  </a:cubicBezTo>
                  <a:lnTo>
                    <a:pt x="14420" y="2985"/>
                  </a:lnTo>
                  <a:cubicBezTo>
                    <a:pt x="14434" y="2635"/>
                    <a:pt x="14491" y="2363"/>
                    <a:pt x="14588" y="2170"/>
                  </a:cubicBezTo>
                  <a:cubicBezTo>
                    <a:pt x="14686" y="1977"/>
                    <a:pt x="14815" y="1881"/>
                    <a:pt x="14978" y="1881"/>
                  </a:cubicBezTo>
                  <a:close/>
                  <a:moveTo>
                    <a:pt x="25864" y="1881"/>
                  </a:moveTo>
                  <a:cubicBezTo>
                    <a:pt x="26007" y="1881"/>
                    <a:pt x="26122" y="1980"/>
                    <a:pt x="26209" y="2180"/>
                  </a:cubicBezTo>
                  <a:cubicBezTo>
                    <a:pt x="26296" y="2380"/>
                    <a:pt x="26341" y="2647"/>
                    <a:pt x="26343" y="2982"/>
                  </a:cubicBezTo>
                  <a:lnTo>
                    <a:pt x="25306" y="2985"/>
                  </a:lnTo>
                  <a:cubicBezTo>
                    <a:pt x="25320" y="2635"/>
                    <a:pt x="25377" y="2363"/>
                    <a:pt x="25474" y="2170"/>
                  </a:cubicBezTo>
                  <a:cubicBezTo>
                    <a:pt x="25572" y="1977"/>
                    <a:pt x="25701" y="1881"/>
                    <a:pt x="25864" y="1881"/>
                  </a:cubicBezTo>
                  <a:close/>
                  <a:moveTo>
                    <a:pt x="1082" y="872"/>
                  </a:moveTo>
                  <a:lnTo>
                    <a:pt x="1516" y="3345"/>
                  </a:lnTo>
                  <a:lnTo>
                    <a:pt x="649" y="3345"/>
                  </a:lnTo>
                  <a:lnTo>
                    <a:pt x="1082" y="872"/>
                  </a:lnTo>
                  <a:close/>
                  <a:moveTo>
                    <a:pt x="50656" y="1874"/>
                  </a:moveTo>
                  <a:cubicBezTo>
                    <a:pt x="50813" y="1874"/>
                    <a:pt x="50935" y="1996"/>
                    <a:pt x="51022" y="2240"/>
                  </a:cubicBezTo>
                  <a:cubicBezTo>
                    <a:pt x="51109" y="2484"/>
                    <a:pt x="51152" y="2828"/>
                    <a:pt x="51152" y="3271"/>
                  </a:cubicBezTo>
                  <a:cubicBezTo>
                    <a:pt x="51152" y="3713"/>
                    <a:pt x="51109" y="4055"/>
                    <a:pt x="51022" y="4299"/>
                  </a:cubicBezTo>
                  <a:cubicBezTo>
                    <a:pt x="50935" y="4543"/>
                    <a:pt x="50813" y="4665"/>
                    <a:pt x="50656" y="4665"/>
                  </a:cubicBezTo>
                  <a:cubicBezTo>
                    <a:pt x="50500" y="4665"/>
                    <a:pt x="50378" y="4543"/>
                    <a:pt x="50291" y="4299"/>
                  </a:cubicBezTo>
                  <a:cubicBezTo>
                    <a:pt x="50205" y="4055"/>
                    <a:pt x="50161" y="3713"/>
                    <a:pt x="50161" y="3271"/>
                  </a:cubicBezTo>
                  <a:cubicBezTo>
                    <a:pt x="50161" y="2828"/>
                    <a:pt x="50205" y="2484"/>
                    <a:pt x="50291" y="2240"/>
                  </a:cubicBezTo>
                  <a:cubicBezTo>
                    <a:pt x="50378" y="1996"/>
                    <a:pt x="50500" y="1874"/>
                    <a:pt x="50656" y="1874"/>
                  </a:cubicBezTo>
                  <a:close/>
                  <a:moveTo>
                    <a:pt x="6265" y="1881"/>
                  </a:moveTo>
                  <a:cubicBezTo>
                    <a:pt x="6420" y="1881"/>
                    <a:pt x="6543" y="2010"/>
                    <a:pt x="6634" y="2268"/>
                  </a:cubicBezTo>
                  <a:cubicBezTo>
                    <a:pt x="6724" y="2527"/>
                    <a:pt x="6770" y="2877"/>
                    <a:pt x="6770" y="3318"/>
                  </a:cubicBezTo>
                  <a:cubicBezTo>
                    <a:pt x="6770" y="3762"/>
                    <a:pt x="6724" y="4112"/>
                    <a:pt x="6634" y="4369"/>
                  </a:cubicBezTo>
                  <a:cubicBezTo>
                    <a:pt x="6543" y="4627"/>
                    <a:pt x="6420" y="4755"/>
                    <a:pt x="6265" y="4755"/>
                  </a:cubicBezTo>
                  <a:cubicBezTo>
                    <a:pt x="6108" y="4755"/>
                    <a:pt x="5985" y="4627"/>
                    <a:pt x="5895" y="4371"/>
                  </a:cubicBezTo>
                  <a:cubicBezTo>
                    <a:pt x="5804" y="4115"/>
                    <a:pt x="5759" y="3764"/>
                    <a:pt x="5759" y="3318"/>
                  </a:cubicBezTo>
                  <a:cubicBezTo>
                    <a:pt x="5759" y="2872"/>
                    <a:pt x="5805" y="2521"/>
                    <a:pt x="5895" y="2265"/>
                  </a:cubicBezTo>
                  <a:cubicBezTo>
                    <a:pt x="5986" y="2009"/>
                    <a:pt x="6109" y="1881"/>
                    <a:pt x="6265" y="1881"/>
                  </a:cubicBezTo>
                  <a:close/>
                  <a:moveTo>
                    <a:pt x="19720" y="1881"/>
                  </a:moveTo>
                  <a:cubicBezTo>
                    <a:pt x="19875" y="1881"/>
                    <a:pt x="19998" y="2010"/>
                    <a:pt x="20089" y="2268"/>
                  </a:cubicBezTo>
                  <a:cubicBezTo>
                    <a:pt x="20179" y="2527"/>
                    <a:pt x="20225" y="2877"/>
                    <a:pt x="20225" y="3318"/>
                  </a:cubicBezTo>
                  <a:cubicBezTo>
                    <a:pt x="20225" y="3762"/>
                    <a:pt x="20179" y="4112"/>
                    <a:pt x="20089" y="4369"/>
                  </a:cubicBezTo>
                  <a:cubicBezTo>
                    <a:pt x="19998" y="4627"/>
                    <a:pt x="19875" y="4755"/>
                    <a:pt x="19720" y="4755"/>
                  </a:cubicBezTo>
                  <a:cubicBezTo>
                    <a:pt x="19563" y="4755"/>
                    <a:pt x="19440" y="4627"/>
                    <a:pt x="19350" y="4371"/>
                  </a:cubicBezTo>
                  <a:cubicBezTo>
                    <a:pt x="19259" y="4115"/>
                    <a:pt x="19214" y="3764"/>
                    <a:pt x="19214" y="3318"/>
                  </a:cubicBezTo>
                  <a:cubicBezTo>
                    <a:pt x="19214" y="2872"/>
                    <a:pt x="19260" y="2521"/>
                    <a:pt x="19350" y="2265"/>
                  </a:cubicBezTo>
                  <a:cubicBezTo>
                    <a:pt x="19441" y="2009"/>
                    <a:pt x="19564" y="1881"/>
                    <a:pt x="19720" y="1881"/>
                  </a:cubicBezTo>
                  <a:close/>
                  <a:moveTo>
                    <a:pt x="31747" y="1881"/>
                  </a:moveTo>
                  <a:cubicBezTo>
                    <a:pt x="31902" y="1881"/>
                    <a:pt x="32025" y="2010"/>
                    <a:pt x="32116" y="2268"/>
                  </a:cubicBezTo>
                  <a:cubicBezTo>
                    <a:pt x="32206" y="2527"/>
                    <a:pt x="32252" y="2877"/>
                    <a:pt x="32252" y="3318"/>
                  </a:cubicBezTo>
                  <a:cubicBezTo>
                    <a:pt x="32252" y="3762"/>
                    <a:pt x="32206" y="4112"/>
                    <a:pt x="32116" y="4369"/>
                  </a:cubicBezTo>
                  <a:cubicBezTo>
                    <a:pt x="32025" y="4627"/>
                    <a:pt x="31902" y="4755"/>
                    <a:pt x="31747" y="4755"/>
                  </a:cubicBezTo>
                  <a:cubicBezTo>
                    <a:pt x="31590" y="4755"/>
                    <a:pt x="31467" y="4627"/>
                    <a:pt x="31377" y="4371"/>
                  </a:cubicBezTo>
                  <a:cubicBezTo>
                    <a:pt x="31286" y="4115"/>
                    <a:pt x="31241" y="3764"/>
                    <a:pt x="31241" y="3318"/>
                  </a:cubicBezTo>
                  <a:cubicBezTo>
                    <a:pt x="31241" y="2872"/>
                    <a:pt x="31287" y="2521"/>
                    <a:pt x="31377" y="2265"/>
                  </a:cubicBezTo>
                  <a:cubicBezTo>
                    <a:pt x="31468" y="2009"/>
                    <a:pt x="31591" y="1881"/>
                    <a:pt x="31747" y="1881"/>
                  </a:cubicBezTo>
                  <a:close/>
                  <a:moveTo>
                    <a:pt x="4300" y="1874"/>
                  </a:moveTo>
                  <a:cubicBezTo>
                    <a:pt x="4454" y="1874"/>
                    <a:pt x="4575" y="2002"/>
                    <a:pt x="4663" y="2258"/>
                  </a:cubicBezTo>
                  <a:cubicBezTo>
                    <a:pt x="4751" y="2514"/>
                    <a:pt x="4795" y="2868"/>
                    <a:pt x="4795" y="3318"/>
                  </a:cubicBezTo>
                  <a:cubicBezTo>
                    <a:pt x="4795" y="3768"/>
                    <a:pt x="4751" y="4121"/>
                    <a:pt x="4663" y="4378"/>
                  </a:cubicBezTo>
                  <a:cubicBezTo>
                    <a:pt x="4575" y="4634"/>
                    <a:pt x="4454" y="4762"/>
                    <a:pt x="4300" y="4762"/>
                  </a:cubicBezTo>
                  <a:cubicBezTo>
                    <a:pt x="4147" y="4762"/>
                    <a:pt x="4026" y="4634"/>
                    <a:pt x="3938" y="4378"/>
                  </a:cubicBezTo>
                  <a:cubicBezTo>
                    <a:pt x="3850" y="4121"/>
                    <a:pt x="3806" y="3768"/>
                    <a:pt x="3806" y="3318"/>
                  </a:cubicBezTo>
                  <a:cubicBezTo>
                    <a:pt x="3806" y="2868"/>
                    <a:pt x="3850" y="2514"/>
                    <a:pt x="3938" y="2258"/>
                  </a:cubicBezTo>
                  <a:cubicBezTo>
                    <a:pt x="4026" y="2002"/>
                    <a:pt x="4147" y="1874"/>
                    <a:pt x="4300" y="1874"/>
                  </a:cubicBezTo>
                  <a:close/>
                  <a:moveTo>
                    <a:pt x="45116" y="3305"/>
                  </a:moveTo>
                  <a:lnTo>
                    <a:pt x="45116" y="3441"/>
                  </a:lnTo>
                  <a:cubicBezTo>
                    <a:pt x="45116" y="3840"/>
                    <a:pt x="45067" y="4160"/>
                    <a:pt x="44970" y="4401"/>
                  </a:cubicBezTo>
                  <a:cubicBezTo>
                    <a:pt x="44872" y="4642"/>
                    <a:pt x="44743" y="4762"/>
                    <a:pt x="44582" y="4762"/>
                  </a:cubicBezTo>
                  <a:cubicBezTo>
                    <a:pt x="44465" y="4762"/>
                    <a:pt x="44372" y="4698"/>
                    <a:pt x="44304" y="4571"/>
                  </a:cubicBezTo>
                  <a:cubicBezTo>
                    <a:pt x="44236" y="4443"/>
                    <a:pt x="44202" y="4271"/>
                    <a:pt x="44202" y="4053"/>
                  </a:cubicBezTo>
                  <a:cubicBezTo>
                    <a:pt x="44202" y="3780"/>
                    <a:pt x="44248" y="3587"/>
                    <a:pt x="44338" y="3474"/>
                  </a:cubicBezTo>
                  <a:cubicBezTo>
                    <a:pt x="44429" y="3361"/>
                    <a:pt x="44592" y="3305"/>
                    <a:pt x="44827" y="3305"/>
                  </a:cubicBezTo>
                  <a:close/>
                  <a:moveTo>
                    <a:pt x="59174" y="3305"/>
                  </a:moveTo>
                  <a:lnTo>
                    <a:pt x="59174" y="3441"/>
                  </a:lnTo>
                  <a:cubicBezTo>
                    <a:pt x="59174" y="3840"/>
                    <a:pt x="59125" y="4160"/>
                    <a:pt x="59028" y="4401"/>
                  </a:cubicBezTo>
                  <a:cubicBezTo>
                    <a:pt x="58930" y="4642"/>
                    <a:pt x="58801" y="4762"/>
                    <a:pt x="58640" y="4762"/>
                  </a:cubicBezTo>
                  <a:cubicBezTo>
                    <a:pt x="58523" y="4762"/>
                    <a:pt x="58430" y="4698"/>
                    <a:pt x="58362" y="4571"/>
                  </a:cubicBezTo>
                  <a:cubicBezTo>
                    <a:pt x="58294" y="4443"/>
                    <a:pt x="58260" y="4271"/>
                    <a:pt x="58260" y="4053"/>
                  </a:cubicBezTo>
                  <a:cubicBezTo>
                    <a:pt x="58260" y="3780"/>
                    <a:pt x="58306" y="3587"/>
                    <a:pt x="58396" y="3474"/>
                  </a:cubicBezTo>
                  <a:cubicBezTo>
                    <a:pt x="58487" y="3361"/>
                    <a:pt x="58650" y="3305"/>
                    <a:pt x="58885" y="3305"/>
                  </a:cubicBezTo>
                  <a:close/>
                  <a:moveTo>
                    <a:pt x="69723" y="1874"/>
                  </a:moveTo>
                  <a:cubicBezTo>
                    <a:pt x="69877" y="1874"/>
                    <a:pt x="69998" y="2002"/>
                    <a:pt x="70086" y="2258"/>
                  </a:cubicBezTo>
                  <a:cubicBezTo>
                    <a:pt x="70175" y="2514"/>
                    <a:pt x="70219" y="2868"/>
                    <a:pt x="70219" y="3318"/>
                  </a:cubicBezTo>
                  <a:cubicBezTo>
                    <a:pt x="70219" y="3768"/>
                    <a:pt x="70175" y="4121"/>
                    <a:pt x="70086" y="4378"/>
                  </a:cubicBezTo>
                  <a:cubicBezTo>
                    <a:pt x="69998" y="4634"/>
                    <a:pt x="69877" y="4762"/>
                    <a:pt x="69723" y="4762"/>
                  </a:cubicBezTo>
                  <a:cubicBezTo>
                    <a:pt x="69569" y="4762"/>
                    <a:pt x="69448" y="4634"/>
                    <a:pt x="69360" y="4378"/>
                  </a:cubicBezTo>
                  <a:cubicBezTo>
                    <a:pt x="69272" y="4121"/>
                    <a:pt x="69228" y="3768"/>
                    <a:pt x="69228" y="3318"/>
                  </a:cubicBezTo>
                  <a:cubicBezTo>
                    <a:pt x="69228" y="2868"/>
                    <a:pt x="69272" y="2514"/>
                    <a:pt x="69360" y="2258"/>
                  </a:cubicBezTo>
                  <a:cubicBezTo>
                    <a:pt x="69448" y="2002"/>
                    <a:pt x="69569" y="1874"/>
                    <a:pt x="69723" y="1874"/>
                  </a:cubicBezTo>
                  <a:close/>
                  <a:moveTo>
                    <a:pt x="75494" y="1874"/>
                  </a:moveTo>
                  <a:cubicBezTo>
                    <a:pt x="75648" y="1874"/>
                    <a:pt x="75769" y="2002"/>
                    <a:pt x="75857" y="2258"/>
                  </a:cubicBezTo>
                  <a:cubicBezTo>
                    <a:pt x="75946" y="2514"/>
                    <a:pt x="75990" y="2868"/>
                    <a:pt x="75990" y="3318"/>
                  </a:cubicBezTo>
                  <a:cubicBezTo>
                    <a:pt x="75990" y="3768"/>
                    <a:pt x="75946" y="4121"/>
                    <a:pt x="75857" y="4378"/>
                  </a:cubicBezTo>
                  <a:cubicBezTo>
                    <a:pt x="75769" y="4634"/>
                    <a:pt x="75648" y="4762"/>
                    <a:pt x="75494" y="4762"/>
                  </a:cubicBezTo>
                  <a:cubicBezTo>
                    <a:pt x="75340" y="4762"/>
                    <a:pt x="75219" y="4634"/>
                    <a:pt x="75131" y="4378"/>
                  </a:cubicBezTo>
                  <a:cubicBezTo>
                    <a:pt x="75043" y="4121"/>
                    <a:pt x="74999" y="3768"/>
                    <a:pt x="74999" y="3318"/>
                  </a:cubicBezTo>
                  <a:cubicBezTo>
                    <a:pt x="74999" y="2868"/>
                    <a:pt x="75043" y="2514"/>
                    <a:pt x="75131" y="2258"/>
                  </a:cubicBezTo>
                  <a:cubicBezTo>
                    <a:pt x="75219" y="2002"/>
                    <a:pt x="75340" y="1874"/>
                    <a:pt x="75494" y="1874"/>
                  </a:cubicBezTo>
                  <a:close/>
                  <a:moveTo>
                    <a:pt x="80026" y="3305"/>
                  </a:moveTo>
                  <a:lnTo>
                    <a:pt x="80026" y="3441"/>
                  </a:lnTo>
                  <a:cubicBezTo>
                    <a:pt x="80026" y="3840"/>
                    <a:pt x="79977" y="4160"/>
                    <a:pt x="79880" y="4401"/>
                  </a:cubicBezTo>
                  <a:cubicBezTo>
                    <a:pt x="79782" y="4642"/>
                    <a:pt x="79653" y="4762"/>
                    <a:pt x="79492" y="4762"/>
                  </a:cubicBezTo>
                  <a:cubicBezTo>
                    <a:pt x="79375" y="4762"/>
                    <a:pt x="79282" y="4698"/>
                    <a:pt x="79214" y="4571"/>
                  </a:cubicBezTo>
                  <a:cubicBezTo>
                    <a:pt x="79146" y="4443"/>
                    <a:pt x="79112" y="4271"/>
                    <a:pt x="79112" y="4053"/>
                  </a:cubicBezTo>
                  <a:cubicBezTo>
                    <a:pt x="79112" y="3780"/>
                    <a:pt x="79158" y="3587"/>
                    <a:pt x="79248" y="3474"/>
                  </a:cubicBezTo>
                  <a:cubicBezTo>
                    <a:pt x="79339" y="3361"/>
                    <a:pt x="79502" y="3305"/>
                    <a:pt x="79737" y="3305"/>
                  </a:cubicBezTo>
                  <a:close/>
                  <a:moveTo>
                    <a:pt x="901" y="210"/>
                  </a:moveTo>
                  <a:lnTo>
                    <a:pt x="0" y="5178"/>
                  </a:lnTo>
                  <a:lnTo>
                    <a:pt x="337" y="5178"/>
                  </a:lnTo>
                  <a:lnTo>
                    <a:pt x="552" y="3903"/>
                  </a:lnTo>
                  <a:lnTo>
                    <a:pt x="1616" y="3903"/>
                  </a:lnTo>
                  <a:lnTo>
                    <a:pt x="1831" y="5178"/>
                  </a:lnTo>
                  <a:lnTo>
                    <a:pt x="2163" y="5178"/>
                  </a:lnTo>
                  <a:lnTo>
                    <a:pt x="1264" y="210"/>
                  </a:lnTo>
                  <a:close/>
                  <a:moveTo>
                    <a:pt x="9247" y="1451"/>
                  </a:moveTo>
                  <a:lnTo>
                    <a:pt x="9247" y="5178"/>
                  </a:lnTo>
                  <a:lnTo>
                    <a:pt x="9538" y="5178"/>
                  </a:lnTo>
                  <a:lnTo>
                    <a:pt x="9538" y="1451"/>
                  </a:lnTo>
                  <a:close/>
                  <a:moveTo>
                    <a:pt x="10142" y="393"/>
                  </a:moveTo>
                  <a:lnTo>
                    <a:pt x="10142" y="1451"/>
                  </a:lnTo>
                  <a:lnTo>
                    <a:pt x="9929" y="1451"/>
                  </a:lnTo>
                  <a:lnTo>
                    <a:pt x="9929" y="1927"/>
                  </a:lnTo>
                  <a:lnTo>
                    <a:pt x="10142" y="1927"/>
                  </a:lnTo>
                  <a:lnTo>
                    <a:pt x="10142" y="3950"/>
                  </a:lnTo>
                  <a:cubicBezTo>
                    <a:pt x="10142" y="4416"/>
                    <a:pt x="10185" y="4737"/>
                    <a:pt x="10270" y="4913"/>
                  </a:cubicBezTo>
                  <a:cubicBezTo>
                    <a:pt x="10356" y="5090"/>
                    <a:pt x="10511" y="5178"/>
                    <a:pt x="10735" y="5178"/>
                  </a:cubicBezTo>
                  <a:lnTo>
                    <a:pt x="11034" y="5178"/>
                  </a:lnTo>
                  <a:lnTo>
                    <a:pt x="11034" y="4665"/>
                  </a:lnTo>
                  <a:lnTo>
                    <a:pt x="10735" y="4665"/>
                  </a:lnTo>
                  <a:cubicBezTo>
                    <a:pt x="10614" y="4665"/>
                    <a:pt x="10534" y="4622"/>
                    <a:pt x="10494" y="4536"/>
                  </a:cubicBezTo>
                  <a:cubicBezTo>
                    <a:pt x="10455" y="4449"/>
                    <a:pt x="10435" y="4254"/>
                    <a:pt x="10435" y="3950"/>
                  </a:cubicBezTo>
                  <a:lnTo>
                    <a:pt x="10435" y="1927"/>
                  </a:lnTo>
                  <a:lnTo>
                    <a:pt x="11034" y="1927"/>
                  </a:lnTo>
                  <a:lnTo>
                    <a:pt x="11034" y="1451"/>
                  </a:lnTo>
                  <a:lnTo>
                    <a:pt x="10435" y="1451"/>
                  </a:lnTo>
                  <a:lnTo>
                    <a:pt x="10435" y="393"/>
                  </a:lnTo>
                  <a:close/>
                  <a:moveTo>
                    <a:pt x="11417" y="1451"/>
                  </a:moveTo>
                  <a:lnTo>
                    <a:pt x="11417" y="5178"/>
                  </a:lnTo>
                  <a:lnTo>
                    <a:pt x="11708" y="5178"/>
                  </a:lnTo>
                  <a:lnTo>
                    <a:pt x="11708" y="1451"/>
                  </a:lnTo>
                  <a:close/>
                  <a:moveTo>
                    <a:pt x="12108" y="1451"/>
                  </a:moveTo>
                  <a:lnTo>
                    <a:pt x="12772" y="5178"/>
                  </a:lnTo>
                  <a:lnTo>
                    <a:pt x="13168" y="5178"/>
                  </a:lnTo>
                  <a:lnTo>
                    <a:pt x="13832" y="1451"/>
                  </a:lnTo>
                  <a:lnTo>
                    <a:pt x="13523" y="1451"/>
                  </a:lnTo>
                  <a:lnTo>
                    <a:pt x="12970" y="4579"/>
                  </a:lnTo>
                  <a:lnTo>
                    <a:pt x="12417" y="1451"/>
                  </a:lnTo>
                  <a:close/>
                  <a:moveTo>
                    <a:pt x="21869" y="1362"/>
                  </a:moveTo>
                  <a:cubicBezTo>
                    <a:pt x="21746" y="1362"/>
                    <a:pt x="21637" y="1417"/>
                    <a:pt x="21542" y="1528"/>
                  </a:cubicBezTo>
                  <a:cubicBezTo>
                    <a:pt x="21448" y="1639"/>
                    <a:pt x="21366" y="1806"/>
                    <a:pt x="21297" y="2030"/>
                  </a:cubicBezTo>
                  <a:lnTo>
                    <a:pt x="21297" y="1451"/>
                  </a:lnTo>
                  <a:lnTo>
                    <a:pt x="21004" y="1451"/>
                  </a:lnTo>
                  <a:lnTo>
                    <a:pt x="21004" y="5178"/>
                  </a:lnTo>
                  <a:lnTo>
                    <a:pt x="21297" y="5178"/>
                  </a:lnTo>
                  <a:lnTo>
                    <a:pt x="21297" y="3072"/>
                  </a:lnTo>
                  <a:cubicBezTo>
                    <a:pt x="21297" y="2708"/>
                    <a:pt x="21342" y="2421"/>
                    <a:pt x="21433" y="2210"/>
                  </a:cubicBezTo>
                  <a:cubicBezTo>
                    <a:pt x="21523" y="1999"/>
                    <a:pt x="21647" y="1894"/>
                    <a:pt x="21804" y="1894"/>
                  </a:cubicBezTo>
                  <a:cubicBezTo>
                    <a:pt x="21935" y="1894"/>
                    <a:pt x="22033" y="1982"/>
                    <a:pt x="22098" y="2157"/>
                  </a:cubicBezTo>
                  <a:cubicBezTo>
                    <a:pt x="22163" y="2332"/>
                    <a:pt x="22196" y="2596"/>
                    <a:pt x="22196" y="2949"/>
                  </a:cubicBezTo>
                  <a:lnTo>
                    <a:pt x="22196" y="5178"/>
                  </a:lnTo>
                  <a:lnTo>
                    <a:pt x="22487" y="5178"/>
                  </a:lnTo>
                  <a:lnTo>
                    <a:pt x="22487" y="2929"/>
                  </a:lnTo>
                  <a:cubicBezTo>
                    <a:pt x="22487" y="2414"/>
                    <a:pt x="22435" y="2024"/>
                    <a:pt x="22331" y="1759"/>
                  </a:cubicBezTo>
                  <a:cubicBezTo>
                    <a:pt x="22226" y="1494"/>
                    <a:pt x="22072" y="1362"/>
                    <a:pt x="21869" y="1362"/>
                  </a:cubicBezTo>
                  <a:close/>
                  <a:moveTo>
                    <a:pt x="23921" y="1362"/>
                  </a:moveTo>
                  <a:cubicBezTo>
                    <a:pt x="23798" y="1362"/>
                    <a:pt x="23689" y="1417"/>
                    <a:pt x="23594" y="1528"/>
                  </a:cubicBezTo>
                  <a:cubicBezTo>
                    <a:pt x="23500" y="1639"/>
                    <a:pt x="23418" y="1806"/>
                    <a:pt x="23349" y="2030"/>
                  </a:cubicBezTo>
                  <a:lnTo>
                    <a:pt x="23349" y="1451"/>
                  </a:lnTo>
                  <a:lnTo>
                    <a:pt x="23056" y="1451"/>
                  </a:lnTo>
                  <a:lnTo>
                    <a:pt x="23056" y="5178"/>
                  </a:lnTo>
                  <a:lnTo>
                    <a:pt x="23349" y="5178"/>
                  </a:lnTo>
                  <a:lnTo>
                    <a:pt x="23349" y="3072"/>
                  </a:lnTo>
                  <a:cubicBezTo>
                    <a:pt x="23349" y="2708"/>
                    <a:pt x="23394" y="2421"/>
                    <a:pt x="23485" y="2210"/>
                  </a:cubicBezTo>
                  <a:cubicBezTo>
                    <a:pt x="23575" y="1999"/>
                    <a:pt x="23699" y="1894"/>
                    <a:pt x="23856" y="1894"/>
                  </a:cubicBezTo>
                  <a:cubicBezTo>
                    <a:pt x="23987" y="1894"/>
                    <a:pt x="24085" y="1982"/>
                    <a:pt x="24150" y="2157"/>
                  </a:cubicBezTo>
                  <a:cubicBezTo>
                    <a:pt x="24215" y="2332"/>
                    <a:pt x="24248" y="2596"/>
                    <a:pt x="24248" y="2949"/>
                  </a:cubicBezTo>
                  <a:lnTo>
                    <a:pt x="24248" y="5178"/>
                  </a:lnTo>
                  <a:lnTo>
                    <a:pt x="24539" y="5178"/>
                  </a:lnTo>
                  <a:lnTo>
                    <a:pt x="24539" y="2929"/>
                  </a:lnTo>
                  <a:cubicBezTo>
                    <a:pt x="24539" y="2414"/>
                    <a:pt x="24487" y="2024"/>
                    <a:pt x="24383" y="1759"/>
                  </a:cubicBezTo>
                  <a:cubicBezTo>
                    <a:pt x="24278" y="1494"/>
                    <a:pt x="24124" y="1362"/>
                    <a:pt x="23921" y="1362"/>
                  </a:cubicBezTo>
                  <a:close/>
                  <a:moveTo>
                    <a:pt x="28886" y="393"/>
                  </a:moveTo>
                  <a:lnTo>
                    <a:pt x="28886" y="1451"/>
                  </a:lnTo>
                  <a:lnTo>
                    <a:pt x="28673" y="1451"/>
                  </a:lnTo>
                  <a:lnTo>
                    <a:pt x="28673" y="1927"/>
                  </a:lnTo>
                  <a:lnTo>
                    <a:pt x="28886" y="1927"/>
                  </a:lnTo>
                  <a:lnTo>
                    <a:pt x="28886" y="3950"/>
                  </a:lnTo>
                  <a:cubicBezTo>
                    <a:pt x="28886" y="4416"/>
                    <a:pt x="28929" y="4737"/>
                    <a:pt x="29014" y="4913"/>
                  </a:cubicBezTo>
                  <a:cubicBezTo>
                    <a:pt x="29100" y="5090"/>
                    <a:pt x="29255" y="5178"/>
                    <a:pt x="29479" y="5178"/>
                  </a:cubicBezTo>
                  <a:lnTo>
                    <a:pt x="29778" y="5178"/>
                  </a:lnTo>
                  <a:lnTo>
                    <a:pt x="29778" y="4665"/>
                  </a:lnTo>
                  <a:lnTo>
                    <a:pt x="29479" y="4665"/>
                  </a:lnTo>
                  <a:cubicBezTo>
                    <a:pt x="29358" y="4665"/>
                    <a:pt x="29278" y="4622"/>
                    <a:pt x="29238" y="4536"/>
                  </a:cubicBezTo>
                  <a:cubicBezTo>
                    <a:pt x="29199" y="4449"/>
                    <a:pt x="29179" y="4254"/>
                    <a:pt x="29179" y="3950"/>
                  </a:cubicBezTo>
                  <a:lnTo>
                    <a:pt x="29179" y="1927"/>
                  </a:lnTo>
                  <a:lnTo>
                    <a:pt x="29778" y="1927"/>
                  </a:lnTo>
                  <a:lnTo>
                    <a:pt x="29778" y="1451"/>
                  </a:lnTo>
                  <a:lnTo>
                    <a:pt x="29179" y="1451"/>
                  </a:lnTo>
                  <a:lnTo>
                    <a:pt x="29179" y="393"/>
                  </a:lnTo>
                  <a:close/>
                  <a:moveTo>
                    <a:pt x="30161" y="1451"/>
                  </a:moveTo>
                  <a:lnTo>
                    <a:pt x="30161" y="5178"/>
                  </a:lnTo>
                  <a:lnTo>
                    <a:pt x="30452" y="5178"/>
                  </a:lnTo>
                  <a:lnTo>
                    <a:pt x="30452" y="1451"/>
                  </a:lnTo>
                  <a:close/>
                  <a:moveTo>
                    <a:pt x="33896" y="1362"/>
                  </a:moveTo>
                  <a:cubicBezTo>
                    <a:pt x="33773" y="1362"/>
                    <a:pt x="33664" y="1417"/>
                    <a:pt x="33569" y="1528"/>
                  </a:cubicBezTo>
                  <a:cubicBezTo>
                    <a:pt x="33475" y="1639"/>
                    <a:pt x="33393" y="1806"/>
                    <a:pt x="33324" y="2030"/>
                  </a:cubicBezTo>
                  <a:lnTo>
                    <a:pt x="33324" y="1451"/>
                  </a:lnTo>
                  <a:lnTo>
                    <a:pt x="33031" y="1451"/>
                  </a:lnTo>
                  <a:lnTo>
                    <a:pt x="33031" y="5178"/>
                  </a:lnTo>
                  <a:lnTo>
                    <a:pt x="33324" y="5178"/>
                  </a:lnTo>
                  <a:lnTo>
                    <a:pt x="33324" y="3072"/>
                  </a:lnTo>
                  <a:cubicBezTo>
                    <a:pt x="33324" y="2708"/>
                    <a:pt x="33369" y="2421"/>
                    <a:pt x="33460" y="2210"/>
                  </a:cubicBezTo>
                  <a:cubicBezTo>
                    <a:pt x="33550" y="1999"/>
                    <a:pt x="33674" y="1894"/>
                    <a:pt x="33831" y="1894"/>
                  </a:cubicBezTo>
                  <a:cubicBezTo>
                    <a:pt x="33962" y="1894"/>
                    <a:pt x="34060" y="1982"/>
                    <a:pt x="34125" y="2157"/>
                  </a:cubicBezTo>
                  <a:cubicBezTo>
                    <a:pt x="34190" y="2332"/>
                    <a:pt x="34223" y="2596"/>
                    <a:pt x="34223" y="2949"/>
                  </a:cubicBezTo>
                  <a:lnTo>
                    <a:pt x="34223" y="5178"/>
                  </a:lnTo>
                  <a:lnTo>
                    <a:pt x="34514" y="5178"/>
                  </a:lnTo>
                  <a:lnTo>
                    <a:pt x="34514" y="2929"/>
                  </a:lnTo>
                  <a:cubicBezTo>
                    <a:pt x="34514" y="2414"/>
                    <a:pt x="34462" y="2024"/>
                    <a:pt x="34358" y="1759"/>
                  </a:cubicBezTo>
                  <a:cubicBezTo>
                    <a:pt x="34253" y="1494"/>
                    <a:pt x="34099" y="1362"/>
                    <a:pt x="33896" y="1362"/>
                  </a:cubicBezTo>
                  <a:close/>
                  <a:moveTo>
                    <a:pt x="35954" y="1451"/>
                  </a:moveTo>
                  <a:lnTo>
                    <a:pt x="36417" y="5178"/>
                  </a:lnTo>
                  <a:lnTo>
                    <a:pt x="36760" y="5178"/>
                  </a:lnTo>
                  <a:lnTo>
                    <a:pt x="37143" y="2123"/>
                  </a:lnTo>
                  <a:lnTo>
                    <a:pt x="37524" y="5178"/>
                  </a:lnTo>
                  <a:lnTo>
                    <a:pt x="37867" y="5178"/>
                  </a:lnTo>
                  <a:lnTo>
                    <a:pt x="38330" y="1451"/>
                  </a:lnTo>
                  <a:lnTo>
                    <a:pt x="38039" y="1451"/>
                  </a:lnTo>
                  <a:lnTo>
                    <a:pt x="37677" y="4359"/>
                  </a:lnTo>
                  <a:lnTo>
                    <a:pt x="37314" y="1451"/>
                  </a:lnTo>
                  <a:lnTo>
                    <a:pt x="36971" y="1451"/>
                  </a:lnTo>
                  <a:lnTo>
                    <a:pt x="36608" y="4359"/>
                  </a:lnTo>
                  <a:lnTo>
                    <a:pt x="36245" y="1451"/>
                  </a:lnTo>
                  <a:close/>
                  <a:moveTo>
                    <a:pt x="38771" y="1451"/>
                  </a:moveTo>
                  <a:lnTo>
                    <a:pt x="38771" y="5178"/>
                  </a:lnTo>
                  <a:lnTo>
                    <a:pt x="39062" y="5178"/>
                  </a:lnTo>
                  <a:lnTo>
                    <a:pt x="39062" y="1451"/>
                  </a:lnTo>
                  <a:close/>
                  <a:moveTo>
                    <a:pt x="39666" y="393"/>
                  </a:moveTo>
                  <a:lnTo>
                    <a:pt x="39666" y="1451"/>
                  </a:lnTo>
                  <a:lnTo>
                    <a:pt x="39453" y="1451"/>
                  </a:lnTo>
                  <a:lnTo>
                    <a:pt x="39453" y="1927"/>
                  </a:lnTo>
                  <a:lnTo>
                    <a:pt x="39666" y="1927"/>
                  </a:lnTo>
                  <a:lnTo>
                    <a:pt x="39666" y="3950"/>
                  </a:lnTo>
                  <a:cubicBezTo>
                    <a:pt x="39666" y="4416"/>
                    <a:pt x="39709" y="4737"/>
                    <a:pt x="39794" y="4913"/>
                  </a:cubicBezTo>
                  <a:cubicBezTo>
                    <a:pt x="39880" y="5090"/>
                    <a:pt x="40035" y="5178"/>
                    <a:pt x="40259" y="5178"/>
                  </a:cubicBezTo>
                  <a:lnTo>
                    <a:pt x="40558" y="5178"/>
                  </a:lnTo>
                  <a:lnTo>
                    <a:pt x="40558" y="4665"/>
                  </a:lnTo>
                  <a:lnTo>
                    <a:pt x="40259" y="4665"/>
                  </a:lnTo>
                  <a:cubicBezTo>
                    <a:pt x="40138" y="4665"/>
                    <a:pt x="40058" y="4622"/>
                    <a:pt x="40018" y="4536"/>
                  </a:cubicBezTo>
                  <a:cubicBezTo>
                    <a:pt x="39979" y="4449"/>
                    <a:pt x="39959" y="4254"/>
                    <a:pt x="39959" y="3950"/>
                  </a:cubicBezTo>
                  <a:lnTo>
                    <a:pt x="39959" y="1927"/>
                  </a:lnTo>
                  <a:lnTo>
                    <a:pt x="40558" y="1927"/>
                  </a:lnTo>
                  <a:lnTo>
                    <a:pt x="40558" y="1451"/>
                  </a:lnTo>
                  <a:lnTo>
                    <a:pt x="39959" y="1451"/>
                  </a:lnTo>
                  <a:lnTo>
                    <a:pt x="39959" y="393"/>
                  </a:lnTo>
                  <a:close/>
                  <a:moveTo>
                    <a:pt x="40930" y="1"/>
                  </a:moveTo>
                  <a:lnTo>
                    <a:pt x="40930" y="5178"/>
                  </a:lnTo>
                  <a:lnTo>
                    <a:pt x="41223" y="5178"/>
                  </a:lnTo>
                  <a:lnTo>
                    <a:pt x="41223" y="3072"/>
                  </a:lnTo>
                  <a:cubicBezTo>
                    <a:pt x="41223" y="2708"/>
                    <a:pt x="41268" y="2421"/>
                    <a:pt x="41358" y="2210"/>
                  </a:cubicBezTo>
                  <a:cubicBezTo>
                    <a:pt x="41449" y="1999"/>
                    <a:pt x="41573" y="1894"/>
                    <a:pt x="41730" y="1894"/>
                  </a:cubicBezTo>
                  <a:cubicBezTo>
                    <a:pt x="41861" y="1894"/>
                    <a:pt x="41959" y="1982"/>
                    <a:pt x="42024" y="2157"/>
                  </a:cubicBezTo>
                  <a:cubicBezTo>
                    <a:pt x="42089" y="2332"/>
                    <a:pt x="42122" y="2596"/>
                    <a:pt x="42122" y="2949"/>
                  </a:cubicBezTo>
                  <a:lnTo>
                    <a:pt x="42122" y="5178"/>
                  </a:lnTo>
                  <a:lnTo>
                    <a:pt x="42413" y="5178"/>
                  </a:lnTo>
                  <a:lnTo>
                    <a:pt x="42413" y="2929"/>
                  </a:lnTo>
                  <a:cubicBezTo>
                    <a:pt x="42413" y="2414"/>
                    <a:pt x="42361" y="2024"/>
                    <a:pt x="42256" y="1759"/>
                  </a:cubicBezTo>
                  <a:cubicBezTo>
                    <a:pt x="42152" y="1494"/>
                    <a:pt x="41998" y="1362"/>
                    <a:pt x="41795" y="1362"/>
                  </a:cubicBezTo>
                  <a:cubicBezTo>
                    <a:pt x="41672" y="1362"/>
                    <a:pt x="41563" y="1417"/>
                    <a:pt x="41468" y="1528"/>
                  </a:cubicBezTo>
                  <a:cubicBezTo>
                    <a:pt x="41374" y="1639"/>
                    <a:pt x="41292" y="1806"/>
                    <a:pt x="41223" y="2030"/>
                  </a:cubicBezTo>
                  <a:lnTo>
                    <a:pt x="41223" y="1"/>
                  </a:lnTo>
                  <a:close/>
                  <a:moveTo>
                    <a:pt x="47024" y="1"/>
                  </a:moveTo>
                  <a:lnTo>
                    <a:pt x="47024" y="5178"/>
                  </a:lnTo>
                  <a:lnTo>
                    <a:pt x="47317" y="5178"/>
                  </a:lnTo>
                  <a:lnTo>
                    <a:pt x="47317" y="3072"/>
                  </a:lnTo>
                  <a:cubicBezTo>
                    <a:pt x="47317" y="2708"/>
                    <a:pt x="47362" y="2421"/>
                    <a:pt x="47453" y="2210"/>
                  </a:cubicBezTo>
                  <a:cubicBezTo>
                    <a:pt x="47543" y="1999"/>
                    <a:pt x="47667" y="1894"/>
                    <a:pt x="47824" y="1894"/>
                  </a:cubicBezTo>
                  <a:cubicBezTo>
                    <a:pt x="47955" y="1894"/>
                    <a:pt x="48053" y="1982"/>
                    <a:pt x="48118" y="2157"/>
                  </a:cubicBezTo>
                  <a:cubicBezTo>
                    <a:pt x="48183" y="2332"/>
                    <a:pt x="48216" y="2596"/>
                    <a:pt x="48216" y="2949"/>
                  </a:cubicBezTo>
                  <a:lnTo>
                    <a:pt x="48216" y="5178"/>
                  </a:lnTo>
                  <a:lnTo>
                    <a:pt x="48507" y="5178"/>
                  </a:lnTo>
                  <a:lnTo>
                    <a:pt x="48507" y="2929"/>
                  </a:lnTo>
                  <a:cubicBezTo>
                    <a:pt x="48507" y="2414"/>
                    <a:pt x="48455" y="2024"/>
                    <a:pt x="48350" y="1759"/>
                  </a:cubicBezTo>
                  <a:cubicBezTo>
                    <a:pt x="48246" y="1494"/>
                    <a:pt x="48092" y="1362"/>
                    <a:pt x="47889" y="1362"/>
                  </a:cubicBezTo>
                  <a:cubicBezTo>
                    <a:pt x="47766" y="1362"/>
                    <a:pt x="47657" y="1417"/>
                    <a:pt x="47562" y="1528"/>
                  </a:cubicBezTo>
                  <a:cubicBezTo>
                    <a:pt x="47468" y="1639"/>
                    <a:pt x="47386" y="1806"/>
                    <a:pt x="47317" y="2030"/>
                  </a:cubicBezTo>
                  <a:lnTo>
                    <a:pt x="47317" y="1"/>
                  </a:lnTo>
                  <a:close/>
                  <a:moveTo>
                    <a:pt x="49087" y="1451"/>
                  </a:moveTo>
                  <a:lnTo>
                    <a:pt x="49087" y="5178"/>
                  </a:lnTo>
                  <a:lnTo>
                    <a:pt x="49378" y="5178"/>
                  </a:lnTo>
                  <a:lnTo>
                    <a:pt x="49378" y="1451"/>
                  </a:lnTo>
                  <a:close/>
                  <a:moveTo>
                    <a:pt x="52031" y="1"/>
                  </a:moveTo>
                  <a:lnTo>
                    <a:pt x="52031" y="5178"/>
                  </a:lnTo>
                  <a:lnTo>
                    <a:pt x="52324" y="5178"/>
                  </a:lnTo>
                  <a:lnTo>
                    <a:pt x="52324" y="3072"/>
                  </a:lnTo>
                  <a:cubicBezTo>
                    <a:pt x="52324" y="2708"/>
                    <a:pt x="52369" y="2421"/>
                    <a:pt x="52460" y="2210"/>
                  </a:cubicBezTo>
                  <a:cubicBezTo>
                    <a:pt x="52550" y="1999"/>
                    <a:pt x="52674" y="1894"/>
                    <a:pt x="52831" y="1894"/>
                  </a:cubicBezTo>
                  <a:cubicBezTo>
                    <a:pt x="52962" y="1894"/>
                    <a:pt x="53060" y="1982"/>
                    <a:pt x="53125" y="2157"/>
                  </a:cubicBezTo>
                  <a:cubicBezTo>
                    <a:pt x="53190" y="2332"/>
                    <a:pt x="53223" y="2596"/>
                    <a:pt x="53223" y="2949"/>
                  </a:cubicBezTo>
                  <a:lnTo>
                    <a:pt x="53223" y="5178"/>
                  </a:lnTo>
                  <a:lnTo>
                    <a:pt x="53514" y="5178"/>
                  </a:lnTo>
                  <a:lnTo>
                    <a:pt x="53514" y="2929"/>
                  </a:lnTo>
                  <a:cubicBezTo>
                    <a:pt x="53514" y="2414"/>
                    <a:pt x="53462" y="2024"/>
                    <a:pt x="53357" y="1759"/>
                  </a:cubicBezTo>
                  <a:cubicBezTo>
                    <a:pt x="53253" y="1494"/>
                    <a:pt x="53099" y="1362"/>
                    <a:pt x="52896" y="1362"/>
                  </a:cubicBezTo>
                  <a:cubicBezTo>
                    <a:pt x="52773" y="1362"/>
                    <a:pt x="52664" y="1417"/>
                    <a:pt x="52569" y="1528"/>
                  </a:cubicBezTo>
                  <a:cubicBezTo>
                    <a:pt x="52475" y="1639"/>
                    <a:pt x="52393" y="1806"/>
                    <a:pt x="52324" y="2030"/>
                  </a:cubicBezTo>
                  <a:lnTo>
                    <a:pt x="52324" y="1"/>
                  </a:lnTo>
                  <a:close/>
                  <a:moveTo>
                    <a:pt x="56805" y="393"/>
                  </a:moveTo>
                  <a:lnTo>
                    <a:pt x="56805" y="1451"/>
                  </a:lnTo>
                  <a:lnTo>
                    <a:pt x="56592" y="1451"/>
                  </a:lnTo>
                  <a:lnTo>
                    <a:pt x="56592" y="1927"/>
                  </a:lnTo>
                  <a:lnTo>
                    <a:pt x="56805" y="1927"/>
                  </a:lnTo>
                  <a:lnTo>
                    <a:pt x="56805" y="3950"/>
                  </a:lnTo>
                  <a:cubicBezTo>
                    <a:pt x="56805" y="4416"/>
                    <a:pt x="56848" y="4737"/>
                    <a:pt x="56933" y="4913"/>
                  </a:cubicBezTo>
                  <a:cubicBezTo>
                    <a:pt x="57019" y="5090"/>
                    <a:pt x="57174" y="5178"/>
                    <a:pt x="57398" y="5178"/>
                  </a:cubicBezTo>
                  <a:lnTo>
                    <a:pt x="57697" y="5178"/>
                  </a:lnTo>
                  <a:lnTo>
                    <a:pt x="57697" y="4665"/>
                  </a:lnTo>
                  <a:lnTo>
                    <a:pt x="57398" y="4665"/>
                  </a:lnTo>
                  <a:cubicBezTo>
                    <a:pt x="57277" y="4665"/>
                    <a:pt x="57197" y="4622"/>
                    <a:pt x="57157" y="4536"/>
                  </a:cubicBezTo>
                  <a:cubicBezTo>
                    <a:pt x="57118" y="4449"/>
                    <a:pt x="57098" y="4254"/>
                    <a:pt x="57098" y="3950"/>
                  </a:cubicBezTo>
                  <a:lnTo>
                    <a:pt x="57098" y="1927"/>
                  </a:lnTo>
                  <a:lnTo>
                    <a:pt x="57697" y="1927"/>
                  </a:lnTo>
                  <a:lnTo>
                    <a:pt x="57697" y="1451"/>
                  </a:lnTo>
                  <a:lnTo>
                    <a:pt x="57098" y="1451"/>
                  </a:lnTo>
                  <a:lnTo>
                    <a:pt x="57098" y="393"/>
                  </a:lnTo>
                  <a:close/>
                  <a:moveTo>
                    <a:pt x="60059" y="393"/>
                  </a:moveTo>
                  <a:lnTo>
                    <a:pt x="60059" y="1451"/>
                  </a:lnTo>
                  <a:lnTo>
                    <a:pt x="59846" y="1451"/>
                  </a:lnTo>
                  <a:lnTo>
                    <a:pt x="59846" y="1927"/>
                  </a:lnTo>
                  <a:lnTo>
                    <a:pt x="60059" y="1927"/>
                  </a:lnTo>
                  <a:lnTo>
                    <a:pt x="60059" y="3950"/>
                  </a:lnTo>
                  <a:cubicBezTo>
                    <a:pt x="60059" y="4416"/>
                    <a:pt x="60102" y="4737"/>
                    <a:pt x="60187" y="4913"/>
                  </a:cubicBezTo>
                  <a:cubicBezTo>
                    <a:pt x="60273" y="5090"/>
                    <a:pt x="60428" y="5178"/>
                    <a:pt x="60652" y="5178"/>
                  </a:cubicBezTo>
                  <a:lnTo>
                    <a:pt x="60951" y="5178"/>
                  </a:lnTo>
                  <a:lnTo>
                    <a:pt x="60951" y="4665"/>
                  </a:lnTo>
                  <a:lnTo>
                    <a:pt x="60652" y="4665"/>
                  </a:lnTo>
                  <a:cubicBezTo>
                    <a:pt x="60531" y="4665"/>
                    <a:pt x="60451" y="4622"/>
                    <a:pt x="60411" y="4536"/>
                  </a:cubicBezTo>
                  <a:cubicBezTo>
                    <a:pt x="60372" y="4449"/>
                    <a:pt x="60352" y="4254"/>
                    <a:pt x="60352" y="3950"/>
                  </a:cubicBezTo>
                  <a:lnTo>
                    <a:pt x="60352" y="1927"/>
                  </a:lnTo>
                  <a:lnTo>
                    <a:pt x="60951" y="1927"/>
                  </a:lnTo>
                  <a:lnTo>
                    <a:pt x="60951" y="1451"/>
                  </a:lnTo>
                  <a:lnTo>
                    <a:pt x="60352" y="1451"/>
                  </a:lnTo>
                  <a:lnTo>
                    <a:pt x="60352" y="393"/>
                  </a:lnTo>
                  <a:close/>
                  <a:moveTo>
                    <a:pt x="66102" y="1451"/>
                  </a:moveTo>
                  <a:lnTo>
                    <a:pt x="66102" y="5178"/>
                  </a:lnTo>
                  <a:lnTo>
                    <a:pt x="66393" y="5178"/>
                  </a:lnTo>
                  <a:lnTo>
                    <a:pt x="66393" y="1451"/>
                  </a:lnTo>
                  <a:close/>
                  <a:moveTo>
                    <a:pt x="67856" y="1362"/>
                  </a:moveTo>
                  <a:cubicBezTo>
                    <a:pt x="67733" y="1362"/>
                    <a:pt x="67624" y="1417"/>
                    <a:pt x="67529" y="1528"/>
                  </a:cubicBezTo>
                  <a:cubicBezTo>
                    <a:pt x="67435" y="1639"/>
                    <a:pt x="67353" y="1806"/>
                    <a:pt x="67284" y="2030"/>
                  </a:cubicBezTo>
                  <a:lnTo>
                    <a:pt x="67284" y="1451"/>
                  </a:lnTo>
                  <a:lnTo>
                    <a:pt x="66991" y="1451"/>
                  </a:lnTo>
                  <a:lnTo>
                    <a:pt x="66991" y="5178"/>
                  </a:lnTo>
                  <a:lnTo>
                    <a:pt x="67284" y="5178"/>
                  </a:lnTo>
                  <a:lnTo>
                    <a:pt x="67284" y="3072"/>
                  </a:lnTo>
                  <a:cubicBezTo>
                    <a:pt x="67284" y="2708"/>
                    <a:pt x="67329" y="2421"/>
                    <a:pt x="67419" y="2210"/>
                  </a:cubicBezTo>
                  <a:cubicBezTo>
                    <a:pt x="67510" y="1999"/>
                    <a:pt x="67634" y="1894"/>
                    <a:pt x="67791" y="1894"/>
                  </a:cubicBezTo>
                  <a:cubicBezTo>
                    <a:pt x="67922" y="1894"/>
                    <a:pt x="68020" y="1982"/>
                    <a:pt x="68085" y="2157"/>
                  </a:cubicBezTo>
                  <a:cubicBezTo>
                    <a:pt x="68150" y="2332"/>
                    <a:pt x="68183" y="2596"/>
                    <a:pt x="68183" y="2949"/>
                  </a:cubicBezTo>
                  <a:lnTo>
                    <a:pt x="68183" y="5178"/>
                  </a:lnTo>
                  <a:lnTo>
                    <a:pt x="68474" y="5178"/>
                  </a:lnTo>
                  <a:lnTo>
                    <a:pt x="68474" y="2929"/>
                  </a:lnTo>
                  <a:cubicBezTo>
                    <a:pt x="68474" y="2414"/>
                    <a:pt x="68422" y="2024"/>
                    <a:pt x="68317" y="1759"/>
                  </a:cubicBezTo>
                  <a:cubicBezTo>
                    <a:pt x="68213" y="1494"/>
                    <a:pt x="68059" y="1362"/>
                    <a:pt x="67856" y="1362"/>
                  </a:cubicBezTo>
                  <a:close/>
                  <a:moveTo>
                    <a:pt x="71109" y="1451"/>
                  </a:moveTo>
                  <a:lnTo>
                    <a:pt x="71109" y="5178"/>
                  </a:lnTo>
                  <a:lnTo>
                    <a:pt x="71400" y="5178"/>
                  </a:lnTo>
                  <a:lnTo>
                    <a:pt x="71400" y="1451"/>
                  </a:lnTo>
                  <a:close/>
                  <a:moveTo>
                    <a:pt x="71800" y="1451"/>
                  </a:moveTo>
                  <a:lnTo>
                    <a:pt x="72464" y="5178"/>
                  </a:lnTo>
                  <a:lnTo>
                    <a:pt x="72860" y="5178"/>
                  </a:lnTo>
                  <a:lnTo>
                    <a:pt x="73524" y="1451"/>
                  </a:lnTo>
                  <a:lnTo>
                    <a:pt x="73215" y="1451"/>
                  </a:lnTo>
                  <a:lnTo>
                    <a:pt x="72662" y="4579"/>
                  </a:lnTo>
                  <a:lnTo>
                    <a:pt x="72109" y="1451"/>
                  </a:lnTo>
                  <a:close/>
                  <a:moveTo>
                    <a:pt x="73925" y="1451"/>
                  </a:moveTo>
                  <a:lnTo>
                    <a:pt x="73925" y="5178"/>
                  </a:lnTo>
                  <a:lnTo>
                    <a:pt x="74216" y="5178"/>
                  </a:lnTo>
                  <a:lnTo>
                    <a:pt x="74216" y="1451"/>
                  </a:lnTo>
                  <a:close/>
                  <a:moveTo>
                    <a:pt x="80916" y="1"/>
                  </a:moveTo>
                  <a:lnTo>
                    <a:pt x="80916" y="5178"/>
                  </a:lnTo>
                  <a:lnTo>
                    <a:pt x="81207" y="5178"/>
                  </a:lnTo>
                  <a:lnTo>
                    <a:pt x="81207" y="1"/>
                  </a:lnTo>
                  <a:close/>
                  <a:moveTo>
                    <a:pt x="6265" y="1362"/>
                  </a:moveTo>
                  <a:cubicBezTo>
                    <a:pt x="6011" y="1362"/>
                    <a:pt x="5812" y="1535"/>
                    <a:pt x="5668" y="1881"/>
                  </a:cubicBezTo>
                  <a:cubicBezTo>
                    <a:pt x="5525" y="2227"/>
                    <a:pt x="5453" y="2706"/>
                    <a:pt x="5453" y="3318"/>
                  </a:cubicBezTo>
                  <a:cubicBezTo>
                    <a:pt x="5453" y="3928"/>
                    <a:pt x="5525" y="4406"/>
                    <a:pt x="5668" y="4754"/>
                  </a:cubicBezTo>
                  <a:cubicBezTo>
                    <a:pt x="5812" y="5101"/>
                    <a:pt x="6011" y="5274"/>
                    <a:pt x="6265" y="5274"/>
                  </a:cubicBezTo>
                  <a:cubicBezTo>
                    <a:pt x="6518" y="5274"/>
                    <a:pt x="6717" y="5101"/>
                    <a:pt x="6861" y="4754"/>
                  </a:cubicBezTo>
                  <a:cubicBezTo>
                    <a:pt x="7006" y="4406"/>
                    <a:pt x="7078" y="3928"/>
                    <a:pt x="7078" y="3318"/>
                  </a:cubicBezTo>
                  <a:cubicBezTo>
                    <a:pt x="7078" y="2706"/>
                    <a:pt x="7006" y="2227"/>
                    <a:pt x="6861" y="1881"/>
                  </a:cubicBezTo>
                  <a:cubicBezTo>
                    <a:pt x="6717" y="1535"/>
                    <a:pt x="6518" y="1362"/>
                    <a:pt x="6265" y="1362"/>
                  </a:cubicBezTo>
                  <a:close/>
                  <a:moveTo>
                    <a:pt x="8123" y="1362"/>
                  </a:moveTo>
                  <a:cubicBezTo>
                    <a:pt x="7906" y="1362"/>
                    <a:pt x="7738" y="1457"/>
                    <a:pt x="7620" y="1648"/>
                  </a:cubicBezTo>
                  <a:cubicBezTo>
                    <a:pt x="7502" y="1838"/>
                    <a:pt x="7443" y="2109"/>
                    <a:pt x="7443" y="2460"/>
                  </a:cubicBezTo>
                  <a:cubicBezTo>
                    <a:pt x="7443" y="2748"/>
                    <a:pt x="7483" y="2975"/>
                    <a:pt x="7563" y="3140"/>
                  </a:cubicBezTo>
                  <a:cubicBezTo>
                    <a:pt x="7643" y="3305"/>
                    <a:pt x="7774" y="3428"/>
                    <a:pt x="7954" y="3508"/>
                  </a:cubicBezTo>
                  <a:lnTo>
                    <a:pt x="8055" y="3557"/>
                  </a:lnTo>
                  <a:cubicBezTo>
                    <a:pt x="8235" y="3640"/>
                    <a:pt x="8352" y="3725"/>
                    <a:pt x="8405" y="3814"/>
                  </a:cubicBezTo>
                  <a:cubicBezTo>
                    <a:pt x="8458" y="3902"/>
                    <a:pt x="8485" y="4030"/>
                    <a:pt x="8485" y="4196"/>
                  </a:cubicBezTo>
                  <a:cubicBezTo>
                    <a:pt x="8485" y="4376"/>
                    <a:pt x="8448" y="4515"/>
                    <a:pt x="8374" y="4614"/>
                  </a:cubicBezTo>
                  <a:cubicBezTo>
                    <a:pt x="8301" y="4713"/>
                    <a:pt x="8195" y="4762"/>
                    <a:pt x="8058" y="4762"/>
                  </a:cubicBezTo>
                  <a:cubicBezTo>
                    <a:pt x="7956" y="4762"/>
                    <a:pt x="7853" y="4733"/>
                    <a:pt x="7748" y="4674"/>
                  </a:cubicBezTo>
                  <a:cubicBezTo>
                    <a:pt x="7644" y="4615"/>
                    <a:pt x="7538" y="4527"/>
                    <a:pt x="7430" y="4409"/>
                  </a:cubicBezTo>
                  <a:lnTo>
                    <a:pt x="7430" y="5041"/>
                  </a:lnTo>
                  <a:cubicBezTo>
                    <a:pt x="7544" y="5119"/>
                    <a:pt x="7653" y="5177"/>
                    <a:pt x="7755" y="5216"/>
                  </a:cubicBezTo>
                  <a:cubicBezTo>
                    <a:pt x="7858" y="5255"/>
                    <a:pt x="7957" y="5274"/>
                    <a:pt x="8052" y="5274"/>
                  </a:cubicBezTo>
                  <a:cubicBezTo>
                    <a:pt x="8279" y="5274"/>
                    <a:pt x="8458" y="5173"/>
                    <a:pt x="8589" y="4972"/>
                  </a:cubicBezTo>
                  <a:cubicBezTo>
                    <a:pt x="8719" y="4770"/>
                    <a:pt x="8784" y="4496"/>
                    <a:pt x="8784" y="4150"/>
                  </a:cubicBezTo>
                  <a:cubicBezTo>
                    <a:pt x="8784" y="3846"/>
                    <a:pt x="8740" y="3609"/>
                    <a:pt x="8653" y="3439"/>
                  </a:cubicBezTo>
                  <a:cubicBezTo>
                    <a:pt x="8566" y="3270"/>
                    <a:pt x="8420" y="3138"/>
                    <a:pt x="8213" y="3045"/>
                  </a:cubicBezTo>
                  <a:lnTo>
                    <a:pt x="8113" y="2999"/>
                  </a:lnTo>
                  <a:cubicBezTo>
                    <a:pt x="7957" y="2925"/>
                    <a:pt x="7854" y="2848"/>
                    <a:pt x="7802" y="2767"/>
                  </a:cubicBezTo>
                  <a:cubicBezTo>
                    <a:pt x="7750" y="2686"/>
                    <a:pt x="7725" y="2575"/>
                    <a:pt x="7725" y="2433"/>
                  </a:cubicBezTo>
                  <a:cubicBezTo>
                    <a:pt x="7725" y="2247"/>
                    <a:pt x="7761" y="2107"/>
                    <a:pt x="7833" y="2014"/>
                  </a:cubicBezTo>
                  <a:cubicBezTo>
                    <a:pt x="7905" y="1921"/>
                    <a:pt x="8013" y="1874"/>
                    <a:pt x="8158" y="1874"/>
                  </a:cubicBezTo>
                  <a:cubicBezTo>
                    <a:pt x="8253" y="1874"/>
                    <a:pt x="8344" y="1896"/>
                    <a:pt x="8433" y="1940"/>
                  </a:cubicBezTo>
                  <a:cubicBezTo>
                    <a:pt x="8521" y="1985"/>
                    <a:pt x="8607" y="2051"/>
                    <a:pt x="8689" y="2140"/>
                  </a:cubicBezTo>
                  <a:lnTo>
                    <a:pt x="8689" y="1561"/>
                  </a:lnTo>
                  <a:cubicBezTo>
                    <a:pt x="8609" y="1495"/>
                    <a:pt x="8521" y="1445"/>
                    <a:pt x="8427" y="1411"/>
                  </a:cubicBezTo>
                  <a:cubicBezTo>
                    <a:pt x="8332" y="1378"/>
                    <a:pt x="8230" y="1362"/>
                    <a:pt x="8123" y="1362"/>
                  </a:cubicBezTo>
                  <a:close/>
                  <a:moveTo>
                    <a:pt x="14975" y="1362"/>
                  </a:moveTo>
                  <a:cubicBezTo>
                    <a:pt x="14709" y="1362"/>
                    <a:pt x="14498" y="1541"/>
                    <a:pt x="14341" y="1899"/>
                  </a:cubicBezTo>
                  <a:cubicBezTo>
                    <a:pt x="14185" y="2257"/>
                    <a:pt x="14107" y="2741"/>
                    <a:pt x="14107" y="3351"/>
                  </a:cubicBezTo>
                  <a:cubicBezTo>
                    <a:pt x="14107" y="3941"/>
                    <a:pt x="14189" y="4409"/>
                    <a:pt x="14354" y="4755"/>
                  </a:cubicBezTo>
                  <a:cubicBezTo>
                    <a:pt x="14519" y="5101"/>
                    <a:pt x="14743" y="5274"/>
                    <a:pt x="15025" y="5274"/>
                  </a:cubicBezTo>
                  <a:cubicBezTo>
                    <a:pt x="15138" y="5274"/>
                    <a:pt x="15249" y="5250"/>
                    <a:pt x="15359" y="5201"/>
                  </a:cubicBezTo>
                  <a:cubicBezTo>
                    <a:pt x="15468" y="5152"/>
                    <a:pt x="15575" y="5081"/>
                    <a:pt x="15680" y="4988"/>
                  </a:cubicBezTo>
                  <a:lnTo>
                    <a:pt x="15680" y="4409"/>
                  </a:lnTo>
                  <a:cubicBezTo>
                    <a:pt x="15576" y="4525"/>
                    <a:pt x="15472" y="4611"/>
                    <a:pt x="15367" y="4669"/>
                  </a:cubicBezTo>
                  <a:cubicBezTo>
                    <a:pt x="15263" y="4726"/>
                    <a:pt x="15154" y="4755"/>
                    <a:pt x="15043" y="4755"/>
                  </a:cubicBezTo>
                  <a:cubicBezTo>
                    <a:pt x="14850" y="4755"/>
                    <a:pt x="14699" y="4645"/>
                    <a:pt x="14591" y="4424"/>
                  </a:cubicBezTo>
                  <a:cubicBezTo>
                    <a:pt x="14483" y="4203"/>
                    <a:pt x="14423" y="3882"/>
                    <a:pt x="14410" y="3461"/>
                  </a:cubicBezTo>
                  <a:lnTo>
                    <a:pt x="15748" y="3461"/>
                  </a:lnTo>
                  <a:lnTo>
                    <a:pt x="15748" y="3162"/>
                  </a:lnTo>
                  <a:cubicBezTo>
                    <a:pt x="15748" y="2607"/>
                    <a:pt x="15678" y="2168"/>
                    <a:pt x="15540" y="1846"/>
                  </a:cubicBezTo>
                  <a:cubicBezTo>
                    <a:pt x="15401" y="1523"/>
                    <a:pt x="15213" y="1362"/>
                    <a:pt x="14975" y="1362"/>
                  </a:cubicBezTo>
                  <a:close/>
                  <a:moveTo>
                    <a:pt x="18018" y="1362"/>
                  </a:moveTo>
                  <a:cubicBezTo>
                    <a:pt x="17742" y="1362"/>
                    <a:pt x="17524" y="1536"/>
                    <a:pt x="17366" y="1884"/>
                  </a:cubicBezTo>
                  <a:cubicBezTo>
                    <a:pt x="17207" y="2232"/>
                    <a:pt x="17128" y="2710"/>
                    <a:pt x="17128" y="3318"/>
                  </a:cubicBezTo>
                  <a:cubicBezTo>
                    <a:pt x="17128" y="3917"/>
                    <a:pt x="17206" y="4393"/>
                    <a:pt x="17363" y="4745"/>
                  </a:cubicBezTo>
                  <a:cubicBezTo>
                    <a:pt x="17520" y="5098"/>
                    <a:pt x="17732" y="5274"/>
                    <a:pt x="17999" y="5274"/>
                  </a:cubicBezTo>
                  <a:cubicBezTo>
                    <a:pt x="18097" y="5274"/>
                    <a:pt x="18189" y="5254"/>
                    <a:pt x="18276" y="5214"/>
                  </a:cubicBezTo>
                  <a:cubicBezTo>
                    <a:pt x="18363" y="5174"/>
                    <a:pt x="18447" y="5115"/>
                    <a:pt x="18528" y="5035"/>
                  </a:cubicBezTo>
                  <a:lnTo>
                    <a:pt x="18528" y="4469"/>
                  </a:lnTo>
                  <a:cubicBezTo>
                    <a:pt x="18446" y="4564"/>
                    <a:pt x="18364" y="4636"/>
                    <a:pt x="18281" y="4684"/>
                  </a:cubicBezTo>
                  <a:cubicBezTo>
                    <a:pt x="18198" y="4731"/>
                    <a:pt x="18115" y="4755"/>
                    <a:pt x="18030" y="4755"/>
                  </a:cubicBezTo>
                  <a:cubicBezTo>
                    <a:pt x="17842" y="4755"/>
                    <a:pt x="17695" y="4629"/>
                    <a:pt x="17591" y="4378"/>
                  </a:cubicBezTo>
                  <a:cubicBezTo>
                    <a:pt x="17487" y="4126"/>
                    <a:pt x="17434" y="3773"/>
                    <a:pt x="17434" y="3318"/>
                  </a:cubicBezTo>
                  <a:cubicBezTo>
                    <a:pt x="17434" y="2863"/>
                    <a:pt x="17487" y="2510"/>
                    <a:pt x="17591" y="2258"/>
                  </a:cubicBezTo>
                  <a:cubicBezTo>
                    <a:pt x="17695" y="2006"/>
                    <a:pt x="17842" y="1881"/>
                    <a:pt x="18030" y="1881"/>
                  </a:cubicBezTo>
                  <a:cubicBezTo>
                    <a:pt x="18115" y="1881"/>
                    <a:pt x="18198" y="1904"/>
                    <a:pt x="18281" y="1952"/>
                  </a:cubicBezTo>
                  <a:cubicBezTo>
                    <a:pt x="18364" y="2000"/>
                    <a:pt x="18446" y="2071"/>
                    <a:pt x="18528" y="2167"/>
                  </a:cubicBezTo>
                  <a:lnTo>
                    <a:pt x="18528" y="1594"/>
                  </a:lnTo>
                  <a:cubicBezTo>
                    <a:pt x="18448" y="1517"/>
                    <a:pt x="18366" y="1459"/>
                    <a:pt x="18280" y="1420"/>
                  </a:cubicBezTo>
                  <a:cubicBezTo>
                    <a:pt x="18195" y="1381"/>
                    <a:pt x="18107" y="1362"/>
                    <a:pt x="18018" y="1362"/>
                  </a:cubicBezTo>
                  <a:close/>
                  <a:moveTo>
                    <a:pt x="19720" y="1362"/>
                  </a:moveTo>
                  <a:cubicBezTo>
                    <a:pt x="19466" y="1362"/>
                    <a:pt x="19267" y="1535"/>
                    <a:pt x="19123" y="1881"/>
                  </a:cubicBezTo>
                  <a:cubicBezTo>
                    <a:pt x="18980" y="2227"/>
                    <a:pt x="18908" y="2706"/>
                    <a:pt x="18908" y="3318"/>
                  </a:cubicBezTo>
                  <a:cubicBezTo>
                    <a:pt x="18908" y="3928"/>
                    <a:pt x="18980" y="4406"/>
                    <a:pt x="19123" y="4754"/>
                  </a:cubicBezTo>
                  <a:cubicBezTo>
                    <a:pt x="19267" y="5101"/>
                    <a:pt x="19466" y="5274"/>
                    <a:pt x="19720" y="5274"/>
                  </a:cubicBezTo>
                  <a:cubicBezTo>
                    <a:pt x="19973" y="5274"/>
                    <a:pt x="20172" y="5101"/>
                    <a:pt x="20316" y="4754"/>
                  </a:cubicBezTo>
                  <a:cubicBezTo>
                    <a:pt x="20461" y="4406"/>
                    <a:pt x="20533" y="3928"/>
                    <a:pt x="20533" y="3318"/>
                  </a:cubicBezTo>
                  <a:cubicBezTo>
                    <a:pt x="20533" y="2706"/>
                    <a:pt x="20461" y="2227"/>
                    <a:pt x="20316" y="1881"/>
                  </a:cubicBezTo>
                  <a:cubicBezTo>
                    <a:pt x="20172" y="1535"/>
                    <a:pt x="19973" y="1362"/>
                    <a:pt x="19720" y="1362"/>
                  </a:cubicBezTo>
                  <a:close/>
                  <a:moveTo>
                    <a:pt x="25861" y="1362"/>
                  </a:moveTo>
                  <a:cubicBezTo>
                    <a:pt x="25595" y="1362"/>
                    <a:pt x="25384" y="1541"/>
                    <a:pt x="25227" y="1899"/>
                  </a:cubicBezTo>
                  <a:cubicBezTo>
                    <a:pt x="25071" y="2257"/>
                    <a:pt x="24993" y="2741"/>
                    <a:pt x="24993" y="3351"/>
                  </a:cubicBezTo>
                  <a:cubicBezTo>
                    <a:pt x="24993" y="3941"/>
                    <a:pt x="25075" y="4409"/>
                    <a:pt x="25240" y="4755"/>
                  </a:cubicBezTo>
                  <a:cubicBezTo>
                    <a:pt x="25405" y="5101"/>
                    <a:pt x="25629" y="5274"/>
                    <a:pt x="25911" y="5274"/>
                  </a:cubicBezTo>
                  <a:cubicBezTo>
                    <a:pt x="26024" y="5274"/>
                    <a:pt x="26135" y="5250"/>
                    <a:pt x="26245" y="5201"/>
                  </a:cubicBezTo>
                  <a:cubicBezTo>
                    <a:pt x="26354" y="5152"/>
                    <a:pt x="26461" y="5081"/>
                    <a:pt x="26566" y="4988"/>
                  </a:cubicBezTo>
                  <a:lnTo>
                    <a:pt x="26566" y="4409"/>
                  </a:lnTo>
                  <a:cubicBezTo>
                    <a:pt x="26462" y="4525"/>
                    <a:pt x="26358" y="4611"/>
                    <a:pt x="26253" y="4669"/>
                  </a:cubicBezTo>
                  <a:cubicBezTo>
                    <a:pt x="26149" y="4726"/>
                    <a:pt x="26040" y="4755"/>
                    <a:pt x="25929" y="4755"/>
                  </a:cubicBezTo>
                  <a:cubicBezTo>
                    <a:pt x="25736" y="4755"/>
                    <a:pt x="25585" y="4645"/>
                    <a:pt x="25477" y="4424"/>
                  </a:cubicBezTo>
                  <a:cubicBezTo>
                    <a:pt x="25369" y="4203"/>
                    <a:pt x="25309" y="3882"/>
                    <a:pt x="25296" y="3461"/>
                  </a:cubicBezTo>
                  <a:lnTo>
                    <a:pt x="26634" y="3461"/>
                  </a:lnTo>
                  <a:lnTo>
                    <a:pt x="26634" y="3162"/>
                  </a:lnTo>
                  <a:cubicBezTo>
                    <a:pt x="26634" y="2607"/>
                    <a:pt x="26564" y="2168"/>
                    <a:pt x="26426" y="1846"/>
                  </a:cubicBezTo>
                  <a:cubicBezTo>
                    <a:pt x="26287" y="1523"/>
                    <a:pt x="26099" y="1362"/>
                    <a:pt x="25861" y="1362"/>
                  </a:cubicBezTo>
                  <a:close/>
                  <a:moveTo>
                    <a:pt x="27875" y="1362"/>
                  </a:moveTo>
                  <a:cubicBezTo>
                    <a:pt x="27599" y="1362"/>
                    <a:pt x="27381" y="1536"/>
                    <a:pt x="27223" y="1884"/>
                  </a:cubicBezTo>
                  <a:cubicBezTo>
                    <a:pt x="27064" y="2232"/>
                    <a:pt x="26985" y="2710"/>
                    <a:pt x="26985" y="3318"/>
                  </a:cubicBezTo>
                  <a:cubicBezTo>
                    <a:pt x="26985" y="3917"/>
                    <a:pt x="27063" y="4393"/>
                    <a:pt x="27220" y="4745"/>
                  </a:cubicBezTo>
                  <a:cubicBezTo>
                    <a:pt x="27377" y="5098"/>
                    <a:pt x="27589" y="5274"/>
                    <a:pt x="27856" y="5274"/>
                  </a:cubicBezTo>
                  <a:cubicBezTo>
                    <a:pt x="27954" y="5274"/>
                    <a:pt x="28046" y="5254"/>
                    <a:pt x="28133" y="5214"/>
                  </a:cubicBezTo>
                  <a:cubicBezTo>
                    <a:pt x="28220" y="5174"/>
                    <a:pt x="28304" y="5115"/>
                    <a:pt x="28385" y="5035"/>
                  </a:cubicBezTo>
                  <a:lnTo>
                    <a:pt x="28385" y="4469"/>
                  </a:lnTo>
                  <a:cubicBezTo>
                    <a:pt x="28303" y="4564"/>
                    <a:pt x="28221" y="4636"/>
                    <a:pt x="28138" y="4684"/>
                  </a:cubicBezTo>
                  <a:cubicBezTo>
                    <a:pt x="28055" y="4731"/>
                    <a:pt x="27972" y="4755"/>
                    <a:pt x="27887" y="4755"/>
                  </a:cubicBezTo>
                  <a:cubicBezTo>
                    <a:pt x="27699" y="4755"/>
                    <a:pt x="27552" y="4629"/>
                    <a:pt x="27448" y="4378"/>
                  </a:cubicBezTo>
                  <a:cubicBezTo>
                    <a:pt x="27344" y="4126"/>
                    <a:pt x="27291" y="3773"/>
                    <a:pt x="27291" y="3318"/>
                  </a:cubicBezTo>
                  <a:cubicBezTo>
                    <a:pt x="27291" y="2863"/>
                    <a:pt x="27344" y="2510"/>
                    <a:pt x="27448" y="2258"/>
                  </a:cubicBezTo>
                  <a:cubicBezTo>
                    <a:pt x="27552" y="2006"/>
                    <a:pt x="27699" y="1881"/>
                    <a:pt x="27887" y="1881"/>
                  </a:cubicBezTo>
                  <a:cubicBezTo>
                    <a:pt x="27972" y="1881"/>
                    <a:pt x="28055" y="1904"/>
                    <a:pt x="28138" y="1952"/>
                  </a:cubicBezTo>
                  <a:cubicBezTo>
                    <a:pt x="28221" y="2000"/>
                    <a:pt x="28303" y="2071"/>
                    <a:pt x="28385" y="2167"/>
                  </a:cubicBezTo>
                  <a:lnTo>
                    <a:pt x="28385" y="1594"/>
                  </a:lnTo>
                  <a:cubicBezTo>
                    <a:pt x="28305" y="1517"/>
                    <a:pt x="28223" y="1459"/>
                    <a:pt x="28137" y="1420"/>
                  </a:cubicBezTo>
                  <a:cubicBezTo>
                    <a:pt x="28052" y="1381"/>
                    <a:pt x="27964" y="1362"/>
                    <a:pt x="27875" y="1362"/>
                  </a:cubicBezTo>
                  <a:close/>
                  <a:moveTo>
                    <a:pt x="31747" y="1362"/>
                  </a:moveTo>
                  <a:cubicBezTo>
                    <a:pt x="31493" y="1362"/>
                    <a:pt x="31294" y="1535"/>
                    <a:pt x="31150" y="1881"/>
                  </a:cubicBezTo>
                  <a:cubicBezTo>
                    <a:pt x="31007" y="2227"/>
                    <a:pt x="30935" y="2706"/>
                    <a:pt x="30935" y="3318"/>
                  </a:cubicBezTo>
                  <a:cubicBezTo>
                    <a:pt x="30935" y="3928"/>
                    <a:pt x="31007" y="4406"/>
                    <a:pt x="31150" y="4754"/>
                  </a:cubicBezTo>
                  <a:cubicBezTo>
                    <a:pt x="31294" y="5101"/>
                    <a:pt x="31493" y="5274"/>
                    <a:pt x="31747" y="5274"/>
                  </a:cubicBezTo>
                  <a:cubicBezTo>
                    <a:pt x="32000" y="5274"/>
                    <a:pt x="32199" y="5101"/>
                    <a:pt x="32343" y="4754"/>
                  </a:cubicBezTo>
                  <a:cubicBezTo>
                    <a:pt x="32488" y="4406"/>
                    <a:pt x="32560" y="3928"/>
                    <a:pt x="32560" y="3318"/>
                  </a:cubicBezTo>
                  <a:cubicBezTo>
                    <a:pt x="32560" y="2706"/>
                    <a:pt x="32488" y="2227"/>
                    <a:pt x="32343" y="1881"/>
                  </a:cubicBezTo>
                  <a:cubicBezTo>
                    <a:pt x="32199" y="1535"/>
                    <a:pt x="32000" y="1362"/>
                    <a:pt x="31747" y="1362"/>
                  </a:cubicBezTo>
                  <a:close/>
                  <a:moveTo>
                    <a:pt x="44643" y="1362"/>
                  </a:moveTo>
                  <a:cubicBezTo>
                    <a:pt x="44549" y="1362"/>
                    <a:pt x="44451" y="1383"/>
                    <a:pt x="44351" y="1426"/>
                  </a:cubicBezTo>
                  <a:cubicBezTo>
                    <a:pt x="44251" y="1470"/>
                    <a:pt x="44148" y="1535"/>
                    <a:pt x="44041" y="1621"/>
                  </a:cubicBezTo>
                  <a:lnTo>
                    <a:pt x="44041" y="2187"/>
                  </a:lnTo>
                  <a:cubicBezTo>
                    <a:pt x="44130" y="2085"/>
                    <a:pt x="44222" y="2008"/>
                    <a:pt x="44318" y="1957"/>
                  </a:cubicBezTo>
                  <a:cubicBezTo>
                    <a:pt x="44414" y="1906"/>
                    <a:pt x="44512" y="1881"/>
                    <a:pt x="44613" y="1881"/>
                  </a:cubicBezTo>
                  <a:cubicBezTo>
                    <a:pt x="44773" y="1881"/>
                    <a:pt x="44896" y="1958"/>
                    <a:pt x="44984" y="2112"/>
                  </a:cubicBezTo>
                  <a:cubicBezTo>
                    <a:pt x="45072" y="2266"/>
                    <a:pt x="45116" y="2484"/>
                    <a:pt x="45116" y="2766"/>
                  </a:cubicBezTo>
                  <a:lnTo>
                    <a:pt x="45116" y="2825"/>
                  </a:lnTo>
                  <a:lnTo>
                    <a:pt x="44708" y="2825"/>
                  </a:lnTo>
                  <a:cubicBezTo>
                    <a:pt x="44444" y="2825"/>
                    <a:pt x="44245" y="2932"/>
                    <a:pt x="44111" y="3145"/>
                  </a:cubicBezTo>
                  <a:cubicBezTo>
                    <a:pt x="43978" y="3358"/>
                    <a:pt x="43911" y="3674"/>
                    <a:pt x="43911" y="4093"/>
                  </a:cubicBezTo>
                  <a:cubicBezTo>
                    <a:pt x="43911" y="4452"/>
                    <a:pt x="43965" y="4739"/>
                    <a:pt x="44072" y="4953"/>
                  </a:cubicBezTo>
                  <a:cubicBezTo>
                    <a:pt x="44179" y="5167"/>
                    <a:pt x="44323" y="5274"/>
                    <a:pt x="44504" y="5274"/>
                  </a:cubicBezTo>
                  <a:cubicBezTo>
                    <a:pt x="44648" y="5274"/>
                    <a:pt x="44769" y="5220"/>
                    <a:pt x="44868" y="5113"/>
                  </a:cubicBezTo>
                  <a:cubicBezTo>
                    <a:pt x="44967" y="5005"/>
                    <a:pt x="45050" y="4838"/>
                    <a:pt x="45116" y="4612"/>
                  </a:cubicBezTo>
                  <a:lnTo>
                    <a:pt x="45116" y="5178"/>
                  </a:lnTo>
                  <a:lnTo>
                    <a:pt x="45407" y="5178"/>
                  </a:lnTo>
                  <a:lnTo>
                    <a:pt x="45407" y="3052"/>
                  </a:lnTo>
                  <a:cubicBezTo>
                    <a:pt x="45407" y="2484"/>
                    <a:pt x="45344" y="2060"/>
                    <a:pt x="45217" y="1781"/>
                  </a:cubicBezTo>
                  <a:cubicBezTo>
                    <a:pt x="45091" y="1501"/>
                    <a:pt x="44900" y="1362"/>
                    <a:pt x="44643" y="1362"/>
                  </a:cubicBezTo>
                  <a:close/>
                  <a:moveTo>
                    <a:pt x="55686" y="1362"/>
                  </a:moveTo>
                  <a:cubicBezTo>
                    <a:pt x="55469" y="1362"/>
                    <a:pt x="55301" y="1457"/>
                    <a:pt x="55183" y="1648"/>
                  </a:cubicBezTo>
                  <a:cubicBezTo>
                    <a:pt x="55065" y="1838"/>
                    <a:pt x="55006" y="2109"/>
                    <a:pt x="55006" y="2460"/>
                  </a:cubicBezTo>
                  <a:cubicBezTo>
                    <a:pt x="55006" y="2748"/>
                    <a:pt x="55046" y="2975"/>
                    <a:pt x="55126" y="3140"/>
                  </a:cubicBezTo>
                  <a:cubicBezTo>
                    <a:pt x="55206" y="3305"/>
                    <a:pt x="55337" y="3428"/>
                    <a:pt x="55517" y="3508"/>
                  </a:cubicBezTo>
                  <a:lnTo>
                    <a:pt x="55618" y="3557"/>
                  </a:lnTo>
                  <a:cubicBezTo>
                    <a:pt x="55798" y="3640"/>
                    <a:pt x="55915" y="3725"/>
                    <a:pt x="55968" y="3814"/>
                  </a:cubicBezTo>
                  <a:cubicBezTo>
                    <a:pt x="56021" y="3902"/>
                    <a:pt x="56048" y="4030"/>
                    <a:pt x="56048" y="4196"/>
                  </a:cubicBezTo>
                  <a:cubicBezTo>
                    <a:pt x="56048" y="4376"/>
                    <a:pt x="56011" y="4515"/>
                    <a:pt x="55937" y="4614"/>
                  </a:cubicBezTo>
                  <a:cubicBezTo>
                    <a:pt x="55864" y="4713"/>
                    <a:pt x="55758" y="4762"/>
                    <a:pt x="55621" y="4762"/>
                  </a:cubicBezTo>
                  <a:cubicBezTo>
                    <a:pt x="55519" y="4762"/>
                    <a:pt x="55416" y="4733"/>
                    <a:pt x="55311" y="4674"/>
                  </a:cubicBezTo>
                  <a:cubicBezTo>
                    <a:pt x="55207" y="4615"/>
                    <a:pt x="55101" y="4527"/>
                    <a:pt x="54993" y="4409"/>
                  </a:cubicBezTo>
                  <a:lnTo>
                    <a:pt x="54993" y="5041"/>
                  </a:lnTo>
                  <a:cubicBezTo>
                    <a:pt x="55107" y="5119"/>
                    <a:pt x="55216" y="5177"/>
                    <a:pt x="55318" y="5216"/>
                  </a:cubicBezTo>
                  <a:cubicBezTo>
                    <a:pt x="55421" y="5255"/>
                    <a:pt x="55520" y="5274"/>
                    <a:pt x="55615" y="5274"/>
                  </a:cubicBezTo>
                  <a:cubicBezTo>
                    <a:pt x="55842" y="5274"/>
                    <a:pt x="56021" y="5173"/>
                    <a:pt x="56152" y="4972"/>
                  </a:cubicBezTo>
                  <a:cubicBezTo>
                    <a:pt x="56282" y="4770"/>
                    <a:pt x="56347" y="4496"/>
                    <a:pt x="56347" y="4150"/>
                  </a:cubicBezTo>
                  <a:cubicBezTo>
                    <a:pt x="56347" y="3846"/>
                    <a:pt x="56303" y="3609"/>
                    <a:pt x="56216" y="3439"/>
                  </a:cubicBezTo>
                  <a:cubicBezTo>
                    <a:pt x="56129" y="3270"/>
                    <a:pt x="55983" y="3138"/>
                    <a:pt x="55776" y="3045"/>
                  </a:cubicBezTo>
                  <a:lnTo>
                    <a:pt x="55676" y="2999"/>
                  </a:lnTo>
                  <a:cubicBezTo>
                    <a:pt x="55520" y="2925"/>
                    <a:pt x="55417" y="2848"/>
                    <a:pt x="55365" y="2767"/>
                  </a:cubicBezTo>
                  <a:cubicBezTo>
                    <a:pt x="55313" y="2686"/>
                    <a:pt x="55288" y="2575"/>
                    <a:pt x="55288" y="2433"/>
                  </a:cubicBezTo>
                  <a:cubicBezTo>
                    <a:pt x="55288" y="2247"/>
                    <a:pt x="55324" y="2107"/>
                    <a:pt x="55396" y="2014"/>
                  </a:cubicBezTo>
                  <a:cubicBezTo>
                    <a:pt x="55468" y="1921"/>
                    <a:pt x="55576" y="1874"/>
                    <a:pt x="55721" y="1874"/>
                  </a:cubicBezTo>
                  <a:cubicBezTo>
                    <a:pt x="55816" y="1874"/>
                    <a:pt x="55907" y="1896"/>
                    <a:pt x="55996" y="1940"/>
                  </a:cubicBezTo>
                  <a:cubicBezTo>
                    <a:pt x="56084" y="1985"/>
                    <a:pt x="56170" y="2051"/>
                    <a:pt x="56252" y="2140"/>
                  </a:cubicBezTo>
                  <a:lnTo>
                    <a:pt x="56252" y="1561"/>
                  </a:lnTo>
                  <a:cubicBezTo>
                    <a:pt x="56172" y="1495"/>
                    <a:pt x="56084" y="1445"/>
                    <a:pt x="55989" y="1411"/>
                  </a:cubicBezTo>
                  <a:cubicBezTo>
                    <a:pt x="55895" y="1378"/>
                    <a:pt x="55793" y="1362"/>
                    <a:pt x="55686" y="1362"/>
                  </a:cubicBezTo>
                  <a:close/>
                  <a:moveTo>
                    <a:pt x="58701" y="1362"/>
                  </a:moveTo>
                  <a:cubicBezTo>
                    <a:pt x="58607" y="1362"/>
                    <a:pt x="58509" y="1383"/>
                    <a:pt x="58409" y="1426"/>
                  </a:cubicBezTo>
                  <a:cubicBezTo>
                    <a:pt x="58309" y="1470"/>
                    <a:pt x="58206" y="1535"/>
                    <a:pt x="58099" y="1621"/>
                  </a:cubicBezTo>
                  <a:lnTo>
                    <a:pt x="58099" y="2187"/>
                  </a:lnTo>
                  <a:cubicBezTo>
                    <a:pt x="58188" y="2085"/>
                    <a:pt x="58280" y="2008"/>
                    <a:pt x="58376" y="1957"/>
                  </a:cubicBezTo>
                  <a:cubicBezTo>
                    <a:pt x="58472" y="1906"/>
                    <a:pt x="58570" y="1881"/>
                    <a:pt x="58671" y="1881"/>
                  </a:cubicBezTo>
                  <a:cubicBezTo>
                    <a:pt x="58831" y="1881"/>
                    <a:pt x="58954" y="1958"/>
                    <a:pt x="59042" y="2112"/>
                  </a:cubicBezTo>
                  <a:cubicBezTo>
                    <a:pt x="59130" y="2266"/>
                    <a:pt x="59174" y="2484"/>
                    <a:pt x="59174" y="2766"/>
                  </a:cubicBezTo>
                  <a:lnTo>
                    <a:pt x="59174" y="2825"/>
                  </a:lnTo>
                  <a:lnTo>
                    <a:pt x="58766" y="2825"/>
                  </a:lnTo>
                  <a:cubicBezTo>
                    <a:pt x="58502" y="2825"/>
                    <a:pt x="58303" y="2932"/>
                    <a:pt x="58169" y="3145"/>
                  </a:cubicBezTo>
                  <a:cubicBezTo>
                    <a:pt x="58036" y="3358"/>
                    <a:pt x="57969" y="3674"/>
                    <a:pt x="57969" y="4093"/>
                  </a:cubicBezTo>
                  <a:cubicBezTo>
                    <a:pt x="57969" y="4452"/>
                    <a:pt x="58023" y="4739"/>
                    <a:pt x="58130" y="4953"/>
                  </a:cubicBezTo>
                  <a:cubicBezTo>
                    <a:pt x="58237" y="5167"/>
                    <a:pt x="58381" y="5274"/>
                    <a:pt x="58562" y="5274"/>
                  </a:cubicBezTo>
                  <a:cubicBezTo>
                    <a:pt x="58706" y="5274"/>
                    <a:pt x="58827" y="5220"/>
                    <a:pt x="58926" y="5113"/>
                  </a:cubicBezTo>
                  <a:cubicBezTo>
                    <a:pt x="59025" y="5005"/>
                    <a:pt x="59108" y="4838"/>
                    <a:pt x="59174" y="4612"/>
                  </a:cubicBezTo>
                  <a:lnTo>
                    <a:pt x="59174" y="5178"/>
                  </a:lnTo>
                  <a:lnTo>
                    <a:pt x="59465" y="5178"/>
                  </a:lnTo>
                  <a:lnTo>
                    <a:pt x="59465" y="3052"/>
                  </a:lnTo>
                  <a:cubicBezTo>
                    <a:pt x="59465" y="2484"/>
                    <a:pt x="59402" y="2060"/>
                    <a:pt x="59275" y="1781"/>
                  </a:cubicBezTo>
                  <a:cubicBezTo>
                    <a:pt x="59149" y="1501"/>
                    <a:pt x="58958" y="1362"/>
                    <a:pt x="58701" y="1362"/>
                  </a:cubicBezTo>
                  <a:close/>
                  <a:moveTo>
                    <a:pt x="61304" y="1451"/>
                  </a:moveTo>
                  <a:lnTo>
                    <a:pt x="61304" y="3707"/>
                  </a:lnTo>
                  <a:cubicBezTo>
                    <a:pt x="61304" y="4220"/>
                    <a:pt x="61357" y="4609"/>
                    <a:pt x="61462" y="4875"/>
                  </a:cubicBezTo>
                  <a:cubicBezTo>
                    <a:pt x="61568" y="5141"/>
                    <a:pt x="61722" y="5274"/>
                    <a:pt x="61925" y="5274"/>
                  </a:cubicBezTo>
                  <a:cubicBezTo>
                    <a:pt x="62049" y="5274"/>
                    <a:pt x="62157" y="5219"/>
                    <a:pt x="62250" y="5110"/>
                  </a:cubicBezTo>
                  <a:cubicBezTo>
                    <a:pt x="62344" y="5000"/>
                    <a:pt x="62426" y="4832"/>
                    <a:pt x="62496" y="4606"/>
                  </a:cubicBezTo>
                  <a:lnTo>
                    <a:pt x="62496" y="5178"/>
                  </a:lnTo>
                  <a:lnTo>
                    <a:pt x="62787" y="5178"/>
                  </a:lnTo>
                  <a:lnTo>
                    <a:pt x="62787" y="1451"/>
                  </a:lnTo>
                  <a:lnTo>
                    <a:pt x="62496" y="1451"/>
                  </a:lnTo>
                  <a:lnTo>
                    <a:pt x="62496" y="3564"/>
                  </a:lnTo>
                  <a:cubicBezTo>
                    <a:pt x="62496" y="3928"/>
                    <a:pt x="62451" y="4215"/>
                    <a:pt x="62359" y="4426"/>
                  </a:cubicBezTo>
                  <a:cubicBezTo>
                    <a:pt x="62268" y="4637"/>
                    <a:pt x="62144" y="4742"/>
                    <a:pt x="61987" y="4742"/>
                  </a:cubicBezTo>
                  <a:cubicBezTo>
                    <a:pt x="61856" y="4742"/>
                    <a:pt x="61758" y="4654"/>
                    <a:pt x="61693" y="4477"/>
                  </a:cubicBezTo>
                  <a:cubicBezTo>
                    <a:pt x="61628" y="4301"/>
                    <a:pt x="61595" y="4037"/>
                    <a:pt x="61595" y="3684"/>
                  </a:cubicBezTo>
                  <a:lnTo>
                    <a:pt x="61595" y="1451"/>
                  </a:lnTo>
                  <a:close/>
                  <a:moveTo>
                    <a:pt x="63949" y="1362"/>
                  </a:moveTo>
                  <a:cubicBezTo>
                    <a:pt x="63732" y="1362"/>
                    <a:pt x="63564" y="1457"/>
                    <a:pt x="63446" y="1648"/>
                  </a:cubicBezTo>
                  <a:cubicBezTo>
                    <a:pt x="63328" y="1838"/>
                    <a:pt x="63269" y="2109"/>
                    <a:pt x="63269" y="2460"/>
                  </a:cubicBezTo>
                  <a:cubicBezTo>
                    <a:pt x="63269" y="2748"/>
                    <a:pt x="63309" y="2975"/>
                    <a:pt x="63389" y="3140"/>
                  </a:cubicBezTo>
                  <a:cubicBezTo>
                    <a:pt x="63469" y="3305"/>
                    <a:pt x="63600" y="3428"/>
                    <a:pt x="63780" y="3508"/>
                  </a:cubicBezTo>
                  <a:lnTo>
                    <a:pt x="63881" y="3557"/>
                  </a:lnTo>
                  <a:cubicBezTo>
                    <a:pt x="64061" y="3640"/>
                    <a:pt x="64178" y="3725"/>
                    <a:pt x="64231" y="3814"/>
                  </a:cubicBezTo>
                  <a:cubicBezTo>
                    <a:pt x="64284" y="3902"/>
                    <a:pt x="64311" y="4030"/>
                    <a:pt x="64311" y="4196"/>
                  </a:cubicBezTo>
                  <a:cubicBezTo>
                    <a:pt x="64311" y="4376"/>
                    <a:pt x="64274" y="4515"/>
                    <a:pt x="64200" y="4614"/>
                  </a:cubicBezTo>
                  <a:cubicBezTo>
                    <a:pt x="64127" y="4713"/>
                    <a:pt x="64021" y="4762"/>
                    <a:pt x="63884" y="4762"/>
                  </a:cubicBezTo>
                  <a:cubicBezTo>
                    <a:pt x="63782" y="4762"/>
                    <a:pt x="63679" y="4733"/>
                    <a:pt x="63574" y="4674"/>
                  </a:cubicBezTo>
                  <a:cubicBezTo>
                    <a:pt x="63470" y="4615"/>
                    <a:pt x="63364" y="4527"/>
                    <a:pt x="63256" y="4409"/>
                  </a:cubicBezTo>
                  <a:lnTo>
                    <a:pt x="63256" y="5041"/>
                  </a:lnTo>
                  <a:cubicBezTo>
                    <a:pt x="63370" y="5119"/>
                    <a:pt x="63479" y="5177"/>
                    <a:pt x="63581" y="5216"/>
                  </a:cubicBezTo>
                  <a:cubicBezTo>
                    <a:pt x="63684" y="5255"/>
                    <a:pt x="63783" y="5274"/>
                    <a:pt x="63878" y="5274"/>
                  </a:cubicBezTo>
                  <a:cubicBezTo>
                    <a:pt x="64105" y="5274"/>
                    <a:pt x="64284" y="5173"/>
                    <a:pt x="64415" y="4972"/>
                  </a:cubicBezTo>
                  <a:cubicBezTo>
                    <a:pt x="64545" y="4770"/>
                    <a:pt x="64610" y="4496"/>
                    <a:pt x="64610" y="4150"/>
                  </a:cubicBezTo>
                  <a:cubicBezTo>
                    <a:pt x="64610" y="3846"/>
                    <a:pt x="64566" y="3609"/>
                    <a:pt x="64479" y="3439"/>
                  </a:cubicBezTo>
                  <a:cubicBezTo>
                    <a:pt x="64392" y="3270"/>
                    <a:pt x="64246" y="3138"/>
                    <a:pt x="64039" y="3045"/>
                  </a:cubicBezTo>
                  <a:lnTo>
                    <a:pt x="63939" y="2999"/>
                  </a:lnTo>
                  <a:cubicBezTo>
                    <a:pt x="63783" y="2925"/>
                    <a:pt x="63680" y="2848"/>
                    <a:pt x="63628" y="2767"/>
                  </a:cubicBezTo>
                  <a:cubicBezTo>
                    <a:pt x="63576" y="2686"/>
                    <a:pt x="63551" y="2575"/>
                    <a:pt x="63551" y="2433"/>
                  </a:cubicBezTo>
                  <a:cubicBezTo>
                    <a:pt x="63551" y="2247"/>
                    <a:pt x="63587" y="2107"/>
                    <a:pt x="63659" y="2014"/>
                  </a:cubicBezTo>
                  <a:cubicBezTo>
                    <a:pt x="63731" y="1921"/>
                    <a:pt x="63839" y="1874"/>
                    <a:pt x="63984" y="1874"/>
                  </a:cubicBezTo>
                  <a:cubicBezTo>
                    <a:pt x="64079" y="1874"/>
                    <a:pt x="64170" y="1896"/>
                    <a:pt x="64259" y="1940"/>
                  </a:cubicBezTo>
                  <a:cubicBezTo>
                    <a:pt x="64347" y="1985"/>
                    <a:pt x="64433" y="2051"/>
                    <a:pt x="64515" y="2140"/>
                  </a:cubicBezTo>
                  <a:lnTo>
                    <a:pt x="64515" y="1561"/>
                  </a:lnTo>
                  <a:cubicBezTo>
                    <a:pt x="64435" y="1495"/>
                    <a:pt x="64347" y="1445"/>
                    <a:pt x="64252" y="1411"/>
                  </a:cubicBezTo>
                  <a:cubicBezTo>
                    <a:pt x="64158" y="1378"/>
                    <a:pt x="64056" y="1362"/>
                    <a:pt x="63949" y="1362"/>
                  </a:cubicBezTo>
                  <a:close/>
                  <a:moveTo>
                    <a:pt x="70219" y="1"/>
                  </a:moveTo>
                  <a:lnTo>
                    <a:pt x="70219" y="2017"/>
                  </a:lnTo>
                  <a:cubicBezTo>
                    <a:pt x="70158" y="1795"/>
                    <a:pt x="70081" y="1631"/>
                    <a:pt x="69988" y="1523"/>
                  </a:cubicBezTo>
                  <a:cubicBezTo>
                    <a:pt x="69894" y="1415"/>
                    <a:pt x="69782" y="1362"/>
                    <a:pt x="69652" y="1362"/>
                  </a:cubicBezTo>
                  <a:cubicBezTo>
                    <a:pt x="69438" y="1362"/>
                    <a:pt x="69264" y="1541"/>
                    <a:pt x="69129" y="1901"/>
                  </a:cubicBezTo>
                  <a:cubicBezTo>
                    <a:pt x="68995" y="2260"/>
                    <a:pt x="68928" y="2732"/>
                    <a:pt x="68928" y="3318"/>
                  </a:cubicBezTo>
                  <a:cubicBezTo>
                    <a:pt x="68928" y="3903"/>
                    <a:pt x="68995" y="4376"/>
                    <a:pt x="69129" y="4735"/>
                  </a:cubicBezTo>
                  <a:cubicBezTo>
                    <a:pt x="69264" y="5095"/>
                    <a:pt x="69438" y="5274"/>
                    <a:pt x="69652" y="5274"/>
                  </a:cubicBezTo>
                  <a:cubicBezTo>
                    <a:pt x="69782" y="5274"/>
                    <a:pt x="69894" y="5220"/>
                    <a:pt x="69988" y="5113"/>
                  </a:cubicBezTo>
                  <a:cubicBezTo>
                    <a:pt x="70081" y="5005"/>
                    <a:pt x="70158" y="4841"/>
                    <a:pt x="70219" y="4619"/>
                  </a:cubicBezTo>
                  <a:lnTo>
                    <a:pt x="70219" y="5178"/>
                  </a:lnTo>
                  <a:lnTo>
                    <a:pt x="70510" y="5178"/>
                  </a:lnTo>
                  <a:lnTo>
                    <a:pt x="70510" y="1"/>
                  </a:lnTo>
                  <a:close/>
                  <a:moveTo>
                    <a:pt x="75990" y="1"/>
                  </a:moveTo>
                  <a:lnTo>
                    <a:pt x="75990" y="2017"/>
                  </a:lnTo>
                  <a:cubicBezTo>
                    <a:pt x="75929" y="1795"/>
                    <a:pt x="75852" y="1631"/>
                    <a:pt x="75759" y="1523"/>
                  </a:cubicBezTo>
                  <a:cubicBezTo>
                    <a:pt x="75665" y="1415"/>
                    <a:pt x="75553" y="1362"/>
                    <a:pt x="75423" y="1362"/>
                  </a:cubicBezTo>
                  <a:cubicBezTo>
                    <a:pt x="75209" y="1362"/>
                    <a:pt x="75035" y="1541"/>
                    <a:pt x="74900" y="1901"/>
                  </a:cubicBezTo>
                  <a:cubicBezTo>
                    <a:pt x="74766" y="2260"/>
                    <a:pt x="74699" y="2732"/>
                    <a:pt x="74699" y="3318"/>
                  </a:cubicBezTo>
                  <a:cubicBezTo>
                    <a:pt x="74699" y="3903"/>
                    <a:pt x="74766" y="4376"/>
                    <a:pt x="74900" y="4735"/>
                  </a:cubicBezTo>
                  <a:cubicBezTo>
                    <a:pt x="75035" y="5095"/>
                    <a:pt x="75209" y="5274"/>
                    <a:pt x="75423" y="5274"/>
                  </a:cubicBezTo>
                  <a:cubicBezTo>
                    <a:pt x="75553" y="5274"/>
                    <a:pt x="75665" y="5220"/>
                    <a:pt x="75759" y="5113"/>
                  </a:cubicBezTo>
                  <a:cubicBezTo>
                    <a:pt x="75852" y="5005"/>
                    <a:pt x="75929" y="4841"/>
                    <a:pt x="75990" y="4619"/>
                  </a:cubicBezTo>
                  <a:lnTo>
                    <a:pt x="75990" y="5178"/>
                  </a:lnTo>
                  <a:lnTo>
                    <a:pt x="76281" y="5178"/>
                  </a:lnTo>
                  <a:lnTo>
                    <a:pt x="76281" y="1"/>
                  </a:lnTo>
                  <a:close/>
                  <a:moveTo>
                    <a:pt x="76850" y="1451"/>
                  </a:moveTo>
                  <a:lnTo>
                    <a:pt x="76850" y="3707"/>
                  </a:lnTo>
                  <a:cubicBezTo>
                    <a:pt x="76850" y="4220"/>
                    <a:pt x="76903" y="4609"/>
                    <a:pt x="77008" y="4875"/>
                  </a:cubicBezTo>
                  <a:cubicBezTo>
                    <a:pt x="77114" y="5141"/>
                    <a:pt x="77268" y="5274"/>
                    <a:pt x="77471" y="5274"/>
                  </a:cubicBezTo>
                  <a:cubicBezTo>
                    <a:pt x="77595" y="5274"/>
                    <a:pt x="77703" y="5219"/>
                    <a:pt x="77796" y="5110"/>
                  </a:cubicBezTo>
                  <a:cubicBezTo>
                    <a:pt x="77890" y="5000"/>
                    <a:pt x="77972" y="4832"/>
                    <a:pt x="78042" y="4606"/>
                  </a:cubicBezTo>
                  <a:lnTo>
                    <a:pt x="78042" y="5178"/>
                  </a:lnTo>
                  <a:lnTo>
                    <a:pt x="78333" y="5178"/>
                  </a:lnTo>
                  <a:lnTo>
                    <a:pt x="78333" y="1451"/>
                  </a:lnTo>
                  <a:lnTo>
                    <a:pt x="78042" y="1451"/>
                  </a:lnTo>
                  <a:lnTo>
                    <a:pt x="78042" y="3564"/>
                  </a:lnTo>
                  <a:cubicBezTo>
                    <a:pt x="78042" y="3928"/>
                    <a:pt x="77997" y="4215"/>
                    <a:pt x="77905" y="4426"/>
                  </a:cubicBezTo>
                  <a:cubicBezTo>
                    <a:pt x="77814" y="4637"/>
                    <a:pt x="77690" y="4742"/>
                    <a:pt x="77533" y="4742"/>
                  </a:cubicBezTo>
                  <a:cubicBezTo>
                    <a:pt x="77402" y="4742"/>
                    <a:pt x="77304" y="4654"/>
                    <a:pt x="77239" y="4477"/>
                  </a:cubicBezTo>
                  <a:cubicBezTo>
                    <a:pt x="77174" y="4301"/>
                    <a:pt x="77141" y="4037"/>
                    <a:pt x="77141" y="3684"/>
                  </a:cubicBezTo>
                  <a:lnTo>
                    <a:pt x="77141" y="1451"/>
                  </a:lnTo>
                  <a:close/>
                  <a:moveTo>
                    <a:pt x="79553" y="1362"/>
                  </a:moveTo>
                  <a:cubicBezTo>
                    <a:pt x="79459" y="1362"/>
                    <a:pt x="79361" y="1383"/>
                    <a:pt x="79261" y="1426"/>
                  </a:cubicBezTo>
                  <a:cubicBezTo>
                    <a:pt x="79161" y="1470"/>
                    <a:pt x="79058" y="1535"/>
                    <a:pt x="78951" y="1621"/>
                  </a:cubicBezTo>
                  <a:lnTo>
                    <a:pt x="78951" y="2187"/>
                  </a:lnTo>
                  <a:cubicBezTo>
                    <a:pt x="79040" y="2085"/>
                    <a:pt x="79132" y="2008"/>
                    <a:pt x="79228" y="1957"/>
                  </a:cubicBezTo>
                  <a:cubicBezTo>
                    <a:pt x="79324" y="1906"/>
                    <a:pt x="79422" y="1881"/>
                    <a:pt x="79523" y="1881"/>
                  </a:cubicBezTo>
                  <a:cubicBezTo>
                    <a:pt x="79683" y="1881"/>
                    <a:pt x="79806" y="1958"/>
                    <a:pt x="79894" y="2112"/>
                  </a:cubicBezTo>
                  <a:cubicBezTo>
                    <a:pt x="79982" y="2266"/>
                    <a:pt x="80026" y="2484"/>
                    <a:pt x="80026" y="2766"/>
                  </a:cubicBezTo>
                  <a:lnTo>
                    <a:pt x="80026" y="2825"/>
                  </a:lnTo>
                  <a:lnTo>
                    <a:pt x="79618" y="2825"/>
                  </a:lnTo>
                  <a:cubicBezTo>
                    <a:pt x="79354" y="2825"/>
                    <a:pt x="79155" y="2932"/>
                    <a:pt x="79021" y="3145"/>
                  </a:cubicBezTo>
                  <a:cubicBezTo>
                    <a:pt x="78888" y="3358"/>
                    <a:pt x="78821" y="3674"/>
                    <a:pt x="78821" y="4093"/>
                  </a:cubicBezTo>
                  <a:cubicBezTo>
                    <a:pt x="78821" y="4452"/>
                    <a:pt x="78875" y="4739"/>
                    <a:pt x="78982" y="4953"/>
                  </a:cubicBezTo>
                  <a:cubicBezTo>
                    <a:pt x="79089" y="5167"/>
                    <a:pt x="79233" y="5274"/>
                    <a:pt x="79414" y="5274"/>
                  </a:cubicBezTo>
                  <a:cubicBezTo>
                    <a:pt x="79558" y="5274"/>
                    <a:pt x="79679" y="5220"/>
                    <a:pt x="79778" y="5113"/>
                  </a:cubicBezTo>
                  <a:cubicBezTo>
                    <a:pt x="79877" y="5005"/>
                    <a:pt x="79960" y="4838"/>
                    <a:pt x="80026" y="4612"/>
                  </a:cubicBezTo>
                  <a:lnTo>
                    <a:pt x="80026" y="5178"/>
                  </a:lnTo>
                  <a:lnTo>
                    <a:pt x="80317" y="5178"/>
                  </a:lnTo>
                  <a:lnTo>
                    <a:pt x="80317" y="3052"/>
                  </a:lnTo>
                  <a:cubicBezTo>
                    <a:pt x="80317" y="2484"/>
                    <a:pt x="80254" y="2060"/>
                    <a:pt x="80127" y="1781"/>
                  </a:cubicBezTo>
                  <a:cubicBezTo>
                    <a:pt x="80001" y="1501"/>
                    <a:pt x="79810" y="1362"/>
                    <a:pt x="79553" y="1362"/>
                  </a:cubicBezTo>
                  <a:close/>
                  <a:moveTo>
                    <a:pt x="4372" y="1362"/>
                  </a:moveTo>
                  <a:cubicBezTo>
                    <a:pt x="4242" y="1362"/>
                    <a:pt x="4130" y="1415"/>
                    <a:pt x="4037" y="1523"/>
                  </a:cubicBezTo>
                  <a:cubicBezTo>
                    <a:pt x="3944" y="1631"/>
                    <a:pt x="3867" y="1795"/>
                    <a:pt x="3806" y="2017"/>
                  </a:cubicBezTo>
                  <a:lnTo>
                    <a:pt x="3806" y="1451"/>
                  </a:lnTo>
                  <a:lnTo>
                    <a:pt x="3513" y="1451"/>
                  </a:lnTo>
                  <a:lnTo>
                    <a:pt x="3513" y="6595"/>
                  </a:lnTo>
                  <a:lnTo>
                    <a:pt x="3806" y="6595"/>
                  </a:lnTo>
                  <a:lnTo>
                    <a:pt x="3806" y="4619"/>
                  </a:lnTo>
                  <a:cubicBezTo>
                    <a:pt x="3867" y="4841"/>
                    <a:pt x="3944" y="5005"/>
                    <a:pt x="4037" y="5113"/>
                  </a:cubicBezTo>
                  <a:cubicBezTo>
                    <a:pt x="4130" y="5220"/>
                    <a:pt x="4242" y="5274"/>
                    <a:pt x="4372" y="5274"/>
                  </a:cubicBezTo>
                  <a:cubicBezTo>
                    <a:pt x="4587" y="5274"/>
                    <a:pt x="4761" y="5095"/>
                    <a:pt x="4896" y="4735"/>
                  </a:cubicBezTo>
                  <a:cubicBezTo>
                    <a:pt x="5030" y="4376"/>
                    <a:pt x="5097" y="3903"/>
                    <a:pt x="5097" y="3318"/>
                  </a:cubicBezTo>
                  <a:cubicBezTo>
                    <a:pt x="5097" y="2732"/>
                    <a:pt x="5030" y="2260"/>
                    <a:pt x="4896" y="1901"/>
                  </a:cubicBezTo>
                  <a:cubicBezTo>
                    <a:pt x="4761" y="1541"/>
                    <a:pt x="4587" y="1362"/>
                    <a:pt x="4372" y="1362"/>
                  </a:cubicBezTo>
                  <a:close/>
                  <a:moveTo>
                    <a:pt x="50585" y="1362"/>
                  </a:moveTo>
                  <a:cubicBezTo>
                    <a:pt x="50368" y="1362"/>
                    <a:pt x="50193" y="1536"/>
                    <a:pt x="50060" y="1884"/>
                  </a:cubicBezTo>
                  <a:cubicBezTo>
                    <a:pt x="49927" y="2232"/>
                    <a:pt x="49861" y="2695"/>
                    <a:pt x="49861" y="3271"/>
                  </a:cubicBezTo>
                  <a:cubicBezTo>
                    <a:pt x="49861" y="3846"/>
                    <a:pt x="49927" y="4307"/>
                    <a:pt x="50060" y="4655"/>
                  </a:cubicBezTo>
                  <a:cubicBezTo>
                    <a:pt x="50193" y="5004"/>
                    <a:pt x="50368" y="5178"/>
                    <a:pt x="50585" y="5178"/>
                  </a:cubicBezTo>
                  <a:cubicBezTo>
                    <a:pt x="50715" y="5178"/>
                    <a:pt x="50828" y="5123"/>
                    <a:pt x="50921" y="5015"/>
                  </a:cubicBezTo>
                  <a:cubicBezTo>
                    <a:pt x="51015" y="4906"/>
                    <a:pt x="51092" y="4742"/>
                    <a:pt x="51152" y="4522"/>
                  </a:cubicBezTo>
                  <a:lnTo>
                    <a:pt x="51152" y="4825"/>
                  </a:lnTo>
                  <a:cubicBezTo>
                    <a:pt x="51152" y="5249"/>
                    <a:pt x="51105" y="5565"/>
                    <a:pt x="51010" y="5775"/>
                  </a:cubicBezTo>
                  <a:cubicBezTo>
                    <a:pt x="50915" y="5985"/>
                    <a:pt x="50772" y="6089"/>
                    <a:pt x="50582" y="6089"/>
                  </a:cubicBezTo>
                  <a:cubicBezTo>
                    <a:pt x="50495" y="6089"/>
                    <a:pt x="50410" y="6066"/>
                    <a:pt x="50327" y="6020"/>
                  </a:cubicBezTo>
                  <a:cubicBezTo>
                    <a:pt x="50244" y="5973"/>
                    <a:pt x="50159" y="5901"/>
                    <a:pt x="50074" y="5803"/>
                  </a:cubicBezTo>
                  <a:lnTo>
                    <a:pt x="50074" y="6399"/>
                  </a:lnTo>
                  <a:cubicBezTo>
                    <a:pt x="50159" y="6465"/>
                    <a:pt x="50247" y="6515"/>
                    <a:pt x="50338" y="6547"/>
                  </a:cubicBezTo>
                  <a:cubicBezTo>
                    <a:pt x="50429" y="6579"/>
                    <a:pt x="50525" y="6595"/>
                    <a:pt x="50627" y="6595"/>
                  </a:cubicBezTo>
                  <a:cubicBezTo>
                    <a:pt x="50904" y="6595"/>
                    <a:pt x="51109" y="6440"/>
                    <a:pt x="51242" y="6131"/>
                  </a:cubicBezTo>
                  <a:cubicBezTo>
                    <a:pt x="51376" y="5822"/>
                    <a:pt x="51443" y="5350"/>
                    <a:pt x="51443" y="4715"/>
                  </a:cubicBezTo>
                  <a:lnTo>
                    <a:pt x="51443" y="1451"/>
                  </a:lnTo>
                  <a:lnTo>
                    <a:pt x="51152" y="1451"/>
                  </a:lnTo>
                  <a:lnTo>
                    <a:pt x="51152" y="2017"/>
                  </a:lnTo>
                  <a:cubicBezTo>
                    <a:pt x="51092" y="1797"/>
                    <a:pt x="51015" y="1633"/>
                    <a:pt x="50921" y="1525"/>
                  </a:cubicBezTo>
                  <a:cubicBezTo>
                    <a:pt x="50828" y="1416"/>
                    <a:pt x="50715" y="1362"/>
                    <a:pt x="50585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1096400" y="625250"/>
              <a:ext cx="866550" cy="131850"/>
            </a:xfrm>
            <a:custGeom>
              <a:rect b="b" l="l" r="r" t="t"/>
              <a:pathLst>
                <a:path extrusionOk="0" h="5274" w="34662">
                  <a:moveTo>
                    <a:pt x="0" y="0"/>
                  </a:moveTo>
                  <a:lnTo>
                    <a:pt x="0" y="776"/>
                  </a:lnTo>
                  <a:lnTo>
                    <a:pt x="291" y="776"/>
                  </a:lnTo>
                  <a:lnTo>
                    <a:pt x="291" y="0"/>
                  </a:lnTo>
                  <a:close/>
                  <a:moveTo>
                    <a:pt x="6808" y="1880"/>
                  </a:moveTo>
                  <a:cubicBezTo>
                    <a:pt x="6951" y="1880"/>
                    <a:pt x="7066" y="1980"/>
                    <a:pt x="7153" y="2180"/>
                  </a:cubicBezTo>
                  <a:cubicBezTo>
                    <a:pt x="7240" y="2379"/>
                    <a:pt x="7285" y="2647"/>
                    <a:pt x="7287" y="2981"/>
                  </a:cubicBezTo>
                  <a:lnTo>
                    <a:pt x="6250" y="2985"/>
                  </a:lnTo>
                  <a:cubicBezTo>
                    <a:pt x="6264" y="2634"/>
                    <a:pt x="6321" y="2363"/>
                    <a:pt x="6418" y="2170"/>
                  </a:cubicBezTo>
                  <a:cubicBezTo>
                    <a:pt x="6516" y="1977"/>
                    <a:pt x="6645" y="1880"/>
                    <a:pt x="6808" y="1880"/>
                  </a:cubicBezTo>
                  <a:close/>
                  <a:moveTo>
                    <a:pt x="12471" y="1880"/>
                  </a:moveTo>
                  <a:cubicBezTo>
                    <a:pt x="12614" y="1880"/>
                    <a:pt x="12729" y="1980"/>
                    <a:pt x="12816" y="2180"/>
                  </a:cubicBezTo>
                  <a:cubicBezTo>
                    <a:pt x="12903" y="2379"/>
                    <a:pt x="12948" y="2647"/>
                    <a:pt x="12950" y="2981"/>
                  </a:cubicBezTo>
                  <a:lnTo>
                    <a:pt x="11913" y="2985"/>
                  </a:lnTo>
                  <a:cubicBezTo>
                    <a:pt x="11927" y="2634"/>
                    <a:pt x="11984" y="2363"/>
                    <a:pt x="12081" y="2170"/>
                  </a:cubicBezTo>
                  <a:cubicBezTo>
                    <a:pt x="12179" y="1977"/>
                    <a:pt x="12308" y="1880"/>
                    <a:pt x="12471" y="1880"/>
                  </a:cubicBezTo>
                  <a:close/>
                  <a:moveTo>
                    <a:pt x="21212" y="1880"/>
                  </a:moveTo>
                  <a:cubicBezTo>
                    <a:pt x="21355" y="1880"/>
                    <a:pt x="21470" y="1980"/>
                    <a:pt x="21557" y="2180"/>
                  </a:cubicBezTo>
                  <a:cubicBezTo>
                    <a:pt x="21644" y="2379"/>
                    <a:pt x="21689" y="2647"/>
                    <a:pt x="21691" y="2981"/>
                  </a:cubicBezTo>
                  <a:lnTo>
                    <a:pt x="20654" y="2985"/>
                  </a:lnTo>
                  <a:cubicBezTo>
                    <a:pt x="20668" y="2634"/>
                    <a:pt x="20725" y="2363"/>
                    <a:pt x="20822" y="2170"/>
                  </a:cubicBezTo>
                  <a:cubicBezTo>
                    <a:pt x="20920" y="1977"/>
                    <a:pt x="21049" y="1880"/>
                    <a:pt x="21212" y="1880"/>
                  </a:cubicBezTo>
                  <a:close/>
                  <a:moveTo>
                    <a:pt x="17120" y="1880"/>
                  </a:moveTo>
                  <a:cubicBezTo>
                    <a:pt x="17275" y="1880"/>
                    <a:pt x="17398" y="2009"/>
                    <a:pt x="17489" y="2268"/>
                  </a:cubicBezTo>
                  <a:cubicBezTo>
                    <a:pt x="17579" y="2526"/>
                    <a:pt x="17625" y="2876"/>
                    <a:pt x="17625" y="3318"/>
                  </a:cubicBezTo>
                  <a:cubicBezTo>
                    <a:pt x="17625" y="3761"/>
                    <a:pt x="17579" y="4112"/>
                    <a:pt x="17489" y="4369"/>
                  </a:cubicBezTo>
                  <a:cubicBezTo>
                    <a:pt x="17398" y="4626"/>
                    <a:pt x="17275" y="4755"/>
                    <a:pt x="17120" y="4755"/>
                  </a:cubicBezTo>
                  <a:cubicBezTo>
                    <a:pt x="16963" y="4755"/>
                    <a:pt x="16840" y="4627"/>
                    <a:pt x="16750" y="4371"/>
                  </a:cubicBezTo>
                  <a:cubicBezTo>
                    <a:pt x="16659" y="4114"/>
                    <a:pt x="16614" y="3763"/>
                    <a:pt x="16614" y="3318"/>
                  </a:cubicBezTo>
                  <a:cubicBezTo>
                    <a:pt x="16614" y="2872"/>
                    <a:pt x="16660" y="2521"/>
                    <a:pt x="16750" y="2264"/>
                  </a:cubicBezTo>
                  <a:cubicBezTo>
                    <a:pt x="16841" y="2008"/>
                    <a:pt x="16964" y="1880"/>
                    <a:pt x="17120" y="1880"/>
                  </a:cubicBezTo>
                  <a:close/>
                  <a:moveTo>
                    <a:pt x="9149" y="3304"/>
                  </a:moveTo>
                  <a:lnTo>
                    <a:pt x="9149" y="3441"/>
                  </a:lnTo>
                  <a:cubicBezTo>
                    <a:pt x="9149" y="3840"/>
                    <a:pt x="9100" y="4160"/>
                    <a:pt x="9003" y="4401"/>
                  </a:cubicBezTo>
                  <a:cubicBezTo>
                    <a:pt x="8905" y="4641"/>
                    <a:pt x="8776" y="4762"/>
                    <a:pt x="8615" y="4762"/>
                  </a:cubicBezTo>
                  <a:cubicBezTo>
                    <a:pt x="8498" y="4762"/>
                    <a:pt x="8405" y="4698"/>
                    <a:pt x="8337" y="4570"/>
                  </a:cubicBezTo>
                  <a:cubicBezTo>
                    <a:pt x="8269" y="4443"/>
                    <a:pt x="8235" y="4270"/>
                    <a:pt x="8235" y="4053"/>
                  </a:cubicBezTo>
                  <a:cubicBezTo>
                    <a:pt x="8235" y="3780"/>
                    <a:pt x="8281" y="3587"/>
                    <a:pt x="8371" y="3474"/>
                  </a:cubicBezTo>
                  <a:cubicBezTo>
                    <a:pt x="8462" y="3361"/>
                    <a:pt x="8625" y="3304"/>
                    <a:pt x="8860" y="3304"/>
                  </a:cubicBezTo>
                  <a:close/>
                  <a:moveTo>
                    <a:pt x="29226" y="3304"/>
                  </a:moveTo>
                  <a:lnTo>
                    <a:pt x="29226" y="3441"/>
                  </a:lnTo>
                  <a:cubicBezTo>
                    <a:pt x="29226" y="3840"/>
                    <a:pt x="29177" y="4160"/>
                    <a:pt x="29080" y="4401"/>
                  </a:cubicBezTo>
                  <a:cubicBezTo>
                    <a:pt x="28982" y="4641"/>
                    <a:pt x="28853" y="4762"/>
                    <a:pt x="28692" y="4762"/>
                  </a:cubicBezTo>
                  <a:cubicBezTo>
                    <a:pt x="28575" y="4762"/>
                    <a:pt x="28482" y="4698"/>
                    <a:pt x="28414" y="4570"/>
                  </a:cubicBezTo>
                  <a:cubicBezTo>
                    <a:pt x="28346" y="4443"/>
                    <a:pt x="28312" y="4270"/>
                    <a:pt x="28312" y="4053"/>
                  </a:cubicBezTo>
                  <a:cubicBezTo>
                    <a:pt x="28312" y="3780"/>
                    <a:pt x="28358" y="3587"/>
                    <a:pt x="28448" y="3474"/>
                  </a:cubicBezTo>
                  <a:cubicBezTo>
                    <a:pt x="28539" y="3361"/>
                    <a:pt x="28702" y="3304"/>
                    <a:pt x="28937" y="3304"/>
                  </a:cubicBezTo>
                  <a:close/>
                  <a:moveTo>
                    <a:pt x="0" y="1451"/>
                  </a:moveTo>
                  <a:lnTo>
                    <a:pt x="0" y="5177"/>
                  </a:lnTo>
                  <a:lnTo>
                    <a:pt x="291" y="5177"/>
                  </a:lnTo>
                  <a:lnTo>
                    <a:pt x="291" y="1451"/>
                  </a:lnTo>
                  <a:close/>
                  <a:moveTo>
                    <a:pt x="1754" y="1361"/>
                  </a:moveTo>
                  <a:cubicBezTo>
                    <a:pt x="1631" y="1361"/>
                    <a:pt x="1522" y="1417"/>
                    <a:pt x="1427" y="1528"/>
                  </a:cubicBezTo>
                  <a:cubicBezTo>
                    <a:pt x="1333" y="1638"/>
                    <a:pt x="1251" y="1806"/>
                    <a:pt x="1182" y="2030"/>
                  </a:cubicBezTo>
                  <a:lnTo>
                    <a:pt x="1182" y="1451"/>
                  </a:lnTo>
                  <a:lnTo>
                    <a:pt x="889" y="1451"/>
                  </a:lnTo>
                  <a:lnTo>
                    <a:pt x="889" y="5177"/>
                  </a:lnTo>
                  <a:lnTo>
                    <a:pt x="1182" y="5177"/>
                  </a:lnTo>
                  <a:lnTo>
                    <a:pt x="1182" y="3071"/>
                  </a:lnTo>
                  <a:cubicBezTo>
                    <a:pt x="1182" y="2708"/>
                    <a:pt x="1227" y="2420"/>
                    <a:pt x="1318" y="2210"/>
                  </a:cubicBezTo>
                  <a:cubicBezTo>
                    <a:pt x="1408" y="1999"/>
                    <a:pt x="1532" y="1894"/>
                    <a:pt x="1689" y="1894"/>
                  </a:cubicBezTo>
                  <a:cubicBezTo>
                    <a:pt x="1820" y="1894"/>
                    <a:pt x="1918" y="1981"/>
                    <a:pt x="1983" y="2156"/>
                  </a:cubicBezTo>
                  <a:cubicBezTo>
                    <a:pt x="2048" y="2332"/>
                    <a:pt x="2081" y="2596"/>
                    <a:pt x="2081" y="2948"/>
                  </a:cubicBezTo>
                  <a:lnTo>
                    <a:pt x="2081" y="5177"/>
                  </a:lnTo>
                  <a:lnTo>
                    <a:pt x="2372" y="5177"/>
                  </a:lnTo>
                  <a:lnTo>
                    <a:pt x="2372" y="2928"/>
                  </a:lnTo>
                  <a:cubicBezTo>
                    <a:pt x="2372" y="2414"/>
                    <a:pt x="2320" y="2024"/>
                    <a:pt x="2215" y="1759"/>
                  </a:cubicBezTo>
                  <a:cubicBezTo>
                    <a:pt x="2111" y="1494"/>
                    <a:pt x="1957" y="1361"/>
                    <a:pt x="1754" y="1361"/>
                  </a:cubicBezTo>
                  <a:close/>
                  <a:moveTo>
                    <a:pt x="5610" y="1361"/>
                  </a:moveTo>
                  <a:cubicBezTo>
                    <a:pt x="5469" y="1361"/>
                    <a:pt x="5350" y="1416"/>
                    <a:pt x="5252" y="1526"/>
                  </a:cubicBezTo>
                  <a:cubicBezTo>
                    <a:pt x="5154" y="1636"/>
                    <a:pt x="5075" y="1804"/>
                    <a:pt x="5014" y="2030"/>
                  </a:cubicBezTo>
                  <a:lnTo>
                    <a:pt x="5014" y="1451"/>
                  </a:lnTo>
                  <a:lnTo>
                    <a:pt x="4721" y="1451"/>
                  </a:lnTo>
                  <a:lnTo>
                    <a:pt x="4721" y="5177"/>
                  </a:lnTo>
                  <a:lnTo>
                    <a:pt x="5014" y="5177"/>
                  </a:lnTo>
                  <a:lnTo>
                    <a:pt x="5014" y="3214"/>
                  </a:lnTo>
                  <a:cubicBezTo>
                    <a:pt x="5014" y="2793"/>
                    <a:pt x="5058" y="2470"/>
                    <a:pt x="5146" y="2245"/>
                  </a:cubicBezTo>
                  <a:cubicBezTo>
                    <a:pt x="5234" y="2019"/>
                    <a:pt x="5360" y="1907"/>
                    <a:pt x="5524" y="1907"/>
                  </a:cubicBezTo>
                  <a:cubicBezTo>
                    <a:pt x="5571" y="1907"/>
                    <a:pt x="5613" y="1916"/>
                    <a:pt x="5651" y="1935"/>
                  </a:cubicBezTo>
                  <a:cubicBezTo>
                    <a:pt x="5690" y="1954"/>
                    <a:pt x="5726" y="1983"/>
                    <a:pt x="5758" y="2023"/>
                  </a:cubicBezTo>
                  <a:lnTo>
                    <a:pt x="5757" y="1394"/>
                  </a:lnTo>
                  <a:cubicBezTo>
                    <a:pt x="5727" y="1383"/>
                    <a:pt x="5700" y="1375"/>
                    <a:pt x="5676" y="1369"/>
                  </a:cubicBezTo>
                  <a:cubicBezTo>
                    <a:pt x="5652" y="1364"/>
                    <a:pt x="5630" y="1361"/>
                    <a:pt x="5610" y="1361"/>
                  </a:cubicBezTo>
                  <a:close/>
                  <a:moveTo>
                    <a:pt x="19269" y="1361"/>
                  </a:moveTo>
                  <a:cubicBezTo>
                    <a:pt x="19146" y="1361"/>
                    <a:pt x="19037" y="1417"/>
                    <a:pt x="18942" y="1528"/>
                  </a:cubicBezTo>
                  <a:cubicBezTo>
                    <a:pt x="18848" y="1638"/>
                    <a:pt x="18766" y="1806"/>
                    <a:pt x="18697" y="2030"/>
                  </a:cubicBezTo>
                  <a:lnTo>
                    <a:pt x="18697" y="1451"/>
                  </a:lnTo>
                  <a:lnTo>
                    <a:pt x="18404" y="1451"/>
                  </a:lnTo>
                  <a:lnTo>
                    <a:pt x="18404" y="5177"/>
                  </a:lnTo>
                  <a:lnTo>
                    <a:pt x="18697" y="5177"/>
                  </a:lnTo>
                  <a:lnTo>
                    <a:pt x="18697" y="3071"/>
                  </a:lnTo>
                  <a:cubicBezTo>
                    <a:pt x="18697" y="2708"/>
                    <a:pt x="18742" y="2420"/>
                    <a:pt x="18833" y="2210"/>
                  </a:cubicBezTo>
                  <a:cubicBezTo>
                    <a:pt x="18923" y="1999"/>
                    <a:pt x="19047" y="1894"/>
                    <a:pt x="19204" y="1894"/>
                  </a:cubicBezTo>
                  <a:cubicBezTo>
                    <a:pt x="19335" y="1894"/>
                    <a:pt x="19433" y="1981"/>
                    <a:pt x="19498" y="2156"/>
                  </a:cubicBezTo>
                  <a:cubicBezTo>
                    <a:pt x="19563" y="2332"/>
                    <a:pt x="19596" y="2596"/>
                    <a:pt x="19596" y="2948"/>
                  </a:cubicBezTo>
                  <a:lnTo>
                    <a:pt x="19596" y="5177"/>
                  </a:lnTo>
                  <a:lnTo>
                    <a:pt x="19887" y="5177"/>
                  </a:lnTo>
                  <a:lnTo>
                    <a:pt x="19887" y="2928"/>
                  </a:lnTo>
                  <a:cubicBezTo>
                    <a:pt x="19887" y="2414"/>
                    <a:pt x="19835" y="2024"/>
                    <a:pt x="19730" y="1759"/>
                  </a:cubicBezTo>
                  <a:cubicBezTo>
                    <a:pt x="19626" y="1494"/>
                    <a:pt x="19472" y="1361"/>
                    <a:pt x="19269" y="1361"/>
                  </a:cubicBezTo>
                  <a:close/>
                  <a:moveTo>
                    <a:pt x="26857" y="393"/>
                  </a:moveTo>
                  <a:lnTo>
                    <a:pt x="26857" y="1451"/>
                  </a:lnTo>
                  <a:lnTo>
                    <a:pt x="26644" y="1451"/>
                  </a:lnTo>
                  <a:lnTo>
                    <a:pt x="26644" y="1927"/>
                  </a:lnTo>
                  <a:lnTo>
                    <a:pt x="26857" y="1927"/>
                  </a:lnTo>
                  <a:lnTo>
                    <a:pt x="26857" y="3950"/>
                  </a:lnTo>
                  <a:cubicBezTo>
                    <a:pt x="26857" y="4415"/>
                    <a:pt x="26900" y="4737"/>
                    <a:pt x="26985" y="4913"/>
                  </a:cubicBezTo>
                  <a:cubicBezTo>
                    <a:pt x="27071" y="5089"/>
                    <a:pt x="27226" y="5177"/>
                    <a:pt x="27450" y="5177"/>
                  </a:cubicBezTo>
                  <a:lnTo>
                    <a:pt x="27749" y="5177"/>
                  </a:lnTo>
                  <a:lnTo>
                    <a:pt x="27749" y="4665"/>
                  </a:lnTo>
                  <a:lnTo>
                    <a:pt x="27450" y="4665"/>
                  </a:lnTo>
                  <a:cubicBezTo>
                    <a:pt x="27329" y="4665"/>
                    <a:pt x="27249" y="4622"/>
                    <a:pt x="27209" y="4535"/>
                  </a:cubicBezTo>
                  <a:cubicBezTo>
                    <a:pt x="27170" y="4449"/>
                    <a:pt x="27150" y="4254"/>
                    <a:pt x="27150" y="3950"/>
                  </a:cubicBezTo>
                  <a:lnTo>
                    <a:pt x="27150" y="1927"/>
                  </a:lnTo>
                  <a:lnTo>
                    <a:pt x="27749" y="1927"/>
                  </a:lnTo>
                  <a:lnTo>
                    <a:pt x="27749" y="1451"/>
                  </a:lnTo>
                  <a:lnTo>
                    <a:pt x="27150" y="1451"/>
                  </a:lnTo>
                  <a:lnTo>
                    <a:pt x="27150" y="393"/>
                  </a:lnTo>
                  <a:close/>
                  <a:moveTo>
                    <a:pt x="30111" y="393"/>
                  </a:moveTo>
                  <a:lnTo>
                    <a:pt x="30111" y="1451"/>
                  </a:lnTo>
                  <a:lnTo>
                    <a:pt x="29898" y="1451"/>
                  </a:lnTo>
                  <a:lnTo>
                    <a:pt x="29898" y="1927"/>
                  </a:lnTo>
                  <a:lnTo>
                    <a:pt x="30111" y="1927"/>
                  </a:lnTo>
                  <a:lnTo>
                    <a:pt x="30111" y="3950"/>
                  </a:lnTo>
                  <a:cubicBezTo>
                    <a:pt x="30111" y="4415"/>
                    <a:pt x="30154" y="4737"/>
                    <a:pt x="30239" y="4913"/>
                  </a:cubicBezTo>
                  <a:cubicBezTo>
                    <a:pt x="30325" y="5089"/>
                    <a:pt x="30480" y="5177"/>
                    <a:pt x="30704" y="5177"/>
                  </a:cubicBezTo>
                  <a:lnTo>
                    <a:pt x="31003" y="5177"/>
                  </a:lnTo>
                  <a:lnTo>
                    <a:pt x="31003" y="4665"/>
                  </a:lnTo>
                  <a:lnTo>
                    <a:pt x="30704" y="4665"/>
                  </a:lnTo>
                  <a:cubicBezTo>
                    <a:pt x="30583" y="4665"/>
                    <a:pt x="30503" y="4622"/>
                    <a:pt x="30463" y="4535"/>
                  </a:cubicBezTo>
                  <a:cubicBezTo>
                    <a:pt x="30424" y="4449"/>
                    <a:pt x="30404" y="4254"/>
                    <a:pt x="30404" y="3950"/>
                  </a:cubicBezTo>
                  <a:lnTo>
                    <a:pt x="30404" y="1927"/>
                  </a:lnTo>
                  <a:lnTo>
                    <a:pt x="31003" y="1927"/>
                  </a:lnTo>
                  <a:lnTo>
                    <a:pt x="31003" y="1451"/>
                  </a:lnTo>
                  <a:lnTo>
                    <a:pt x="30404" y="1451"/>
                  </a:lnTo>
                  <a:lnTo>
                    <a:pt x="30404" y="393"/>
                  </a:lnTo>
                  <a:close/>
                  <a:moveTo>
                    <a:pt x="3716" y="1361"/>
                  </a:moveTo>
                  <a:cubicBezTo>
                    <a:pt x="3440" y="1361"/>
                    <a:pt x="3222" y="1535"/>
                    <a:pt x="3064" y="1884"/>
                  </a:cubicBezTo>
                  <a:cubicBezTo>
                    <a:pt x="2905" y="2232"/>
                    <a:pt x="2826" y="2710"/>
                    <a:pt x="2826" y="3318"/>
                  </a:cubicBezTo>
                  <a:cubicBezTo>
                    <a:pt x="2826" y="3916"/>
                    <a:pt x="2904" y="4392"/>
                    <a:pt x="3061" y="4745"/>
                  </a:cubicBezTo>
                  <a:cubicBezTo>
                    <a:pt x="3218" y="5098"/>
                    <a:pt x="3430" y="5274"/>
                    <a:pt x="3697" y="5274"/>
                  </a:cubicBezTo>
                  <a:cubicBezTo>
                    <a:pt x="3795" y="5274"/>
                    <a:pt x="3887" y="5254"/>
                    <a:pt x="3974" y="5214"/>
                  </a:cubicBezTo>
                  <a:cubicBezTo>
                    <a:pt x="4061" y="5174"/>
                    <a:pt x="4145" y="5114"/>
                    <a:pt x="4226" y="5034"/>
                  </a:cubicBezTo>
                  <a:lnTo>
                    <a:pt x="4226" y="4469"/>
                  </a:lnTo>
                  <a:cubicBezTo>
                    <a:pt x="4144" y="4564"/>
                    <a:pt x="4062" y="4636"/>
                    <a:pt x="3979" y="4683"/>
                  </a:cubicBezTo>
                  <a:cubicBezTo>
                    <a:pt x="3896" y="4731"/>
                    <a:pt x="3813" y="4755"/>
                    <a:pt x="3728" y="4755"/>
                  </a:cubicBezTo>
                  <a:cubicBezTo>
                    <a:pt x="3540" y="4755"/>
                    <a:pt x="3393" y="4629"/>
                    <a:pt x="3289" y="4377"/>
                  </a:cubicBezTo>
                  <a:cubicBezTo>
                    <a:pt x="3185" y="4125"/>
                    <a:pt x="3132" y="3772"/>
                    <a:pt x="3132" y="3318"/>
                  </a:cubicBezTo>
                  <a:cubicBezTo>
                    <a:pt x="3132" y="2863"/>
                    <a:pt x="3185" y="2510"/>
                    <a:pt x="3289" y="2258"/>
                  </a:cubicBezTo>
                  <a:cubicBezTo>
                    <a:pt x="3393" y="2006"/>
                    <a:pt x="3540" y="1880"/>
                    <a:pt x="3728" y="1880"/>
                  </a:cubicBezTo>
                  <a:cubicBezTo>
                    <a:pt x="3813" y="1880"/>
                    <a:pt x="3896" y="1904"/>
                    <a:pt x="3979" y="1952"/>
                  </a:cubicBezTo>
                  <a:cubicBezTo>
                    <a:pt x="4062" y="1999"/>
                    <a:pt x="4144" y="2071"/>
                    <a:pt x="4226" y="2166"/>
                  </a:cubicBezTo>
                  <a:lnTo>
                    <a:pt x="4226" y="1594"/>
                  </a:lnTo>
                  <a:cubicBezTo>
                    <a:pt x="4146" y="1516"/>
                    <a:pt x="4064" y="1458"/>
                    <a:pt x="3978" y="1419"/>
                  </a:cubicBezTo>
                  <a:cubicBezTo>
                    <a:pt x="3893" y="1381"/>
                    <a:pt x="3805" y="1361"/>
                    <a:pt x="3716" y="1361"/>
                  </a:cubicBezTo>
                  <a:close/>
                  <a:moveTo>
                    <a:pt x="6805" y="1361"/>
                  </a:moveTo>
                  <a:cubicBezTo>
                    <a:pt x="6539" y="1361"/>
                    <a:pt x="6328" y="1540"/>
                    <a:pt x="6171" y="1898"/>
                  </a:cubicBezTo>
                  <a:cubicBezTo>
                    <a:pt x="6015" y="2257"/>
                    <a:pt x="5937" y="2741"/>
                    <a:pt x="5937" y="3351"/>
                  </a:cubicBezTo>
                  <a:cubicBezTo>
                    <a:pt x="5937" y="3941"/>
                    <a:pt x="6019" y="4409"/>
                    <a:pt x="6184" y="4755"/>
                  </a:cubicBezTo>
                  <a:cubicBezTo>
                    <a:pt x="6349" y="5101"/>
                    <a:pt x="6573" y="5274"/>
                    <a:pt x="6855" y="5274"/>
                  </a:cubicBezTo>
                  <a:cubicBezTo>
                    <a:pt x="6968" y="5274"/>
                    <a:pt x="7079" y="5249"/>
                    <a:pt x="7189" y="5201"/>
                  </a:cubicBezTo>
                  <a:cubicBezTo>
                    <a:pt x="7298" y="5152"/>
                    <a:pt x="7405" y="5081"/>
                    <a:pt x="7510" y="4988"/>
                  </a:cubicBezTo>
                  <a:lnTo>
                    <a:pt x="7510" y="4409"/>
                  </a:lnTo>
                  <a:cubicBezTo>
                    <a:pt x="7406" y="4524"/>
                    <a:pt x="7302" y="4611"/>
                    <a:pt x="7197" y="4668"/>
                  </a:cubicBezTo>
                  <a:cubicBezTo>
                    <a:pt x="7093" y="4726"/>
                    <a:pt x="6984" y="4755"/>
                    <a:pt x="6873" y="4755"/>
                  </a:cubicBezTo>
                  <a:cubicBezTo>
                    <a:pt x="6680" y="4755"/>
                    <a:pt x="6529" y="4644"/>
                    <a:pt x="6421" y="4424"/>
                  </a:cubicBezTo>
                  <a:cubicBezTo>
                    <a:pt x="6313" y="4203"/>
                    <a:pt x="6253" y="3882"/>
                    <a:pt x="6240" y="3461"/>
                  </a:cubicBezTo>
                  <a:lnTo>
                    <a:pt x="7578" y="3461"/>
                  </a:lnTo>
                  <a:lnTo>
                    <a:pt x="7578" y="3161"/>
                  </a:lnTo>
                  <a:cubicBezTo>
                    <a:pt x="7578" y="2607"/>
                    <a:pt x="7508" y="2168"/>
                    <a:pt x="7370" y="1845"/>
                  </a:cubicBezTo>
                  <a:cubicBezTo>
                    <a:pt x="7231" y="1523"/>
                    <a:pt x="7043" y="1361"/>
                    <a:pt x="6805" y="1361"/>
                  </a:cubicBezTo>
                  <a:close/>
                  <a:moveTo>
                    <a:pt x="8676" y="1361"/>
                  </a:moveTo>
                  <a:cubicBezTo>
                    <a:pt x="8582" y="1361"/>
                    <a:pt x="8484" y="1383"/>
                    <a:pt x="8384" y="1426"/>
                  </a:cubicBezTo>
                  <a:cubicBezTo>
                    <a:pt x="8284" y="1469"/>
                    <a:pt x="8181" y="1534"/>
                    <a:pt x="8074" y="1621"/>
                  </a:cubicBezTo>
                  <a:lnTo>
                    <a:pt x="8074" y="2186"/>
                  </a:lnTo>
                  <a:cubicBezTo>
                    <a:pt x="8163" y="2084"/>
                    <a:pt x="8255" y="2008"/>
                    <a:pt x="8351" y="1957"/>
                  </a:cubicBezTo>
                  <a:cubicBezTo>
                    <a:pt x="8447" y="1906"/>
                    <a:pt x="8545" y="1880"/>
                    <a:pt x="8646" y="1880"/>
                  </a:cubicBezTo>
                  <a:cubicBezTo>
                    <a:pt x="8806" y="1880"/>
                    <a:pt x="8929" y="1957"/>
                    <a:pt x="9017" y="2111"/>
                  </a:cubicBezTo>
                  <a:cubicBezTo>
                    <a:pt x="9105" y="2266"/>
                    <a:pt x="9149" y="2484"/>
                    <a:pt x="9149" y="2765"/>
                  </a:cubicBezTo>
                  <a:lnTo>
                    <a:pt x="9149" y="2825"/>
                  </a:lnTo>
                  <a:lnTo>
                    <a:pt x="8741" y="2825"/>
                  </a:lnTo>
                  <a:cubicBezTo>
                    <a:pt x="8477" y="2825"/>
                    <a:pt x="8278" y="2932"/>
                    <a:pt x="8144" y="3145"/>
                  </a:cubicBezTo>
                  <a:cubicBezTo>
                    <a:pt x="8011" y="3357"/>
                    <a:pt x="7944" y="3674"/>
                    <a:pt x="7944" y="4093"/>
                  </a:cubicBezTo>
                  <a:cubicBezTo>
                    <a:pt x="7944" y="4452"/>
                    <a:pt x="7998" y="4739"/>
                    <a:pt x="8105" y="4953"/>
                  </a:cubicBezTo>
                  <a:cubicBezTo>
                    <a:pt x="8212" y="5167"/>
                    <a:pt x="8356" y="5274"/>
                    <a:pt x="8537" y="5274"/>
                  </a:cubicBezTo>
                  <a:cubicBezTo>
                    <a:pt x="8681" y="5274"/>
                    <a:pt x="8802" y="5220"/>
                    <a:pt x="8901" y="5113"/>
                  </a:cubicBezTo>
                  <a:cubicBezTo>
                    <a:pt x="9000" y="5005"/>
                    <a:pt x="9083" y="4838"/>
                    <a:pt x="9149" y="4612"/>
                  </a:cubicBezTo>
                  <a:lnTo>
                    <a:pt x="9149" y="5177"/>
                  </a:lnTo>
                  <a:lnTo>
                    <a:pt x="9440" y="5177"/>
                  </a:lnTo>
                  <a:lnTo>
                    <a:pt x="9440" y="3051"/>
                  </a:lnTo>
                  <a:cubicBezTo>
                    <a:pt x="9440" y="2484"/>
                    <a:pt x="9377" y="2060"/>
                    <a:pt x="9250" y="1780"/>
                  </a:cubicBezTo>
                  <a:cubicBezTo>
                    <a:pt x="9124" y="1501"/>
                    <a:pt x="8933" y="1361"/>
                    <a:pt x="8676" y="1361"/>
                  </a:cubicBezTo>
                  <a:close/>
                  <a:moveTo>
                    <a:pt x="10602" y="1361"/>
                  </a:moveTo>
                  <a:cubicBezTo>
                    <a:pt x="10385" y="1361"/>
                    <a:pt x="10217" y="1457"/>
                    <a:pt x="10099" y="1647"/>
                  </a:cubicBezTo>
                  <a:cubicBezTo>
                    <a:pt x="9981" y="1838"/>
                    <a:pt x="9922" y="2109"/>
                    <a:pt x="9922" y="2459"/>
                  </a:cubicBezTo>
                  <a:cubicBezTo>
                    <a:pt x="9922" y="2747"/>
                    <a:pt x="9962" y="2974"/>
                    <a:pt x="10042" y="3140"/>
                  </a:cubicBezTo>
                  <a:cubicBezTo>
                    <a:pt x="10122" y="3305"/>
                    <a:pt x="10253" y="3427"/>
                    <a:pt x="10433" y="3507"/>
                  </a:cubicBezTo>
                  <a:lnTo>
                    <a:pt x="10534" y="3557"/>
                  </a:lnTo>
                  <a:cubicBezTo>
                    <a:pt x="10714" y="3639"/>
                    <a:pt x="10831" y="3725"/>
                    <a:pt x="10884" y="3813"/>
                  </a:cubicBezTo>
                  <a:cubicBezTo>
                    <a:pt x="10937" y="3902"/>
                    <a:pt x="10964" y="4030"/>
                    <a:pt x="10964" y="4196"/>
                  </a:cubicBezTo>
                  <a:cubicBezTo>
                    <a:pt x="10964" y="4376"/>
                    <a:pt x="10927" y="4515"/>
                    <a:pt x="10853" y="4613"/>
                  </a:cubicBezTo>
                  <a:cubicBezTo>
                    <a:pt x="10780" y="4712"/>
                    <a:pt x="10674" y="4762"/>
                    <a:pt x="10537" y="4762"/>
                  </a:cubicBezTo>
                  <a:cubicBezTo>
                    <a:pt x="10435" y="4762"/>
                    <a:pt x="10332" y="4732"/>
                    <a:pt x="10227" y="4673"/>
                  </a:cubicBezTo>
                  <a:cubicBezTo>
                    <a:pt x="10123" y="4615"/>
                    <a:pt x="10017" y="4526"/>
                    <a:pt x="9909" y="4409"/>
                  </a:cubicBezTo>
                  <a:lnTo>
                    <a:pt x="9909" y="5041"/>
                  </a:lnTo>
                  <a:cubicBezTo>
                    <a:pt x="10023" y="5119"/>
                    <a:pt x="10132" y="5177"/>
                    <a:pt x="10234" y="5216"/>
                  </a:cubicBezTo>
                  <a:cubicBezTo>
                    <a:pt x="10337" y="5254"/>
                    <a:pt x="10436" y="5274"/>
                    <a:pt x="10531" y="5274"/>
                  </a:cubicBezTo>
                  <a:cubicBezTo>
                    <a:pt x="10758" y="5274"/>
                    <a:pt x="10937" y="5173"/>
                    <a:pt x="11068" y="4971"/>
                  </a:cubicBezTo>
                  <a:cubicBezTo>
                    <a:pt x="11198" y="4769"/>
                    <a:pt x="11263" y="4495"/>
                    <a:pt x="11263" y="4149"/>
                  </a:cubicBezTo>
                  <a:cubicBezTo>
                    <a:pt x="11263" y="3845"/>
                    <a:pt x="11219" y="3609"/>
                    <a:pt x="11132" y="3439"/>
                  </a:cubicBezTo>
                  <a:cubicBezTo>
                    <a:pt x="11045" y="3269"/>
                    <a:pt x="10899" y="3138"/>
                    <a:pt x="10692" y="3045"/>
                  </a:cubicBezTo>
                  <a:lnTo>
                    <a:pt x="10592" y="2998"/>
                  </a:lnTo>
                  <a:cubicBezTo>
                    <a:pt x="10436" y="2925"/>
                    <a:pt x="10333" y="2848"/>
                    <a:pt x="10281" y="2767"/>
                  </a:cubicBezTo>
                  <a:cubicBezTo>
                    <a:pt x="10229" y="2686"/>
                    <a:pt x="10204" y="2574"/>
                    <a:pt x="10204" y="2433"/>
                  </a:cubicBezTo>
                  <a:cubicBezTo>
                    <a:pt x="10204" y="2246"/>
                    <a:pt x="10240" y="2106"/>
                    <a:pt x="10312" y="2013"/>
                  </a:cubicBezTo>
                  <a:cubicBezTo>
                    <a:pt x="10384" y="1920"/>
                    <a:pt x="10492" y="1874"/>
                    <a:pt x="10637" y="1874"/>
                  </a:cubicBezTo>
                  <a:cubicBezTo>
                    <a:pt x="10732" y="1874"/>
                    <a:pt x="10823" y="1896"/>
                    <a:pt x="10912" y="1940"/>
                  </a:cubicBezTo>
                  <a:cubicBezTo>
                    <a:pt x="11000" y="1984"/>
                    <a:pt x="11086" y="2051"/>
                    <a:pt x="11168" y="2140"/>
                  </a:cubicBezTo>
                  <a:lnTo>
                    <a:pt x="11168" y="1561"/>
                  </a:lnTo>
                  <a:cubicBezTo>
                    <a:pt x="11088" y="1494"/>
                    <a:pt x="11000" y="1444"/>
                    <a:pt x="10906" y="1411"/>
                  </a:cubicBezTo>
                  <a:cubicBezTo>
                    <a:pt x="10811" y="1378"/>
                    <a:pt x="10709" y="1361"/>
                    <a:pt x="10602" y="1361"/>
                  </a:cubicBezTo>
                  <a:close/>
                  <a:moveTo>
                    <a:pt x="12468" y="1361"/>
                  </a:moveTo>
                  <a:cubicBezTo>
                    <a:pt x="12202" y="1361"/>
                    <a:pt x="11991" y="1540"/>
                    <a:pt x="11834" y="1898"/>
                  </a:cubicBezTo>
                  <a:cubicBezTo>
                    <a:pt x="11678" y="2257"/>
                    <a:pt x="11600" y="2741"/>
                    <a:pt x="11600" y="3351"/>
                  </a:cubicBezTo>
                  <a:cubicBezTo>
                    <a:pt x="11600" y="3941"/>
                    <a:pt x="11682" y="4409"/>
                    <a:pt x="11847" y="4755"/>
                  </a:cubicBezTo>
                  <a:cubicBezTo>
                    <a:pt x="12012" y="5101"/>
                    <a:pt x="12236" y="5274"/>
                    <a:pt x="12518" y="5274"/>
                  </a:cubicBezTo>
                  <a:cubicBezTo>
                    <a:pt x="12631" y="5274"/>
                    <a:pt x="12742" y="5249"/>
                    <a:pt x="12852" y="5201"/>
                  </a:cubicBezTo>
                  <a:cubicBezTo>
                    <a:pt x="12961" y="5152"/>
                    <a:pt x="13068" y="5081"/>
                    <a:pt x="13173" y="4988"/>
                  </a:cubicBezTo>
                  <a:lnTo>
                    <a:pt x="13173" y="4409"/>
                  </a:lnTo>
                  <a:cubicBezTo>
                    <a:pt x="13069" y="4524"/>
                    <a:pt x="12965" y="4611"/>
                    <a:pt x="12860" y="4668"/>
                  </a:cubicBezTo>
                  <a:cubicBezTo>
                    <a:pt x="12756" y="4726"/>
                    <a:pt x="12647" y="4755"/>
                    <a:pt x="12536" y="4755"/>
                  </a:cubicBezTo>
                  <a:cubicBezTo>
                    <a:pt x="12343" y="4755"/>
                    <a:pt x="12192" y="4644"/>
                    <a:pt x="12084" y="4424"/>
                  </a:cubicBezTo>
                  <a:cubicBezTo>
                    <a:pt x="11976" y="4203"/>
                    <a:pt x="11916" y="3882"/>
                    <a:pt x="11903" y="3461"/>
                  </a:cubicBezTo>
                  <a:lnTo>
                    <a:pt x="13241" y="3461"/>
                  </a:lnTo>
                  <a:lnTo>
                    <a:pt x="13241" y="3161"/>
                  </a:lnTo>
                  <a:cubicBezTo>
                    <a:pt x="13241" y="2607"/>
                    <a:pt x="13171" y="2168"/>
                    <a:pt x="13033" y="1845"/>
                  </a:cubicBezTo>
                  <a:cubicBezTo>
                    <a:pt x="12894" y="1523"/>
                    <a:pt x="12706" y="1361"/>
                    <a:pt x="12468" y="1361"/>
                  </a:cubicBezTo>
                  <a:close/>
                  <a:moveTo>
                    <a:pt x="14281" y="1361"/>
                  </a:moveTo>
                  <a:cubicBezTo>
                    <a:pt x="14064" y="1361"/>
                    <a:pt x="13896" y="1457"/>
                    <a:pt x="13778" y="1647"/>
                  </a:cubicBezTo>
                  <a:cubicBezTo>
                    <a:pt x="13660" y="1838"/>
                    <a:pt x="13601" y="2109"/>
                    <a:pt x="13601" y="2459"/>
                  </a:cubicBezTo>
                  <a:cubicBezTo>
                    <a:pt x="13601" y="2747"/>
                    <a:pt x="13641" y="2974"/>
                    <a:pt x="13721" y="3140"/>
                  </a:cubicBezTo>
                  <a:cubicBezTo>
                    <a:pt x="13801" y="3305"/>
                    <a:pt x="13932" y="3427"/>
                    <a:pt x="14112" y="3507"/>
                  </a:cubicBezTo>
                  <a:lnTo>
                    <a:pt x="14213" y="3557"/>
                  </a:lnTo>
                  <a:cubicBezTo>
                    <a:pt x="14393" y="3639"/>
                    <a:pt x="14510" y="3725"/>
                    <a:pt x="14563" y="3813"/>
                  </a:cubicBezTo>
                  <a:cubicBezTo>
                    <a:pt x="14616" y="3902"/>
                    <a:pt x="14643" y="4030"/>
                    <a:pt x="14643" y="4196"/>
                  </a:cubicBezTo>
                  <a:cubicBezTo>
                    <a:pt x="14643" y="4376"/>
                    <a:pt x="14606" y="4515"/>
                    <a:pt x="14532" y="4613"/>
                  </a:cubicBezTo>
                  <a:cubicBezTo>
                    <a:pt x="14459" y="4712"/>
                    <a:pt x="14353" y="4762"/>
                    <a:pt x="14216" y="4762"/>
                  </a:cubicBezTo>
                  <a:cubicBezTo>
                    <a:pt x="14114" y="4762"/>
                    <a:pt x="14011" y="4732"/>
                    <a:pt x="13906" y="4673"/>
                  </a:cubicBezTo>
                  <a:cubicBezTo>
                    <a:pt x="13802" y="4615"/>
                    <a:pt x="13696" y="4526"/>
                    <a:pt x="13588" y="4409"/>
                  </a:cubicBezTo>
                  <a:lnTo>
                    <a:pt x="13588" y="5041"/>
                  </a:lnTo>
                  <a:cubicBezTo>
                    <a:pt x="13702" y="5119"/>
                    <a:pt x="13811" y="5177"/>
                    <a:pt x="13913" y="5216"/>
                  </a:cubicBezTo>
                  <a:cubicBezTo>
                    <a:pt x="14016" y="5254"/>
                    <a:pt x="14115" y="5274"/>
                    <a:pt x="14210" y="5274"/>
                  </a:cubicBezTo>
                  <a:cubicBezTo>
                    <a:pt x="14437" y="5274"/>
                    <a:pt x="14616" y="5173"/>
                    <a:pt x="14747" y="4971"/>
                  </a:cubicBezTo>
                  <a:cubicBezTo>
                    <a:pt x="14877" y="4769"/>
                    <a:pt x="14942" y="4495"/>
                    <a:pt x="14942" y="4149"/>
                  </a:cubicBezTo>
                  <a:cubicBezTo>
                    <a:pt x="14942" y="3845"/>
                    <a:pt x="14898" y="3609"/>
                    <a:pt x="14811" y="3439"/>
                  </a:cubicBezTo>
                  <a:cubicBezTo>
                    <a:pt x="14724" y="3269"/>
                    <a:pt x="14578" y="3138"/>
                    <a:pt x="14371" y="3045"/>
                  </a:cubicBezTo>
                  <a:lnTo>
                    <a:pt x="14271" y="2998"/>
                  </a:lnTo>
                  <a:cubicBezTo>
                    <a:pt x="14115" y="2925"/>
                    <a:pt x="14012" y="2848"/>
                    <a:pt x="13960" y="2767"/>
                  </a:cubicBezTo>
                  <a:cubicBezTo>
                    <a:pt x="13908" y="2686"/>
                    <a:pt x="13883" y="2574"/>
                    <a:pt x="13883" y="2433"/>
                  </a:cubicBezTo>
                  <a:cubicBezTo>
                    <a:pt x="13883" y="2246"/>
                    <a:pt x="13919" y="2106"/>
                    <a:pt x="13991" y="2013"/>
                  </a:cubicBezTo>
                  <a:cubicBezTo>
                    <a:pt x="14063" y="1920"/>
                    <a:pt x="14171" y="1874"/>
                    <a:pt x="14316" y="1874"/>
                  </a:cubicBezTo>
                  <a:cubicBezTo>
                    <a:pt x="14411" y="1874"/>
                    <a:pt x="14502" y="1896"/>
                    <a:pt x="14591" y="1940"/>
                  </a:cubicBezTo>
                  <a:cubicBezTo>
                    <a:pt x="14679" y="1984"/>
                    <a:pt x="14765" y="2051"/>
                    <a:pt x="14847" y="2140"/>
                  </a:cubicBezTo>
                  <a:lnTo>
                    <a:pt x="14847" y="1561"/>
                  </a:lnTo>
                  <a:cubicBezTo>
                    <a:pt x="14767" y="1494"/>
                    <a:pt x="14679" y="1444"/>
                    <a:pt x="14585" y="1411"/>
                  </a:cubicBezTo>
                  <a:cubicBezTo>
                    <a:pt x="14490" y="1378"/>
                    <a:pt x="14388" y="1361"/>
                    <a:pt x="14281" y="1361"/>
                  </a:cubicBezTo>
                  <a:close/>
                  <a:moveTo>
                    <a:pt x="17120" y="1361"/>
                  </a:moveTo>
                  <a:cubicBezTo>
                    <a:pt x="16866" y="1361"/>
                    <a:pt x="16667" y="1534"/>
                    <a:pt x="16523" y="1880"/>
                  </a:cubicBezTo>
                  <a:cubicBezTo>
                    <a:pt x="16380" y="2226"/>
                    <a:pt x="16308" y="2705"/>
                    <a:pt x="16308" y="3318"/>
                  </a:cubicBezTo>
                  <a:cubicBezTo>
                    <a:pt x="16308" y="3927"/>
                    <a:pt x="16380" y="4406"/>
                    <a:pt x="16523" y="4753"/>
                  </a:cubicBezTo>
                  <a:cubicBezTo>
                    <a:pt x="16667" y="5100"/>
                    <a:pt x="16866" y="5274"/>
                    <a:pt x="17120" y="5274"/>
                  </a:cubicBezTo>
                  <a:cubicBezTo>
                    <a:pt x="17373" y="5274"/>
                    <a:pt x="17572" y="5100"/>
                    <a:pt x="17716" y="4753"/>
                  </a:cubicBezTo>
                  <a:cubicBezTo>
                    <a:pt x="17861" y="4406"/>
                    <a:pt x="17933" y="3927"/>
                    <a:pt x="17933" y="3318"/>
                  </a:cubicBezTo>
                  <a:cubicBezTo>
                    <a:pt x="17933" y="2705"/>
                    <a:pt x="17861" y="2226"/>
                    <a:pt x="17716" y="1880"/>
                  </a:cubicBezTo>
                  <a:cubicBezTo>
                    <a:pt x="17572" y="1534"/>
                    <a:pt x="17373" y="1361"/>
                    <a:pt x="17120" y="1361"/>
                  </a:cubicBezTo>
                  <a:close/>
                  <a:moveTo>
                    <a:pt x="21209" y="1361"/>
                  </a:moveTo>
                  <a:cubicBezTo>
                    <a:pt x="20943" y="1361"/>
                    <a:pt x="20732" y="1540"/>
                    <a:pt x="20575" y="1898"/>
                  </a:cubicBezTo>
                  <a:cubicBezTo>
                    <a:pt x="20419" y="2257"/>
                    <a:pt x="20341" y="2741"/>
                    <a:pt x="20341" y="3351"/>
                  </a:cubicBezTo>
                  <a:cubicBezTo>
                    <a:pt x="20341" y="3941"/>
                    <a:pt x="20423" y="4409"/>
                    <a:pt x="20588" y="4755"/>
                  </a:cubicBezTo>
                  <a:cubicBezTo>
                    <a:pt x="20753" y="5101"/>
                    <a:pt x="20977" y="5274"/>
                    <a:pt x="21259" y="5274"/>
                  </a:cubicBezTo>
                  <a:cubicBezTo>
                    <a:pt x="21372" y="5274"/>
                    <a:pt x="21483" y="5249"/>
                    <a:pt x="21593" y="5201"/>
                  </a:cubicBezTo>
                  <a:cubicBezTo>
                    <a:pt x="21702" y="5152"/>
                    <a:pt x="21809" y="5081"/>
                    <a:pt x="21914" y="4988"/>
                  </a:cubicBezTo>
                  <a:lnTo>
                    <a:pt x="21914" y="4409"/>
                  </a:lnTo>
                  <a:cubicBezTo>
                    <a:pt x="21810" y="4524"/>
                    <a:pt x="21706" y="4611"/>
                    <a:pt x="21601" y="4668"/>
                  </a:cubicBezTo>
                  <a:cubicBezTo>
                    <a:pt x="21497" y="4726"/>
                    <a:pt x="21388" y="4755"/>
                    <a:pt x="21277" y="4755"/>
                  </a:cubicBezTo>
                  <a:cubicBezTo>
                    <a:pt x="21084" y="4755"/>
                    <a:pt x="20933" y="4644"/>
                    <a:pt x="20825" y="4424"/>
                  </a:cubicBezTo>
                  <a:cubicBezTo>
                    <a:pt x="20717" y="4203"/>
                    <a:pt x="20657" y="3882"/>
                    <a:pt x="20644" y="3461"/>
                  </a:cubicBezTo>
                  <a:lnTo>
                    <a:pt x="21982" y="3461"/>
                  </a:lnTo>
                  <a:lnTo>
                    <a:pt x="21982" y="3161"/>
                  </a:lnTo>
                  <a:cubicBezTo>
                    <a:pt x="21982" y="2607"/>
                    <a:pt x="21912" y="2168"/>
                    <a:pt x="21774" y="1845"/>
                  </a:cubicBezTo>
                  <a:cubicBezTo>
                    <a:pt x="21635" y="1523"/>
                    <a:pt x="21447" y="1361"/>
                    <a:pt x="21209" y="1361"/>
                  </a:cubicBezTo>
                  <a:close/>
                  <a:moveTo>
                    <a:pt x="23022" y="1361"/>
                  </a:moveTo>
                  <a:cubicBezTo>
                    <a:pt x="22805" y="1361"/>
                    <a:pt x="22637" y="1457"/>
                    <a:pt x="22519" y="1647"/>
                  </a:cubicBezTo>
                  <a:cubicBezTo>
                    <a:pt x="22401" y="1838"/>
                    <a:pt x="22342" y="2109"/>
                    <a:pt x="22342" y="2459"/>
                  </a:cubicBezTo>
                  <a:cubicBezTo>
                    <a:pt x="22342" y="2747"/>
                    <a:pt x="22382" y="2974"/>
                    <a:pt x="22462" y="3140"/>
                  </a:cubicBezTo>
                  <a:cubicBezTo>
                    <a:pt x="22542" y="3305"/>
                    <a:pt x="22673" y="3427"/>
                    <a:pt x="22853" y="3507"/>
                  </a:cubicBezTo>
                  <a:lnTo>
                    <a:pt x="22954" y="3557"/>
                  </a:lnTo>
                  <a:cubicBezTo>
                    <a:pt x="23134" y="3639"/>
                    <a:pt x="23251" y="3725"/>
                    <a:pt x="23304" y="3813"/>
                  </a:cubicBezTo>
                  <a:cubicBezTo>
                    <a:pt x="23357" y="3902"/>
                    <a:pt x="23384" y="4030"/>
                    <a:pt x="23384" y="4196"/>
                  </a:cubicBezTo>
                  <a:cubicBezTo>
                    <a:pt x="23384" y="4376"/>
                    <a:pt x="23347" y="4515"/>
                    <a:pt x="23273" y="4613"/>
                  </a:cubicBezTo>
                  <a:cubicBezTo>
                    <a:pt x="23200" y="4712"/>
                    <a:pt x="23094" y="4762"/>
                    <a:pt x="22957" y="4762"/>
                  </a:cubicBezTo>
                  <a:cubicBezTo>
                    <a:pt x="22855" y="4762"/>
                    <a:pt x="22752" y="4732"/>
                    <a:pt x="22647" y="4673"/>
                  </a:cubicBezTo>
                  <a:cubicBezTo>
                    <a:pt x="22543" y="4615"/>
                    <a:pt x="22437" y="4526"/>
                    <a:pt x="22329" y="4409"/>
                  </a:cubicBezTo>
                  <a:lnTo>
                    <a:pt x="22329" y="5041"/>
                  </a:lnTo>
                  <a:cubicBezTo>
                    <a:pt x="22443" y="5119"/>
                    <a:pt x="22552" y="5177"/>
                    <a:pt x="22654" y="5216"/>
                  </a:cubicBezTo>
                  <a:cubicBezTo>
                    <a:pt x="22757" y="5254"/>
                    <a:pt x="22856" y="5274"/>
                    <a:pt x="22951" y="5274"/>
                  </a:cubicBezTo>
                  <a:cubicBezTo>
                    <a:pt x="23178" y="5274"/>
                    <a:pt x="23357" y="5173"/>
                    <a:pt x="23488" y="4971"/>
                  </a:cubicBezTo>
                  <a:cubicBezTo>
                    <a:pt x="23618" y="4769"/>
                    <a:pt x="23683" y="4495"/>
                    <a:pt x="23683" y="4149"/>
                  </a:cubicBezTo>
                  <a:cubicBezTo>
                    <a:pt x="23683" y="3845"/>
                    <a:pt x="23639" y="3609"/>
                    <a:pt x="23552" y="3439"/>
                  </a:cubicBezTo>
                  <a:cubicBezTo>
                    <a:pt x="23465" y="3269"/>
                    <a:pt x="23319" y="3138"/>
                    <a:pt x="23112" y="3045"/>
                  </a:cubicBezTo>
                  <a:lnTo>
                    <a:pt x="23012" y="2998"/>
                  </a:lnTo>
                  <a:cubicBezTo>
                    <a:pt x="22856" y="2925"/>
                    <a:pt x="22753" y="2848"/>
                    <a:pt x="22701" y="2767"/>
                  </a:cubicBezTo>
                  <a:cubicBezTo>
                    <a:pt x="22649" y="2686"/>
                    <a:pt x="22624" y="2574"/>
                    <a:pt x="22624" y="2433"/>
                  </a:cubicBezTo>
                  <a:cubicBezTo>
                    <a:pt x="22624" y="2246"/>
                    <a:pt x="22660" y="2106"/>
                    <a:pt x="22732" y="2013"/>
                  </a:cubicBezTo>
                  <a:cubicBezTo>
                    <a:pt x="22804" y="1920"/>
                    <a:pt x="22912" y="1874"/>
                    <a:pt x="23057" y="1874"/>
                  </a:cubicBezTo>
                  <a:cubicBezTo>
                    <a:pt x="23152" y="1874"/>
                    <a:pt x="23243" y="1896"/>
                    <a:pt x="23332" y="1940"/>
                  </a:cubicBezTo>
                  <a:cubicBezTo>
                    <a:pt x="23420" y="1984"/>
                    <a:pt x="23506" y="2051"/>
                    <a:pt x="23588" y="2140"/>
                  </a:cubicBezTo>
                  <a:lnTo>
                    <a:pt x="23588" y="1561"/>
                  </a:lnTo>
                  <a:cubicBezTo>
                    <a:pt x="23508" y="1494"/>
                    <a:pt x="23420" y="1444"/>
                    <a:pt x="23326" y="1411"/>
                  </a:cubicBezTo>
                  <a:cubicBezTo>
                    <a:pt x="23231" y="1378"/>
                    <a:pt x="23129" y="1361"/>
                    <a:pt x="23022" y="1361"/>
                  </a:cubicBezTo>
                  <a:close/>
                  <a:moveTo>
                    <a:pt x="25738" y="1361"/>
                  </a:moveTo>
                  <a:cubicBezTo>
                    <a:pt x="25521" y="1361"/>
                    <a:pt x="25353" y="1457"/>
                    <a:pt x="25235" y="1647"/>
                  </a:cubicBezTo>
                  <a:cubicBezTo>
                    <a:pt x="25117" y="1838"/>
                    <a:pt x="25058" y="2109"/>
                    <a:pt x="25058" y="2459"/>
                  </a:cubicBezTo>
                  <a:cubicBezTo>
                    <a:pt x="25058" y="2747"/>
                    <a:pt x="25098" y="2974"/>
                    <a:pt x="25178" y="3140"/>
                  </a:cubicBezTo>
                  <a:cubicBezTo>
                    <a:pt x="25258" y="3305"/>
                    <a:pt x="25389" y="3427"/>
                    <a:pt x="25569" y="3507"/>
                  </a:cubicBezTo>
                  <a:lnTo>
                    <a:pt x="25670" y="3557"/>
                  </a:lnTo>
                  <a:cubicBezTo>
                    <a:pt x="25850" y="3639"/>
                    <a:pt x="25967" y="3725"/>
                    <a:pt x="26020" y="3813"/>
                  </a:cubicBezTo>
                  <a:cubicBezTo>
                    <a:pt x="26073" y="3902"/>
                    <a:pt x="26100" y="4030"/>
                    <a:pt x="26100" y="4196"/>
                  </a:cubicBezTo>
                  <a:cubicBezTo>
                    <a:pt x="26100" y="4376"/>
                    <a:pt x="26063" y="4515"/>
                    <a:pt x="25989" y="4613"/>
                  </a:cubicBezTo>
                  <a:cubicBezTo>
                    <a:pt x="25916" y="4712"/>
                    <a:pt x="25810" y="4762"/>
                    <a:pt x="25673" y="4762"/>
                  </a:cubicBezTo>
                  <a:cubicBezTo>
                    <a:pt x="25571" y="4762"/>
                    <a:pt x="25468" y="4732"/>
                    <a:pt x="25363" y="4673"/>
                  </a:cubicBezTo>
                  <a:cubicBezTo>
                    <a:pt x="25259" y="4615"/>
                    <a:pt x="25153" y="4526"/>
                    <a:pt x="25045" y="4409"/>
                  </a:cubicBezTo>
                  <a:lnTo>
                    <a:pt x="25045" y="5041"/>
                  </a:lnTo>
                  <a:cubicBezTo>
                    <a:pt x="25159" y="5119"/>
                    <a:pt x="25268" y="5177"/>
                    <a:pt x="25370" y="5216"/>
                  </a:cubicBezTo>
                  <a:cubicBezTo>
                    <a:pt x="25473" y="5254"/>
                    <a:pt x="25572" y="5274"/>
                    <a:pt x="25667" y="5274"/>
                  </a:cubicBezTo>
                  <a:cubicBezTo>
                    <a:pt x="25894" y="5274"/>
                    <a:pt x="26073" y="5173"/>
                    <a:pt x="26204" y="4971"/>
                  </a:cubicBezTo>
                  <a:cubicBezTo>
                    <a:pt x="26334" y="4769"/>
                    <a:pt x="26399" y="4495"/>
                    <a:pt x="26399" y="4149"/>
                  </a:cubicBezTo>
                  <a:cubicBezTo>
                    <a:pt x="26399" y="3845"/>
                    <a:pt x="26355" y="3609"/>
                    <a:pt x="26268" y="3439"/>
                  </a:cubicBezTo>
                  <a:cubicBezTo>
                    <a:pt x="26181" y="3269"/>
                    <a:pt x="26035" y="3138"/>
                    <a:pt x="25828" y="3045"/>
                  </a:cubicBezTo>
                  <a:lnTo>
                    <a:pt x="25728" y="2998"/>
                  </a:lnTo>
                  <a:cubicBezTo>
                    <a:pt x="25572" y="2925"/>
                    <a:pt x="25469" y="2848"/>
                    <a:pt x="25417" y="2767"/>
                  </a:cubicBezTo>
                  <a:cubicBezTo>
                    <a:pt x="25365" y="2686"/>
                    <a:pt x="25340" y="2574"/>
                    <a:pt x="25340" y="2433"/>
                  </a:cubicBezTo>
                  <a:cubicBezTo>
                    <a:pt x="25340" y="2246"/>
                    <a:pt x="25376" y="2106"/>
                    <a:pt x="25448" y="2013"/>
                  </a:cubicBezTo>
                  <a:cubicBezTo>
                    <a:pt x="25520" y="1920"/>
                    <a:pt x="25628" y="1874"/>
                    <a:pt x="25773" y="1874"/>
                  </a:cubicBezTo>
                  <a:cubicBezTo>
                    <a:pt x="25868" y="1874"/>
                    <a:pt x="25959" y="1896"/>
                    <a:pt x="26048" y="1940"/>
                  </a:cubicBezTo>
                  <a:cubicBezTo>
                    <a:pt x="26136" y="1984"/>
                    <a:pt x="26222" y="2051"/>
                    <a:pt x="26304" y="2140"/>
                  </a:cubicBezTo>
                  <a:lnTo>
                    <a:pt x="26304" y="1561"/>
                  </a:lnTo>
                  <a:cubicBezTo>
                    <a:pt x="26224" y="1494"/>
                    <a:pt x="26136" y="1444"/>
                    <a:pt x="26042" y="1411"/>
                  </a:cubicBezTo>
                  <a:cubicBezTo>
                    <a:pt x="25947" y="1378"/>
                    <a:pt x="25845" y="1361"/>
                    <a:pt x="25738" y="1361"/>
                  </a:cubicBezTo>
                  <a:close/>
                  <a:moveTo>
                    <a:pt x="28753" y="1361"/>
                  </a:moveTo>
                  <a:cubicBezTo>
                    <a:pt x="28659" y="1361"/>
                    <a:pt x="28561" y="1383"/>
                    <a:pt x="28461" y="1426"/>
                  </a:cubicBezTo>
                  <a:cubicBezTo>
                    <a:pt x="28361" y="1469"/>
                    <a:pt x="28258" y="1534"/>
                    <a:pt x="28151" y="1621"/>
                  </a:cubicBezTo>
                  <a:lnTo>
                    <a:pt x="28151" y="2186"/>
                  </a:lnTo>
                  <a:cubicBezTo>
                    <a:pt x="28240" y="2084"/>
                    <a:pt x="28332" y="2008"/>
                    <a:pt x="28428" y="1957"/>
                  </a:cubicBezTo>
                  <a:cubicBezTo>
                    <a:pt x="28524" y="1906"/>
                    <a:pt x="28622" y="1880"/>
                    <a:pt x="28723" y="1880"/>
                  </a:cubicBezTo>
                  <a:cubicBezTo>
                    <a:pt x="28883" y="1880"/>
                    <a:pt x="29006" y="1957"/>
                    <a:pt x="29094" y="2111"/>
                  </a:cubicBezTo>
                  <a:cubicBezTo>
                    <a:pt x="29182" y="2266"/>
                    <a:pt x="29226" y="2484"/>
                    <a:pt x="29226" y="2765"/>
                  </a:cubicBezTo>
                  <a:lnTo>
                    <a:pt x="29226" y="2825"/>
                  </a:lnTo>
                  <a:lnTo>
                    <a:pt x="28818" y="2825"/>
                  </a:lnTo>
                  <a:cubicBezTo>
                    <a:pt x="28554" y="2825"/>
                    <a:pt x="28355" y="2932"/>
                    <a:pt x="28221" y="3145"/>
                  </a:cubicBezTo>
                  <a:cubicBezTo>
                    <a:pt x="28088" y="3357"/>
                    <a:pt x="28021" y="3674"/>
                    <a:pt x="28021" y="4093"/>
                  </a:cubicBezTo>
                  <a:cubicBezTo>
                    <a:pt x="28021" y="4452"/>
                    <a:pt x="28075" y="4739"/>
                    <a:pt x="28182" y="4953"/>
                  </a:cubicBezTo>
                  <a:cubicBezTo>
                    <a:pt x="28289" y="5167"/>
                    <a:pt x="28433" y="5274"/>
                    <a:pt x="28614" y="5274"/>
                  </a:cubicBezTo>
                  <a:cubicBezTo>
                    <a:pt x="28758" y="5274"/>
                    <a:pt x="28879" y="5220"/>
                    <a:pt x="28978" y="5113"/>
                  </a:cubicBezTo>
                  <a:cubicBezTo>
                    <a:pt x="29077" y="5005"/>
                    <a:pt x="29160" y="4838"/>
                    <a:pt x="29226" y="4612"/>
                  </a:cubicBezTo>
                  <a:lnTo>
                    <a:pt x="29226" y="5177"/>
                  </a:lnTo>
                  <a:lnTo>
                    <a:pt x="29517" y="5177"/>
                  </a:lnTo>
                  <a:lnTo>
                    <a:pt x="29517" y="3051"/>
                  </a:lnTo>
                  <a:cubicBezTo>
                    <a:pt x="29517" y="2484"/>
                    <a:pt x="29454" y="2060"/>
                    <a:pt x="29327" y="1780"/>
                  </a:cubicBezTo>
                  <a:cubicBezTo>
                    <a:pt x="29201" y="1501"/>
                    <a:pt x="29010" y="1361"/>
                    <a:pt x="28753" y="1361"/>
                  </a:cubicBezTo>
                  <a:close/>
                  <a:moveTo>
                    <a:pt x="31356" y="1451"/>
                  </a:moveTo>
                  <a:lnTo>
                    <a:pt x="31356" y="3707"/>
                  </a:lnTo>
                  <a:cubicBezTo>
                    <a:pt x="31356" y="4219"/>
                    <a:pt x="31409" y="4608"/>
                    <a:pt x="31514" y="4875"/>
                  </a:cubicBezTo>
                  <a:cubicBezTo>
                    <a:pt x="31620" y="5141"/>
                    <a:pt x="31774" y="5274"/>
                    <a:pt x="31977" y="5274"/>
                  </a:cubicBezTo>
                  <a:cubicBezTo>
                    <a:pt x="32101" y="5274"/>
                    <a:pt x="32209" y="5219"/>
                    <a:pt x="32302" y="5109"/>
                  </a:cubicBezTo>
                  <a:cubicBezTo>
                    <a:pt x="32396" y="4999"/>
                    <a:pt x="32478" y="4831"/>
                    <a:pt x="32548" y="4605"/>
                  </a:cubicBezTo>
                  <a:lnTo>
                    <a:pt x="32548" y="5177"/>
                  </a:lnTo>
                  <a:lnTo>
                    <a:pt x="32839" y="5177"/>
                  </a:lnTo>
                  <a:lnTo>
                    <a:pt x="32839" y="1451"/>
                  </a:lnTo>
                  <a:lnTo>
                    <a:pt x="32548" y="1451"/>
                  </a:lnTo>
                  <a:lnTo>
                    <a:pt x="32548" y="3564"/>
                  </a:lnTo>
                  <a:cubicBezTo>
                    <a:pt x="32548" y="3927"/>
                    <a:pt x="32503" y="4215"/>
                    <a:pt x="32411" y="4425"/>
                  </a:cubicBezTo>
                  <a:cubicBezTo>
                    <a:pt x="32320" y="4636"/>
                    <a:pt x="32196" y="4742"/>
                    <a:pt x="32039" y="4742"/>
                  </a:cubicBezTo>
                  <a:cubicBezTo>
                    <a:pt x="31908" y="4742"/>
                    <a:pt x="31810" y="4653"/>
                    <a:pt x="31745" y="4477"/>
                  </a:cubicBezTo>
                  <a:cubicBezTo>
                    <a:pt x="31680" y="4301"/>
                    <a:pt x="31647" y="4036"/>
                    <a:pt x="31647" y="3684"/>
                  </a:cubicBezTo>
                  <a:lnTo>
                    <a:pt x="31647" y="1451"/>
                  </a:lnTo>
                  <a:close/>
                  <a:moveTo>
                    <a:pt x="34001" y="1361"/>
                  </a:moveTo>
                  <a:cubicBezTo>
                    <a:pt x="33784" y="1361"/>
                    <a:pt x="33616" y="1457"/>
                    <a:pt x="33498" y="1647"/>
                  </a:cubicBezTo>
                  <a:cubicBezTo>
                    <a:pt x="33380" y="1838"/>
                    <a:pt x="33321" y="2109"/>
                    <a:pt x="33321" y="2459"/>
                  </a:cubicBezTo>
                  <a:cubicBezTo>
                    <a:pt x="33321" y="2747"/>
                    <a:pt x="33361" y="2974"/>
                    <a:pt x="33441" y="3140"/>
                  </a:cubicBezTo>
                  <a:cubicBezTo>
                    <a:pt x="33521" y="3305"/>
                    <a:pt x="33652" y="3427"/>
                    <a:pt x="33832" y="3507"/>
                  </a:cubicBezTo>
                  <a:lnTo>
                    <a:pt x="33933" y="3557"/>
                  </a:lnTo>
                  <a:cubicBezTo>
                    <a:pt x="34113" y="3639"/>
                    <a:pt x="34230" y="3725"/>
                    <a:pt x="34283" y="3813"/>
                  </a:cubicBezTo>
                  <a:cubicBezTo>
                    <a:pt x="34336" y="3902"/>
                    <a:pt x="34363" y="4030"/>
                    <a:pt x="34363" y="4196"/>
                  </a:cubicBezTo>
                  <a:cubicBezTo>
                    <a:pt x="34363" y="4376"/>
                    <a:pt x="34326" y="4515"/>
                    <a:pt x="34252" y="4613"/>
                  </a:cubicBezTo>
                  <a:cubicBezTo>
                    <a:pt x="34179" y="4712"/>
                    <a:pt x="34073" y="4762"/>
                    <a:pt x="33936" y="4762"/>
                  </a:cubicBezTo>
                  <a:cubicBezTo>
                    <a:pt x="33834" y="4762"/>
                    <a:pt x="33731" y="4732"/>
                    <a:pt x="33626" y="4673"/>
                  </a:cubicBezTo>
                  <a:cubicBezTo>
                    <a:pt x="33522" y="4615"/>
                    <a:pt x="33416" y="4526"/>
                    <a:pt x="33308" y="4409"/>
                  </a:cubicBezTo>
                  <a:lnTo>
                    <a:pt x="33308" y="5041"/>
                  </a:lnTo>
                  <a:cubicBezTo>
                    <a:pt x="33422" y="5119"/>
                    <a:pt x="33531" y="5177"/>
                    <a:pt x="33633" y="5216"/>
                  </a:cubicBezTo>
                  <a:cubicBezTo>
                    <a:pt x="33736" y="5254"/>
                    <a:pt x="33835" y="5274"/>
                    <a:pt x="33930" y="5274"/>
                  </a:cubicBezTo>
                  <a:cubicBezTo>
                    <a:pt x="34157" y="5274"/>
                    <a:pt x="34336" y="5173"/>
                    <a:pt x="34467" y="4971"/>
                  </a:cubicBezTo>
                  <a:cubicBezTo>
                    <a:pt x="34597" y="4769"/>
                    <a:pt x="34662" y="4495"/>
                    <a:pt x="34662" y="4149"/>
                  </a:cubicBezTo>
                  <a:cubicBezTo>
                    <a:pt x="34662" y="3845"/>
                    <a:pt x="34618" y="3609"/>
                    <a:pt x="34531" y="3439"/>
                  </a:cubicBezTo>
                  <a:cubicBezTo>
                    <a:pt x="34444" y="3269"/>
                    <a:pt x="34298" y="3138"/>
                    <a:pt x="34091" y="3045"/>
                  </a:cubicBezTo>
                  <a:lnTo>
                    <a:pt x="33991" y="2998"/>
                  </a:lnTo>
                  <a:cubicBezTo>
                    <a:pt x="33835" y="2925"/>
                    <a:pt x="33732" y="2848"/>
                    <a:pt x="33680" y="2767"/>
                  </a:cubicBezTo>
                  <a:cubicBezTo>
                    <a:pt x="33628" y="2686"/>
                    <a:pt x="33603" y="2574"/>
                    <a:pt x="33603" y="2433"/>
                  </a:cubicBezTo>
                  <a:cubicBezTo>
                    <a:pt x="33603" y="2246"/>
                    <a:pt x="33639" y="2106"/>
                    <a:pt x="33711" y="2013"/>
                  </a:cubicBezTo>
                  <a:cubicBezTo>
                    <a:pt x="33783" y="1920"/>
                    <a:pt x="33891" y="1874"/>
                    <a:pt x="34036" y="1874"/>
                  </a:cubicBezTo>
                  <a:cubicBezTo>
                    <a:pt x="34131" y="1874"/>
                    <a:pt x="34222" y="1896"/>
                    <a:pt x="34311" y="1940"/>
                  </a:cubicBezTo>
                  <a:cubicBezTo>
                    <a:pt x="34399" y="1984"/>
                    <a:pt x="34485" y="2051"/>
                    <a:pt x="34567" y="2140"/>
                  </a:cubicBezTo>
                  <a:lnTo>
                    <a:pt x="34567" y="1561"/>
                  </a:lnTo>
                  <a:cubicBezTo>
                    <a:pt x="34487" y="1494"/>
                    <a:pt x="34399" y="1444"/>
                    <a:pt x="34305" y="1411"/>
                  </a:cubicBezTo>
                  <a:cubicBezTo>
                    <a:pt x="34210" y="1378"/>
                    <a:pt x="34108" y="1361"/>
                    <a:pt x="34001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4850" y="373075"/>
              <a:ext cx="117400" cy="10250"/>
            </a:xfrm>
            <a:custGeom>
              <a:rect b="b" l="l" r="r" t="t"/>
              <a:pathLst>
                <a:path extrusionOk="0" h="410" w="4696">
                  <a:moveTo>
                    <a:pt x="0" y="0"/>
                  </a:moveTo>
                  <a:lnTo>
                    <a:pt x="0" y="409"/>
                  </a:lnTo>
                  <a:lnTo>
                    <a:pt x="4695" y="409"/>
                  </a:lnTo>
                  <a:lnTo>
                    <a:pt x="46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122225" y="373075"/>
              <a:ext cx="4875" cy="10250"/>
            </a:xfrm>
            <a:custGeom>
              <a:rect b="b" l="l" r="r" t="t"/>
              <a:pathLst>
                <a:path extrusionOk="0" h="410" w="195">
                  <a:moveTo>
                    <a:pt x="0" y="0"/>
                  </a:moveTo>
                  <a:lnTo>
                    <a:pt x="0" y="409"/>
                  </a:lnTo>
                  <a:lnTo>
                    <a:pt x="195" y="409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127075" y="373075"/>
              <a:ext cx="925275" cy="10250"/>
            </a:xfrm>
            <a:custGeom>
              <a:rect b="b" l="l" r="r" t="t"/>
              <a:pathLst>
                <a:path extrusionOk="0" h="410" w="37011">
                  <a:moveTo>
                    <a:pt x="1" y="0"/>
                  </a:moveTo>
                  <a:lnTo>
                    <a:pt x="1" y="409"/>
                  </a:lnTo>
                  <a:lnTo>
                    <a:pt x="37011" y="409"/>
                  </a:lnTo>
                  <a:lnTo>
                    <a:pt x="3701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1052325" y="373075"/>
              <a:ext cx="4900" cy="10250"/>
            </a:xfrm>
            <a:custGeom>
              <a:rect b="b" l="l" r="r" t="t"/>
              <a:pathLst>
                <a:path extrusionOk="0" h="410" w="196">
                  <a:moveTo>
                    <a:pt x="1" y="0"/>
                  </a:moveTo>
                  <a:lnTo>
                    <a:pt x="1" y="409"/>
                  </a:lnTo>
                  <a:lnTo>
                    <a:pt x="195" y="409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1057200" y="373075"/>
              <a:ext cx="1934725" cy="10250"/>
            </a:xfrm>
            <a:custGeom>
              <a:rect b="b" l="l" r="r" t="t"/>
              <a:pathLst>
                <a:path extrusionOk="0" h="410" w="77389">
                  <a:moveTo>
                    <a:pt x="0" y="0"/>
                  </a:moveTo>
                  <a:lnTo>
                    <a:pt x="0" y="409"/>
                  </a:lnTo>
                  <a:lnTo>
                    <a:pt x="77388" y="409"/>
                  </a:lnTo>
                  <a:lnTo>
                    <a:pt x="77388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47200" y="980875"/>
              <a:ext cx="37500" cy="126475"/>
            </a:xfrm>
            <a:custGeom>
              <a:rect b="b" l="l" r="r" t="t"/>
              <a:pathLst>
                <a:path extrusionOk="0" h="5059" w="1500">
                  <a:moveTo>
                    <a:pt x="684" y="1"/>
                  </a:moveTo>
                  <a:cubicBezTo>
                    <a:pt x="591" y="1"/>
                    <a:pt x="489" y="28"/>
                    <a:pt x="377" y="84"/>
                  </a:cubicBezTo>
                  <a:cubicBezTo>
                    <a:pt x="265" y="139"/>
                    <a:pt x="145" y="221"/>
                    <a:pt x="16" y="330"/>
                  </a:cubicBezTo>
                  <a:lnTo>
                    <a:pt x="16" y="1009"/>
                  </a:lnTo>
                  <a:cubicBezTo>
                    <a:pt x="143" y="860"/>
                    <a:pt x="262" y="749"/>
                    <a:pt x="373" y="676"/>
                  </a:cubicBezTo>
                  <a:cubicBezTo>
                    <a:pt x="484" y="603"/>
                    <a:pt x="590" y="566"/>
                    <a:pt x="690" y="566"/>
                  </a:cubicBezTo>
                  <a:cubicBezTo>
                    <a:pt x="831" y="566"/>
                    <a:pt x="946" y="650"/>
                    <a:pt x="1034" y="816"/>
                  </a:cubicBezTo>
                  <a:cubicBezTo>
                    <a:pt x="1122" y="982"/>
                    <a:pt x="1166" y="1197"/>
                    <a:pt x="1166" y="1461"/>
                  </a:cubicBezTo>
                  <a:cubicBezTo>
                    <a:pt x="1166" y="1623"/>
                    <a:pt x="1145" y="1788"/>
                    <a:pt x="1105" y="1955"/>
                  </a:cubicBezTo>
                  <a:cubicBezTo>
                    <a:pt x="1064" y="2123"/>
                    <a:pt x="993" y="2328"/>
                    <a:pt x="891" y="2569"/>
                  </a:cubicBezTo>
                  <a:cubicBezTo>
                    <a:pt x="837" y="2698"/>
                    <a:pt x="705" y="2985"/>
                    <a:pt x="496" y="3429"/>
                  </a:cubicBezTo>
                  <a:cubicBezTo>
                    <a:pt x="287" y="3874"/>
                    <a:pt x="122" y="4228"/>
                    <a:pt x="1" y="4492"/>
                  </a:cubicBezTo>
                  <a:lnTo>
                    <a:pt x="1" y="5058"/>
                  </a:lnTo>
                  <a:lnTo>
                    <a:pt x="1499" y="5058"/>
                  </a:lnTo>
                  <a:lnTo>
                    <a:pt x="1499" y="4492"/>
                  </a:lnTo>
                  <a:lnTo>
                    <a:pt x="385" y="4492"/>
                  </a:lnTo>
                  <a:cubicBezTo>
                    <a:pt x="642" y="3940"/>
                    <a:pt x="841" y="3510"/>
                    <a:pt x="982" y="3203"/>
                  </a:cubicBezTo>
                  <a:cubicBezTo>
                    <a:pt x="1124" y="2896"/>
                    <a:pt x="1207" y="2710"/>
                    <a:pt x="1234" y="2646"/>
                  </a:cubicBezTo>
                  <a:cubicBezTo>
                    <a:pt x="1330" y="2397"/>
                    <a:pt x="1396" y="2182"/>
                    <a:pt x="1432" y="1999"/>
                  </a:cubicBezTo>
                  <a:cubicBezTo>
                    <a:pt x="1468" y="1816"/>
                    <a:pt x="1487" y="1622"/>
                    <a:pt x="1487" y="1418"/>
                  </a:cubicBezTo>
                  <a:cubicBezTo>
                    <a:pt x="1487" y="988"/>
                    <a:pt x="1414" y="644"/>
                    <a:pt x="1268" y="387"/>
                  </a:cubicBezTo>
                  <a:cubicBezTo>
                    <a:pt x="1123" y="129"/>
                    <a:pt x="928" y="1"/>
                    <a:pt x="6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66600" y="977875"/>
              <a:ext cx="916850" cy="131875"/>
            </a:xfrm>
            <a:custGeom>
              <a:rect b="b" l="l" r="r" t="t"/>
              <a:pathLst>
                <a:path extrusionOk="0" h="5275" w="36674">
                  <a:moveTo>
                    <a:pt x="3181" y="1"/>
                  </a:moveTo>
                  <a:lnTo>
                    <a:pt x="3181" y="776"/>
                  </a:lnTo>
                  <a:lnTo>
                    <a:pt x="3471" y="776"/>
                  </a:lnTo>
                  <a:lnTo>
                    <a:pt x="3471" y="1"/>
                  </a:lnTo>
                  <a:close/>
                  <a:moveTo>
                    <a:pt x="26236" y="1"/>
                  </a:moveTo>
                  <a:lnTo>
                    <a:pt x="26236" y="776"/>
                  </a:lnTo>
                  <a:lnTo>
                    <a:pt x="26526" y="776"/>
                  </a:lnTo>
                  <a:lnTo>
                    <a:pt x="26526" y="1"/>
                  </a:lnTo>
                  <a:close/>
                  <a:moveTo>
                    <a:pt x="4825" y="1881"/>
                  </a:moveTo>
                  <a:cubicBezTo>
                    <a:pt x="4969" y="1881"/>
                    <a:pt x="5084" y="1981"/>
                    <a:pt x="5171" y="2180"/>
                  </a:cubicBezTo>
                  <a:cubicBezTo>
                    <a:pt x="5258" y="2380"/>
                    <a:pt x="5302" y="2647"/>
                    <a:pt x="5304" y="2982"/>
                  </a:cubicBezTo>
                  <a:lnTo>
                    <a:pt x="4267" y="2985"/>
                  </a:lnTo>
                  <a:cubicBezTo>
                    <a:pt x="4282" y="2635"/>
                    <a:pt x="4338" y="2363"/>
                    <a:pt x="4436" y="2170"/>
                  </a:cubicBezTo>
                  <a:cubicBezTo>
                    <a:pt x="4533" y="1977"/>
                    <a:pt x="4663" y="1881"/>
                    <a:pt x="4825" y="1881"/>
                  </a:cubicBezTo>
                  <a:close/>
                  <a:moveTo>
                    <a:pt x="17790" y="1881"/>
                  </a:moveTo>
                  <a:cubicBezTo>
                    <a:pt x="17934" y="1881"/>
                    <a:pt x="18049" y="1981"/>
                    <a:pt x="18136" y="2180"/>
                  </a:cubicBezTo>
                  <a:cubicBezTo>
                    <a:pt x="18223" y="2380"/>
                    <a:pt x="18267" y="2647"/>
                    <a:pt x="18269" y="2982"/>
                  </a:cubicBezTo>
                  <a:lnTo>
                    <a:pt x="17232" y="2985"/>
                  </a:lnTo>
                  <a:cubicBezTo>
                    <a:pt x="17247" y="2635"/>
                    <a:pt x="17303" y="2363"/>
                    <a:pt x="17401" y="2170"/>
                  </a:cubicBezTo>
                  <a:cubicBezTo>
                    <a:pt x="17498" y="1977"/>
                    <a:pt x="17628" y="1881"/>
                    <a:pt x="17790" y="1881"/>
                  </a:cubicBezTo>
                  <a:close/>
                  <a:moveTo>
                    <a:pt x="21834" y="1881"/>
                  </a:moveTo>
                  <a:cubicBezTo>
                    <a:pt x="21978" y="1881"/>
                    <a:pt x="22093" y="1981"/>
                    <a:pt x="22180" y="2180"/>
                  </a:cubicBezTo>
                  <a:cubicBezTo>
                    <a:pt x="22267" y="2380"/>
                    <a:pt x="22311" y="2647"/>
                    <a:pt x="22313" y="2982"/>
                  </a:cubicBezTo>
                  <a:lnTo>
                    <a:pt x="21276" y="2985"/>
                  </a:lnTo>
                  <a:cubicBezTo>
                    <a:pt x="21291" y="2635"/>
                    <a:pt x="21347" y="2363"/>
                    <a:pt x="21445" y="2170"/>
                  </a:cubicBezTo>
                  <a:cubicBezTo>
                    <a:pt x="21542" y="1977"/>
                    <a:pt x="21672" y="1881"/>
                    <a:pt x="21834" y="1881"/>
                  </a:cubicBezTo>
                  <a:close/>
                  <a:moveTo>
                    <a:pt x="27880" y="1881"/>
                  </a:moveTo>
                  <a:cubicBezTo>
                    <a:pt x="28024" y="1881"/>
                    <a:pt x="28139" y="1981"/>
                    <a:pt x="28226" y="2180"/>
                  </a:cubicBezTo>
                  <a:cubicBezTo>
                    <a:pt x="28313" y="2380"/>
                    <a:pt x="28357" y="2647"/>
                    <a:pt x="28359" y="2982"/>
                  </a:cubicBezTo>
                  <a:lnTo>
                    <a:pt x="27322" y="2985"/>
                  </a:lnTo>
                  <a:cubicBezTo>
                    <a:pt x="27337" y="2635"/>
                    <a:pt x="27393" y="2363"/>
                    <a:pt x="27491" y="2170"/>
                  </a:cubicBezTo>
                  <a:cubicBezTo>
                    <a:pt x="27588" y="1977"/>
                    <a:pt x="27718" y="1881"/>
                    <a:pt x="27880" y="1881"/>
                  </a:cubicBezTo>
                  <a:close/>
                  <a:moveTo>
                    <a:pt x="35903" y="1881"/>
                  </a:moveTo>
                  <a:cubicBezTo>
                    <a:pt x="36047" y="1881"/>
                    <a:pt x="36162" y="1981"/>
                    <a:pt x="36249" y="2180"/>
                  </a:cubicBezTo>
                  <a:cubicBezTo>
                    <a:pt x="36336" y="2380"/>
                    <a:pt x="36380" y="2647"/>
                    <a:pt x="36382" y="2982"/>
                  </a:cubicBezTo>
                  <a:lnTo>
                    <a:pt x="35345" y="2985"/>
                  </a:lnTo>
                  <a:cubicBezTo>
                    <a:pt x="35360" y="2635"/>
                    <a:pt x="35416" y="2363"/>
                    <a:pt x="35514" y="2170"/>
                  </a:cubicBezTo>
                  <a:cubicBezTo>
                    <a:pt x="35611" y="1977"/>
                    <a:pt x="35741" y="1881"/>
                    <a:pt x="35903" y="1881"/>
                  </a:cubicBezTo>
                  <a:close/>
                  <a:moveTo>
                    <a:pt x="13582" y="1881"/>
                  </a:moveTo>
                  <a:cubicBezTo>
                    <a:pt x="13737" y="1881"/>
                    <a:pt x="13859" y="2010"/>
                    <a:pt x="13950" y="2268"/>
                  </a:cubicBezTo>
                  <a:cubicBezTo>
                    <a:pt x="14041" y="2527"/>
                    <a:pt x="14086" y="2877"/>
                    <a:pt x="14086" y="3318"/>
                  </a:cubicBezTo>
                  <a:cubicBezTo>
                    <a:pt x="14086" y="3762"/>
                    <a:pt x="14041" y="4112"/>
                    <a:pt x="13950" y="4370"/>
                  </a:cubicBezTo>
                  <a:cubicBezTo>
                    <a:pt x="13859" y="4627"/>
                    <a:pt x="13737" y="4755"/>
                    <a:pt x="13582" y="4755"/>
                  </a:cubicBezTo>
                  <a:cubicBezTo>
                    <a:pt x="13425" y="4755"/>
                    <a:pt x="13301" y="4627"/>
                    <a:pt x="13211" y="4371"/>
                  </a:cubicBezTo>
                  <a:cubicBezTo>
                    <a:pt x="13121" y="4115"/>
                    <a:pt x="13076" y="3764"/>
                    <a:pt x="13076" y="3318"/>
                  </a:cubicBezTo>
                  <a:cubicBezTo>
                    <a:pt x="13076" y="2872"/>
                    <a:pt x="13121" y="2521"/>
                    <a:pt x="13212" y="2265"/>
                  </a:cubicBezTo>
                  <a:cubicBezTo>
                    <a:pt x="13302" y="2009"/>
                    <a:pt x="13426" y="1881"/>
                    <a:pt x="13582" y="1881"/>
                  </a:cubicBezTo>
                  <a:close/>
                  <a:moveTo>
                    <a:pt x="8793" y="1874"/>
                  </a:moveTo>
                  <a:cubicBezTo>
                    <a:pt x="8947" y="1874"/>
                    <a:pt x="9068" y="2002"/>
                    <a:pt x="9157" y="2258"/>
                  </a:cubicBezTo>
                  <a:cubicBezTo>
                    <a:pt x="9246" y="2515"/>
                    <a:pt x="9290" y="2868"/>
                    <a:pt x="9290" y="3318"/>
                  </a:cubicBezTo>
                  <a:cubicBezTo>
                    <a:pt x="9290" y="3768"/>
                    <a:pt x="9246" y="4122"/>
                    <a:pt x="9157" y="4378"/>
                  </a:cubicBezTo>
                  <a:cubicBezTo>
                    <a:pt x="9068" y="4634"/>
                    <a:pt x="8947" y="4762"/>
                    <a:pt x="8793" y="4762"/>
                  </a:cubicBezTo>
                  <a:cubicBezTo>
                    <a:pt x="8639" y="4762"/>
                    <a:pt x="8519" y="4634"/>
                    <a:pt x="8431" y="4378"/>
                  </a:cubicBezTo>
                  <a:cubicBezTo>
                    <a:pt x="8343" y="4122"/>
                    <a:pt x="8298" y="3768"/>
                    <a:pt x="8298" y="3318"/>
                  </a:cubicBezTo>
                  <a:cubicBezTo>
                    <a:pt x="8298" y="2868"/>
                    <a:pt x="8343" y="2515"/>
                    <a:pt x="8431" y="2258"/>
                  </a:cubicBezTo>
                  <a:cubicBezTo>
                    <a:pt x="8519" y="2002"/>
                    <a:pt x="8639" y="1874"/>
                    <a:pt x="8793" y="1874"/>
                  </a:cubicBezTo>
                  <a:close/>
                  <a:moveTo>
                    <a:pt x="32938" y="3305"/>
                  </a:moveTo>
                  <a:lnTo>
                    <a:pt x="32938" y="3441"/>
                  </a:lnTo>
                  <a:cubicBezTo>
                    <a:pt x="32938" y="3840"/>
                    <a:pt x="32889" y="4160"/>
                    <a:pt x="32791" y="4401"/>
                  </a:cubicBezTo>
                  <a:cubicBezTo>
                    <a:pt x="32694" y="4642"/>
                    <a:pt x="32565" y="4762"/>
                    <a:pt x="32403" y="4762"/>
                  </a:cubicBezTo>
                  <a:cubicBezTo>
                    <a:pt x="32286" y="4762"/>
                    <a:pt x="32194" y="4698"/>
                    <a:pt x="32126" y="4571"/>
                  </a:cubicBezTo>
                  <a:cubicBezTo>
                    <a:pt x="32058" y="4443"/>
                    <a:pt x="32024" y="4271"/>
                    <a:pt x="32024" y="4053"/>
                  </a:cubicBezTo>
                  <a:cubicBezTo>
                    <a:pt x="32024" y="3781"/>
                    <a:pt x="32069" y="3588"/>
                    <a:pt x="32160" y="3475"/>
                  </a:cubicBezTo>
                  <a:cubicBezTo>
                    <a:pt x="32250" y="3361"/>
                    <a:pt x="32413" y="3305"/>
                    <a:pt x="32648" y="3305"/>
                  </a:cubicBezTo>
                  <a:close/>
                  <a:moveTo>
                    <a:pt x="0" y="211"/>
                  </a:moveTo>
                  <a:lnTo>
                    <a:pt x="0" y="5178"/>
                  </a:lnTo>
                  <a:lnTo>
                    <a:pt x="320" y="5178"/>
                  </a:lnTo>
                  <a:lnTo>
                    <a:pt x="320" y="2806"/>
                  </a:lnTo>
                  <a:lnTo>
                    <a:pt x="1256" y="2806"/>
                  </a:lnTo>
                  <a:lnTo>
                    <a:pt x="1256" y="2240"/>
                  </a:lnTo>
                  <a:lnTo>
                    <a:pt x="320" y="2240"/>
                  </a:lnTo>
                  <a:lnTo>
                    <a:pt x="320" y="776"/>
                  </a:lnTo>
                  <a:lnTo>
                    <a:pt x="1357" y="776"/>
                  </a:lnTo>
                  <a:lnTo>
                    <a:pt x="1357" y="211"/>
                  </a:lnTo>
                  <a:close/>
                  <a:moveTo>
                    <a:pt x="2727" y="1362"/>
                  </a:moveTo>
                  <a:cubicBezTo>
                    <a:pt x="2587" y="1362"/>
                    <a:pt x="2468" y="1417"/>
                    <a:pt x="2370" y="1526"/>
                  </a:cubicBezTo>
                  <a:cubicBezTo>
                    <a:pt x="2272" y="1636"/>
                    <a:pt x="2192" y="1804"/>
                    <a:pt x="2131" y="2031"/>
                  </a:cubicBezTo>
                  <a:lnTo>
                    <a:pt x="2131" y="1452"/>
                  </a:lnTo>
                  <a:lnTo>
                    <a:pt x="1839" y="1452"/>
                  </a:lnTo>
                  <a:lnTo>
                    <a:pt x="1839" y="5178"/>
                  </a:lnTo>
                  <a:lnTo>
                    <a:pt x="2131" y="5178"/>
                  </a:lnTo>
                  <a:lnTo>
                    <a:pt x="2131" y="3215"/>
                  </a:lnTo>
                  <a:cubicBezTo>
                    <a:pt x="2131" y="2794"/>
                    <a:pt x="2175" y="2470"/>
                    <a:pt x="2263" y="2245"/>
                  </a:cubicBezTo>
                  <a:cubicBezTo>
                    <a:pt x="2351" y="2020"/>
                    <a:pt x="2477" y="1907"/>
                    <a:pt x="2642" y="1907"/>
                  </a:cubicBezTo>
                  <a:cubicBezTo>
                    <a:pt x="2688" y="1907"/>
                    <a:pt x="2730" y="1917"/>
                    <a:pt x="2769" y="1936"/>
                  </a:cubicBezTo>
                  <a:cubicBezTo>
                    <a:pt x="2807" y="1955"/>
                    <a:pt x="2843" y="1984"/>
                    <a:pt x="2876" y="2024"/>
                  </a:cubicBezTo>
                  <a:lnTo>
                    <a:pt x="2874" y="1395"/>
                  </a:lnTo>
                  <a:cubicBezTo>
                    <a:pt x="2845" y="1384"/>
                    <a:pt x="2818" y="1376"/>
                    <a:pt x="2793" y="1370"/>
                  </a:cubicBezTo>
                  <a:cubicBezTo>
                    <a:pt x="2769" y="1365"/>
                    <a:pt x="2747" y="1362"/>
                    <a:pt x="2727" y="1362"/>
                  </a:cubicBezTo>
                  <a:close/>
                  <a:moveTo>
                    <a:pt x="3181" y="1452"/>
                  </a:moveTo>
                  <a:lnTo>
                    <a:pt x="3181" y="5178"/>
                  </a:lnTo>
                  <a:lnTo>
                    <a:pt x="3471" y="5178"/>
                  </a:lnTo>
                  <a:lnTo>
                    <a:pt x="3471" y="1452"/>
                  </a:lnTo>
                  <a:close/>
                  <a:moveTo>
                    <a:pt x="6926" y="1362"/>
                  </a:moveTo>
                  <a:cubicBezTo>
                    <a:pt x="6803" y="1362"/>
                    <a:pt x="6694" y="1417"/>
                    <a:pt x="6600" y="1528"/>
                  </a:cubicBezTo>
                  <a:cubicBezTo>
                    <a:pt x="6506" y="1639"/>
                    <a:pt x="6424" y="1806"/>
                    <a:pt x="6354" y="2031"/>
                  </a:cubicBezTo>
                  <a:lnTo>
                    <a:pt x="6354" y="1452"/>
                  </a:lnTo>
                  <a:lnTo>
                    <a:pt x="6062" y="1452"/>
                  </a:lnTo>
                  <a:lnTo>
                    <a:pt x="6062" y="5178"/>
                  </a:lnTo>
                  <a:lnTo>
                    <a:pt x="6354" y="5178"/>
                  </a:lnTo>
                  <a:lnTo>
                    <a:pt x="6354" y="3072"/>
                  </a:lnTo>
                  <a:cubicBezTo>
                    <a:pt x="6354" y="2708"/>
                    <a:pt x="6399" y="2421"/>
                    <a:pt x="6490" y="2210"/>
                  </a:cubicBezTo>
                  <a:cubicBezTo>
                    <a:pt x="6581" y="1999"/>
                    <a:pt x="6704" y="1894"/>
                    <a:pt x="6861" y="1894"/>
                  </a:cubicBezTo>
                  <a:cubicBezTo>
                    <a:pt x="6992" y="1894"/>
                    <a:pt x="7090" y="1982"/>
                    <a:pt x="7156" y="2157"/>
                  </a:cubicBezTo>
                  <a:cubicBezTo>
                    <a:pt x="7221" y="2332"/>
                    <a:pt x="7254" y="2596"/>
                    <a:pt x="7254" y="2949"/>
                  </a:cubicBezTo>
                  <a:lnTo>
                    <a:pt x="7254" y="5178"/>
                  </a:lnTo>
                  <a:lnTo>
                    <a:pt x="7544" y="5178"/>
                  </a:lnTo>
                  <a:lnTo>
                    <a:pt x="7544" y="2929"/>
                  </a:lnTo>
                  <a:cubicBezTo>
                    <a:pt x="7544" y="2414"/>
                    <a:pt x="7492" y="2024"/>
                    <a:pt x="7388" y="1759"/>
                  </a:cubicBezTo>
                  <a:cubicBezTo>
                    <a:pt x="7284" y="1494"/>
                    <a:pt x="7130" y="1362"/>
                    <a:pt x="6926" y="1362"/>
                  </a:cubicBezTo>
                  <a:close/>
                  <a:moveTo>
                    <a:pt x="15498" y="1"/>
                  </a:moveTo>
                  <a:cubicBezTo>
                    <a:pt x="15299" y="1"/>
                    <a:pt x="15153" y="96"/>
                    <a:pt x="15062" y="285"/>
                  </a:cubicBezTo>
                  <a:cubicBezTo>
                    <a:pt x="14970" y="475"/>
                    <a:pt x="14924" y="777"/>
                    <a:pt x="14924" y="1192"/>
                  </a:cubicBezTo>
                  <a:lnTo>
                    <a:pt x="14924" y="1452"/>
                  </a:lnTo>
                  <a:lnTo>
                    <a:pt x="14646" y="1452"/>
                  </a:lnTo>
                  <a:lnTo>
                    <a:pt x="14646" y="1927"/>
                  </a:lnTo>
                  <a:lnTo>
                    <a:pt x="14924" y="1927"/>
                  </a:lnTo>
                  <a:lnTo>
                    <a:pt x="14924" y="5178"/>
                  </a:lnTo>
                  <a:lnTo>
                    <a:pt x="15217" y="5178"/>
                  </a:lnTo>
                  <a:lnTo>
                    <a:pt x="15217" y="1927"/>
                  </a:lnTo>
                  <a:lnTo>
                    <a:pt x="15696" y="1927"/>
                  </a:lnTo>
                  <a:lnTo>
                    <a:pt x="15696" y="1452"/>
                  </a:lnTo>
                  <a:lnTo>
                    <a:pt x="15217" y="1452"/>
                  </a:lnTo>
                  <a:lnTo>
                    <a:pt x="15217" y="1122"/>
                  </a:lnTo>
                  <a:cubicBezTo>
                    <a:pt x="15217" y="892"/>
                    <a:pt x="15237" y="732"/>
                    <a:pt x="15277" y="643"/>
                  </a:cubicBezTo>
                  <a:cubicBezTo>
                    <a:pt x="15318" y="554"/>
                    <a:pt x="15390" y="510"/>
                    <a:pt x="15495" y="510"/>
                  </a:cubicBezTo>
                  <a:lnTo>
                    <a:pt x="15773" y="510"/>
                  </a:lnTo>
                  <a:lnTo>
                    <a:pt x="15773" y="1"/>
                  </a:lnTo>
                  <a:close/>
                  <a:moveTo>
                    <a:pt x="19891" y="1362"/>
                  </a:moveTo>
                  <a:cubicBezTo>
                    <a:pt x="19768" y="1362"/>
                    <a:pt x="19659" y="1417"/>
                    <a:pt x="19565" y="1528"/>
                  </a:cubicBezTo>
                  <a:cubicBezTo>
                    <a:pt x="19471" y="1639"/>
                    <a:pt x="19389" y="1806"/>
                    <a:pt x="19319" y="2031"/>
                  </a:cubicBezTo>
                  <a:lnTo>
                    <a:pt x="19319" y="1452"/>
                  </a:lnTo>
                  <a:lnTo>
                    <a:pt x="19027" y="1452"/>
                  </a:lnTo>
                  <a:lnTo>
                    <a:pt x="19027" y="5178"/>
                  </a:lnTo>
                  <a:lnTo>
                    <a:pt x="19319" y="5178"/>
                  </a:lnTo>
                  <a:lnTo>
                    <a:pt x="19319" y="3072"/>
                  </a:lnTo>
                  <a:cubicBezTo>
                    <a:pt x="19319" y="2708"/>
                    <a:pt x="19364" y="2421"/>
                    <a:pt x="19455" y="2210"/>
                  </a:cubicBezTo>
                  <a:cubicBezTo>
                    <a:pt x="19546" y="1999"/>
                    <a:pt x="19669" y="1894"/>
                    <a:pt x="19826" y="1894"/>
                  </a:cubicBezTo>
                  <a:cubicBezTo>
                    <a:pt x="19957" y="1894"/>
                    <a:pt x="20055" y="1982"/>
                    <a:pt x="20121" y="2157"/>
                  </a:cubicBezTo>
                  <a:cubicBezTo>
                    <a:pt x="20186" y="2332"/>
                    <a:pt x="20219" y="2596"/>
                    <a:pt x="20219" y="2949"/>
                  </a:cubicBezTo>
                  <a:lnTo>
                    <a:pt x="20219" y="5178"/>
                  </a:lnTo>
                  <a:lnTo>
                    <a:pt x="20509" y="5178"/>
                  </a:lnTo>
                  <a:lnTo>
                    <a:pt x="20509" y="2929"/>
                  </a:lnTo>
                  <a:cubicBezTo>
                    <a:pt x="20509" y="2414"/>
                    <a:pt x="20457" y="2024"/>
                    <a:pt x="20353" y="1759"/>
                  </a:cubicBezTo>
                  <a:cubicBezTo>
                    <a:pt x="20249" y="1494"/>
                    <a:pt x="20095" y="1362"/>
                    <a:pt x="19891" y="1362"/>
                  </a:cubicBezTo>
                  <a:close/>
                  <a:moveTo>
                    <a:pt x="23932" y="1362"/>
                  </a:moveTo>
                  <a:cubicBezTo>
                    <a:pt x="23805" y="1362"/>
                    <a:pt x="23694" y="1416"/>
                    <a:pt x="23602" y="1525"/>
                  </a:cubicBezTo>
                  <a:cubicBezTo>
                    <a:pt x="23509" y="1634"/>
                    <a:pt x="23429" y="1802"/>
                    <a:pt x="23363" y="2031"/>
                  </a:cubicBezTo>
                  <a:lnTo>
                    <a:pt x="23363" y="1452"/>
                  </a:lnTo>
                  <a:lnTo>
                    <a:pt x="23071" y="1452"/>
                  </a:lnTo>
                  <a:lnTo>
                    <a:pt x="23071" y="5178"/>
                  </a:lnTo>
                  <a:lnTo>
                    <a:pt x="23363" y="5178"/>
                  </a:lnTo>
                  <a:lnTo>
                    <a:pt x="23363" y="3072"/>
                  </a:lnTo>
                  <a:cubicBezTo>
                    <a:pt x="23363" y="2710"/>
                    <a:pt x="23407" y="2424"/>
                    <a:pt x="23494" y="2212"/>
                  </a:cubicBezTo>
                  <a:cubicBezTo>
                    <a:pt x="23582" y="2000"/>
                    <a:pt x="23700" y="1894"/>
                    <a:pt x="23848" y="1894"/>
                  </a:cubicBezTo>
                  <a:cubicBezTo>
                    <a:pt x="23974" y="1894"/>
                    <a:pt x="24067" y="1980"/>
                    <a:pt x="24127" y="2152"/>
                  </a:cubicBezTo>
                  <a:cubicBezTo>
                    <a:pt x="24187" y="2324"/>
                    <a:pt x="24217" y="2589"/>
                    <a:pt x="24217" y="2949"/>
                  </a:cubicBezTo>
                  <a:lnTo>
                    <a:pt x="24217" y="5178"/>
                  </a:lnTo>
                  <a:lnTo>
                    <a:pt x="24509" y="5178"/>
                  </a:lnTo>
                  <a:lnTo>
                    <a:pt x="24509" y="3072"/>
                  </a:lnTo>
                  <a:cubicBezTo>
                    <a:pt x="24509" y="2708"/>
                    <a:pt x="24553" y="2421"/>
                    <a:pt x="24640" y="2210"/>
                  </a:cubicBezTo>
                  <a:cubicBezTo>
                    <a:pt x="24728" y="1999"/>
                    <a:pt x="24847" y="1894"/>
                    <a:pt x="24998" y="1894"/>
                  </a:cubicBezTo>
                  <a:cubicBezTo>
                    <a:pt x="25121" y="1894"/>
                    <a:pt x="25213" y="1981"/>
                    <a:pt x="25273" y="2154"/>
                  </a:cubicBezTo>
                  <a:cubicBezTo>
                    <a:pt x="25333" y="2327"/>
                    <a:pt x="25363" y="2592"/>
                    <a:pt x="25363" y="2949"/>
                  </a:cubicBezTo>
                  <a:lnTo>
                    <a:pt x="25363" y="5178"/>
                  </a:lnTo>
                  <a:lnTo>
                    <a:pt x="25655" y="5178"/>
                  </a:lnTo>
                  <a:lnTo>
                    <a:pt x="25655" y="2929"/>
                  </a:lnTo>
                  <a:cubicBezTo>
                    <a:pt x="25655" y="2428"/>
                    <a:pt x="25605" y="2041"/>
                    <a:pt x="25505" y="1769"/>
                  </a:cubicBezTo>
                  <a:cubicBezTo>
                    <a:pt x="25405" y="1498"/>
                    <a:pt x="25263" y="1362"/>
                    <a:pt x="25078" y="1362"/>
                  </a:cubicBezTo>
                  <a:cubicBezTo>
                    <a:pt x="24941" y="1362"/>
                    <a:pt x="24822" y="1427"/>
                    <a:pt x="24721" y="1558"/>
                  </a:cubicBezTo>
                  <a:cubicBezTo>
                    <a:pt x="24620" y="1689"/>
                    <a:pt x="24533" y="1892"/>
                    <a:pt x="24460" y="2167"/>
                  </a:cubicBezTo>
                  <a:cubicBezTo>
                    <a:pt x="24417" y="1905"/>
                    <a:pt x="24350" y="1706"/>
                    <a:pt x="24260" y="1568"/>
                  </a:cubicBezTo>
                  <a:cubicBezTo>
                    <a:pt x="24170" y="1431"/>
                    <a:pt x="24061" y="1362"/>
                    <a:pt x="23932" y="1362"/>
                  </a:cubicBezTo>
                  <a:close/>
                  <a:moveTo>
                    <a:pt x="26236" y="1452"/>
                  </a:moveTo>
                  <a:lnTo>
                    <a:pt x="26236" y="5178"/>
                  </a:lnTo>
                  <a:lnTo>
                    <a:pt x="26526" y="5178"/>
                  </a:lnTo>
                  <a:lnTo>
                    <a:pt x="26526" y="1452"/>
                  </a:lnTo>
                  <a:close/>
                  <a:moveTo>
                    <a:pt x="34705" y="1362"/>
                  </a:moveTo>
                  <a:cubicBezTo>
                    <a:pt x="34565" y="1362"/>
                    <a:pt x="34446" y="1417"/>
                    <a:pt x="34348" y="1526"/>
                  </a:cubicBezTo>
                  <a:cubicBezTo>
                    <a:pt x="34250" y="1636"/>
                    <a:pt x="34170" y="1804"/>
                    <a:pt x="34109" y="2031"/>
                  </a:cubicBezTo>
                  <a:lnTo>
                    <a:pt x="34109" y="1452"/>
                  </a:lnTo>
                  <a:lnTo>
                    <a:pt x="33817" y="1452"/>
                  </a:lnTo>
                  <a:lnTo>
                    <a:pt x="33817" y="5178"/>
                  </a:lnTo>
                  <a:lnTo>
                    <a:pt x="34109" y="5178"/>
                  </a:lnTo>
                  <a:lnTo>
                    <a:pt x="34109" y="3215"/>
                  </a:lnTo>
                  <a:cubicBezTo>
                    <a:pt x="34109" y="2794"/>
                    <a:pt x="34153" y="2470"/>
                    <a:pt x="34241" y="2245"/>
                  </a:cubicBezTo>
                  <a:cubicBezTo>
                    <a:pt x="34329" y="2020"/>
                    <a:pt x="34455" y="1907"/>
                    <a:pt x="34620" y="1907"/>
                  </a:cubicBezTo>
                  <a:cubicBezTo>
                    <a:pt x="34666" y="1907"/>
                    <a:pt x="34708" y="1917"/>
                    <a:pt x="34747" y="1936"/>
                  </a:cubicBezTo>
                  <a:cubicBezTo>
                    <a:pt x="34785" y="1955"/>
                    <a:pt x="34821" y="1984"/>
                    <a:pt x="34854" y="2024"/>
                  </a:cubicBezTo>
                  <a:lnTo>
                    <a:pt x="34852" y="1395"/>
                  </a:lnTo>
                  <a:cubicBezTo>
                    <a:pt x="34823" y="1384"/>
                    <a:pt x="34796" y="1376"/>
                    <a:pt x="34771" y="1370"/>
                  </a:cubicBezTo>
                  <a:cubicBezTo>
                    <a:pt x="34747" y="1365"/>
                    <a:pt x="34725" y="1362"/>
                    <a:pt x="34705" y="1362"/>
                  </a:cubicBezTo>
                  <a:close/>
                  <a:moveTo>
                    <a:pt x="4822" y="1362"/>
                  </a:moveTo>
                  <a:cubicBezTo>
                    <a:pt x="4556" y="1362"/>
                    <a:pt x="4345" y="1541"/>
                    <a:pt x="4189" y="1899"/>
                  </a:cubicBezTo>
                  <a:cubicBezTo>
                    <a:pt x="4032" y="2257"/>
                    <a:pt x="3954" y="2741"/>
                    <a:pt x="3954" y="3351"/>
                  </a:cubicBezTo>
                  <a:cubicBezTo>
                    <a:pt x="3954" y="3941"/>
                    <a:pt x="4037" y="4409"/>
                    <a:pt x="4202" y="4755"/>
                  </a:cubicBezTo>
                  <a:cubicBezTo>
                    <a:pt x="4366" y="5101"/>
                    <a:pt x="4590" y="5275"/>
                    <a:pt x="4873" y="5275"/>
                  </a:cubicBezTo>
                  <a:cubicBezTo>
                    <a:pt x="4985" y="5275"/>
                    <a:pt x="5097" y="5250"/>
                    <a:pt x="5206" y="5201"/>
                  </a:cubicBezTo>
                  <a:cubicBezTo>
                    <a:pt x="5316" y="5153"/>
                    <a:pt x="5423" y="5082"/>
                    <a:pt x="5527" y="4988"/>
                  </a:cubicBezTo>
                  <a:lnTo>
                    <a:pt x="5527" y="4409"/>
                  </a:lnTo>
                  <a:cubicBezTo>
                    <a:pt x="5424" y="4525"/>
                    <a:pt x="5320" y="4611"/>
                    <a:pt x="5215" y="4669"/>
                  </a:cubicBezTo>
                  <a:cubicBezTo>
                    <a:pt x="5110" y="4727"/>
                    <a:pt x="5002" y="4755"/>
                    <a:pt x="4890" y="4755"/>
                  </a:cubicBezTo>
                  <a:cubicBezTo>
                    <a:pt x="4697" y="4755"/>
                    <a:pt x="4547" y="4645"/>
                    <a:pt x="4439" y="4424"/>
                  </a:cubicBezTo>
                  <a:cubicBezTo>
                    <a:pt x="4331" y="4204"/>
                    <a:pt x="4270" y="3883"/>
                    <a:pt x="4258" y="3461"/>
                  </a:cubicBezTo>
                  <a:lnTo>
                    <a:pt x="5595" y="3461"/>
                  </a:lnTo>
                  <a:lnTo>
                    <a:pt x="5595" y="3162"/>
                  </a:lnTo>
                  <a:cubicBezTo>
                    <a:pt x="5595" y="2607"/>
                    <a:pt x="5526" y="2169"/>
                    <a:pt x="5387" y="1846"/>
                  </a:cubicBezTo>
                  <a:cubicBezTo>
                    <a:pt x="5249" y="1523"/>
                    <a:pt x="5060" y="1362"/>
                    <a:pt x="4822" y="1362"/>
                  </a:cubicBezTo>
                  <a:close/>
                  <a:moveTo>
                    <a:pt x="9290" y="1"/>
                  </a:moveTo>
                  <a:lnTo>
                    <a:pt x="9290" y="2017"/>
                  </a:lnTo>
                  <a:cubicBezTo>
                    <a:pt x="9229" y="1795"/>
                    <a:pt x="9151" y="1631"/>
                    <a:pt x="9058" y="1523"/>
                  </a:cubicBezTo>
                  <a:cubicBezTo>
                    <a:pt x="8965" y="1416"/>
                    <a:pt x="8853" y="1362"/>
                    <a:pt x="8722" y="1362"/>
                  </a:cubicBezTo>
                  <a:cubicBezTo>
                    <a:pt x="8508" y="1362"/>
                    <a:pt x="8334" y="1541"/>
                    <a:pt x="8200" y="1901"/>
                  </a:cubicBezTo>
                  <a:cubicBezTo>
                    <a:pt x="8065" y="2260"/>
                    <a:pt x="7998" y="2733"/>
                    <a:pt x="7998" y="3318"/>
                  </a:cubicBezTo>
                  <a:cubicBezTo>
                    <a:pt x="7998" y="3904"/>
                    <a:pt x="8065" y="4376"/>
                    <a:pt x="8200" y="4736"/>
                  </a:cubicBezTo>
                  <a:cubicBezTo>
                    <a:pt x="8334" y="5095"/>
                    <a:pt x="8508" y="5275"/>
                    <a:pt x="8722" y="5275"/>
                  </a:cubicBezTo>
                  <a:cubicBezTo>
                    <a:pt x="8853" y="5275"/>
                    <a:pt x="8965" y="5221"/>
                    <a:pt x="9058" y="5113"/>
                  </a:cubicBezTo>
                  <a:cubicBezTo>
                    <a:pt x="9151" y="5006"/>
                    <a:pt x="9229" y="4841"/>
                    <a:pt x="9290" y="4619"/>
                  </a:cubicBezTo>
                  <a:lnTo>
                    <a:pt x="9290" y="5178"/>
                  </a:lnTo>
                  <a:lnTo>
                    <a:pt x="9581" y="5178"/>
                  </a:lnTo>
                  <a:lnTo>
                    <a:pt x="9581" y="1"/>
                  </a:lnTo>
                  <a:close/>
                  <a:moveTo>
                    <a:pt x="10742" y="1362"/>
                  </a:moveTo>
                  <a:cubicBezTo>
                    <a:pt x="10525" y="1362"/>
                    <a:pt x="10358" y="1457"/>
                    <a:pt x="10240" y="1648"/>
                  </a:cubicBezTo>
                  <a:cubicBezTo>
                    <a:pt x="10122" y="1839"/>
                    <a:pt x="10063" y="2109"/>
                    <a:pt x="10063" y="2460"/>
                  </a:cubicBezTo>
                  <a:cubicBezTo>
                    <a:pt x="10063" y="2748"/>
                    <a:pt x="10103" y="2975"/>
                    <a:pt x="10183" y="3140"/>
                  </a:cubicBezTo>
                  <a:cubicBezTo>
                    <a:pt x="10263" y="3305"/>
                    <a:pt x="10393" y="3428"/>
                    <a:pt x="10573" y="3508"/>
                  </a:cubicBezTo>
                  <a:lnTo>
                    <a:pt x="10674" y="3558"/>
                  </a:lnTo>
                  <a:cubicBezTo>
                    <a:pt x="10855" y="3640"/>
                    <a:pt x="10971" y="3725"/>
                    <a:pt x="11025" y="3814"/>
                  </a:cubicBezTo>
                  <a:cubicBezTo>
                    <a:pt x="11078" y="3903"/>
                    <a:pt x="11104" y="4030"/>
                    <a:pt x="11104" y="4197"/>
                  </a:cubicBezTo>
                  <a:cubicBezTo>
                    <a:pt x="11104" y="4376"/>
                    <a:pt x="11068" y="4515"/>
                    <a:pt x="10994" y="4614"/>
                  </a:cubicBezTo>
                  <a:cubicBezTo>
                    <a:pt x="10920" y="4713"/>
                    <a:pt x="10815" y="4762"/>
                    <a:pt x="10678" y="4762"/>
                  </a:cubicBezTo>
                  <a:cubicBezTo>
                    <a:pt x="10575" y="4762"/>
                    <a:pt x="10472" y="4733"/>
                    <a:pt x="10368" y="4674"/>
                  </a:cubicBezTo>
                  <a:cubicBezTo>
                    <a:pt x="10263" y="4615"/>
                    <a:pt x="10157" y="4527"/>
                    <a:pt x="10050" y="4409"/>
                  </a:cubicBezTo>
                  <a:lnTo>
                    <a:pt x="10050" y="5042"/>
                  </a:lnTo>
                  <a:cubicBezTo>
                    <a:pt x="10164" y="5119"/>
                    <a:pt x="10272" y="5177"/>
                    <a:pt x="10375" y="5216"/>
                  </a:cubicBezTo>
                  <a:cubicBezTo>
                    <a:pt x="10478" y="5255"/>
                    <a:pt x="10576" y="5275"/>
                    <a:pt x="10671" y="5275"/>
                  </a:cubicBezTo>
                  <a:cubicBezTo>
                    <a:pt x="10899" y="5275"/>
                    <a:pt x="11078" y="5174"/>
                    <a:pt x="11208" y="4972"/>
                  </a:cubicBezTo>
                  <a:cubicBezTo>
                    <a:pt x="11338" y="4770"/>
                    <a:pt x="11403" y="4496"/>
                    <a:pt x="11403" y="4150"/>
                  </a:cubicBezTo>
                  <a:cubicBezTo>
                    <a:pt x="11403" y="3846"/>
                    <a:pt x="11360" y="3609"/>
                    <a:pt x="11273" y="3440"/>
                  </a:cubicBezTo>
                  <a:cubicBezTo>
                    <a:pt x="11186" y="3270"/>
                    <a:pt x="11039" y="3138"/>
                    <a:pt x="10833" y="3045"/>
                  </a:cubicBezTo>
                  <a:lnTo>
                    <a:pt x="10733" y="2999"/>
                  </a:lnTo>
                  <a:cubicBezTo>
                    <a:pt x="10577" y="2926"/>
                    <a:pt x="10473" y="2848"/>
                    <a:pt x="10421" y="2768"/>
                  </a:cubicBezTo>
                  <a:cubicBezTo>
                    <a:pt x="10370" y="2687"/>
                    <a:pt x="10344" y="2575"/>
                    <a:pt x="10344" y="2433"/>
                  </a:cubicBezTo>
                  <a:cubicBezTo>
                    <a:pt x="10344" y="2247"/>
                    <a:pt x="10380" y="2107"/>
                    <a:pt x="10452" y="2014"/>
                  </a:cubicBezTo>
                  <a:cubicBezTo>
                    <a:pt x="10525" y="1921"/>
                    <a:pt x="10633" y="1874"/>
                    <a:pt x="10777" y="1874"/>
                  </a:cubicBezTo>
                  <a:cubicBezTo>
                    <a:pt x="10872" y="1874"/>
                    <a:pt x="10964" y="1896"/>
                    <a:pt x="11052" y="1941"/>
                  </a:cubicBezTo>
                  <a:cubicBezTo>
                    <a:pt x="11141" y="1985"/>
                    <a:pt x="11226" y="2052"/>
                    <a:pt x="11308" y="2140"/>
                  </a:cubicBezTo>
                  <a:lnTo>
                    <a:pt x="11308" y="1561"/>
                  </a:lnTo>
                  <a:cubicBezTo>
                    <a:pt x="11228" y="1495"/>
                    <a:pt x="11141" y="1445"/>
                    <a:pt x="11046" y="1412"/>
                  </a:cubicBezTo>
                  <a:cubicBezTo>
                    <a:pt x="10951" y="1378"/>
                    <a:pt x="10850" y="1362"/>
                    <a:pt x="10742" y="1362"/>
                  </a:cubicBezTo>
                  <a:close/>
                  <a:moveTo>
                    <a:pt x="13582" y="1362"/>
                  </a:moveTo>
                  <a:cubicBezTo>
                    <a:pt x="13328" y="1362"/>
                    <a:pt x="13129" y="1535"/>
                    <a:pt x="12985" y="1881"/>
                  </a:cubicBezTo>
                  <a:cubicBezTo>
                    <a:pt x="12841" y="2227"/>
                    <a:pt x="12769" y="2706"/>
                    <a:pt x="12769" y="3318"/>
                  </a:cubicBezTo>
                  <a:cubicBezTo>
                    <a:pt x="12769" y="3928"/>
                    <a:pt x="12841" y="4407"/>
                    <a:pt x="12985" y="4754"/>
                  </a:cubicBezTo>
                  <a:cubicBezTo>
                    <a:pt x="13129" y="5101"/>
                    <a:pt x="13328" y="5275"/>
                    <a:pt x="13582" y="5275"/>
                  </a:cubicBezTo>
                  <a:cubicBezTo>
                    <a:pt x="13835" y="5275"/>
                    <a:pt x="14033" y="5101"/>
                    <a:pt x="14178" y="4754"/>
                  </a:cubicBezTo>
                  <a:cubicBezTo>
                    <a:pt x="14322" y="4407"/>
                    <a:pt x="14394" y="3928"/>
                    <a:pt x="14394" y="3318"/>
                  </a:cubicBezTo>
                  <a:cubicBezTo>
                    <a:pt x="14394" y="2706"/>
                    <a:pt x="14322" y="2227"/>
                    <a:pt x="14178" y="1881"/>
                  </a:cubicBezTo>
                  <a:cubicBezTo>
                    <a:pt x="14033" y="1535"/>
                    <a:pt x="13835" y="1362"/>
                    <a:pt x="13582" y="1362"/>
                  </a:cubicBezTo>
                  <a:close/>
                  <a:moveTo>
                    <a:pt x="17787" y="1362"/>
                  </a:moveTo>
                  <a:cubicBezTo>
                    <a:pt x="17521" y="1362"/>
                    <a:pt x="17310" y="1541"/>
                    <a:pt x="17154" y="1899"/>
                  </a:cubicBezTo>
                  <a:cubicBezTo>
                    <a:pt x="16997" y="2257"/>
                    <a:pt x="16919" y="2741"/>
                    <a:pt x="16919" y="3351"/>
                  </a:cubicBezTo>
                  <a:cubicBezTo>
                    <a:pt x="16919" y="3941"/>
                    <a:pt x="17002" y="4409"/>
                    <a:pt x="17167" y="4755"/>
                  </a:cubicBezTo>
                  <a:cubicBezTo>
                    <a:pt x="17331" y="5101"/>
                    <a:pt x="17555" y="5275"/>
                    <a:pt x="17838" y="5275"/>
                  </a:cubicBezTo>
                  <a:cubicBezTo>
                    <a:pt x="17950" y="5275"/>
                    <a:pt x="18062" y="5250"/>
                    <a:pt x="18171" y="5201"/>
                  </a:cubicBezTo>
                  <a:cubicBezTo>
                    <a:pt x="18281" y="5153"/>
                    <a:pt x="18388" y="5082"/>
                    <a:pt x="18492" y="4988"/>
                  </a:cubicBezTo>
                  <a:lnTo>
                    <a:pt x="18492" y="4409"/>
                  </a:lnTo>
                  <a:cubicBezTo>
                    <a:pt x="18389" y="4525"/>
                    <a:pt x="18285" y="4611"/>
                    <a:pt x="18180" y="4669"/>
                  </a:cubicBezTo>
                  <a:cubicBezTo>
                    <a:pt x="18075" y="4727"/>
                    <a:pt x="17967" y="4755"/>
                    <a:pt x="17855" y="4755"/>
                  </a:cubicBezTo>
                  <a:cubicBezTo>
                    <a:pt x="17662" y="4755"/>
                    <a:pt x="17512" y="4645"/>
                    <a:pt x="17404" y="4424"/>
                  </a:cubicBezTo>
                  <a:cubicBezTo>
                    <a:pt x="17296" y="4204"/>
                    <a:pt x="17235" y="3883"/>
                    <a:pt x="17223" y="3461"/>
                  </a:cubicBezTo>
                  <a:lnTo>
                    <a:pt x="18560" y="3461"/>
                  </a:lnTo>
                  <a:lnTo>
                    <a:pt x="18560" y="3162"/>
                  </a:lnTo>
                  <a:cubicBezTo>
                    <a:pt x="18560" y="2607"/>
                    <a:pt x="18491" y="2169"/>
                    <a:pt x="18352" y="1846"/>
                  </a:cubicBezTo>
                  <a:cubicBezTo>
                    <a:pt x="18214" y="1523"/>
                    <a:pt x="18025" y="1362"/>
                    <a:pt x="17787" y="1362"/>
                  </a:cubicBezTo>
                  <a:close/>
                  <a:moveTo>
                    <a:pt x="21831" y="1362"/>
                  </a:moveTo>
                  <a:cubicBezTo>
                    <a:pt x="21565" y="1362"/>
                    <a:pt x="21354" y="1541"/>
                    <a:pt x="21198" y="1899"/>
                  </a:cubicBezTo>
                  <a:cubicBezTo>
                    <a:pt x="21041" y="2257"/>
                    <a:pt x="20963" y="2741"/>
                    <a:pt x="20963" y="3351"/>
                  </a:cubicBezTo>
                  <a:cubicBezTo>
                    <a:pt x="20963" y="3941"/>
                    <a:pt x="21046" y="4409"/>
                    <a:pt x="21211" y="4755"/>
                  </a:cubicBezTo>
                  <a:cubicBezTo>
                    <a:pt x="21375" y="5101"/>
                    <a:pt x="21599" y="5275"/>
                    <a:pt x="21882" y="5275"/>
                  </a:cubicBezTo>
                  <a:cubicBezTo>
                    <a:pt x="21994" y="5275"/>
                    <a:pt x="22106" y="5250"/>
                    <a:pt x="22215" y="5201"/>
                  </a:cubicBezTo>
                  <a:cubicBezTo>
                    <a:pt x="22325" y="5153"/>
                    <a:pt x="22432" y="5082"/>
                    <a:pt x="22536" y="4988"/>
                  </a:cubicBezTo>
                  <a:lnTo>
                    <a:pt x="22536" y="4409"/>
                  </a:lnTo>
                  <a:cubicBezTo>
                    <a:pt x="22433" y="4525"/>
                    <a:pt x="22329" y="4611"/>
                    <a:pt x="22224" y="4669"/>
                  </a:cubicBezTo>
                  <a:cubicBezTo>
                    <a:pt x="22119" y="4727"/>
                    <a:pt x="22011" y="4755"/>
                    <a:pt x="21899" y="4755"/>
                  </a:cubicBezTo>
                  <a:cubicBezTo>
                    <a:pt x="21706" y="4755"/>
                    <a:pt x="21556" y="4645"/>
                    <a:pt x="21448" y="4424"/>
                  </a:cubicBezTo>
                  <a:cubicBezTo>
                    <a:pt x="21340" y="4204"/>
                    <a:pt x="21279" y="3883"/>
                    <a:pt x="21267" y="3461"/>
                  </a:cubicBezTo>
                  <a:lnTo>
                    <a:pt x="22604" y="3461"/>
                  </a:lnTo>
                  <a:lnTo>
                    <a:pt x="22604" y="3162"/>
                  </a:lnTo>
                  <a:cubicBezTo>
                    <a:pt x="22604" y="2607"/>
                    <a:pt x="22535" y="2169"/>
                    <a:pt x="22396" y="1846"/>
                  </a:cubicBezTo>
                  <a:cubicBezTo>
                    <a:pt x="22258" y="1523"/>
                    <a:pt x="22069" y="1362"/>
                    <a:pt x="21831" y="1362"/>
                  </a:cubicBezTo>
                  <a:close/>
                  <a:moveTo>
                    <a:pt x="27877" y="1362"/>
                  </a:moveTo>
                  <a:cubicBezTo>
                    <a:pt x="27611" y="1362"/>
                    <a:pt x="27400" y="1541"/>
                    <a:pt x="27244" y="1899"/>
                  </a:cubicBezTo>
                  <a:cubicBezTo>
                    <a:pt x="27087" y="2257"/>
                    <a:pt x="27009" y="2741"/>
                    <a:pt x="27009" y="3351"/>
                  </a:cubicBezTo>
                  <a:cubicBezTo>
                    <a:pt x="27009" y="3941"/>
                    <a:pt x="27092" y="4409"/>
                    <a:pt x="27257" y="4755"/>
                  </a:cubicBezTo>
                  <a:cubicBezTo>
                    <a:pt x="27421" y="5101"/>
                    <a:pt x="27645" y="5275"/>
                    <a:pt x="27928" y="5275"/>
                  </a:cubicBezTo>
                  <a:cubicBezTo>
                    <a:pt x="28040" y="5275"/>
                    <a:pt x="28152" y="5250"/>
                    <a:pt x="28261" y="5201"/>
                  </a:cubicBezTo>
                  <a:cubicBezTo>
                    <a:pt x="28371" y="5153"/>
                    <a:pt x="28478" y="5082"/>
                    <a:pt x="28582" y="4988"/>
                  </a:cubicBezTo>
                  <a:lnTo>
                    <a:pt x="28582" y="4409"/>
                  </a:lnTo>
                  <a:cubicBezTo>
                    <a:pt x="28479" y="4525"/>
                    <a:pt x="28375" y="4611"/>
                    <a:pt x="28270" y="4669"/>
                  </a:cubicBezTo>
                  <a:cubicBezTo>
                    <a:pt x="28165" y="4727"/>
                    <a:pt x="28057" y="4755"/>
                    <a:pt x="27945" y="4755"/>
                  </a:cubicBezTo>
                  <a:cubicBezTo>
                    <a:pt x="27752" y="4755"/>
                    <a:pt x="27602" y="4645"/>
                    <a:pt x="27494" y="4424"/>
                  </a:cubicBezTo>
                  <a:cubicBezTo>
                    <a:pt x="27386" y="4204"/>
                    <a:pt x="27325" y="3883"/>
                    <a:pt x="27313" y="3461"/>
                  </a:cubicBezTo>
                  <a:lnTo>
                    <a:pt x="28650" y="3461"/>
                  </a:lnTo>
                  <a:lnTo>
                    <a:pt x="28650" y="3162"/>
                  </a:lnTo>
                  <a:cubicBezTo>
                    <a:pt x="28650" y="2607"/>
                    <a:pt x="28581" y="2169"/>
                    <a:pt x="28442" y="1846"/>
                  </a:cubicBezTo>
                  <a:cubicBezTo>
                    <a:pt x="28304" y="1523"/>
                    <a:pt x="28115" y="1362"/>
                    <a:pt x="27877" y="1362"/>
                  </a:cubicBezTo>
                  <a:close/>
                  <a:moveTo>
                    <a:pt x="29690" y="1362"/>
                  </a:moveTo>
                  <a:cubicBezTo>
                    <a:pt x="29473" y="1362"/>
                    <a:pt x="29306" y="1457"/>
                    <a:pt x="29188" y="1648"/>
                  </a:cubicBezTo>
                  <a:cubicBezTo>
                    <a:pt x="29070" y="1839"/>
                    <a:pt x="29011" y="2109"/>
                    <a:pt x="29011" y="2460"/>
                  </a:cubicBezTo>
                  <a:cubicBezTo>
                    <a:pt x="29011" y="2748"/>
                    <a:pt x="29051" y="2975"/>
                    <a:pt x="29131" y="3140"/>
                  </a:cubicBezTo>
                  <a:cubicBezTo>
                    <a:pt x="29211" y="3305"/>
                    <a:pt x="29341" y="3428"/>
                    <a:pt x="29521" y="3508"/>
                  </a:cubicBezTo>
                  <a:lnTo>
                    <a:pt x="29622" y="3558"/>
                  </a:lnTo>
                  <a:cubicBezTo>
                    <a:pt x="29803" y="3640"/>
                    <a:pt x="29919" y="3725"/>
                    <a:pt x="29973" y="3814"/>
                  </a:cubicBezTo>
                  <a:cubicBezTo>
                    <a:pt x="30026" y="3903"/>
                    <a:pt x="30052" y="4030"/>
                    <a:pt x="30052" y="4197"/>
                  </a:cubicBezTo>
                  <a:cubicBezTo>
                    <a:pt x="30052" y="4376"/>
                    <a:pt x="30016" y="4515"/>
                    <a:pt x="29942" y="4614"/>
                  </a:cubicBezTo>
                  <a:cubicBezTo>
                    <a:pt x="29868" y="4713"/>
                    <a:pt x="29763" y="4762"/>
                    <a:pt x="29626" y="4762"/>
                  </a:cubicBezTo>
                  <a:cubicBezTo>
                    <a:pt x="29523" y="4762"/>
                    <a:pt x="29420" y="4733"/>
                    <a:pt x="29316" y="4674"/>
                  </a:cubicBezTo>
                  <a:cubicBezTo>
                    <a:pt x="29211" y="4615"/>
                    <a:pt x="29105" y="4527"/>
                    <a:pt x="28998" y="4409"/>
                  </a:cubicBezTo>
                  <a:lnTo>
                    <a:pt x="28998" y="5042"/>
                  </a:lnTo>
                  <a:cubicBezTo>
                    <a:pt x="29112" y="5119"/>
                    <a:pt x="29220" y="5177"/>
                    <a:pt x="29323" y="5216"/>
                  </a:cubicBezTo>
                  <a:cubicBezTo>
                    <a:pt x="29426" y="5255"/>
                    <a:pt x="29524" y="5275"/>
                    <a:pt x="29619" y="5275"/>
                  </a:cubicBezTo>
                  <a:cubicBezTo>
                    <a:pt x="29847" y="5275"/>
                    <a:pt x="30026" y="5174"/>
                    <a:pt x="30156" y="4972"/>
                  </a:cubicBezTo>
                  <a:cubicBezTo>
                    <a:pt x="30286" y="4770"/>
                    <a:pt x="30351" y="4496"/>
                    <a:pt x="30351" y="4150"/>
                  </a:cubicBezTo>
                  <a:cubicBezTo>
                    <a:pt x="30351" y="3846"/>
                    <a:pt x="30308" y="3609"/>
                    <a:pt x="30221" y="3440"/>
                  </a:cubicBezTo>
                  <a:cubicBezTo>
                    <a:pt x="30134" y="3270"/>
                    <a:pt x="29987" y="3138"/>
                    <a:pt x="29781" y="3045"/>
                  </a:cubicBezTo>
                  <a:lnTo>
                    <a:pt x="29681" y="2999"/>
                  </a:lnTo>
                  <a:cubicBezTo>
                    <a:pt x="29525" y="2926"/>
                    <a:pt x="29421" y="2848"/>
                    <a:pt x="29369" y="2768"/>
                  </a:cubicBezTo>
                  <a:cubicBezTo>
                    <a:pt x="29318" y="2687"/>
                    <a:pt x="29292" y="2575"/>
                    <a:pt x="29292" y="2433"/>
                  </a:cubicBezTo>
                  <a:cubicBezTo>
                    <a:pt x="29292" y="2247"/>
                    <a:pt x="29328" y="2107"/>
                    <a:pt x="29400" y="2014"/>
                  </a:cubicBezTo>
                  <a:cubicBezTo>
                    <a:pt x="29473" y="1921"/>
                    <a:pt x="29581" y="1874"/>
                    <a:pt x="29725" y="1874"/>
                  </a:cubicBezTo>
                  <a:cubicBezTo>
                    <a:pt x="29820" y="1874"/>
                    <a:pt x="29912" y="1896"/>
                    <a:pt x="30000" y="1941"/>
                  </a:cubicBezTo>
                  <a:cubicBezTo>
                    <a:pt x="30089" y="1985"/>
                    <a:pt x="30174" y="2052"/>
                    <a:pt x="30256" y="2140"/>
                  </a:cubicBezTo>
                  <a:lnTo>
                    <a:pt x="30256" y="1561"/>
                  </a:lnTo>
                  <a:cubicBezTo>
                    <a:pt x="30176" y="1495"/>
                    <a:pt x="30089" y="1445"/>
                    <a:pt x="29994" y="1412"/>
                  </a:cubicBezTo>
                  <a:cubicBezTo>
                    <a:pt x="29899" y="1378"/>
                    <a:pt x="29798" y="1362"/>
                    <a:pt x="29690" y="1362"/>
                  </a:cubicBezTo>
                  <a:close/>
                  <a:moveTo>
                    <a:pt x="32465" y="1362"/>
                  </a:moveTo>
                  <a:cubicBezTo>
                    <a:pt x="32370" y="1362"/>
                    <a:pt x="32273" y="1383"/>
                    <a:pt x="32172" y="1427"/>
                  </a:cubicBezTo>
                  <a:cubicBezTo>
                    <a:pt x="32072" y="1470"/>
                    <a:pt x="31969" y="1535"/>
                    <a:pt x="31863" y="1621"/>
                  </a:cubicBezTo>
                  <a:lnTo>
                    <a:pt x="31863" y="2187"/>
                  </a:lnTo>
                  <a:cubicBezTo>
                    <a:pt x="31951" y="2085"/>
                    <a:pt x="32043" y="2008"/>
                    <a:pt x="32139" y="1957"/>
                  </a:cubicBezTo>
                  <a:cubicBezTo>
                    <a:pt x="32235" y="1906"/>
                    <a:pt x="32334" y="1881"/>
                    <a:pt x="32435" y="1881"/>
                  </a:cubicBezTo>
                  <a:cubicBezTo>
                    <a:pt x="32594" y="1881"/>
                    <a:pt x="32718" y="1958"/>
                    <a:pt x="32806" y="2112"/>
                  </a:cubicBezTo>
                  <a:cubicBezTo>
                    <a:pt x="32894" y="2266"/>
                    <a:pt x="32938" y="2484"/>
                    <a:pt x="32938" y="2766"/>
                  </a:cubicBezTo>
                  <a:lnTo>
                    <a:pt x="32938" y="2826"/>
                  </a:lnTo>
                  <a:lnTo>
                    <a:pt x="32530" y="2826"/>
                  </a:lnTo>
                  <a:cubicBezTo>
                    <a:pt x="32265" y="2826"/>
                    <a:pt x="32066" y="2932"/>
                    <a:pt x="31933" y="3145"/>
                  </a:cubicBezTo>
                  <a:cubicBezTo>
                    <a:pt x="31800" y="3358"/>
                    <a:pt x="31733" y="3674"/>
                    <a:pt x="31733" y="4093"/>
                  </a:cubicBezTo>
                  <a:cubicBezTo>
                    <a:pt x="31733" y="4453"/>
                    <a:pt x="31786" y="4739"/>
                    <a:pt x="31893" y="4953"/>
                  </a:cubicBezTo>
                  <a:cubicBezTo>
                    <a:pt x="32000" y="5167"/>
                    <a:pt x="32145" y="5275"/>
                    <a:pt x="32326" y="5275"/>
                  </a:cubicBezTo>
                  <a:cubicBezTo>
                    <a:pt x="32469" y="5275"/>
                    <a:pt x="32590" y="5221"/>
                    <a:pt x="32689" y="5113"/>
                  </a:cubicBezTo>
                  <a:cubicBezTo>
                    <a:pt x="32788" y="5006"/>
                    <a:pt x="32871" y="4839"/>
                    <a:pt x="32938" y="4612"/>
                  </a:cubicBezTo>
                  <a:lnTo>
                    <a:pt x="32938" y="5178"/>
                  </a:lnTo>
                  <a:lnTo>
                    <a:pt x="33229" y="5178"/>
                  </a:lnTo>
                  <a:lnTo>
                    <a:pt x="33229" y="3052"/>
                  </a:lnTo>
                  <a:cubicBezTo>
                    <a:pt x="33229" y="2484"/>
                    <a:pt x="33165" y="2060"/>
                    <a:pt x="33039" y="1781"/>
                  </a:cubicBezTo>
                  <a:cubicBezTo>
                    <a:pt x="32912" y="1502"/>
                    <a:pt x="32721" y="1362"/>
                    <a:pt x="32465" y="1362"/>
                  </a:cubicBezTo>
                  <a:close/>
                  <a:moveTo>
                    <a:pt x="35900" y="1362"/>
                  </a:moveTo>
                  <a:cubicBezTo>
                    <a:pt x="35634" y="1362"/>
                    <a:pt x="35423" y="1541"/>
                    <a:pt x="35267" y="1899"/>
                  </a:cubicBezTo>
                  <a:cubicBezTo>
                    <a:pt x="35110" y="2257"/>
                    <a:pt x="35032" y="2741"/>
                    <a:pt x="35032" y="3351"/>
                  </a:cubicBezTo>
                  <a:cubicBezTo>
                    <a:pt x="35032" y="3941"/>
                    <a:pt x="35115" y="4409"/>
                    <a:pt x="35280" y="4755"/>
                  </a:cubicBezTo>
                  <a:cubicBezTo>
                    <a:pt x="35444" y="5101"/>
                    <a:pt x="35668" y="5275"/>
                    <a:pt x="35951" y="5275"/>
                  </a:cubicBezTo>
                  <a:cubicBezTo>
                    <a:pt x="36063" y="5275"/>
                    <a:pt x="36175" y="5250"/>
                    <a:pt x="36284" y="5201"/>
                  </a:cubicBezTo>
                  <a:cubicBezTo>
                    <a:pt x="36394" y="5153"/>
                    <a:pt x="36501" y="5082"/>
                    <a:pt x="36605" y="4988"/>
                  </a:cubicBezTo>
                  <a:lnTo>
                    <a:pt x="36605" y="4409"/>
                  </a:lnTo>
                  <a:cubicBezTo>
                    <a:pt x="36502" y="4525"/>
                    <a:pt x="36398" y="4611"/>
                    <a:pt x="36293" y="4669"/>
                  </a:cubicBezTo>
                  <a:cubicBezTo>
                    <a:pt x="36188" y="4727"/>
                    <a:pt x="36080" y="4755"/>
                    <a:pt x="35968" y="4755"/>
                  </a:cubicBezTo>
                  <a:cubicBezTo>
                    <a:pt x="35775" y="4755"/>
                    <a:pt x="35625" y="4645"/>
                    <a:pt x="35517" y="4424"/>
                  </a:cubicBezTo>
                  <a:cubicBezTo>
                    <a:pt x="35409" y="4204"/>
                    <a:pt x="35348" y="3883"/>
                    <a:pt x="35336" y="3461"/>
                  </a:cubicBezTo>
                  <a:lnTo>
                    <a:pt x="36673" y="3461"/>
                  </a:lnTo>
                  <a:lnTo>
                    <a:pt x="36673" y="3162"/>
                  </a:lnTo>
                  <a:cubicBezTo>
                    <a:pt x="36673" y="2607"/>
                    <a:pt x="36604" y="2169"/>
                    <a:pt x="36465" y="1846"/>
                  </a:cubicBezTo>
                  <a:cubicBezTo>
                    <a:pt x="36327" y="1523"/>
                    <a:pt x="36138" y="1362"/>
                    <a:pt x="35900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163125" y="1187425"/>
              <a:ext cx="335825" cy="131875"/>
            </a:xfrm>
            <a:custGeom>
              <a:rect b="b" l="l" r="r" t="t"/>
              <a:pathLst>
                <a:path extrusionOk="0" h="5275" w="13433">
                  <a:moveTo>
                    <a:pt x="9317" y="1"/>
                  </a:moveTo>
                  <a:lnTo>
                    <a:pt x="9317" y="776"/>
                  </a:lnTo>
                  <a:lnTo>
                    <a:pt x="9607" y="776"/>
                  </a:lnTo>
                  <a:lnTo>
                    <a:pt x="9607" y="1"/>
                  </a:lnTo>
                  <a:close/>
                  <a:moveTo>
                    <a:pt x="871" y="1880"/>
                  </a:moveTo>
                  <a:cubicBezTo>
                    <a:pt x="1015" y="1880"/>
                    <a:pt x="1130" y="1980"/>
                    <a:pt x="1217" y="2180"/>
                  </a:cubicBezTo>
                  <a:cubicBezTo>
                    <a:pt x="1304" y="2379"/>
                    <a:pt x="1348" y="2647"/>
                    <a:pt x="1350" y="2982"/>
                  </a:cubicBezTo>
                  <a:lnTo>
                    <a:pt x="313" y="2985"/>
                  </a:lnTo>
                  <a:cubicBezTo>
                    <a:pt x="328" y="2635"/>
                    <a:pt x="384" y="2363"/>
                    <a:pt x="482" y="2170"/>
                  </a:cubicBezTo>
                  <a:cubicBezTo>
                    <a:pt x="579" y="1977"/>
                    <a:pt x="709" y="1880"/>
                    <a:pt x="871" y="1880"/>
                  </a:cubicBezTo>
                  <a:close/>
                  <a:moveTo>
                    <a:pt x="4915" y="1880"/>
                  </a:moveTo>
                  <a:cubicBezTo>
                    <a:pt x="5059" y="1880"/>
                    <a:pt x="5174" y="1980"/>
                    <a:pt x="5261" y="2180"/>
                  </a:cubicBezTo>
                  <a:cubicBezTo>
                    <a:pt x="5348" y="2379"/>
                    <a:pt x="5392" y="2647"/>
                    <a:pt x="5394" y="2982"/>
                  </a:cubicBezTo>
                  <a:lnTo>
                    <a:pt x="4357" y="2985"/>
                  </a:lnTo>
                  <a:cubicBezTo>
                    <a:pt x="4372" y="2635"/>
                    <a:pt x="4428" y="2363"/>
                    <a:pt x="4526" y="2170"/>
                  </a:cubicBezTo>
                  <a:cubicBezTo>
                    <a:pt x="4623" y="1977"/>
                    <a:pt x="4753" y="1880"/>
                    <a:pt x="4915" y="1880"/>
                  </a:cubicBezTo>
                  <a:close/>
                  <a:moveTo>
                    <a:pt x="10961" y="1880"/>
                  </a:moveTo>
                  <a:cubicBezTo>
                    <a:pt x="11105" y="1880"/>
                    <a:pt x="11220" y="1980"/>
                    <a:pt x="11307" y="2180"/>
                  </a:cubicBezTo>
                  <a:cubicBezTo>
                    <a:pt x="11394" y="2379"/>
                    <a:pt x="11438" y="2647"/>
                    <a:pt x="11440" y="2982"/>
                  </a:cubicBezTo>
                  <a:lnTo>
                    <a:pt x="10403" y="2985"/>
                  </a:lnTo>
                  <a:cubicBezTo>
                    <a:pt x="10418" y="2635"/>
                    <a:pt x="10474" y="2363"/>
                    <a:pt x="10572" y="2170"/>
                  </a:cubicBezTo>
                  <a:cubicBezTo>
                    <a:pt x="10669" y="1977"/>
                    <a:pt x="10799" y="1880"/>
                    <a:pt x="10961" y="1880"/>
                  </a:cubicBezTo>
                  <a:close/>
                  <a:moveTo>
                    <a:pt x="2972" y="1361"/>
                  </a:moveTo>
                  <a:cubicBezTo>
                    <a:pt x="2849" y="1361"/>
                    <a:pt x="2740" y="1417"/>
                    <a:pt x="2646" y="1528"/>
                  </a:cubicBezTo>
                  <a:cubicBezTo>
                    <a:pt x="2552" y="1639"/>
                    <a:pt x="2470" y="1806"/>
                    <a:pt x="2400" y="2030"/>
                  </a:cubicBezTo>
                  <a:lnTo>
                    <a:pt x="2400" y="1451"/>
                  </a:lnTo>
                  <a:lnTo>
                    <a:pt x="2108" y="1451"/>
                  </a:lnTo>
                  <a:lnTo>
                    <a:pt x="2108" y="5178"/>
                  </a:lnTo>
                  <a:lnTo>
                    <a:pt x="2400" y="5178"/>
                  </a:lnTo>
                  <a:lnTo>
                    <a:pt x="2400" y="3072"/>
                  </a:lnTo>
                  <a:cubicBezTo>
                    <a:pt x="2400" y="2708"/>
                    <a:pt x="2445" y="2421"/>
                    <a:pt x="2536" y="2210"/>
                  </a:cubicBezTo>
                  <a:cubicBezTo>
                    <a:pt x="2627" y="1999"/>
                    <a:pt x="2750" y="1894"/>
                    <a:pt x="2907" y="1894"/>
                  </a:cubicBezTo>
                  <a:cubicBezTo>
                    <a:pt x="3038" y="1894"/>
                    <a:pt x="3136" y="1981"/>
                    <a:pt x="3202" y="2157"/>
                  </a:cubicBezTo>
                  <a:cubicBezTo>
                    <a:pt x="3267" y="2332"/>
                    <a:pt x="3300" y="2596"/>
                    <a:pt x="3300" y="2948"/>
                  </a:cubicBezTo>
                  <a:lnTo>
                    <a:pt x="3300" y="5178"/>
                  </a:lnTo>
                  <a:lnTo>
                    <a:pt x="3590" y="5178"/>
                  </a:lnTo>
                  <a:lnTo>
                    <a:pt x="3590" y="2928"/>
                  </a:lnTo>
                  <a:cubicBezTo>
                    <a:pt x="3590" y="2414"/>
                    <a:pt x="3538" y="2024"/>
                    <a:pt x="3434" y="1759"/>
                  </a:cubicBezTo>
                  <a:cubicBezTo>
                    <a:pt x="3330" y="1494"/>
                    <a:pt x="3176" y="1361"/>
                    <a:pt x="2972" y="1361"/>
                  </a:cubicBezTo>
                  <a:close/>
                  <a:moveTo>
                    <a:pt x="7013" y="1361"/>
                  </a:moveTo>
                  <a:cubicBezTo>
                    <a:pt x="6886" y="1361"/>
                    <a:pt x="6775" y="1416"/>
                    <a:pt x="6683" y="1524"/>
                  </a:cubicBezTo>
                  <a:cubicBezTo>
                    <a:pt x="6590" y="1633"/>
                    <a:pt x="6510" y="1802"/>
                    <a:pt x="6444" y="2030"/>
                  </a:cubicBezTo>
                  <a:lnTo>
                    <a:pt x="6444" y="1451"/>
                  </a:lnTo>
                  <a:lnTo>
                    <a:pt x="6152" y="1451"/>
                  </a:lnTo>
                  <a:lnTo>
                    <a:pt x="6152" y="5178"/>
                  </a:lnTo>
                  <a:lnTo>
                    <a:pt x="6444" y="5178"/>
                  </a:lnTo>
                  <a:lnTo>
                    <a:pt x="6444" y="3072"/>
                  </a:lnTo>
                  <a:cubicBezTo>
                    <a:pt x="6444" y="2710"/>
                    <a:pt x="6488" y="2423"/>
                    <a:pt x="6575" y="2211"/>
                  </a:cubicBezTo>
                  <a:cubicBezTo>
                    <a:pt x="6663" y="2000"/>
                    <a:pt x="6781" y="1894"/>
                    <a:pt x="6929" y="1894"/>
                  </a:cubicBezTo>
                  <a:cubicBezTo>
                    <a:pt x="7055" y="1894"/>
                    <a:pt x="7148" y="1980"/>
                    <a:pt x="7208" y="2152"/>
                  </a:cubicBezTo>
                  <a:cubicBezTo>
                    <a:pt x="7268" y="2323"/>
                    <a:pt x="7298" y="2589"/>
                    <a:pt x="7298" y="2948"/>
                  </a:cubicBezTo>
                  <a:lnTo>
                    <a:pt x="7298" y="5178"/>
                  </a:lnTo>
                  <a:lnTo>
                    <a:pt x="7590" y="5178"/>
                  </a:lnTo>
                  <a:lnTo>
                    <a:pt x="7590" y="3072"/>
                  </a:lnTo>
                  <a:cubicBezTo>
                    <a:pt x="7590" y="2708"/>
                    <a:pt x="7634" y="2421"/>
                    <a:pt x="7721" y="2210"/>
                  </a:cubicBezTo>
                  <a:cubicBezTo>
                    <a:pt x="7809" y="1999"/>
                    <a:pt x="7928" y="1894"/>
                    <a:pt x="8079" y="1894"/>
                  </a:cubicBezTo>
                  <a:cubicBezTo>
                    <a:pt x="8202" y="1894"/>
                    <a:pt x="8294" y="1980"/>
                    <a:pt x="8354" y="2153"/>
                  </a:cubicBezTo>
                  <a:cubicBezTo>
                    <a:pt x="8414" y="2326"/>
                    <a:pt x="8444" y="2591"/>
                    <a:pt x="8444" y="2948"/>
                  </a:cubicBezTo>
                  <a:lnTo>
                    <a:pt x="8444" y="5178"/>
                  </a:lnTo>
                  <a:lnTo>
                    <a:pt x="8736" y="5178"/>
                  </a:lnTo>
                  <a:lnTo>
                    <a:pt x="8736" y="2928"/>
                  </a:lnTo>
                  <a:cubicBezTo>
                    <a:pt x="8736" y="2427"/>
                    <a:pt x="8686" y="2041"/>
                    <a:pt x="8586" y="1769"/>
                  </a:cubicBezTo>
                  <a:cubicBezTo>
                    <a:pt x="8486" y="1497"/>
                    <a:pt x="8344" y="1361"/>
                    <a:pt x="8159" y="1361"/>
                  </a:cubicBezTo>
                  <a:cubicBezTo>
                    <a:pt x="8022" y="1361"/>
                    <a:pt x="7903" y="1427"/>
                    <a:pt x="7802" y="1558"/>
                  </a:cubicBezTo>
                  <a:cubicBezTo>
                    <a:pt x="7701" y="1689"/>
                    <a:pt x="7614" y="1892"/>
                    <a:pt x="7541" y="2167"/>
                  </a:cubicBezTo>
                  <a:cubicBezTo>
                    <a:pt x="7498" y="1905"/>
                    <a:pt x="7431" y="1705"/>
                    <a:pt x="7341" y="1568"/>
                  </a:cubicBezTo>
                  <a:cubicBezTo>
                    <a:pt x="7251" y="1430"/>
                    <a:pt x="7142" y="1361"/>
                    <a:pt x="7013" y="1361"/>
                  </a:cubicBezTo>
                  <a:close/>
                  <a:moveTo>
                    <a:pt x="9317" y="1451"/>
                  </a:moveTo>
                  <a:lnTo>
                    <a:pt x="9317" y="5178"/>
                  </a:lnTo>
                  <a:lnTo>
                    <a:pt x="9607" y="5178"/>
                  </a:lnTo>
                  <a:lnTo>
                    <a:pt x="9607" y="1451"/>
                  </a:lnTo>
                  <a:close/>
                  <a:moveTo>
                    <a:pt x="868" y="1361"/>
                  </a:moveTo>
                  <a:cubicBezTo>
                    <a:pt x="602" y="1361"/>
                    <a:pt x="391" y="1540"/>
                    <a:pt x="235" y="1899"/>
                  </a:cubicBezTo>
                  <a:cubicBezTo>
                    <a:pt x="78" y="2257"/>
                    <a:pt x="0" y="2741"/>
                    <a:pt x="0" y="3351"/>
                  </a:cubicBezTo>
                  <a:cubicBezTo>
                    <a:pt x="0" y="3941"/>
                    <a:pt x="83" y="4409"/>
                    <a:pt x="248" y="4755"/>
                  </a:cubicBezTo>
                  <a:cubicBezTo>
                    <a:pt x="412" y="5101"/>
                    <a:pt x="636" y="5274"/>
                    <a:pt x="919" y="5274"/>
                  </a:cubicBezTo>
                  <a:cubicBezTo>
                    <a:pt x="1031" y="5274"/>
                    <a:pt x="1143" y="5250"/>
                    <a:pt x="1252" y="5201"/>
                  </a:cubicBezTo>
                  <a:cubicBezTo>
                    <a:pt x="1362" y="5152"/>
                    <a:pt x="1469" y="5081"/>
                    <a:pt x="1573" y="4988"/>
                  </a:cubicBezTo>
                  <a:lnTo>
                    <a:pt x="1573" y="4409"/>
                  </a:lnTo>
                  <a:cubicBezTo>
                    <a:pt x="1470" y="4524"/>
                    <a:pt x="1366" y="4611"/>
                    <a:pt x="1261" y="4669"/>
                  </a:cubicBezTo>
                  <a:cubicBezTo>
                    <a:pt x="1156" y="4726"/>
                    <a:pt x="1048" y="4755"/>
                    <a:pt x="936" y="4755"/>
                  </a:cubicBezTo>
                  <a:cubicBezTo>
                    <a:pt x="743" y="4755"/>
                    <a:pt x="593" y="4645"/>
                    <a:pt x="485" y="4424"/>
                  </a:cubicBezTo>
                  <a:cubicBezTo>
                    <a:pt x="377" y="4203"/>
                    <a:pt x="316" y="3882"/>
                    <a:pt x="304" y="3461"/>
                  </a:cubicBezTo>
                  <a:lnTo>
                    <a:pt x="1641" y="3461"/>
                  </a:lnTo>
                  <a:lnTo>
                    <a:pt x="1641" y="3161"/>
                  </a:lnTo>
                  <a:cubicBezTo>
                    <a:pt x="1641" y="2607"/>
                    <a:pt x="1572" y="2168"/>
                    <a:pt x="1433" y="1845"/>
                  </a:cubicBezTo>
                  <a:cubicBezTo>
                    <a:pt x="1295" y="1523"/>
                    <a:pt x="1106" y="1361"/>
                    <a:pt x="868" y="1361"/>
                  </a:cubicBezTo>
                  <a:close/>
                  <a:moveTo>
                    <a:pt x="4912" y="1361"/>
                  </a:moveTo>
                  <a:cubicBezTo>
                    <a:pt x="4646" y="1361"/>
                    <a:pt x="4435" y="1540"/>
                    <a:pt x="4279" y="1899"/>
                  </a:cubicBezTo>
                  <a:cubicBezTo>
                    <a:pt x="4122" y="2257"/>
                    <a:pt x="4044" y="2741"/>
                    <a:pt x="4044" y="3351"/>
                  </a:cubicBezTo>
                  <a:cubicBezTo>
                    <a:pt x="4044" y="3941"/>
                    <a:pt x="4127" y="4409"/>
                    <a:pt x="4292" y="4755"/>
                  </a:cubicBezTo>
                  <a:cubicBezTo>
                    <a:pt x="4456" y="5101"/>
                    <a:pt x="4680" y="5274"/>
                    <a:pt x="4963" y="5274"/>
                  </a:cubicBezTo>
                  <a:cubicBezTo>
                    <a:pt x="5075" y="5274"/>
                    <a:pt x="5187" y="5250"/>
                    <a:pt x="5296" y="5201"/>
                  </a:cubicBezTo>
                  <a:cubicBezTo>
                    <a:pt x="5406" y="5152"/>
                    <a:pt x="5513" y="5081"/>
                    <a:pt x="5617" y="4988"/>
                  </a:cubicBezTo>
                  <a:lnTo>
                    <a:pt x="5617" y="4409"/>
                  </a:lnTo>
                  <a:cubicBezTo>
                    <a:pt x="5514" y="4524"/>
                    <a:pt x="5410" y="4611"/>
                    <a:pt x="5305" y="4669"/>
                  </a:cubicBezTo>
                  <a:cubicBezTo>
                    <a:pt x="5200" y="4726"/>
                    <a:pt x="5092" y="4755"/>
                    <a:pt x="4980" y="4755"/>
                  </a:cubicBezTo>
                  <a:cubicBezTo>
                    <a:pt x="4787" y="4755"/>
                    <a:pt x="4637" y="4645"/>
                    <a:pt x="4529" y="4424"/>
                  </a:cubicBezTo>
                  <a:cubicBezTo>
                    <a:pt x="4421" y="4203"/>
                    <a:pt x="4360" y="3882"/>
                    <a:pt x="4348" y="3461"/>
                  </a:cubicBezTo>
                  <a:lnTo>
                    <a:pt x="5685" y="3461"/>
                  </a:lnTo>
                  <a:lnTo>
                    <a:pt x="5685" y="3161"/>
                  </a:lnTo>
                  <a:cubicBezTo>
                    <a:pt x="5685" y="2607"/>
                    <a:pt x="5616" y="2168"/>
                    <a:pt x="5477" y="1845"/>
                  </a:cubicBezTo>
                  <a:cubicBezTo>
                    <a:pt x="5339" y="1523"/>
                    <a:pt x="5150" y="1361"/>
                    <a:pt x="4912" y="1361"/>
                  </a:cubicBezTo>
                  <a:close/>
                  <a:moveTo>
                    <a:pt x="10958" y="1361"/>
                  </a:moveTo>
                  <a:cubicBezTo>
                    <a:pt x="10692" y="1361"/>
                    <a:pt x="10481" y="1540"/>
                    <a:pt x="10325" y="1899"/>
                  </a:cubicBezTo>
                  <a:cubicBezTo>
                    <a:pt x="10168" y="2257"/>
                    <a:pt x="10090" y="2741"/>
                    <a:pt x="10090" y="3351"/>
                  </a:cubicBezTo>
                  <a:cubicBezTo>
                    <a:pt x="10090" y="3941"/>
                    <a:pt x="10173" y="4409"/>
                    <a:pt x="10338" y="4755"/>
                  </a:cubicBezTo>
                  <a:cubicBezTo>
                    <a:pt x="10502" y="5101"/>
                    <a:pt x="10726" y="5274"/>
                    <a:pt x="11009" y="5274"/>
                  </a:cubicBezTo>
                  <a:cubicBezTo>
                    <a:pt x="11121" y="5274"/>
                    <a:pt x="11233" y="5250"/>
                    <a:pt x="11342" y="5201"/>
                  </a:cubicBezTo>
                  <a:cubicBezTo>
                    <a:pt x="11452" y="5152"/>
                    <a:pt x="11559" y="5081"/>
                    <a:pt x="11663" y="4988"/>
                  </a:cubicBezTo>
                  <a:lnTo>
                    <a:pt x="11663" y="4409"/>
                  </a:lnTo>
                  <a:cubicBezTo>
                    <a:pt x="11560" y="4524"/>
                    <a:pt x="11456" y="4611"/>
                    <a:pt x="11351" y="4669"/>
                  </a:cubicBezTo>
                  <a:cubicBezTo>
                    <a:pt x="11246" y="4726"/>
                    <a:pt x="11138" y="4755"/>
                    <a:pt x="11026" y="4755"/>
                  </a:cubicBezTo>
                  <a:cubicBezTo>
                    <a:pt x="10833" y="4755"/>
                    <a:pt x="10683" y="4645"/>
                    <a:pt x="10575" y="4424"/>
                  </a:cubicBezTo>
                  <a:cubicBezTo>
                    <a:pt x="10467" y="4203"/>
                    <a:pt x="10406" y="3882"/>
                    <a:pt x="10394" y="3461"/>
                  </a:cubicBezTo>
                  <a:lnTo>
                    <a:pt x="11731" y="3461"/>
                  </a:lnTo>
                  <a:lnTo>
                    <a:pt x="11731" y="3161"/>
                  </a:lnTo>
                  <a:cubicBezTo>
                    <a:pt x="11731" y="2607"/>
                    <a:pt x="11662" y="2168"/>
                    <a:pt x="11523" y="1845"/>
                  </a:cubicBezTo>
                  <a:cubicBezTo>
                    <a:pt x="11385" y="1523"/>
                    <a:pt x="11196" y="1361"/>
                    <a:pt x="10958" y="1361"/>
                  </a:cubicBezTo>
                  <a:close/>
                  <a:moveTo>
                    <a:pt x="12771" y="1361"/>
                  </a:moveTo>
                  <a:cubicBezTo>
                    <a:pt x="12554" y="1361"/>
                    <a:pt x="12387" y="1457"/>
                    <a:pt x="12269" y="1648"/>
                  </a:cubicBezTo>
                  <a:cubicBezTo>
                    <a:pt x="12151" y="1838"/>
                    <a:pt x="12092" y="2109"/>
                    <a:pt x="12092" y="2459"/>
                  </a:cubicBezTo>
                  <a:cubicBezTo>
                    <a:pt x="12092" y="2748"/>
                    <a:pt x="12132" y="2974"/>
                    <a:pt x="12212" y="3140"/>
                  </a:cubicBezTo>
                  <a:cubicBezTo>
                    <a:pt x="12292" y="3305"/>
                    <a:pt x="12422" y="3428"/>
                    <a:pt x="12602" y="3507"/>
                  </a:cubicBezTo>
                  <a:lnTo>
                    <a:pt x="12703" y="3557"/>
                  </a:lnTo>
                  <a:cubicBezTo>
                    <a:pt x="12884" y="3639"/>
                    <a:pt x="13000" y="3725"/>
                    <a:pt x="13054" y="3813"/>
                  </a:cubicBezTo>
                  <a:cubicBezTo>
                    <a:pt x="13107" y="3902"/>
                    <a:pt x="13133" y="4030"/>
                    <a:pt x="13133" y="4196"/>
                  </a:cubicBezTo>
                  <a:cubicBezTo>
                    <a:pt x="13133" y="4376"/>
                    <a:pt x="13097" y="4515"/>
                    <a:pt x="13023" y="4614"/>
                  </a:cubicBezTo>
                  <a:cubicBezTo>
                    <a:pt x="12949" y="4712"/>
                    <a:pt x="12844" y="4762"/>
                    <a:pt x="12707" y="4762"/>
                  </a:cubicBezTo>
                  <a:cubicBezTo>
                    <a:pt x="12604" y="4762"/>
                    <a:pt x="12501" y="4732"/>
                    <a:pt x="12397" y="4674"/>
                  </a:cubicBezTo>
                  <a:cubicBezTo>
                    <a:pt x="12292" y="4615"/>
                    <a:pt x="12186" y="4527"/>
                    <a:pt x="12079" y="4409"/>
                  </a:cubicBezTo>
                  <a:lnTo>
                    <a:pt x="12079" y="5041"/>
                  </a:lnTo>
                  <a:cubicBezTo>
                    <a:pt x="12193" y="5119"/>
                    <a:pt x="12301" y="5177"/>
                    <a:pt x="12404" y="5216"/>
                  </a:cubicBezTo>
                  <a:cubicBezTo>
                    <a:pt x="12507" y="5255"/>
                    <a:pt x="12605" y="5274"/>
                    <a:pt x="12700" y="5274"/>
                  </a:cubicBezTo>
                  <a:cubicBezTo>
                    <a:pt x="12928" y="5274"/>
                    <a:pt x="13107" y="5173"/>
                    <a:pt x="13237" y="4971"/>
                  </a:cubicBezTo>
                  <a:cubicBezTo>
                    <a:pt x="13367" y="4769"/>
                    <a:pt x="13432" y="4496"/>
                    <a:pt x="13432" y="4150"/>
                  </a:cubicBezTo>
                  <a:cubicBezTo>
                    <a:pt x="13432" y="3846"/>
                    <a:pt x="13389" y="3609"/>
                    <a:pt x="13302" y="3439"/>
                  </a:cubicBezTo>
                  <a:cubicBezTo>
                    <a:pt x="13215" y="3269"/>
                    <a:pt x="13068" y="3138"/>
                    <a:pt x="12862" y="3045"/>
                  </a:cubicBezTo>
                  <a:lnTo>
                    <a:pt x="12762" y="2998"/>
                  </a:lnTo>
                  <a:cubicBezTo>
                    <a:pt x="12606" y="2925"/>
                    <a:pt x="12502" y="2848"/>
                    <a:pt x="12450" y="2767"/>
                  </a:cubicBezTo>
                  <a:cubicBezTo>
                    <a:pt x="12399" y="2686"/>
                    <a:pt x="12373" y="2575"/>
                    <a:pt x="12373" y="2433"/>
                  </a:cubicBezTo>
                  <a:cubicBezTo>
                    <a:pt x="12373" y="2246"/>
                    <a:pt x="12409" y="2107"/>
                    <a:pt x="12481" y="2014"/>
                  </a:cubicBezTo>
                  <a:cubicBezTo>
                    <a:pt x="12554" y="1920"/>
                    <a:pt x="12662" y="1874"/>
                    <a:pt x="12806" y="1874"/>
                  </a:cubicBezTo>
                  <a:cubicBezTo>
                    <a:pt x="12901" y="1874"/>
                    <a:pt x="12993" y="1896"/>
                    <a:pt x="13081" y="1940"/>
                  </a:cubicBezTo>
                  <a:cubicBezTo>
                    <a:pt x="13170" y="1985"/>
                    <a:pt x="13255" y="2051"/>
                    <a:pt x="13337" y="2140"/>
                  </a:cubicBezTo>
                  <a:lnTo>
                    <a:pt x="13337" y="1561"/>
                  </a:lnTo>
                  <a:cubicBezTo>
                    <a:pt x="13257" y="1494"/>
                    <a:pt x="13170" y="1445"/>
                    <a:pt x="13075" y="1411"/>
                  </a:cubicBezTo>
                  <a:cubicBezTo>
                    <a:pt x="12980" y="1378"/>
                    <a:pt x="12879" y="1361"/>
                    <a:pt x="12771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1089400" y="977875"/>
              <a:ext cx="1458975" cy="164900"/>
            </a:xfrm>
            <a:custGeom>
              <a:rect b="b" l="l" r="r" t="t"/>
              <a:pathLst>
                <a:path extrusionOk="0" h="6596" w="58359">
                  <a:moveTo>
                    <a:pt x="9247" y="1"/>
                  </a:moveTo>
                  <a:lnTo>
                    <a:pt x="9247" y="776"/>
                  </a:lnTo>
                  <a:lnTo>
                    <a:pt x="9538" y="776"/>
                  </a:lnTo>
                  <a:lnTo>
                    <a:pt x="9538" y="1"/>
                  </a:lnTo>
                  <a:close/>
                  <a:moveTo>
                    <a:pt x="11417" y="1"/>
                  </a:moveTo>
                  <a:lnTo>
                    <a:pt x="11417" y="776"/>
                  </a:lnTo>
                  <a:lnTo>
                    <a:pt x="11708" y="776"/>
                  </a:lnTo>
                  <a:lnTo>
                    <a:pt x="11708" y="1"/>
                  </a:lnTo>
                  <a:close/>
                  <a:moveTo>
                    <a:pt x="30161" y="1"/>
                  </a:moveTo>
                  <a:lnTo>
                    <a:pt x="30161" y="776"/>
                  </a:lnTo>
                  <a:lnTo>
                    <a:pt x="30452" y="776"/>
                  </a:lnTo>
                  <a:lnTo>
                    <a:pt x="30452" y="1"/>
                  </a:lnTo>
                  <a:close/>
                  <a:moveTo>
                    <a:pt x="45471" y="1"/>
                  </a:moveTo>
                  <a:lnTo>
                    <a:pt x="45471" y="776"/>
                  </a:lnTo>
                  <a:lnTo>
                    <a:pt x="45762" y="776"/>
                  </a:lnTo>
                  <a:lnTo>
                    <a:pt x="45762" y="1"/>
                  </a:lnTo>
                  <a:close/>
                  <a:moveTo>
                    <a:pt x="14978" y="1881"/>
                  </a:moveTo>
                  <a:cubicBezTo>
                    <a:pt x="15121" y="1881"/>
                    <a:pt x="15236" y="1981"/>
                    <a:pt x="15323" y="2180"/>
                  </a:cubicBezTo>
                  <a:cubicBezTo>
                    <a:pt x="15410" y="2380"/>
                    <a:pt x="15455" y="2647"/>
                    <a:pt x="15457" y="2982"/>
                  </a:cubicBezTo>
                  <a:lnTo>
                    <a:pt x="14420" y="2985"/>
                  </a:lnTo>
                  <a:cubicBezTo>
                    <a:pt x="14434" y="2635"/>
                    <a:pt x="14491" y="2363"/>
                    <a:pt x="14588" y="2170"/>
                  </a:cubicBezTo>
                  <a:cubicBezTo>
                    <a:pt x="14686" y="1977"/>
                    <a:pt x="14815" y="1881"/>
                    <a:pt x="14978" y="1881"/>
                  </a:cubicBezTo>
                  <a:close/>
                  <a:moveTo>
                    <a:pt x="25864" y="1881"/>
                  </a:moveTo>
                  <a:cubicBezTo>
                    <a:pt x="26007" y="1881"/>
                    <a:pt x="26122" y="1981"/>
                    <a:pt x="26209" y="2180"/>
                  </a:cubicBezTo>
                  <a:cubicBezTo>
                    <a:pt x="26296" y="2380"/>
                    <a:pt x="26341" y="2647"/>
                    <a:pt x="26343" y="2982"/>
                  </a:cubicBezTo>
                  <a:lnTo>
                    <a:pt x="25306" y="2985"/>
                  </a:lnTo>
                  <a:cubicBezTo>
                    <a:pt x="25320" y="2635"/>
                    <a:pt x="25377" y="2363"/>
                    <a:pt x="25474" y="2170"/>
                  </a:cubicBezTo>
                  <a:cubicBezTo>
                    <a:pt x="25572" y="1977"/>
                    <a:pt x="25701" y="1881"/>
                    <a:pt x="25864" y="1881"/>
                  </a:cubicBezTo>
                  <a:close/>
                  <a:moveTo>
                    <a:pt x="55655" y="1881"/>
                  </a:moveTo>
                  <a:cubicBezTo>
                    <a:pt x="55798" y="1881"/>
                    <a:pt x="55913" y="1981"/>
                    <a:pt x="56000" y="2180"/>
                  </a:cubicBezTo>
                  <a:cubicBezTo>
                    <a:pt x="56087" y="2380"/>
                    <a:pt x="56132" y="2647"/>
                    <a:pt x="56134" y="2982"/>
                  </a:cubicBezTo>
                  <a:lnTo>
                    <a:pt x="55097" y="2985"/>
                  </a:lnTo>
                  <a:cubicBezTo>
                    <a:pt x="55111" y="2635"/>
                    <a:pt x="55168" y="2363"/>
                    <a:pt x="55265" y="2170"/>
                  </a:cubicBezTo>
                  <a:cubicBezTo>
                    <a:pt x="55363" y="1977"/>
                    <a:pt x="55492" y="1881"/>
                    <a:pt x="55655" y="1881"/>
                  </a:cubicBezTo>
                  <a:close/>
                  <a:moveTo>
                    <a:pt x="1082" y="873"/>
                  </a:moveTo>
                  <a:lnTo>
                    <a:pt x="1516" y="3345"/>
                  </a:lnTo>
                  <a:lnTo>
                    <a:pt x="649" y="3345"/>
                  </a:lnTo>
                  <a:lnTo>
                    <a:pt x="1082" y="873"/>
                  </a:lnTo>
                  <a:close/>
                  <a:moveTo>
                    <a:pt x="6265" y="1881"/>
                  </a:moveTo>
                  <a:cubicBezTo>
                    <a:pt x="6420" y="1881"/>
                    <a:pt x="6543" y="2010"/>
                    <a:pt x="6634" y="2268"/>
                  </a:cubicBezTo>
                  <a:cubicBezTo>
                    <a:pt x="6724" y="2527"/>
                    <a:pt x="6770" y="2877"/>
                    <a:pt x="6770" y="3318"/>
                  </a:cubicBezTo>
                  <a:cubicBezTo>
                    <a:pt x="6770" y="3762"/>
                    <a:pt x="6724" y="4112"/>
                    <a:pt x="6634" y="4370"/>
                  </a:cubicBezTo>
                  <a:cubicBezTo>
                    <a:pt x="6543" y="4627"/>
                    <a:pt x="6420" y="4755"/>
                    <a:pt x="6265" y="4755"/>
                  </a:cubicBezTo>
                  <a:cubicBezTo>
                    <a:pt x="6108" y="4755"/>
                    <a:pt x="5985" y="4627"/>
                    <a:pt x="5895" y="4371"/>
                  </a:cubicBezTo>
                  <a:cubicBezTo>
                    <a:pt x="5804" y="4115"/>
                    <a:pt x="5759" y="3764"/>
                    <a:pt x="5759" y="3318"/>
                  </a:cubicBezTo>
                  <a:cubicBezTo>
                    <a:pt x="5759" y="2872"/>
                    <a:pt x="5805" y="2521"/>
                    <a:pt x="5895" y="2265"/>
                  </a:cubicBezTo>
                  <a:cubicBezTo>
                    <a:pt x="5986" y="2009"/>
                    <a:pt x="6109" y="1881"/>
                    <a:pt x="6265" y="1881"/>
                  </a:cubicBezTo>
                  <a:close/>
                  <a:moveTo>
                    <a:pt x="19720" y="1881"/>
                  </a:moveTo>
                  <a:cubicBezTo>
                    <a:pt x="19875" y="1881"/>
                    <a:pt x="19998" y="2010"/>
                    <a:pt x="20089" y="2268"/>
                  </a:cubicBezTo>
                  <a:cubicBezTo>
                    <a:pt x="20179" y="2527"/>
                    <a:pt x="20225" y="2877"/>
                    <a:pt x="20225" y="3318"/>
                  </a:cubicBezTo>
                  <a:cubicBezTo>
                    <a:pt x="20225" y="3762"/>
                    <a:pt x="20179" y="4112"/>
                    <a:pt x="20089" y="4370"/>
                  </a:cubicBezTo>
                  <a:cubicBezTo>
                    <a:pt x="19998" y="4627"/>
                    <a:pt x="19875" y="4755"/>
                    <a:pt x="19720" y="4755"/>
                  </a:cubicBezTo>
                  <a:cubicBezTo>
                    <a:pt x="19563" y="4755"/>
                    <a:pt x="19440" y="4627"/>
                    <a:pt x="19350" y="4371"/>
                  </a:cubicBezTo>
                  <a:cubicBezTo>
                    <a:pt x="19259" y="4115"/>
                    <a:pt x="19214" y="3764"/>
                    <a:pt x="19214" y="3318"/>
                  </a:cubicBezTo>
                  <a:cubicBezTo>
                    <a:pt x="19214" y="2872"/>
                    <a:pt x="19260" y="2521"/>
                    <a:pt x="19350" y="2265"/>
                  </a:cubicBezTo>
                  <a:cubicBezTo>
                    <a:pt x="19441" y="2009"/>
                    <a:pt x="19564" y="1881"/>
                    <a:pt x="19720" y="1881"/>
                  </a:cubicBezTo>
                  <a:close/>
                  <a:moveTo>
                    <a:pt x="31747" y="1881"/>
                  </a:moveTo>
                  <a:cubicBezTo>
                    <a:pt x="31902" y="1881"/>
                    <a:pt x="32025" y="2010"/>
                    <a:pt x="32116" y="2268"/>
                  </a:cubicBezTo>
                  <a:cubicBezTo>
                    <a:pt x="32206" y="2527"/>
                    <a:pt x="32252" y="2877"/>
                    <a:pt x="32252" y="3318"/>
                  </a:cubicBezTo>
                  <a:cubicBezTo>
                    <a:pt x="32252" y="3762"/>
                    <a:pt x="32206" y="4112"/>
                    <a:pt x="32116" y="4370"/>
                  </a:cubicBezTo>
                  <a:cubicBezTo>
                    <a:pt x="32025" y="4627"/>
                    <a:pt x="31902" y="4755"/>
                    <a:pt x="31747" y="4755"/>
                  </a:cubicBezTo>
                  <a:cubicBezTo>
                    <a:pt x="31590" y="4755"/>
                    <a:pt x="31467" y="4627"/>
                    <a:pt x="31377" y="4371"/>
                  </a:cubicBezTo>
                  <a:cubicBezTo>
                    <a:pt x="31286" y="4115"/>
                    <a:pt x="31241" y="3764"/>
                    <a:pt x="31241" y="3318"/>
                  </a:cubicBezTo>
                  <a:cubicBezTo>
                    <a:pt x="31241" y="2872"/>
                    <a:pt x="31287" y="2521"/>
                    <a:pt x="31377" y="2265"/>
                  </a:cubicBezTo>
                  <a:cubicBezTo>
                    <a:pt x="31468" y="2009"/>
                    <a:pt x="31591" y="1881"/>
                    <a:pt x="31747" y="1881"/>
                  </a:cubicBezTo>
                  <a:close/>
                  <a:moveTo>
                    <a:pt x="38079" y="1881"/>
                  </a:moveTo>
                  <a:cubicBezTo>
                    <a:pt x="38234" y="1881"/>
                    <a:pt x="38357" y="2010"/>
                    <a:pt x="38448" y="2268"/>
                  </a:cubicBezTo>
                  <a:cubicBezTo>
                    <a:pt x="38538" y="2527"/>
                    <a:pt x="38584" y="2877"/>
                    <a:pt x="38584" y="3318"/>
                  </a:cubicBezTo>
                  <a:cubicBezTo>
                    <a:pt x="38584" y="3762"/>
                    <a:pt x="38538" y="4112"/>
                    <a:pt x="38448" y="4370"/>
                  </a:cubicBezTo>
                  <a:cubicBezTo>
                    <a:pt x="38357" y="4627"/>
                    <a:pt x="38234" y="4755"/>
                    <a:pt x="38079" y="4755"/>
                  </a:cubicBezTo>
                  <a:cubicBezTo>
                    <a:pt x="37922" y="4755"/>
                    <a:pt x="37799" y="4627"/>
                    <a:pt x="37709" y="4371"/>
                  </a:cubicBezTo>
                  <a:cubicBezTo>
                    <a:pt x="37618" y="4115"/>
                    <a:pt x="37573" y="3764"/>
                    <a:pt x="37573" y="3318"/>
                  </a:cubicBezTo>
                  <a:cubicBezTo>
                    <a:pt x="37573" y="2872"/>
                    <a:pt x="37619" y="2521"/>
                    <a:pt x="37709" y="2265"/>
                  </a:cubicBezTo>
                  <a:cubicBezTo>
                    <a:pt x="37800" y="2009"/>
                    <a:pt x="37923" y="1881"/>
                    <a:pt x="38079" y="1881"/>
                  </a:cubicBezTo>
                  <a:close/>
                  <a:moveTo>
                    <a:pt x="4300" y="1874"/>
                  </a:moveTo>
                  <a:cubicBezTo>
                    <a:pt x="4454" y="1874"/>
                    <a:pt x="4575" y="2002"/>
                    <a:pt x="4663" y="2258"/>
                  </a:cubicBezTo>
                  <a:cubicBezTo>
                    <a:pt x="4751" y="2515"/>
                    <a:pt x="4795" y="2868"/>
                    <a:pt x="4795" y="3318"/>
                  </a:cubicBezTo>
                  <a:cubicBezTo>
                    <a:pt x="4795" y="3768"/>
                    <a:pt x="4751" y="4122"/>
                    <a:pt x="4663" y="4378"/>
                  </a:cubicBezTo>
                  <a:cubicBezTo>
                    <a:pt x="4575" y="4634"/>
                    <a:pt x="4454" y="4762"/>
                    <a:pt x="4300" y="4762"/>
                  </a:cubicBezTo>
                  <a:cubicBezTo>
                    <a:pt x="4147" y="4762"/>
                    <a:pt x="4026" y="4634"/>
                    <a:pt x="3938" y="4378"/>
                  </a:cubicBezTo>
                  <a:cubicBezTo>
                    <a:pt x="3850" y="4122"/>
                    <a:pt x="3806" y="3768"/>
                    <a:pt x="3806" y="3318"/>
                  </a:cubicBezTo>
                  <a:cubicBezTo>
                    <a:pt x="3806" y="2868"/>
                    <a:pt x="3850" y="2515"/>
                    <a:pt x="3938" y="2258"/>
                  </a:cubicBezTo>
                  <a:cubicBezTo>
                    <a:pt x="4026" y="2002"/>
                    <a:pt x="4147" y="1874"/>
                    <a:pt x="4300" y="1874"/>
                  </a:cubicBezTo>
                  <a:close/>
                  <a:moveTo>
                    <a:pt x="41497" y="3305"/>
                  </a:moveTo>
                  <a:lnTo>
                    <a:pt x="41497" y="3441"/>
                  </a:lnTo>
                  <a:cubicBezTo>
                    <a:pt x="41497" y="3840"/>
                    <a:pt x="41448" y="4160"/>
                    <a:pt x="41351" y="4401"/>
                  </a:cubicBezTo>
                  <a:cubicBezTo>
                    <a:pt x="41253" y="4642"/>
                    <a:pt x="41124" y="4762"/>
                    <a:pt x="40963" y="4762"/>
                  </a:cubicBezTo>
                  <a:cubicBezTo>
                    <a:pt x="40846" y="4762"/>
                    <a:pt x="40753" y="4698"/>
                    <a:pt x="40685" y="4571"/>
                  </a:cubicBezTo>
                  <a:cubicBezTo>
                    <a:pt x="40617" y="4443"/>
                    <a:pt x="40583" y="4271"/>
                    <a:pt x="40583" y="4053"/>
                  </a:cubicBezTo>
                  <a:cubicBezTo>
                    <a:pt x="40583" y="3781"/>
                    <a:pt x="40629" y="3588"/>
                    <a:pt x="40719" y="3475"/>
                  </a:cubicBezTo>
                  <a:cubicBezTo>
                    <a:pt x="40810" y="3361"/>
                    <a:pt x="40973" y="3305"/>
                    <a:pt x="41208" y="3305"/>
                  </a:cubicBezTo>
                  <a:close/>
                  <a:moveTo>
                    <a:pt x="44085" y="1874"/>
                  </a:moveTo>
                  <a:cubicBezTo>
                    <a:pt x="44239" y="1874"/>
                    <a:pt x="44360" y="2002"/>
                    <a:pt x="44449" y="2258"/>
                  </a:cubicBezTo>
                  <a:cubicBezTo>
                    <a:pt x="44537" y="2515"/>
                    <a:pt x="44581" y="2868"/>
                    <a:pt x="44581" y="3318"/>
                  </a:cubicBezTo>
                  <a:cubicBezTo>
                    <a:pt x="44581" y="3768"/>
                    <a:pt x="44537" y="4122"/>
                    <a:pt x="44449" y="4378"/>
                  </a:cubicBezTo>
                  <a:cubicBezTo>
                    <a:pt x="44360" y="4634"/>
                    <a:pt x="44239" y="4762"/>
                    <a:pt x="44085" y="4762"/>
                  </a:cubicBezTo>
                  <a:cubicBezTo>
                    <a:pt x="43931" y="4762"/>
                    <a:pt x="43810" y="4634"/>
                    <a:pt x="43722" y="4378"/>
                  </a:cubicBezTo>
                  <a:cubicBezTo>
                    <a:pt x="43634" y="4122"/>
                    <a:pt x="43590" y="3768"/>
                    <a:pt x="43590" y="3318"/>
                  </a:cubicBezTo>
                  <a:cubicBezTo>
                    <a:pt x="43590" y="2868"/>
                    <a:pt x="43634" y="2515"/>
                    <a:pt x="43722" y="2258"/>
                  </a:cubicBezTo>
                  <a:cubicBezTo>
                    <a:pt x="43810" y="2002"/>
                    <a:pt x="43931" y="1874"/>
                    <a:pt x="44085" y="1874"/>
                  </a:cubicBezTo>
                  <a:close/>
                  <a:moveTo>
                    <a:pt x="51068" y="3305"/>
                  </a:moveTo>
                  <a:lnTo>
                    <a:pt x="51068" y="3441"/>
                  </a:lnTo>
                  <a:cubicBezTo>
                    <a:pt x="51068" y="3840"/>
                    <a:pt x="51019" y="4160"/>
                    <a:pt x="50922" y="4401"/>
                  </a:cubicBezTo>
                  <a:cubicBezTo>
                    <a:pt x="50824" y="4642"/>
                    <a:pt x="50695" y="4762"/>
                    <a:pt x="50534" y="4762"/>
                  </a:cubicBezTo>
                  <a:cubicBezTo>
                    <a:pt x="50417" y="4762"/>
                    <a:pt x="50324" y="4698"/>
                    <a:pt x="50256" y="4571"/>
                  </a:cubicBezTo>
                  <a:cubicBezTo>
                    <a:pt x="50188" y="4443"/>
                    <a:pt x="50154" y="4271"/>
                    <a:pt x="50154" y="4053"/>
                  </a:cubicBezTo>
                  <a:cubicBezTo>
                    <a:pt x="50154" y="3781"/>
                    <a:pt x="50200" y="3588"/>
                    <a:pt x="50290" y="3475"/>
                  </a:cubicBezTo>
                  <a:cubicBezTo>
                    <a:pt x="50381" y="3361"/>
                    <a:pt x="50544" y="3305"/>
                    <a:pt x="50779" y="3305"/>
                  </a:cubicBezTo>
                  <a:close/>
                  <a:moveTo>
                    <a:pt x="57571" y="1874"/>
                  </a:moveTo>
                  <a:cubicBezTo>
                    <a:pt x="57725" y="1874"/>
                    <a:pt x="57846" y="2002"/>
                    <a:pt x="57935" y="2258"/>
                  </a:cubicBezTo>
                  <a:cubicBezTo>
                    <a:pt x="58023" y="2515"/>
                    <a:pt x="58067" y="2868"/>
                    <a:pt x="58067" y="3318"/>
                  </a:cubicBezTo>
                  <a:cubicBezTo>
                    <a:pt x="58067" y="3768"/>
                    <a:pt x="58023" y="4122"/>
                    <a:pt x="57935" y="4378"/>
                  </a:cubicBezTo>
                  <a:cubicBezTo>
                    <a:pt x="57846" y="4634"/>
                    <a:pt x="57725" y="4762"/>
                    <a:pt x="57571" y="4762"/>
                  </a:cubicBezTo>
                  <a:cubicBezTo>
                    <a:pt x="57417" y="4762"/>
                    <a:pt x="57296" y="4634"/>
                    <a:pt x="57208" y="4378"/>
                  </a:cubicBezTo>
                  <a:cubicBezTo>
                    <a:pt x="57120" y="4122"/>
                    <a:pt x="57076" y="3768"/>
                    <a:pt x="57076" y="3318"/>
                  </a:cubicBezTo>
                  <a:cubicBezTo>
                    <a:pt x="57076" y="2868"/>
                    <a:pt x="57120" y="2515"/>
                    <a:pt x="57208" y="2258"/>
                  </a:cubicBezTo>
                  <a:cubicBezTo>
                    <a:pt x="57296" y="2002"/>
                    <a:pt x="57417" y="1874"/>
                    <a:pt x="57571" y="1874"/>
                  </a:cubicBezTo>
                  <a:close/>
                  <a:moveTo>
                    <a:pt x="901" y="211"/>
                  </a:moveTo>
                  <a:lnTo>
                    <a:pt x="0" y="5178"/>
                  </a:lnTo>
                  <a:lnTo>
                    <a:pt x="337" y="5178"/>
                  </a:lnTo>
                  <a:lnTo>
                    <a:pt x="552" y="3904"/>
                  </a:lnTo>
                  <a:lnTo>
                    <a:pt x="1616" y="3904"/>
                  </a:lnTo>
                  <a:lnTo>
                    <a:pt x="1831" y="5178"/>
                  </a:lnTo>
                  <a:lnTo>
                    <a:pt x="2163" y="5178"/>
                  </a:lnTo>
                  <a:lnTo>
                    <a:pt x="1264" y="211"/>
                  </a:lnTo>
                  <a:close/>
                  <a:moveTo>
                    <a:pt x="9247" y="1452"/>
                  </a:moveTo>
                  <a:lnTo>
                    <a:pt x="9247" y="5178"/>
                  </a:lnTo>
                  <a:lnTo>
                    <a:pt x="9538" y="5178"/>
                  </a:lnTo>
                  <a:lnTo>
                    <a:pt x="9538" y="1452"/>
                  </a:lnTo>
                  <a:close/>
                  <a:moveTo>
                    <a:pt x="10142" y="394"/>
                  </a:moveTo>
                  <a:lnTo>
                    <a:pt x="10142" y="1452"/>
                  </a:lnTo>
                  <a:lnTo>
                    <a:pt x="9929" y="1452"/>
                  </a:lnTo>
                  <a:lnTo>
                    <a:pt x="9929" y="1927"/>
                  </a:lnTo>
                  <a:lnTo>
                    <a:pt x="10142" y="1927"/>
                  </a:lnTo>
                  <a:lnTo>
                    <a:pt x="10142" y="3950"/>
                  </a:lnTo>
                  <a:cubicBezTo>
                    <a:pt x="10142" y="4416"/>
                    <a:pt x="10185" y="4737"/>
                    <a:pt x="10270" y="4914"/>
                  </a:cubicBezTo>
                  <a:cubicBezTo>
                    <a:pt x="10356" y="5090"/>
                    <a:pt x="10511" y="5178"/>
                    <a:pt x="10735" y="5178"/>
                  </a:cubicBezTo>
                  <a:lnTo>
                    <a:pt x="11034" y="5178"/>
                  </a:lnTo>
                  <a:lnTo>
                    <a:pt x="11034" y="4666"/>
                  </a:lnTo>
                  <a:lnTo>
                    <a:pt x="10735" y="4666"/>
                  </a:lnTo>
                  <a:cubicBezTo>
                    <a:pt x="10614" y="4666"/>
                    <a:pt x="10534" y="4622"/>
                    <a:pt x="10494" y="4536"/>
                  </a:cubicBezTo>
                  <a:cubicBezTo>
                    <a:pt x="10455" y="4449"/>
                    <a:pt x="10435" y="4254"/>
                    <a:pt x="10435" y="3950"/>
                  </a:cubicBezTo>
                  <a:lnTo>
                    <a:pt x="10435" y="1927"/>
                  </a:lnTo>
                  <a:lnTo>
                    <a:pt x="11034" y="1927"/>
                  </a:lnTo>
                  <a:lnTo>
                    <a:pt x="11034" y="1452"/>
                  </a:lnTo>
                  <a:lnTo>
                    <a:pt x="10435" y="1452"/>
                  </a:lnTo>
                  <a:lnTo>
                    <a:pt x="10435" y="394"/>
                  </a:lnTo>
                  <a:close/>
                  <a:moveTo>
                    <a:pt x="11417" y="1452"/>
                  </a:moveTo>
                  <a:lnTo>
                    <a:pt x="11417" y="5178"/>
                  </a:lnTo>
                  <a:lnTo>
                    <a:pt x="11708" y="5178"/>
                  </a:lnTo>
                  <a:lnTo>
                    <a:pt x="11708" y="1452"/>
                  </a:lnTo>
                  <a:close/>
                  <a:moveTo>
                    <a:pt x="12108" y="1452"/>
                  </a:moveTo>
                  <a:lnTo>
                    <a:pt x="12772" y="5178"/>
                  </a:lnTo>
                  <a:lnTo>
                    <a:pt x="13168" y="5178"/>
                  </a:lnTo>
                  <a:lnTo>
                    <a:pt x="13832" y="1452"/>
                  </a:lnTo>
                  <a:lnTo>
                    <a:pt x="13523" y="1452"/>
                  </a:lnTo>
                  <a:lnTo>
                    <a:pt x="12970" y="4579"/>
                  </a:lnTo>
                  <a:lnTo>
                    <a:pt x="12417" y="1452"/>
                  </a:lnTo>
                  <a:close/>
                  <a:moveTo>
                    <a:pt x="21869" y="1362"/>
                  </a:moveTo>
                  <a:cubicBezTo>
                    <a:pt x="21746" y="1362"/>
                    <a:pt x="21637" y="1417"/>
                    <a:pt x="21542" y="1528"/>
                  </a:cubicBezTo>
                  <a:cubicBezTo>
                    <a:pt x="21448" y="1639"/>
                    <a:pt x="21366" y="1806"/>
                    <a:pt x="21297" y="2031"/>
                  </a:cubicBezTo>
                  <a:lnTo>
                    <a:pt x="21297" y="1452"/>
                  </a:lnTo>
                  <a:lnTo>
                    <a:pt x="21004" y="1452"/>
                  </a:lnTo>
                  <a:lnTo>
                    <a:pt x="21004" y="5178"/>
                  </a:lnTo>
                  <a:lnTo>
                    <a:pt x="21297" y="5178"/>
                  </a:lnTo>
                  <a:lnTo>
                    <a:pt x="21297" y="3072"/>
                  </a:lnTo>
                  <a:cubicBezTo>
                    <a:pt x="21297" y="2708"/>
                    <a:pt x="21342" y="2421"/>
                    <a:pt x="21433" y="2210"/>
                  </a:cubicBezTo>
                  <a:cubicBezTo>
                    <a:pt x="21523" y="1999"/>
                    <a:pt x="21647" y="1894"/>
                    <a:pt x="21804" y="1894"/>
                  </a:cubicBezTo>
                  <a:cubicBezTo>
                    <a:pt x="21935" y="1894"/>
                    <a:pt x="22033" y="1982"/>
                    <a:pt x="22098" y="2157"/>
                  </a:cubicBezTo>
                  <a:cubicBezTo>
                    <a:pt x="22163" y="2332"/>
                    <a:pt x="22196" y="2596"/>
                    <a:pt x="22196" y="2949"/>
                  </a:cubicBezTo>
                  <a:lnTo>
                    <a:pt x="22196" y="5178"/>
                  </a:lnTo>
                  <a:lnTo>
                    <a:pt x="22487" y="5178"/>
                  </a:lnTo>
                  <a:lnTo>
                    <a:pt x="22487" y="2929"/>
                  </a:lnTo>
                  <a:cubicBezTo>
                    <a:pt x="22487" y="2414"/>
                    <a:pt x="22435" y="2024"/>
                    <a:pt x="22331" y="1759"/>
                  </a:cubicBezTo>
                  <a:cubicBezTo>
                    <a:pt x="22226" y="1494"/>
                    <a:pt x="22072" y="1362"/>
                    <a:pt x="21869" y="1362"/>
                  </a:cubicBezTo>
                  <a:close/>
                  <a:moveTo>
                    <a:pt x="23921" y="1362"/>
                  </a:moveTo>
                  <a:cubicBezTo>
                    <a:pt x="23798" y="1362"/>
                    <a:pt x="23689" y="1417"/>
                    <a:pt x="23594" y="1528"/>
                  </a:cubicBezTo>
                  <a:cubicBezTo>
                    <a:pt x="23500" y="1639"/>
                    <a:pt x="23418" y="1806"/>
                    <a:pt x="23349" y="2031"/>
                  </a:cubicBezTo>
                  <a:lnTo>
                    <a:pt x="23349" y="1452"/>
                  </a:lnTo>
                  <a:lnTo>
                    <a:pt x="23056" y="1452"/>
                  </a:lnTo>
                  <a:lnTo>
                    <a:pt x="23056" y="5178"/>
                  </a:lnTo>
                  <a:lnTo>
                    <a:pt x="23349" y="5178"/>
                  </a:lnTo>
                  <a:lnTo>
                    <a:pt x="23349" y="3072"/>
                  </a:lnTo>
                  <a:cubicBezTo>
                    <a:pt x="23349" y="2708"/>
                    <a:pt x="23394" y="2421"/>
                    <a:pt x="23485" y="2210"/>
                  </a:cubicBezTo>
                  <a:cubicBezTo>
                    <a:pt x="23575" y="1999"/>
                    <a:pt x="23699" y="1894"/>
                    <a:pt x="23856" y="1894"/>
                  </a:cubicBezTo>
                  <a:cubicBezTo>
                    <a:pt x="23987" y="1894"/>
                    <a:pt x="24085" y="1982"/>
                    <a:pt x="24150" y="2157"/>
                  </a:cubicBezTo>
                  <a:cubicBezTo>
                    <a:pt x="24215" y="2332"/>
                    <a:pt x="24248" y="2596"/>
                    <a:pt x="24248" y="2949"/>
                  </a:cubicBezTo>
                  <a:lnTo>
                    <a:pt x="24248" y="5178"/>
                  </a:lnTo>
                  <a:lnTo>
                    <a:pt x="24539" y="5178"/>
                  </a:lnTo>
                  <a:lnTo>
                    <a:pt x="24539" y="2929"/>
                  </a:lnTo>
                  <a:cubicBezTo>
                    <a:pt x="24539" y="2414"/>
                    <a:pt x="24487" y="2024"/>
                    <a:pt x="24383" y="1759"/>
                  </a:cubicBezTo>
                  <a:cubicBezTo>
                    <a:pt x="24278" y="1494"/>
                    <a:pt x="24124" y="1362"/>
                    <a:pt x="23921" y="1362"/>
                  </a:cubicBezTo>
                  <a:close/>
                  <a:moveTo>
                    <a:pt x="28886" y="394"/>
                  </a:moveTo>
                  <a:lnTo>
                    <a:pt x="28886" y="1452"/>
                  </a:lnTo>
                  <a:lnTo>
                    <a:pt x="28673" y="1452"/>
                  </a:lnTo>
                  <a:lnTo>
                    <a:pt x="28673" y="1927"/>
                  </a:lnTo>
                  <a:lnTo>
                    <a:pt x="28886" y="1927"/>
                  </a:lnTo>
                  <a:lnTo>
                    <a:pt x="28886" y="3950"/>
                  </a:lnTo>
                  <a:cubicBezTo>
                    <a:pt x="28886" y="4416"/>
                    <a:pt x="28929" y="4737"/>
                    <a:pt x="29014" y="4914"/>
                  </a:cubicBezTo>
                  <a:cubicBezTo>
                    <a:pt x="29100" y="5090"/>
                    <a:pt x="29255" y="5178"/>
                    <a:pt x="29479" y="5178"/>
                  </a:cubicBezTo>
                  <a:lnTo>
                    <a:pt x="29778" y="5178"/>
                  </a:lnTo>
                  <a:lnTo>
                    <a:pt x="29778" y="4666"/>
                  </a:lnTo>
                  <a:lnTo>
                    <a:pt x="29479" y="4666"/>
                  </a:lnTo>
                  <a:cubicBezTo>
                    <a:pt x="29358" y="4666"/>
                    <a:pt x="29278" y="4622"/>
                    <a:pt x="29238" y="4536"/>
                  </a:cubicBezTo>
                  <a:cubicBezTo>
                    <a:pt x="29199" y="4449"/>
                    <a:pt x="29179" y="4254"/>
                    <a:pt x="29179" y="3950"/>
                  </a:cubicBezTo>
                  <a:lnTo>
                    <a:pt x="29179" y="1927"/>
                  </a:lnTo>
                  <a:lnTo>
                    <a:pt x="29778" y="1927"/>
                  </a:lnTo>
                  <a:lnTo>
                    <a:pt x="29778" y="1452"/>
                  </a:lnTo>
                  <a:lnTo>
                    <a:pt x="29179" y="1452"/>
                  </a:lnTo>
                  <a:lnTo>
                    <a:pt x="29179" y="394"/>
                  </a:lnTo>
                  <a:close/>
                  <a:moveTo>
                    <a:pt x="30161" y="1452"/>
                  </a:moveTo>
                  <a:lnTo>
                    <a:pt x="30161" y="5178"/>
                  </a:lnTo>
                  <a:lnTo>
                    <a:pt x="30452" y="5178"/>
                  </a:lnTo>
                  <a:lnTo>
                    <a:pt x="30452" y="1452"/>
                  </a:lnTo>
                  <a:close/>
                  <a:moveTo>
                    <a:pt x="33896" y="1362"/>
                  </a:moveTo>
                  <a:cubicBezTo>
                    <a:pt x="33773" y="1362"/>
                    <a:pt x="33664" y="1417"/>
                    <a:pt x="33569" y="1528"/>
                  </a:cubicBezTo>
                  <a:cubicBezTo>
                    <a:pt x="33475" y="1639"/>
                    <a:pt x="33393" y="1806"/>
                    <a:pt x="33324" y="2031"/>
                  </a:cubicBezTo>
                  <a:lnTo>
                    <a:pt x="33324" y="1452"/>
                  </a:lnTo>
                  <a:lnTo>
                    <a:pt x="33031" y="1452"/>
                  </a:lnTo>
                  <a:lnTo>
                    <a:pt x="33031" y="5178"/>
                  </a:lnTo>
                  <a:lnTo>
                    <a:pt x="33324" y="5178"/>
                  </a:lnTo>
                  <a:lnTo>
                    <a:pt x="33324" y="3072"/>
                  </a:lnTo>
                  <a:cubicBezTo>
                    <a:pt x="33324" y="2708"/>
                    <a:pt x="33369" y="2421"/>
                    <a:pt x="33460" y="2210"/>
                  </a:cubicBezTo>
                  <a:cubicBezTo>
                    <a:pt x="33550" y="1999"/>
                    <a:pt x="33674" y="1894"/>
                    <a:pt x="33831" y="1894"/>
                  </a:cubicBezTo>
                  <a:cubicBezTo>
                    <a:pt x="33962" y="1894"/>
                    <a:pt x="34060" y="1982"/>
                    <a:pt x="34125" y="2157"/>
                  </a:cubicBezTo>
                  <a:cubicBezTo>
                    <a:pt x="34190" y="2332"/>
                    <a:pt x="34223" y="2596"/>
                    <a:pt x="34223" y="2949"/>
                  </a:cubicBezTo>
                  <a:lnTo>
                    <a:pt x="34223" y="5178"/>
                  </a:lnTo>
                  <a:lnTo>
                    <a:pt x="34514" y="5178"/>
                  </a:lnTo>
                  <a:lnTo>
                    <a:pt x="34514" y="2929"/>
                  </a:lnTo>
                  <a:cubicBezTo>
                    <a:pt x="34514" y="2414"/>
                    <a:pt x="34462" y="2024"/>
                    <a:pt x="34358" y="1759"/>
                  </a:cubicBezTo>
                  <a:cubicBezTo>
                    <a:pt x="34253" y="1494"/>
                    <a:pt x="34099" y="1362"/>
                    <a:pt x="33896" y="1362"/>
                  </a:cubicBezTo>
                  <a:close/>
                  <a:moveTo>
                    <a:pt x="36118" y="394"/>
                  </a:moveTo>
                  <a:lnTo>
                    <a:pt x="36118" y="1452"/>
                  </a:lnTo>
                  <a:lnTo>
                    <a:pt x="35905" y="1452"/>
                  </a:lnTo>
                  <a:lnTo>
                    <a:pt x="35905" y="1927"/>
                  </a:lnTo>
                  <a:lnTo>
                    <a:pt x="36118" y="1927"/>
                  </a:lnTo>
                  <a:lnTo>
                    <a:pt x="36118" y="3950"/>
                  </a:lnTo>
                  <a:cubicBezTo>
                    <a:pt x="36118" y="4416"/>
                    <a:pt x="36161" y="4737"/>
                    <a:pt x="36246" y="4914"/>
                  </a:cubicBezTo>
                  <a:cubicBezTo>
                    <a:pt x="36332" y="5090"/>
                    <a:pt x="36487" y="5178"/>
                    <a:pt x="36711" y="5178"/>
                  </a:cubicBezTo>
                  <a:lnTo>
                    <a:pt x="37010" y="5178"/>
                  </a:lnTo>
                  <a:lnTo>
                    <a:pt x="37010" y="4666"/>
                  </a:lnTo>
                  <a:lnTo>
                    <a:pt x="36711" y="4666"/>
                  </a:lnTo>
                  <a:cubicBezTo>
                    <a:pt x="36590" y="4666"/>
                    <a:pt x="36510" y="4622"/>
                    <a:pt x="36470" y="4536"/>
                  </a:cubicBezTo>
                  <a:cubicBezTo>
                    <a:pt x="36431" y="4449"/>
                    <a:pt x="36411" y="4254"/>
                    <a:pt x="36411" y="3950"/>
                  </a:cubicBezTo>
                  <a:lnTo>
                    <a:pt x="36411" y="1927"/>
                  </a:lnTo>
                  <a:lnTo>
                    <a:pt x="37010" y="1927"/>
                  </a:lnTo>
                  <a:lnTo>
                    <a:pt x="37010" y="1452"/>
                  </a:lnTo>
                  <a:lnTo>
                    <a:pt x="36411" y="1452"/>
                  </a:lnTo>
                  <a:lnTo>
                    <a:pt x="36411" y="394"/>
                  </a:lnTo>
                  <a:close/>
                  <a:moveTo>
                    <a:pt x="45471" y="1452"/>
                  </a:moveTo>
                  <a:lnTo>
                    <a:pt x="45471" y="5178"/>
                  </a:lnTo>
                  <a:lnTo>
                    <a:pt x="45762" y="5178"/>
                  </a:lnTo>
                  <a:lnTo>
                    <a:pt x="45762" y="1452"/>
                  </a:lnTo>
                  <a:close/>
                  <a:moveTo>
                    <a:pt x="47849" y="1452"/>
                  </a:moveTo>
                  <a:lnTo>
                    <a:pt x="48513" y="5178"/>
                  </a:lnTo>
                  <a:lnTo>
                    <a:pt x="48909" y="5178"/>
                  </a:lnTo>
                  <a:lnTo>
                    <a:pt x="49573" y="1452"/>
                  </a:lnTo>
                  <a:lnTo>
                    <a:pt x="49264" y="1452"/>
                  </a:lnTo>
                  <a:lnTo>
                    <a:pt x="48711" y="4579"/>
                  </a:lnTo>
                  <a:lnTo>
                    <a:pt x="48158" y="1452"/>
                  </a:lnTo>
                  <a:close/>
                  <a:moveTo>
                    <a:pt x="51958" y="1"/>
                  </a:moveTo>
                  <a:lnTo>
                    <a:pt x="51958" y="5178"/>
                  </a:lnTo>
                  <a:lnTo>
                    <a:pt x="52249" y="5178"/>
                  </a:lnTo>
                  <a:lnTo>
                    <a:pt x="52249" y="1"/>
                  </a:lnTo>
                  <a:close/>
                  <a:moveTo>
                    <a:pt x="6265" y="1362"/>
                  </a:moveTo>
                  <a:cubicBezTo>
                    <a:pt x="6011" y="1362"/>
                    <a:pt x="5812" y="1535"/>
                    <a:pt x="5668" y="1881"/>
                  </a:cubicBezTo>
                  <a:cubicBezTo>
                    <a:pt x="5525" y="2227"/>
                    <a:pt x="5453" y="2706"/>
                    <a:pt x="5453" y="3318"/>
                  </a:cubicBezTo>
                  <a:cubicBezTo>
                    <a:pt x="5453" y="3928"/>
                    <a:pt x="5525" y="4407"/>
                    <a:pt x="5668" y="4754"/>
                  </a:cubicBezTo>
                  <a:cubicBezTo>
                    <a:pt x="5812" y="5101"/>
                    <a:pt x="6011" y="5275"/>
                    <a:pt x="6265" y="5275"/>
                  </a:cubicBezTo>
                  <a:cubicBezTo>
                    <a:pt x="6518" y="5275"/>
                    <a:pt x="6717" y="5101"/>
                    <a:pt x="6861" y="4754"/>
                  </a:cubicBezTo>
                  <a:cubicBezTo>
                    <a:pt x="7006" y="4407"/>
                    <a:pt x="7078" y="3928"/>
                    <a:pt x="7078" y="3318"/>
                  </a:cubicBezTo>
                  <a:cubicBezTo>
                    <a:pt x="7078" y="2706"/>
                    <a:pt x="7006" y="2227"/>
                    <a:pt x="6861" y="1881"/>
                  </a:cubicBezTo>
                  <a:cubicBezTo>
                    <a:pt x="6717" y="1535"/>
                    <a:pt x="6518" y="1362"/>
                    <a:pt x="6265" y="1362"/>
                  </a:cubicBezTo>
                  <a:close/>
                  <a:moveTo>
                    <a:pt x="8123" y="1362"/>
                  </a:moveTo>
                  <a:cubicBezTo>
                    <a:pt x="7906" y="1362"/>
                    <a:pt x="7738" y="1457"/>
                    <a:pt x="7620" y="1648"/>
                  </a:cubicBezTo>
                  <a:cubicBezTo>
                    <a:pt x="7502" y="1839"/>
                    <a:pt x="7443" y="2109"/>
                    <a:pt x="7443" y="2460"/>
                  </a:cubicBezTo>
                  <a:cubicBezTo>
                    <a:pt x="7443" y="2748"/>
                    <a:pt x="7483" y="2975"/>
                    <a:pt x="7563" y="3140"/>
                  </a:cubicBezTo>
                  <a:cubicBezTo>
                    <a:pt x="7643" y="3305"/>
                    <a:pt x="7774" y="3428"/>
                    <a:pt x="7954" y="3508"/>
                  </a:cubicBezTo>
                  <a:lnTo>
                    <a:pt x="8055" y="3558"/>
                  </a:lnTo>
                  <a:cubicBezTo>
                    <a:pt x="8235" y="3640"/>
                    <a:pt x="8352" y="3725"/>
                    <a:pt x="8405" y="3814"/>
                  </a:cubicBezTo>
                  <a:cubicBezTo>
                    <a:pt x="8458" y="3903"/>
                    <a:pt x="8485" y="4030"/>
                    <a:pt x="8485" y="4197"/>
                  </a:cubicBezTo>
                  <a:cubicBezTo>
                    <a:pt x="8485" y="4376"/>
                    <a:pt x="8448" y="4515"/>
                    <a:pt x="8374" y="4614"/>
                  </a:cubicBezTo>
                  <a:cubicBezTo>
                    <a:pt x="8301" y="4713"/>
                    <a:pt x="8195" y="4762"/>
                    <a:pt x="8058" y="4762"/>
                  </a:cubicBezTo>
                  <a:cubicBezTo>
                    <a:pt x="7956" y="4762"/>
                    <a:pt x="7853" y="4733"/>
                    <a:pt x="7748" y="4674"/>
                  </a:cubicBezTo>
                  <a:cubicBezTo>
                    <a:pt x="7644" y="4615"/>
                    <a:pt x="7538" y="4527"/>
                    <a:pt x="7430" y="4409"/>
                  </a:cubicBezTo>
                  <a:lnTo>
                    <a:pt x="7430" y="5042"/>
                  </a:lnTo>
                  <a:cubicBezTo>
                    <a:pt x="7544" y="5119"/>
                    <a:pt x="7653" y="5177"/>
                    <a:pt x="7755" y="5216"/>
                  </a:cubicBezTo>
                  <a:cubicBezTo>
                    <a:pt x="7858" y="5255"/>
                    <a:pt x="7957" y="5275"/>
                    <a:pt x="8052" y="5275"/>
                  </a:cubicBezTo>
                  <a:cubicBezTo>
                    <a:pt x="8279" y="5275"/>
                    <a:pt x="8458" y="5174"/>
                    <a:pt x="8589" y="4972"/>
                  </a:cubicBezTo>
                  <a:cubicBezTo>
                    <a:pt x="8719" y="4770"/>
                    <a:pt x="8784" y="4496"/>
                    <a:pt x="8784" y="4150"/>
                  </a:cubicBezTo>
                  <a:cubicBezTo>
                    <a:pt x="8784" y="3846"/>
                    <a:pt x="8740" y="3609"/>
                    <a:pt x="8653" y="3440"/>
                  </a:cubicBezTo>
                  <a:cubicBezTo>
                    <a:pt x="8566" y="3270"/>
                    <a:pt x="8420" y="3138"/>
                    <a:pt x="8213" y="3045"/>
                  </a:cubicBezTo>
                  <a:lnTo>
                    <a:pt x="8113" y="2999"/>
                  </a:lnTo>
                  <a:cubicBezTo>
                    <a:pt x="7957" y="2926"/>
                    <a:pt x="7854" y="2848"/>
                    <a:pt x="7802" y="2768"/>
                  </a:cubicBezTo>
                  <a:cubicBezTo>
                    <a:pt x="7750" y="2687"/>
                    <a:pt x="7725" y="2575"/>
                    <a:pt x="7725" y="2433"/>
                  </a:cubicBezTo>
                  <a:cubicBezTo>
                    <a:pt x="7725" y="2247"/>
                    <a:pt x="7761" y="2107"/>
                    <a:pt x="7833" y="2014"/>
                  </a:cubicBezTo>
                  <a:cubicBezTo>
                    <a:pt x="7905" y="1921"/>
                    <a:pt x="8013" y="1874"/>
                    <a:pt x="8158" y="1874"/>
                  </a:cubicBezTo>
                  <a:cubicBezTo>
                    <a:pt x="8253" y="1874"/>
                    <a:pt x="8344" y="1896"/>
                    <a:pt x="8433" y="1941"/>
                  </a:cubicBezTo>
                  <a:cubicBezTo>
                    <a:pt x="8521" y="1985"/>
                    <a:pt x="8607" y="2052"/>
                    <a:pt x="8689" y="2140"/>
                  </a:cubicBezTo>
                  <a:lnTo>
                    <a:pt x="8689" y="1561"/>
                  </a:lnTo>
                  <a:cubicBezTo>
                    <a:pt x="8609" y="1495"/>
                    <a:pt x="8521" y="1445"/>
                    <a:pt x="8427" y="1412"/>
                  </a:cubicBezTo>
                  <a:cubicBezTo>
                    <a:pt x="8332" y="1378"/>
                    <a:pt x="8230" y="1362"/>
                    <a:pt x="8123" y="1362"/>
                  </a:cubicBezTo>
                  <a:close/>
                  <a:moveTo>
                    <a:pt x="14975" y="1362"/>
                  </a:moveTo>
                  <a:cubicBezTo>
                    <a:pt x="14709" y="1362"/>
                    <a:pt x="14498" y="1541"/>
                    <a:pt x="14341" y="1899"/>
                  </a:cubicBezTo>
                  <a:cubicBezTo>
                    <a:pt x="14185" y="2257"/>
                    <a:pt x="14107" y="2741"/>
                    <a:pt x="14107" y="3351"/>
                  </a:cubicBezTo>
                  <a:cubicBezTo>
                    <a:pt x="14107" y="3941"/>
                    <a:pt x="14189" y="4409"/>
                    <a:pt x="14354" y="4755"/>
                  </a:cubicBezTo>
                  <a:cubicBezTo>
                    <a:pt x="14519" y="5101"/>
                    <a:pt x="14743" y="5275"/>
                    <a:pt x="15025" y="5275"/>
                  </a:cubicBezTo>
                  <a:cubicBezTo>
                    <a:pt x="15138" y="5275"/>
                    <a:pt x="15249" y="5250"/>
                    <a:pt x="15359" y="5201"/>
                  </a:cubicBezTo>
                  <a:cubicBezTo>
                    <a:pt x="15468" y="5153"/>
                    <a:pt x="15575" y="5082"/>
                    <a:pt x="15680" y="4988"/>
                  </a:cubicBezTo>
                  <a:lnTo>
                    <a:pt x="15680" y="4409"/>
                  </a:lnTo>
                  <a:cubicBezTo>
                    <a:pt x="15576" y="4525"/>
                    <a:pt x="15472" y="4611"/>
                    <a:pt x="15367" y="4669"/>
                  </a:cubicBezTo>
                  <a:cubicBezTo>
                    <a:pt x="15263" y="4727"/>
                    <a:pt x="15154" y="4755"/>
                    <a:pt x="15043" y="4755"/>
                  </a:cubicBezTo>
                  <a:cubicBezTo>
                    <a:pt x="14850" y="4755"/>
                    <a:pt x="14699" y="4645"/>
                    <a:pt x="14591" y="4424"/>
                  </a:cubicBezTo>
                  <a:cubicBezTo>
                    <a:pt x="14483" y="4204"/>
                    <a:pt x="14423" y="3883"/>
                    <a:pt x="14410" y="3461"/>
                  </a:cubicBezTo>
                  <a:lnTo>
                    <a:pt x="15748" y="3461"/>
                  </a:lnTo>
                  <a:lnTo>
                    <a:pt x="15748" y="3162"/>
                  </a:lnTo>
                  <a:cubicBezTo>
                    <a:pt x="15748" y="2607"/>
                    <a:pt x="15678" y="2169"/>
                    <a:pt x="15540" y="1846"/>
                  </a:cubicBezTo>
                  <a:cubicBezTo>
                    <a:pt x="15401" y="1523"/>
                    <a:pt x="15213" y="1362"/>
                    <a:pt x="14975" y="1362"/>
                  </a:cubicBezTo>
                  <a:close/>
                  <a:moveTo>
                    <a:pt x="18018" y="1362"/>
                  </a:moveTo>
                  <a:cubicBezTo>
                    <a:pt x="17742" y="1362"/>
                    <a:pt x="17524" y="1536"/>
                    <a:pt x="17366" y="1884"/>
                  </a:cubicBezTo>
                  <a:cubicBezTo>
                    <a:pt x="17207" y="2232"/>
                    <a:pt x="17128" y="2710"/>
                    <a:pt x="17128" y="3318"/>
                  </a:cubicBezTo>
                  <a:cubicBezTo>
                    <a:pt x="17128" y="3917"/>
                    <a:pt x="17206" y="4393"/>
                    <a:pt x="17363" y="4745"/>
                  </a:cubicBezTo>
                  <a:cubicBezTo>
                    <a:pt x="17520" y="5098"/>
                    <a:pt x="17732" y="5275"/>
                    <a:pt x="17999" y="5275"/>
                  </a:cubicBezTo>
                  <a:cubicBezTo>
                    <a:pt x="18097" y="5275"/>
                    <a:pt x="18189" y="5255"/>
                    <a:pt x="18276" y="5215"/>
                  </a:cubicBezTo>
                  <a:cubicBezTo>
                    <a:pt x="18363" y="5175"/>
                    <a:pt x="18447" y="5115"/>
                    <a:pt x="18528" y="5035"/>
                  </a:cubicBezTo>
                  <a:lnTo>
                    <a:pt x="18528" y="4469"/>
                  </a:lnTo>
                  <a:cubicBezTo>
                    <a:pt x="18446" y="4565"/>
                    <a:pt x="18364" y="4636"/>
                    <a:pt x="18281" y="4684"/>
                  </a:cubicBezTo>
                  <a:cubicBezTo>
                    <a:pt x="18198" y="4732"/>
                    <a:pt x="18115" y="4755"/>
                    <a:pt x="18030" y="4755"/>
                  </a:cubicBezTo>
                  <a:cubicBezTo>
                    <a:pt x="17842" y="4755"/>
                    <a:pt x="17695" y="4630"/>
                    <a:pt x="17591" y="4378"/>
                  </a:cubicBezTo>
                  <a:cubicBezTo>
                    <a:pt x="17487" y="4126"/>
                    <a:pt x="17434" y="3773"/>
                    <a:pt x="17434" y="3318"/>
                  </a:cubicBezTo>
                  <a:cubicBezTo>
                    <a:pt x="17434" y="2863"/>
                    <a:pt x="17487" y="2510"/>
                    <a:pt x="17591" y="2258"/>
                  </a:cubicBezTo>
                  <a:cubicBezTo>
                    <a:pt x="17695" y="2007"/>
                    <a:pt x="17842" y="1881"/>
                    <a:pt x="18030" y="1881"/>
                  </a:cubicBezTo>
                  <a:cubicBezTo>
                    <a:pt x="18115" y="1881"/>
                    <a:pt x="18198" y="1905"/>
                    <a:pt x="18281" y="1952"/>
                  </a:cubicBezTo>
                  <a:cubicBezTo>
                    <a:pt x="18364" y="2000"/>
                    <a:pt x="18446" y="2072"/>
                    <a:pt x="18528" y="2167"/>
                  </a:cubicBezTo>
                  <a:lnTo>
                    <a:pt x="18528" y="1595"/>
                  </a:lnTo>
                  <a:cubicBezTo>
                    <a:pt x="18448" y="1517"/>
                    <a:pt x="18366" y="1459"/>
                    <a:pt x="18280" y="1420"/>
                  </a:cubicBezTo>
                  <a:cubicBezTo>
                    <a:pt x="18195" y="1381"/>
                    <a:pt x="18107" y="1362"/>
                    <a:pt x="18018" y="1362"/>
                  </a:cubicBezTo>
                  <a:close/>
                  <a:moveTo>
                    <a:pt x="19720" y="1362"/>
                  </a:moveTo>
                  <a:cubicBezTo>
                    <a:pt x="19466" y="1362"/>
                    <a:pt x="19267" y="1535"/>
                    <a:pt x="19123" y="1881"/>
                  </a:cubicBezTo>
                  <a:cubicBezTo>
                    <a:pt x="18980" y="2227"/>
                    <a:pt x="18908" y="2706"/>
                    <a:pt x="18908" y="3318"/>
                  </a:cubicBezTo>
                  <a:cubicBezTo>
                    <a:pt x="18908" y="3928"/>
                    <a:pt x="18980" y="4407"/>
                    <a:pt x="19123" y="4754"/>
                  </a:cubicBezTo>
                  <a:cubicBezTo>
                    <a:pt x="19267" y="5101"/>
                    <a:pt x="19466" y="5275"/>
                    <a:pt x="19720" y="5275"/>
                  </a:cubicBezTo>
                  <a:cubicBezTo>
                    <a:pt x="19973" y="5275"/>
                    <a:pt x="20172" y="5101"/>
                    <a:pt x="20316" y="4754"/>
                  </a:cubicBezTo>
                  <a:cubicBezTo>
                    <a:pt x="20461" y="4407"/>
                    <a:pt x="20533" y="3928"/>
                    <a:pt x="20533" y="3318"/>
                  </a:cubicBezTo>
                  <a:cubicBezTo>
                    <a:pt x="20533" y="2706"/>
                    <a:pt x="20461" y="2227"/>
                    <a:pt x="20316" y="1881"/>
                  </a:cubicBezTo>
                  <a:cubicBezTo>
                    <a:pt x="20172" y="1535"/>
                    <a:pt x="19973" y="1362"/>
                    <a:pt x="19720" y="1362"/>
                  </a:cubicBezTo>
                  <a:close/>
                  <a:moveTo>
                    <a:pt x="25861" y="1362"/>
                  </a:moveTo>
                  <a:cubicBezTo>
                    <a:pt x="25595" y="1362"/>
                    <a:pt x="25384" y="1541"/>
                    <a:pt x="25227" y="1899"/>
                  </a:cubicBezTo>
                  <a:cubicBezTo>
                    <a:pt x="25071" y="2257"/>
                    <a:pt x="24993" y="2741"/>
                    <a:pt x="24993" y="3351"/>
                  </a:cubicBezTo>
                  <a:cubicBezTo>
                    <a:pt x="24993" y="3941"/>
                    <a:pt x="25075" y="4409"/>
                    <a:pt x="25240" y="4755"/>
                  </a:cubicBezTo>
                  <a:cubicBezTo>
                    <a:pt x="25405" y="5101"/>
                    <a:pt x="25629" y="5275"/>
                    <a:pt x="25911" y="5275"/>
                  </a:cubicBezTo>
                  <a:cubicBezTo>
                    <a:pt x="26024" y="5275"/>
                    <a:pt x="26135" y="5250"/>
                    <a:pt x="26245" y="5201"/>
                  </a:cubicBezTo>
                  <a:cubicBezTo>
                    <a:pt x="26354" y="5153"/>
                    <a:pt x="26461" y="5082"/>
                    <a:pt x="26566" y="4988"/>
                  </a:cubicBezTo>
                  <a:lnTo>
                    <a:pt x="26566" y="4409"/>
                  </a:lnTo>
                  <a:cubicBezTo>
                    <a:pt x="26462" y="4525"/>
                    <a:pt x="26358" y="4611"/>
                    <a:pt x="26253" y="4669"/>
                  </a:cubicBezTo>
                  <a:cubicBezTo>
                    <a:pt x="26149" y="4727"/>
                    <a:pt x="26040" y="4755"/>
                    <a:pt x="25929" y="4755"/>
                  </a:cubicBezTo>
                  <a:cubicBezTo>
                    <a:pt x="25736" y="4755"/>
                    <a:pt x="25585" y="4645"/>
                    <a:pt x="25477" y="4424"/>
                  </a:cubicBezTo>
                  <a:cubicBezTo>
                    <a:pt x="25369" y="4204"/>
                    <a:pt x="25309" y="3883"/>
                    <a:pt x="25296" y="3461"/>
                  </a:cubicBezTo>
                  <a:lnTo>
                    <a:pt x="26634" y="3461"/>
                  </a:lnTo>
                  <a:lnTo>
                    <a:pt x="26634" y="3162"/>
                  </a:lnTo>
                  <a:cubicBezTo>
                    <a:pt x="26634" y="2607"/>
                    <a:pt x="26564" y="2169"/>
                    <a:pt x="26426" y="1846"/>
                  </a:cubicBezTo>
                  <a:cubicBezTo>
                    <a:pt x="26287" y="1523"/>
                    <a:pt x="26099" y="1362"/>
                    <a:pt x="25861" y="1362"/>
                  </a:cubicBezTo>
                  <a:close/>
                  <a:moveTo>
                    <a:pt x="27875" y="1362"/>
                  </a:moveTo>
                  <a:cubicBezTo>
                    <a:pt x="27599" y="1362"/>
                    <a:pt x="27381" y="1536"/>
                    <a:pt x="27223" y="1884"/>
                  </a:cubicBezTo>
                  <a:cubicBezTo>
                    <a:pt x="27064" y="2232"/>
                    <a:pt x="26985" y="2710"/>
                    <a:pt x="26985" y="3318"/>
                  </a:cubicBezTo>
                  <a:cubicBezTo>
                    <a:pt x="26985" y="3917"/>
                    <a:pt x="27063" y="4393"/>
                    <a:pt x="27220" y="4745"/>
                  </a:cubicBezTo>
                  <a:cubicBezTo>
                    <a:pt x="27377" y="5098"/>
                    <a:pt x="27589" y="5275"/>
                    <a:pt x="27856" y="5275"/>
                  </a:cubicBezTo>
                  <a:cubicBezTo>
                    <a:pt x="27954" y="5275"/>
                    <a:pt x="28046" y="5255"/>
                    <a:pt x="28133" y="5215"/>
                  </a:cubicBezTo>
                  <a:cubicBezTo>
                    <a:pt x="28220" y="5175"/>
                    <a:pt x="28304" y="5115"/>
                    <a:pt x="28385" y="5035"/>
                  </a:cubicBezTo>
                  <a:lnTo>
                    <a:pt x="28385" y="4469"/>
                  </a:lnTo>
                  <a:cubicBezTo>
                    <a:pt x="28303" y="4565"/>
                    <a:pt x="28221" y="4636"/>
                    <a:pt x="28138" y="4684"/>
                  </a:cubicBezTo>
                  <a:cubicBezTo>
                    <a:pt x="28055" y="4732"/>
                    <a:pt x="27972" y="4755"/>
                    <a:pt x="27887" y="4755"/>
                  </a:cubicBezTo>
                  <a:cubicBezTo>
                    <a:pt x="27699" y="4755"/>
                    <a:pt x="27552" y="4630"/>
                    <a:pt x="27448" y="4378"/>
                  </a:cubicBezTo>
                  <a:cubicBezTo>
                    <a:pt x="27344" y="4126"/>
                    <a:pt x="27291" y="3773"/>
                    <a:pt x="27291" y="3318"/>
                  </a:cubicBezTo>
                  <a:cubicBezTo>
                    <a:pt x="27291" y="2863"/>
                    <a:pt x="27344" y="2510"/>
                    <a:pt x="27448" y="2258"/>
                  </a:cubicBezTo>
                  <a:cubicBezTo>
                    <a:pt x="27552" y="2007"/>
                    <a:pt x="27699" y="1881"/>
                    <a:pt x="27887" y="1881"/>
                  </a:cubicBezTo>
                  <a:cubicBezTo>
                    <a:pt x="27972" y="1881"/>
                    <a:pt x="28055" y="1905"/>
                    <a:pt x="28138" y="1952"/>
                  </a:cubicBezTo>
                  <a:cubicBezTo>
                    <a:pt x="28221" y="2000"/>
                    <a:pt x="28303" y="2072"/>
                    <a:pt x="28385" y="2167"/>
                  </a:cubicBezTo>
                  <a:lnTo>
                    <a:pt x="28385" y="1595"/>
                  </a:lnTo>
                  <a:cubicBezTo>
                    <a:pt x="28305" y="1517"/>
                    <a:pt x="28223" y="1459"/>
                    <a:pt x="28137" y="1420"/>
                  </a:cubicBezTo>
                  <a:cubicBezTo>
                    <a:pt x="28052" y="1381"/>
                    <a:pt x="27964" y="1362"/>
                    <a:pt x="27875" y="1362"/>
                  </a:cubicBezTo>
                  <a:close/>
                  <a:moveTo>
                    <a:pt x="31747" y="1362"/>
                  </a:moveTo>
                  <a:cubicBezTo>
                    <a:pt x="31493" y="1362"/>
                    <a:pt x="31294" y="1535"/>
                    <a:pt x="31150" y="1881"/>
                  </a:cubicBezTo>
                  <a:cubicBezTo>
                    <a:pt x="31007" y="2227"/>
                    <a:pt x="30935" y="2706"/>
                    <a:pt x="30935" y="3318"/>
                  </a:cubicBezTo>
                  <a:cubicBezTo>
                    <a:pt x="30935" y="3928"/>
                    <a:pt x="31007" y="4407"/>
                    <a:pt x="31150" y="4754"/>
                  </a:cubicBezTo>
                  <a:cubicBezTo>
                    <a:pt x="31294" y="5101"/>
                    <a:pt x="31493" y="5275"/>
                    <a:pt x="31747" y="5275"/>
                  </a:cubicBezTo>
                  <a:cubicBezTo>
                    <a:pt x="32000" y="5275"/>
                    <a:pt x="32199" y="5101"/>
                    <a:pt x="32343" y="4754"/>
                  </a:cubicBezTo>
                  <a:cubicBezTo>
                    <a:pt x="32488" y="4407"/>
                    <a:pt x="32560" y="3928"/>
                    <a:pt x="32560" y="3318"/>
                  </a:cubicBezTo>
                  <a:cubicBezTo>
                    <a:pt x="32560" y="2706"/>
                    <a:pt x="32488" y="2227"/>
                    <a:pt x="32343" y="1881"/>
                  </a:cubicBezTo>
                  <a:cubicBezTo>
                    <a:pt x="32199" y="1535"/>
                    <a:pt x="32000" y="1362"/>
                    <a:pt x="31747" y="1362"/>
                  </a:cubicBezTo>
                  <a:close/>
                  <a:moveTo>
                    <a:pt x="38079" y="1362"/>
                  </a:moveTo>
                  <a:cubicBezTo>
                    <a:pt x="37825" y="1362"/>
                    <a:pt x="37626" y="1535"/>
                    <a:pt x="37482" y="1881"/>
                  </a:cubicBezTo>
                  <a:cubicBezTo>
                    <a:pt x="37339" y="2227"/>
                    <a:pt x="37267" y="2706"/>
                    <a:pt x="37267" y="3318"/>
                  </a:cubicBezTo>
                  <a:cubicBezTo>
                    <a:pt x="37267" y="3928"/>
                    <a:pt x="37339" y="4407"/>
                    <a:pt x="37482" y="4754"/>
                  </a:cubicBezTo>
                  <a:cubicBezTo>
                    <a:pt x="37626" y="5101"/>
                    <a:pt x="37825" y="5275"/>
                    <a:pt x="38079" y="5275"/>
                  </a:cubicBezTo>
                  <a:cubicBezTo>
                    <a:pt x="38332" y="5275"/>
                    <a:pt x="38531" y="5101"/>
                    <a:pt x="38675" y="4754"/>
                  </a:cubicBezTo>
                  <a:cubicBezTo>
                    <a:pt x="38820" y="4407"/>
                    <a:pt x="38892" y="3928"/>
                    <a:pt x="38892" y="3318"/>
                  </a:cubicBezTo>
                  <a:cubicBezTo>
                    <a:pt x="38892" y="2706"/>
                    <a:pt x="38820" y="2227"/>
                    <a:pt x="38675" y="1881"/>
                  </a:cubicBezTo>
                  <a:cubicBezTo>
                    <a:pt x="38531" y="1535"/>
                    <a:pt x="38332" y="1362"/>
                    <a:pt x="38079" y="1362"/>
                  </a:cubicBezTo>
                  <a:close/>
                  <a:moveTo>
                    <a:pt x="41024" y="1362"/>
                  </a:moveTo>
                  <a:cubicBezTo>
                    <a:pt x="40930" y="1362"/>
                    <a:pt x="40832" y="1383"/>
                    <a:pt x="40732" y="1427"/>
                  </a:cubicBezTo>
                  <a:cubicBezTo>
                    <a:pt x="40632" y="1470"/>
                    <a:pt x="40529" y="1535"/>
                    <a:pt x="40422" y="1621"/>
                  </a:cubicBezTo>
                  <a:lnTo>
                    <a:pt x="40422" y="2187"/>
                  </a:lnTo>
                  <a:cubicBezTo>
                    <a:pt x="40511" y="2085"/>
                    <a:pt x="40603" y="2008"/>
                    <a:pt x="40699" y="1957"/>
                  </a:cubicBezTo>
                  <a:cubicBezTo>
                    <a:pt x="40795" y="1906"/>
                    <a:pt x="40893" y="1881"/>
                    <a:pt x="40994" y="1881"/>
                  </a:cubicBezTo>
                  <a:cubicBezTo>
                    <a:pt x="41154" y="1881"/>
                    <a:pt x="41277" y="1958"/>
                    <a:pt x="41365" y="2112"/>
                  </a:cubicBezTo>
                  <a:cubicBezTo>
                    <a:pt x="41453" y="2266"/>
                    <a:pt x="41497" y="2484"/>
                    <a:pt x="41497" y="2766"/>
                  </a:cubicBezTo>
                  <a:lnTo>
                    <a:pt x="41497" y="2826"/>
                  </a:lnTo>
                  <a:lnTo>
                    <a:pt x="41089" y="2826"/>
                  </a:lnTo>
                  <a:cubicBezTo>
                    <a:pt x="40825" y="2826"/>
                    <a:pt x="40626" y="2932"/>
                    <a:pt x="40492" y="3145"/>
                  </a:cubicBezTo>
                  <a:cubicBezTo>
                    <a:pt x="40359" y="3358"/>
                    <a:pt x="40292" y="3674"/>
                    <a:pt x="40292" y="4093"/>
                  </a:cubicBezTo>
                  <a:cubicBezTo>
                    <a:pt x="40292" y="4453"/>
                    <a:pt x="40346" y="4739"/>
                    <a:pt x="40453" y="4953"/>
                  </a:cubicBezTo>
                  <a:cubicBezTo>
                    <a:pt x="40560" y="5167"/>
                    <a:pt x="40704" y="5275"/>
                    <a:pt x="40885" y="5275"/>
                  </a:cubicBezTo>
                  <a:cubicBezTo>
                    <a:pt x="41029" y="5275"/>
                    <a:pt x="41150" y="5221"/>
                    <a:pt x="41249" y="5113"/>
                  </a:cubicBezTo>
                  <a:cubicBezTo>
                    <a:pt x="41348" y="5006"/>
                    <a:pt x="41431" y="4839"/>
                    <a:pt x="41497" y="4612"/>
                  </a:cubicBezTo>
                  <a:lnTo>
                    <a:pt x="41497" y="5178"/>
                  </a:lnTo>
                  <a:lnTo>
                    <a:pt x="41788" y="5178"/>
                  </a:lnTo>
                  <a:lnTo>
                    <a:pt x="41788" y="3052"/>
                  </a:lnTo>
                  <a:cubicBezTo>
                    <a:pt x="41788" y="2484"/>
                    <a:pt x="41725" y="2060"/>
                    <a:pt x="41598" y="1781"/>
                  </a:cubicBezTo>
                  <a:cubicBezTo>
                    <a:pt x="41472" y="1502"/>
                    <a:pt x="41281" y="1362"/>
                    <a:pt x="41024" y="1362"/>
                  </a:cubicBezTo>
                  <a:close/>
                  <a:moveTo>
                    <a:pt x="44581" y="1"/>
                  </a:moveTo>
                  <a:lnTo>
                    <a:pt x="44581" y="2017"/>
                  </a:lnTo>
                  <a:cubicBezTo>
                    <a:pt x="44520" y="1795"/>
                    <a:pt x="44443" y="1631"/>
                    <a:pt x="44350" y="1523"/>
                  </a:cubicBezTo>
                  <a:cubicBezTo>
                    <a:pt x="44256" y="1416"/>
                    <a:pt x="44144" y="1362"/>
                    <a:pt x="44014" y="1362"/>
                  </a:cubicBezTo>
                  <a:cubicBezTo>
                    <a:pt x="43800" y="1362"/>
                    <a:pt x="43626" y="1541"/>
                    <a:pt x="43491" y="1901"/>
                  </a:cubicBezTo>
                  <a:cubicBezTo>
                    <a:pt x="43357" y="2260"/>
                    <a:pt x="43290" y="2733"/>
                    <a:pt x="43290" y="3318"/>
                  </a:cubicBezTo>
                  <a:cubicBezTo>
                    <a:pt x="43290" y="3904"/>
                    <a:pt x="43357" y="4376"/>
                    <a:pt x="43491" y="4736"/>
                  </a:cubicBezTo>
                  <a:cubicBezTo>
                    <a:pt x="43626" y="5095"/>
                    <a:pt x="43800" y="5275"/>
                    <a:pt x="44014" y="5275"/>
                  </a:cubicBezTo>
                  <a:cubicBezTo>
                    <a:pt x="44144" y="5275"/>
                    <a:pt x="44256" y="5221"/>
                    <a:pt x="44350" y="5113"/>
                  </a:cubicBezTo>
                  <a:cubicBezTo>
                    <a:pt x="44443" y="5006"/>
                    <a:pt x="44520" y="4841"/>
                    <a:pt x="44581" y="4619"/>
                  </a:cubicBezTo>
                  <a:lnTo>
                    <a:pt x="44581" y="5178"/>
                  </a:lnTo>
                  <a:lnTo>
                    <a:pt x="44872" y="5178"/>
                  </a:lnTo>
                  <a:lnTo>
                    <a:pt x="44872" y="1"/>
                  </a:lnTo>
                  <a:close/>
                  <a:moveTo>
                    <a:pt x="46934" y="1362"/>
                  </a:moveTo>
                  <a:cubicBezTo>
                    <a:pt x="46717" y="1362"/>
                    <a:pt x="46549" y="1457"/>
                    <a:pt x="46431" y="1648"/>
                  </a:cubicBezTo>
                  <a:cubicBezTo>
                    <a:pt x="46313" y="1839"/>
                    <a:pt x="46254" y="2109"/>
                    <a:pt x="46254" y="2460"/>
                  </a:cubicBezTo>
                  <a:cubicBezTo>
                    <a:pt x="46254" y="2748"/>
                    <a:pt x="46294" y="2975"/>
                    <a:pt x="46374" y="3140"/>
                  </a:cubicBezTo>
                  <a:cubicBezTo>
                    <a:pt x="46454" y="3305"/>
                    <a:pt x="46585" y="3428"/>
                    <a:pt x="46765" y="3508"/>
                  </a:cubicBezTo>
                  <a:lnTo>
                    <a:pt x="46866" y="3558"/>
                  </a:lnTo>
                  <a:cubicBezTo>
                    <a:pt x="47046" y="3640"/>
                    <a:pt x="47163" y="3725"/>
                    <a:pt x="47216" y="3814"/>
                  </a:cubicBezTo>
                  <a:cubicBezTo>
                    <a:pt x="47269" y="3903"/>
                    <a:pt x="47296" y="4030"/>
                    <a:pt x="47296" y="4197"/>
                  </a:cubicBezTo>
                  <a:cubicBezTo>
                    <a:pt x="47296" y="4376"/>
                    <a:pt x="47259" y="4515"/>
                    <a:pt x="47185" y="4614"/>
                  </a:cubicBezTo>
                  <a:cubicBezTo>
                    <a:pt x="47112" y="4713"/>
                    <a:pt x="47006" y="4762"/>
                    <a:pt x="46869" y="4762"/>
                  </a:cubicBezTo>
                  <a:cubicBezTo>
                    <a:pt x="46767" y="4762"/>
                    <a:pt x="46664" y="4733"/>
                    <a:pt x="46559" y="4674"/>
                  </a:cubicBezTo>
                  <a:cubicBezTo>
                    <a:pt x="46455" y="4615"/>
                    <a:pt x="46349" y="4527"/>
                    <a:pt x="46241" y="4409"/>
                  </a:cubicBezTo>
                  <a:lnTo>
                    <a:pt x="46241" y="5042"/>
                  </a:lnTo>
                  <a:cubicBezTo>
                    <a:pt x="46355" y="5119"/>
                    <a:pt x="46464" y="5177"/>
                    <a:pt x="46566" y="5216"/>
                  </a:cubicBezTo>
                  <a:cubicBezTo>
                    <a:pt x="46669" y="5255"/>
                    <a:pt x="46768" y="5275"/>
                    <a:pt x="46863" y="5275"/>
                  </a:cubicBezTo>
                  <a:cubicBezTo>
                    <a:pt x="47090" y="5275"/>
                    <a:pt x="47269" y="5174"/>
                    <a:pt x="47400" y="4972"/>
                  </a:cubicBezTo>
                  <a:cubicBezTo>
                    <a:pt x="47530" y="4770"/>
                    <a:pt x="47595" y="4496"/>
                    <a:pt x="47595" y="4150"/>
                  </a:cubicBezTo>
                  <a:cubicBezTo>
                    <a:pt x="47595" y="3846"/>
                    <a:pt x="47551" y="3609"/>
                    <a:pt x="47464" y="3440"/>
                  </a:cubicBezTo>
                  <a:cubicBezTo>
                    <a:pt x="47377" y="3270"/>
                    <a:pt x="47231" y="3138"/>
                    <a:pt x="47024" y="3045"/>
                  </a:cubicBezTo>
                  <a:lnTo>
                    <a:pt x="46924" y="2999"/>
                  </a:lnTo>
                  <a:cubicBezTo>
                    <a:pt x="46768" y="2926"/>
                    <a:pt x="46665" y="2848"/>
                    <a:pt x="46613" y="2768"/>
                  </a:cubicBezTo>
                  <a:cubicBezTo>
                    <a:pt x="46561" y="2687"/>
                    <a:pt x="46536" y="2575"/>
                    <a:pt x="46536" y="2433"/>
                  </a:cubicBezTo>
                  <a:cubicBezTo>
                    <a:pt x="46536" y="2247"/>
                    <a:pt x="46572" y="2107"/>
                    <a:pt x="46644" y="2014"/>
                  </a:cubicBezTo>
                  <a:cubicBezTo>
                    <a:pt x="46716" y="1921"/>
                    <a:pt x="46824" y="1874"/>
                    <a:pt x="46969" y="1874"/>
                  </a:cubicBezTo>
                  <a:cubicBezTo>
                    <a:pt x="47064" y="1874"/>
                    <a:pt x="47155" y="1896"/>
                    <a:pt x="47244" y="1941"/>
                  </a:cubicBezTo>
                  <a:cubicBezTo>
                    <a:pt x="47332" y="1985"/>
                    <a:pt x="47418" y="2052"/>
                    <a:pt x="47500" y="2140"/>
                  </a:cubicBezTo>
                  <a:lnTo>
                    <a:pt x="47500" y="1561"/>
                  </a:lnTo>
                  <a:cubicBezTo>
                    <a:pt x="47420" y="1495"/>
                    <a:pt x="47332" y="1445"/>
                    <a:pt x="47238" y="1412"/>
                  </a:cubicBezTo>
                  <a:cubicBezTo>
                    <a:pt x="47143" y="1378"/>
                    <a:pt x="47041" y="1362"/>
                    <a:pt x="46934" y="1362"/>
                  </a:cubicBezTo>
                  <a:close/>
                  <a:moveTo>
                    <a:pt x="50595" y="1362"/>
                  </a:moveTo>
                  <a:cubicBezTo>
                    <a:pt x="50501" y="1362"/>
                    <a:pt x="50403" y="1383"/>
                    <a:pt x="50303" y="1427"/>
                  </a:cubicBezTo>
                  <a:cubicBezTo>
                    <a:pt x="50203" y="1470"/>
                    <a:pt x="50100" y="1535"/>
                    <a:pt x="49993" y="1621"/>
                  </a:cubicBezTo>
                  <a:lnTo>
                    <a:pt x="49993" y="2187"/>
                  </a:lnTo>
                  <a:cubicBezTo>
                    <a:pt x="50082" y="2085"/>
                    <a:pt x="50174" y="2008"/>
                    <a:pt x="50270" y="1957"/>
                  </a:cubicBezTo>
                  <a:cubicBezTo>
                    <a:pt x="50366" y="1906"/>
                    <a:pt x="50464" y="1881"/>
                    <a:pt x="50565" y="1881"/>
                  </a:cubicBezTo>
                  <a:cubicBezTo>
                    <a:pt x="50725" y="1881"/>
                    <a:pt x="50848" y="1958"/>
                    <a:pt x="50936" y="2112"/>
                  </a:cubicBezTo>
                  <a:cubicBezTo>
                    <a:pt x="51024" y="2266"/>
                    <a:pt x="51068" y="2484"/>
                    <a:pt x="51068" y="2766"/>
                  </a:cubicBezTo>
                  <a:lnTo>
                    <a:pt x="51068" y="2826"/>
                  </a:lnTo>
                  <a:lnTo>
                    <a:pt x="50660" y="2826"/>
                  </a:lnTo>
                  <a:cubicBezTo>
                    <a:pt x="50396" y="2826"/>
                    <a:pt x="50197" y="2932"/>
                    <a:pt x="50063" y="3145"/>
                  </a:cubicBezTo>
                  <a:cubicBezTo>
                    <a:pt x="49930" y="3358"/>
                    <a:pt x="49863" y="3674"/>
                    <a:pt x="49863" y="4093"/>
                  </a:cubicBezTo>
                  <a:cubicBezTo>
                    <a:pt x="49863" y="4453"/>
                    <a:pt x="49917" y="4739"/>
                    <a:pt x="50024" y="4953"/>
                  </a:cubicBezTo>
                  <a:cubicBezTo>
                    <a:pt x="50131" y="5167"/>
                    <a:pt x="50275" y="5275"/>
                    <a:pt x="50456" y="5275"/>
                  </a:cubicBezTo>
                  <a:cubicBezTo>
                    <a:pt x="50600" y="5275"/>
                    <a:pt x="50721" y="5221"/>
                    <a:pt x="50820" y="5113"/>
                  </a:cubicBezTo>
                  <a:cubicBezTo>
                    <a:pt x="50919" y="5006"/>
                    <a:pt x="51002" y="4839"/>
                    <a:pt x="51068" y="4612"/>
                  </a:cubicBezTo>
                  <a:lnTo>
                    <a:pt x="51068" y="5178"/>
                  </a:lnTo>
                  <a:lnTo>
                    <a:pt x="51359" y="5178"/>
                  </a:lnTo>
                  <a:lnTo>
                    <a:pt x="51359" y="3052"/>
                  </a:lnTo>
                  <a:cubicBezTo>
                    <a:pt x="51359" y="2484"/>
                    <a:pt x="51296" y="2060"/>
                    <a:pt x="51169" y="1781"/>
                  </a:cubicBezTo>
                  <a:cubicBezTo>
                    <a:pt x="51043" y="1502"/>
                    <a:pt x="50852" y="1362"/>
                    <a:pt x="50595" y="1362"/>
                  </a:cubicBezTo>
                  <a:close/>
                  <a:moveTo>
                    <a:pt x="52828" y="1452"/>
                  </a:moveTo>
                  <a:lnTo>
                    <a:pt x="52828" y="3707"/>
                  </a:lnTo>
                  <a:cubicBezTo>
                    <a:pt x="52828" y="4220"/>
                    <a:pt x="52881" y="4609"/>
                    <a:pt x="52986" y="4875"/>
                  </a:cubicBezTo>
                  <a:cubicBezTo>
                    <a:pt x="53092" y="5141"/>
                    <a:pt x="53246" y="5275"/>
                    <a:pt x="53449" y="5275"/>
                  </a:cubicBezTo>
                  <a:cubicBezTo>
                    <a:pt x="53573" y="5275"/>
                    <a:pt x="53681" y="5220"/>
                    <a:pt x="53774" y="5110"/>
                  </a:cubicBezTo>
                  <a:cubicBezTo>
                    <a:pt x="53868" y="5000"/>
                    <a:pt x="53950" y="4832"/>
                    <a:pt x="54020" y="4606"/>
                  </a:cubicBezTo>
                  <a:lnTo>
                    <a:pt x="54020" y="5178"/>
                  </a:lnTo>
                  <a:lnTo>
                    <a:pt x="54311" y="5178"/>
                  </a:lnTo>
                  <a:lnTo>
                    <a:pt x="54311" y="1452"/>
                  </a:lnTo>
                  <a:lnTo>
                    <a:pt x="54020" y="1452"/>
                  </a:lnTo>
                  <a:lnTo>
                    <a:pt x="54020" y="3564"/>
                  </a:lnTo>
                  <a:cubicBezTo>
                    <a:pt x="54020" y="3928"/>
                    <a:pt x="53975" y="4215"/>
                    <a:pt x="53883" y="4426"/>
                  </a:cubicBezTo>
                  <a:cubicBezTo>
                    <a:pt x="53792" y="4637"/>
                    <a:pt x="53668" y="4742"/>
                    <a:pt x="53511" y="4742"/>
                  </a:cubicBezTo>
                  <a:cubicBezTo>
                    <a:pt x="53380" y="4742"/>
                    <a:pt x="53282" y="4654"/>
                    <a:pt x="53217" y="4478"/>
                  </a:cubicBezTo>
                  <a:cubicBezTo>
                    <a:pt x="53152" y="4301"/>
                    <a:pt x="53119" y="4037"/>
                    <a:pt x="53119" y="3684"/>
                  </a:cubicBezTo>
                  <a:lnTo>
                    <a:pt x="53119" y="1452"/>
                  </a:lnTo>
                  <a:close/>
                  <a:moveTo>
                    <a:pt x="55652" y="1362"/>
                  </a:moveTo>
                  <a:cubicBezTo>
                    <a:pt x="55386" y="1362"/>
                    <a:pt x="55175" y="1541"/>
                    <a:pt x="55018" y="1899"/>
                  </a:cubicBezTo>
                  <a:cubicBezTo>
                    <a:pt x="54862" y="2257"/>
                    <a:pt x="54784" y="2741"/>
                    <a:pt x="54784" y="3351"/>
                  </a:cubicBezTo>
                  <a:cubicBezTo>
                    <a:pt x="54784" y="3941"/>
                    <a:pt x="54866" y="4409"/>
                    <a:pt x="55031" y="4755"/>
                  </a:cubicBezTo>
                  <a:cubicBezTo>
                    <a:pt x="55196" y="5101"/>
                    <a:pt x="55420" y="5275"/>
                    <a:pt x="55702" y="5275"/>
                  </a:cubicBezTo>
                  <a:cubicBezTo>
                    <a:pt x="55815" y="5275"/>
                    <a:pt x="55926" y="5250"/>
                    <a:pt x="56036" y="5201"/>
                  </a:cubicBezTo>
                  <a:cubicBezTo>
                    <a:pt x="56145" y="5153"/>
                    <a:pt x="56252" y="5082"/>
                    <a:pt x="56357" y="4988"/>
                  </a:cubicBezTo>
                  <a:lnTo>
                    <a:pt x="56357" y="4409"/>
                  </a:lnTo>
                  <a:cubicBezTo>
                    <a:pt x="56253" y="4525"/>
                    <a:pt x="56149" y="4611"/>
                    <a:pt x="56044" y="4669"/>
                  </a:cubicBezTo>
                  <a:cubicBezTo>
                    <a:pt x="55940" y="4727"/>
                    <a:pt x="55831" y="4755"/>
                    <a:pt x="55720" y="4755"/>
                  </a:cubicBezTo>
                  <a:cubicBezTo>
                    <a:pt x="55527" y="4755"/>
                    <a:pt x="55376" y="4645"/>
                    <a:pt x="55268" y="4424"/>
                  </a:cubicBezTo>
                  <a:cubicBezTo>
                    <a:pt x="55160" y="4204"/>
                    <a:pt x="55100" y="3883"/>
                    <a:pt x="55087" y="3461"/>
                  </a:cubicBezTo>
                  <a:lnTo>
                    <a:pt x="56425" y="3461"/>
                  </a:lnTo>
                  <a:lnTo>
                    <a:pt x="56425" y="3162"/>
                  </a:lnTo>
                  <a:cubicBezTo>
                    <a:pt x="56425" y="2607"/>
                    <a:pt x="56355" y="2169"/>
                    <a:pt x="56217" y="1846"/>
                  </a:cubicBezTo>
                  <a:cubicBezTo>
                    <a:pt x="56078" y="1523"/>
                    <a:pt x="55890" y="1362"/>
                    <a:pt x="55652" y="1362"/>
                  </a:cubicBezTo>
                  <a:close/>
                  <a:moveTo>
                    <a:pt x="58067" y="1"/>
                  </a:moveTo>
                  <a:lnTo>
                    <a:pt x="58067" y="2017"/>
                  </a:lnTo>
                  <a:cubicBezTo>
                    <a:pt x="58006" y="1795"/>
                    <a:pt x="57929" y="1631"/>
                    <a:pt x="57836" y="1523"/>
                  </a:cubicBezTo>
                  <a:cubicBezTo>
                    <a:pt x="57742" y="1416"/>
                    <a:pt x="57630" y="1362"/>
                    <a:pt x="57500" y="1362"/>
                  </a:cubicBezTo>
                  <a:cubicBezTo>
                    <a:pt x="57286" y="1362"/>
                    <a:pt x="57112" y="1541"/>
                    <a:pt x="56977" y="1901"/>
                  </a:cubicBezTo>
                  <a:cubicBezTo>
                    <a:pt x="56843" y="2260"/>
                    <a:pt x="56776" y="2733"/>
                    <a:pt x="56776" y="3318"/>
                  </a:cubicBezTo>
                  <a:cubicBezTo>
                    <a:pt x="56776" y="3904"/>
                    <a:pt x="56843" y="4376"/>
                    <a:pt x="56977" y="4736"/>
                  </a:cubicBezTo>
                  <a:cubicBezTo>
                    <a:pt x="57112" y="5095"/>
                    <a:pt x="57286" y="5275"/>
                    <a:pt x="57500" y="5275"/>
                  </a:cubicBezTo>
                  <a:cubicBezTo>
                    <a:pt x="57630" y="5275"/>
                    <a:pt x="57742" y="5221"/>
                    <a:pt x="57836" y="5113"/>
                  </a:cubicBezTo>
                  <a:cubicBezTo>
                    <a:pt x="57929" y="5006"/>
                    <a:pt x="58006" y="4841"/>
                    <a:pt x="58067" y="4619"/>
                  </a:cubicBezTo>
                  <a:lnTo>
                    <a:pt x="58067" y="5178"/>
                  </a:lnTo>
                  <a:lnTo>
                    <a:pt x="58358" y="5178"/>
                  </a:lnTo>
                  <a:lnTo>
                    <a:pt x="58358" y="1"/>
                  </a:lnTo>
                  <a:close/>
                  <a:moveTo>
                    <a:pt x="4372" y="1362"/>
                  </a:moveTo>
                  <a:cubicBezTo>
                    <a:pt x="4242" y="1362"/>
                    <a:pt x="4130" y="1416"/>
                    <a:pt x="4037" y="1523"/>
                  </a:cubicBezTo>
                  <a:cubicBezTo>
                    <a:pt x="3944" y="1631"/>
                    <a:pt x="3867" y="1795"/>
                    <a:pt x="3806" y="2017"/>
                  </a:cubicBezTo>
                  <a:lnTo>
                    <a:pt x="3806" y="1452"/>
                  </a:lnTo>
                  <a:lnTo>
                    <a:pt x="3513" y="1452"/>
                  </a:lnTo>
                  <a:lnTo>
                    <a:pt x="3513" y="6595"/>
                  </a:lnTo>
                  <a:lnTo>
                    <a:pt x="3806" y="6595"/>
                  </a:lnTo>
                  <a:lnTo>
                    <a:pt x="3806" y="4619"/>
                  </a:lnTo>
                  <a:cubicBezTo>
                    <a:pt x="3867" y="4841"/>
                    <a:pt x="3944" y="5006"/>
                    <a:pt x="4037" y="5113"/>
                  </a:cubicBezTo>
                  <a:cubicBezTo>
                    <a:pt x="4130" y="5221"/>
                    <a:pt x="4242" y="5275"/>
                    <a:pt x="4372" y="5275"/>
                  </a:cubicBezTo>
                  <a:cubicBezTo>
                    <a:pt x="4587" y="5275"/>
                    <a:pt x="4761" y="5095"/>
                    <a:pt x="4896" y="4736"/>
                  </a:cubicBezTo>
                  <a:cubicBezTo>
                    <a:pt x="5030" y="4376"/>
                    <a:pt x="5097" y="3904"/>
                    <a:pt x="5097" y="3318"/>
                  </a:cubicBezTo>
                  <a:cubicBezTo>
                    <a:pt x="5097" y="2733"/>
                    <a:pt x="5030" y="2260"/>
                    <a:pt x="4896" y="1901"/>
                  </a:cubicBezTo>
                  <a:cubicBezTo>
                    <a:pt x="4761" y="1541"/>
                    <a:pt x="4587" y="1362"/>
                    <a:pt x="4372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2354350" y="977875"/>
              <a:ext cx="377650" cy="131875"/>
            </a:xfrm>
            <a:custGeom>
              <a:rect b="b" l="l" r="r" t="t"/>
              <a:pathLst>
                <a:path extrusionOk="0" h="5275" w="15106">
                  <a:moveTo>
                    <a:pt x="1" y="1"/>
                  </a:moveTo>
                  <a:lnTo>
                    <a:pt x="1" y="776"/>
                  </a:lnTo>
                  <a:lnTo>
                    <a:pt x="291" y="776"/>
                  </a:lnTo>
                  <a:lnTo>
                    <a:pt x="291" y="1"/>
                  </a:lnTo>
                  <a:close/>
                  <a:moveTo>
                    <a:pt x="5008" y="1"/>
                  </a:moveTo>
                  <a:lnTo>
                    <a:pt x="5008" y="776"/>
                  </a:lnTo>
                  <a:lnTo>
                    <a:pt x="5298" y="776"/>
                  </a:lnTo>
                  <a:lnTo>
                    <a:pt x="5298" y="1"/>
                  </a:lnTo>
                  <a:close/>
                  <a:moveTo>
                    <a:pt x="7824" y="1"/>
                  </a:moveTo>
                  <a:lnTo>
                    <a:pt x="7824" y="776"/>
                  </a:lnTo>
                  <a:lnTo>
                    <a:pt x="8114" y="776"/>
                  </a:lnTo>
                  <a:lnTo>
                    <a:pt x="8114" y="1"/>
                  </a:lnTo>
                  <a:close/>
                  <a:moveTo>
                    <a:pt x="3621" y="1874"/>
                  </a:moveTo>
                  <a:cubicBezTo>
                    <a:pt x="3775" y="1874"/>
                    <a:pt x="3896" y="2002"/>
                    <a:pt x="3985" y="2258"/>
                  </a:cubicBezTo>
                  <a:cubicBezTo>
                    <a:pt x="4073" y="2515"/>
                    <a:pt x="4118" y="2868"/>
                    <a:pt x="4118" y="3318"/>
                  </a:cubicBezTo>
                  <a:cubicBezTo>
                    <a:pt x="4118" y="3768"/>
                    <a:pt x="4073" y="4122"/>
                    <a:pt x="3985" y="4378"/>
                  </a:cubicBezTo>
                  <a:cubicBezTo>
                    <a:pt x="3896" y="4634"/>
                    <a:pt x="3775" y="4762"/>
                    <a:pt x="3621" y="4762"/>
                  </a:cubicBezTo>
                  <a:cubicBezTo>
                    <a:pt x="3467" y="4762"/>
                    <a:pt x="3346" y="4634"/>
                    <a:pt x="3258" y="4378"/>
                  </a:cubicBezTo>
                  <a:cubicBezTo>
                    <a:pt x="3170" y="4122"/>
                    <a:pt x="3126" y="3768"/>
                    <a:pt x="3126" y="3318"/>
                  </a:cubicBezTo>
                  <a:cubicBezTo>
                    <a:pt x="3126" y="2868"/>
                    <a:pt x="3170" y="2515"/>
                    <a:pt x="3258" y="2258"/>
                  </a:cubicBezTo>
                  <a:cubicBezTo>
                    <a:pt x="3346" y="2002"/>
                    <a:pt x="3467" y="1874"/>
                    <a:pt x="3621" y="1874"/>
                  </a:cubicBezTo>
                  <a:close/>
                  <a:moveTo>
                    <a:pt x="9392" y="1874"/>
                  </a:moveTo>
                  <a:cubicBezTo>
                    <a:pt x="9546" y="1874"/>
                    <a:pt x="9667" y="2002"/>
                    <a:pt x="9756" y="2258"/>
                  </a:cubicBezTo>
                  <a:cubicBezTo>
                    <a:pt x="9844" y="2515"/>
                    <a:pt x="9889" y="2868"/>
                    <a:pt x="9889" y="3318"/>
                  </a:cubicBezTo>
                  <a:cubicBezTo>
                    <a:pt x="9889" y="3768"/>
                    <a:pt x="9844" y="4122"/>
                    <a:pt x="9756" y="4378"/>
                  </a:cubicBezTo>
                  <a:cubicBezTo>
                    <a:pt x="9667" y="4634"/>
                    <a:pt x="9546" y="4762"/>
                    <a:pt x="9392" y="4762"/>
                  </a:cubicBezTo>
                  <a:cubicBezTo>
                    <a:pt x="9238" y="4762"/>
                    <a:pt x="9117" y="4634"/>
                    <a:pt x="9029" y="4378"/>
                  </a:cubicBezTo>
                  <a:cubicBezTo>
                    <a:pt x="8941" y="4122"/>
                    <a:pt x="8897" y="3768"/>
                    <a:pt x="8897" y="3318"/>
                  </a:cubicBezTo>
                  <a:cubicBezTo>
                    <a:pt x="8897" y="2868"/>
                    <a:pt x="8941" y="2515"/>
                    <a:pt x="9029" y="2258"/>
                  </a:cubicBezTo>
                  <a:cubicBezTo>
                    <a:pt x="9117" y="2002"/>
                    <a:pt x="9238" y="1874"/>
                    <a:pt x="9392" y="1874"/>
                  </a:cubicBezTo>
                  <a:close/>
                  <a:moveTo>
                    <a:pt x="13925" y="3305"/>
                  </a:moveTo>
                  <a:lnTo>
                    <a:pt x="13925" y="3441"/>
                  </a:lnTo>
                  <a:cubicBezTo>
                    <a:pt x="13925" y="3840"/>
                    <a:pt x="13876" y="4160"/>
                    <a:pt x="13778" y="4401"/>
                  </a:cubicBezTo>
                  <a:cubicBezTo>
                    <a:pt x="13681" y="4642"/>
                    <a:pt x="13551" y="4762"/>
                    <a:pt x="13390" y="4762"/>
                  </a:cubicBezTo>
                  <a:cubicBezTo>
                    <a:pt x="13273" y="4762"/>
                    <a:pt x="13181" y="4698"/>
                    <a:pt x="13113" y="4571"/>
                  </a:cubicBezTo>
                  <a:cubicBezTo>
                    <a:pt x="13045" y="4443"/>
                    <a:pt x="13011" y="4271"/>
                    <a:pt x="13011" y="4053"/>
                  </a:cubicBezTo>
                  <a:cubicBezTo>
                    <a:pt x="13011" y="3781"/>
                    <a:pt x="13056" y="3588"/>
                    <a:pt x="13147" y="3475"/>
                  </a:cubicBezTo>
                  <a:cubicBezTo>
                    <a:pt x="13237" y="3361"/>
                    <a:pt x="13400" y="3305"/>
                    <a:pt x="13635" y="3305"/>
                  </a:cubicBezTo>
                  <a:close/>
                  <a:moveTo>
                    <a:pt x="1" y="1452"/>
                  </a:moveTo>
                  <a:lnTo>
                    <a:pt x="1" y="5178"/>
                  </a:lnTo>
                  <a:lnTo>
                    <a:pt x="291" y="5178"/>
                  </a:lnTo>
                  <a:lnTo>
                    <a:pt x="291" y="1452"/>
                  </a:lnTo>
                  <a:close/>
                  <a:moveTo>
                    <a:pt x="1754" y="1362"/>
                  </a:moveTo>
                  <a:cubicBezTo>
                    <a:pt x="1631" y="1362"/>
                    <a:pt x="1522" y="1417"/>
                    <a:pt x="1428" y="1528"/>
                  </a:cubicBezTo>
                  <a:cubicBezTo>
                    <a:pt x="1333" y="1639"/>
                    <a:pt x="1252" y="1806"/>
                    <a:pt x="1182" y="2031"/>
                  </a:cubicBezTo>
                  <a:lnTo>
                    <a:pt x="1182" y="1452"/>
                  </a:lnTo>
                  <a:lnTo>
                    <a:pt x="889" y="1452"/>
                  </a:lnTo>
                  <a:lnTo>
                    <a:pt x="889" y="5178"/>
                  </a:lnTo>
                  <a:lnTo>
                    <a:pt x="1182" y="5178"/>
                  </a:lnTo>
                  <a:lnTo>
                    <a:pt x="1182" y="3072"/>
                  </a:lnTo>
                  <a:cubicBezTo>
                    <a:pt x="1182" y="2708"/>
                    <a:pt x="1227" y="2421"/>
                    <a:pt x="1318" y="2210"/>
                  </a:cubicBezTo>
                  <a:cubicBezTo>
                    <a:pt x="1409" y="1999"/>
                    <a:pt x="1532" y="1894"/>
                    <a:pt x="1689" y="1894"/>
                  </a:cubicBezTo>
                  <a:cubicBezTo>
                    <a:pt x="1820" y="1894"/>
                    <a:pt x="1918" y="1982"/>
                    <a:pt x="1983" y="2157"/>
                  </a:cubicBezTo>
                  <a:cubicBezTo>
                    <a:pt x="2049" y="2332"/>
                    <a:pt x="2082" y="2596"/>
                    <a:pt x="2082" y="2949"/>
                  </a:cubicBezTo>
                  <a:lnTo>
                    <a:pt x="2082" y="5178"/>
                  </a:lnTo>
                  <a:lnTo>
                    <a:pt x="2372" y="5178"/>
                  </a:lnTo>
                  <a:lnTo>
                    <a:pt x="2372" y="2929"/>
                  </a:lnTo>
                  <a:cubicBezTo>
                    <a:pt x="2372" y="2414"/>
                    <a:pt x="2320" y="2024"/>
                    <a:pt x="2216" y="1759"/>
                  </a:cubicBezTo>
                  <a:cubicBezTo>
                    <a:pt x="2112" y="1494"/>
                    <a:pt x="1958" y="1362"/>
                    <a:pt x="1754" y="1362"/>
                  </a:cubicBezTo>
                  <a:close/>
                  <a:moveTo>
                    <a:pt x="5008" y="1452"/>
                  </a:moveTo>
                  <a:lnTo>
                    <a:pt x="5008" y="5178"/>
                  </a:lnTo>
                  <a:lnTo>
                    <a:pt x="5298" y="5178"/>
                  </a:lnTo>
                  <a:lnTo>
                    <a:pt x="5298" y="1452"/>
                  </a:lnTo>
                  <a:close/>
                  <a:moveTo>
                    <a:pt x="5699" y="1452"/>
                  </a:moveTo>
                  <a:lnTo>
                    <a:pt x="6363" y="5178"/>
                  </a:lnTo>
                  <a:lnTo>
                    <a:pt x="6758" y="5178"/>
                  </a:lnTo>
                  <a:lnTo>
                    <a:pt x="7422" y="1452"/>
                  </a:lnTo>
                  <a:lnTo>
                    <a:pt x="7114" y="1452"/>
                  </a:lnTo>
                  <a:lnTo>
                    <a:pt x="6560" y="4579"/>
                  </a:lnTo>
                  <a:lnTo>
                    <a:pt x="6007" y="1452"/>
                  </a:lnTo>
                  <a:close/>
                  <a:moveTo>
                    <a:pt x="7824" y="1452"/>
                  </a:moveTo>
                  <a:lnTo>
                    <a:pt x="7824" y="5178"/>
                  </a:lnTo>
                  <a:lnTo>
                    <a:pt x="8114" y="5178"/>
                  </a:lnTo>
                  <a:lnTo>
                    <a:pt x="8114" y="1452"/>
                  </a:lnTo>
                  <a:close/>
                  <a:moveTo>
                    <a:pt x="14815" y="1"/>
                  </a:moveTo>
                  <a:lnTo>
                    <a:pt x="14815" y="5178"/>
                  </a:lnTo>
                  <a:lnTo>
                    <a:pt x="15105" y="5178"/>
                  </a:lnTo>
                  <a:lnTo>
                    <a:pt x="15105" y="1"/>
                  </a:lnTo>
                  <a:close/>
                  <a:moveTo>
                    <a:pt x="4118" y="1"/>
                  </a:moveTo>
                  <a:lnTo>
                    <a:pt x="4118" y="2017"/>
                  </a:lnTo>
                  <a:cubicBezTo>
                    <a:pt x="4057" y="1795"/>
                    <a:pt x="3979" y="1631"/>
                    <a:pt x="3886" y="1523"/>
                  </a:cubicBezTo>
                  <a:cubicBezTo>
                    <a:pt x="3793" y="1416"/>
                    <a:pt x="3681" y="1362"/>
                    <a:pt x="3550" y="1362"/>
                  </a:cubicBezTo>
                  <a:cubicBezTo>
                    <a:pt x="3336" y="1362"/>
                    <a:pt x="3162" y="1541"/>
                    <a:pt x="3028" y="1901"/>
                  </a:cubicBezTo>
                  <a:cubicBezTo>
                    <a:pt x="2893" y="2260"/>
                    <a:pt x="2826" y="2733"/>
                    <a:pt x="2826" y="3318"/>
                  </a:cubicBezTo>
                  <a:cubicBezTo>
                    <a:pt x="2826" y="3904"/>
                    <a:pt x="2893" y="4376"/>
                    <a:pt x="3028" y="4736"/>
                  </a:cubicBezTo>
                  <a:cubicBezTo>
                    <a:pt x="3162" y="5095"/>
                    <a:pt x="3336" y="5275"/>
                    <a:pt x="3550" y="5275"/>
                  </a:cubicBezTo>
                  <a:cubicBezTo>
                    <a:pt x="3681" y="5275"/>
                    <a:pt x="3793" y="5221"/>
                    <a:pt x="3886" y="5113"/>
                  </a:cubicBezTo>
                  <a:cubicBezTo>
                    <a:pt x="3979" y="5006"/>
                    <a:pt x="4057" y="4841"/>
                    <a:pt x="4118" y="4619"/>
                  </a:cubicBezTo>
                  <a:lnTo>
                    <a:pt x="4118" y="5178"/>
                  </a:lnTo>
                  <a:lnTo>
                    <a:pt x="4409" y="5178"/>
                  </a:lnTo>
                  <a:lnTo>
                    <a:pt x="4409" y="1"/>
                  </a:lnTo>
                  <a:close/>
                  <a:moveTo>
                    <a:pt x="9889" y="1"/>
                  </a:moveTo>
                  <a:lnTo>
                    <a:pt x="9889" y="2017"/>
                  </a:lnTo>
                  <a:cubicBezTo>
                    <a:pt x="9828" y="1795"/>
                    <a:pt x="9750" y="1631"/>
                    <a:pt x="9657" y="1523"/>
                  </a:cubicBezTo>
                  <a:cubicBezTo>
                    <a:pt x="9564" y="1416"/>
                    <a:pt x="9452" y="1362"/>
                    <a:pt x="9321" y="1362"/>
                  </a:cubicBezTo>
                  <a:cubicBezTo>
                    <a:pt x="9107" y="1362"/>
                    <a:pt x="8933" y="1541"/>
                    <a:pt x="8799" y="1901"/>
                  </a:cubicBezTo>
                  <a:cubicBezTo>
                    <a:pt x="8664" y="2260"/>
                    <a:pt x="8597" y="2733"/>
                    <a:pt x="8597" y="3318"/>
                  </a:cubicBezTo>
                  <a:cubicBezTo>
                    <a:pt x="8597" y="3904"/>
                    <a:pt x="8664" y="4376"/>
                    <a:pt x="8799" y="4736"/>
                  </a:cubicBezTo>
                  <a:cubicBezTo>
                    <a:pt x="8933" y="5095"/>
                    <a:pt x="9107" y="5275"/>
                    <a:pt x="9321" y="5275"/>
                  </a:cubicBezTo>
                  <a:cubicBezTo>
                    <a:pt x="9452" y="5275"/>
                    <a:pt x="9564" y="5221"/>
                    <a:pt x="9657" y="5113"/>
                  </a:cubicBezTo>
                  <a:cubicBezTo>
                    <a:pt x="9750" y="5006"/>
                    <a:pt x="9828" y="4841"/>
                    <a:pt x="9889" y="4619"/>
                  </a:cubicBezTo>
                  <a:lnTo>
                    <a:pt x="9889" y="5178"/>
                  </a:lnTo>
                  <a:lnTo>
                    <a:pt x="10180" y="5178"/>
                  </a:lnTo>
                  <a:lnTo>
                    <a:pt x="10180" y="1"/>
                  </a:lnTo>
                  <a:close/>
                  <a:moveTo>
                    <a:pt x="10749" y="1452"/>
                  </a:moveTo>
                  <a:lnTo>
                    <a:pt x="10749" y="3707"/>
                  </a:lnTo>
                  <a:cubicBezTo>
                    <a:pt x="10749" y="4220"/>
                    <a:pt x="10801" y="4609"/>
                    <a:pt x="10907" y="4875"/>
                  </a:cubicBezTo>
                  <a:cubicBezTo>
                    <a:pt x="11012" y="5141"/>
                    <a:pt x="11166" y="5275"/>
                    <a:pt x="11370" y="5275"/>
                  </a:cubicBezTo>
                  <a:cubicBezTo>
                    <a:pt x="11493" y="5275"/>
                    <a:pt x="11601" y="5220"/>
                    <a:pt x="11695" y="5110"/>
                  </a:cubicBezTo>
                  <a:cubicBezTo>
                    <a:pt x="11788" y="5000"/>
                    <a:pt x="11870" y="4832"/>
                    <a:pt x="11941" y="4606"/>
                  </a:cubicBezTo>
                  <a:lnTo>
                    <a:pt x="11941" y="5178"/>
                  </a:lnTo>
                  <a:lnTo>
                    <a:pt x="12231" y="5178"/>
                  </a:lnTo>
                  <a:lnTo>
                    <a:pt x="12231" y="1452"/>
                  </a:lnTo>
                  <a:lnTo>
                    <a:pt x="11941" y="1452"/>
                  </a:lnTo>
                  <a:lnTo>
                    <a:pt x="11941" y="3564"/>
                  </a:lnTo>
                  <a:cubicBezTo>
                    <a:pt x="11941" y="3928"/>
                    <a:pt x="11895" y="4215"/>
                    <a:pt x="11804" y="4426"/>
                  </a:cubicBezTo>
                  <a:cubicBezTo>
                    <a:pt x="11713" y="4637"/>
                    <a:pt x="11589" y="4742"/>
                    <a:pt x="11431" y="4742"/>
                  </a:cubicBezTo>
                  <a:cubicBezTo>
                    <a:pt x="11301" y="4742"/>
                    <a:pt x="11203" y="4654"/>
                    <a:pt x="11137" y="4478"/>
                  </a:cubicBezTo>
                  <a:cubicBezTo>
                    <a:pt x="11072" y="4301"/>
                    <a:pt x="11039" y="4037"/>
                    <a:pt x="11039" y="3684"/>
                  </a:cubicBezTo>
                  <a:lnTo>
                    <a:pt x="11039" y="1452"/>
                  </a:lnTo>
                  <a:close/>
                  <a:moveTo>
                    <a:pt x="13452" y="1362"/>
                  </a:moveTo>
                  <a:cubicBezTo>
                    <a:pt x="13357" y="1362"/>
                    <a:pt x="13259" y="1383"/>
                    <a:pt x="13159" y="1427"/>
                  </a:cubicBezTo>
                  <a:cubicBezTo>
                    <a:pt x="13059" y="1470"/>
                    <a:pt x="12956" y="1535"/>
                    <a:pt x="12849" y="1621"/>
                  </a:cubicBezTo>
                  <a:lnTo>
                    <a:pt x="12849" y="2187"/>
                  </a:lnTo>
                  <a:cubicBezTo>
                    <a:pt x="12938" y="2085"/>
                    <a:pt x="13030" y="2008"/>
                    <a:pt x="13126" y="1957"/>
                  </a:cubicBezTo>
                  <a:cubicBezTo>
                    <a:pt x="13222" y="1906"/>
                    <a:pt x="13321" y="1881"/>
                    <a:pt x="13422" y="1881"/>
                  </a:cubicBezTo>
                  <a:cubicBezTo>
                    <a:pt x="13581" y="1881"/>
                    <a:pt x="13705" y="1958"/>
                    <a:pt x="13793" y="2112"/>
                  </a:cubicBezTo>
                  <a:cubicBezTo>
                    <a:pt x="13881" y="2266"/>
                    <a:pt x="13925" y="2484"/>
                    <a:pt x="13925" y="2766"/>
                  </a:cubicBezTo>
                  <a:lnTo>
                    <a:pt x="13925" y="2826"/>
                  </a:lnTo>
                  <a:lnTo>
                    <a:pt x="13517" y="2826"/>
                  </a:lnTo>
                  <a:cubicBezTo>
                    <a:pt x="13252" y="2826"/>
                    <a:pt x="13053" y="2932"/>
                    <a:pt x="12920" y="3145"/>
                  </a:cubicBezTo>
                  <a:cubicBezTo>
                    <a:pt x="12787" y="3358"/>
                    <a:pt x="12720" y="3674"/>
                    <a:pt x="12720" y="4093"/>
                  </a:cubicBezTo>
                  <a:cubicBezTo>
                    <a:pt x="12720" y="4453"/>
                    <a:pt x="12773" y="4739"/>
                    <a:pt x="12880" y="4953"/>
                  </a:cubicBezTo>
                  <a:cubicBezTo>
                    <a:pt x="12987" y="5167"/>
                    <a:pt x="13131" y="5275"/>
                    <a:pt x="13313" y="5275"/>
                  </a:cubicBezTo>
                  <a:cubicBezTo>
                    <a:pt x="13456" y="5275"/>
                    <a:pt x="13577" y="5221"/>
                    <a:pt x="13676" y="5113"/>
                  </a:cubicBezTo>
                  <a:cubicBezTo>
                    <a:pt x="13775" y="5006"/>
                    <a:pt x="13858" y="4839"/>
                    <a:pt x="13925" y="4612"/>
                  </a:cubicBezTo>
                  <a:lnTo>
                    <a:pt x="13925" y="5178"/>
                  </a:lnTo>
                  <a:lnTo>
                    <a:pt x="14215" y="5178"/>
                  </a:lnTo>
                  <a:lnTo>
                    <a:pt x="14215" y="3052"/>
                  </a:lnTo>
                  <a:cubicBezTo>
                    <a:pt x="14215" y="2484"/>
                    <a:pt x="14152" y="2060"/>
                    <a:pt x="14026" y="1781"/>
                  </a:cubicBezTo>
                  <a:cubicBezTo>
                    <a:pt x="13899" y="1502"/>
                    <a:pt x="13708" y="1362"/>
                    <a:pt x="13452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1093225" y="1187425"/>
              <a:ext cx="897100" cy="131875"/>
            </a:xfrm>
            <a:custGeom>
              <a:rect b="b" l="l" r="r" t="t"/>
              <a:pathLst>
                <a:path extrusionOk="0" h="5275" w="35884">
                  <a:moveTo>
                    <a:pt x="2927" y="1880"/>
                  </a:moveTo>
                  <a:cubicBezTo>
                    <a:pt x="3070" y="1880"/>
                    <a:pt x="3185" y="1980"/>
                    <a:pt x="3272" y="2180"/>
                  </a:cubicBezTo>
                  <a:cubicBezTo>
                    <a:pt x="3359" y="2379"/>
                    <a:pt x="3404" y="2647"/>
                    <a:pt x="3406" y="2982"/>
                  </a:cubicBezTo>
                  <a:lnTo>
                    <a:pt x="2369" y="2985"/>
                  </a:lnTo>
                  <a:cubicBezTo>
                    <a:pt x="2383" y="2635"/>
                    <a:pt x="2440" y="2363"/>
                    <a:pt x="2537" y="2170"/>
                  </a:cubicBezTo>
                  <a:cubicBezTo>
                    <a:pt x="2635" y="1977"/>
                    <a:pt x="2764" y="1880"/>
                    <a:pt x="2927" y="1880"/>
                  </a:cubicBezTo>
                  <a:close/>
                  <a:moveTo>
                    <a:pt x="8030" y="1880"/>
                  </a:moveTo>
                  <a:cubicBezTo>
                    <a:pt x="8173" y="1880"/>
                    <a:pt x="8288" y="1980"/>
                    <a:pt x="8375" y="2180"/>
                  </a:cubicBezTo>
                  <a:cubicBezTo>
                    <a:pt x="8462" y="2379"/>
                    <a:pt x="8507" y="2647"/>
                    <a:pt x="8509" y="2982"/>
                  </a:cubicBezTo>
                  <a:lnTo>
                    <a:pt x="7472" y="2985"/>
                  </a:lnTo>
                  <a:cubicBezTo>
                    <a:pt x="7486" y="2635"/>
                    <a:pt x="7543" y="2363"/>
                    <a:pt x="7640" y="2170"/>
                  </a:cubicBezTo>
                  <a:cubicBezTo>
                    <a:pt x="7738" y="1977"/>
                    <a:pt x="7867" y="1880"/>
                    <a:pt x="8030" y="1880"/>
                  </a:cubicBezTo>
                  <a:close/>
                  <a:moveTo>
                    <a:pt x="13693" y="1880"/>
                  </a:moveTo>
                  <a:cubicBezTo>
                    <a:pt x="13836" y="1880"/>
                    <a:pt x="13951" y="1980"/>
                    <a:pt x="14038" y="2180"/>
                  </a:cubicBezTo>
                  <a:cubicBezTo>
                    <a:pt x="14125" y="2379"/>
                    <a:pt x="14170" y="2647"/>
                    <a:pt x="14172" y="2982"/>
                  </a:cubicBezTo>
                  <a:lnTo>
                    <a:pt x="13135" y="2985"/>
                  </a:lnTo>
                  <a:cubicBezTo>
                    <a:pt x="13149" y="2635"/>
                    <a:pt x="13206" y="2363"/>
                    <a:pt x="13303" y="2170"/>
                  </a:cubicBezTo>
                  <a:cubicBezTo>
                    <a:pt x="13401" y="1977"/>
                    <a:pt x="13530" y="1880"/>
                    <a:pt x="13693" y="1880"/>
                  </a:cubicBezTo>
                  <a:close/>
                  <a:moveTo>
                    <a:pt x="22434" y="1880"/>
                  </a:moveTo>
                  <a:cubicBezTo>
                    <a:pt x="22577" y="1880"/>
                    <a:pt x="22692" y="1980"/>
                    <a:pt x="22779" y="2180"/>
                  </a:cubicBezTo>
                  <a:cubicBezTo>
                    <a:pt x="22866" y="2379"/>
                    <a:pt x="22911" y="2647"/>
                    <a:pt x="22913" y="2982"/>
                  </a:cubicBezTo>
                  <a:lnTo>
                    <a:pt x="21876" y="2985"/>
                  </a:lnTo>
                  <a:cubicBezTo>
                    <a:pt x="21890" y="2635"/>
                    <a:pt x="21947" y="2363"/>
                    <a:pt x="22044" y="2170"/>
                  </a:cubicBezTo>
                  <a:cubicBezTo>
                    <a:pt x="22142" y="1977"/>
                    <a:pt x="22271" y="1880"/>
                    <a:pt x="22434" y="1880"/>
                  </a:cubicBezTo>
                  <a:close/>
                  <a:moveTo>
                    <a:pt x="18342" y="1880"/>
                  </a:moveTo>
                  <a:cubicBezTo>
                    <a:pt x="18497" y="1880"/>
                    <a:pt x="18620" y="2010"/>
                    <a:pt x="18711" y="2268"/>
                  </a:cubicBezTo>
                  <a:cubicBezTo>
                    <a:pt x="18801" y="2526"/>
                    <a:pt x="18847" y="2876"/>
                    <a:pt x="18847" y="3318"/>
                  </a:cubicBezTo>
                  <a:cubicBezTo>
                    <a:pt x="18847" y="3761"/>
                    <a:pt x="18801" y="4112"/>
                    <a:pt x="18711" y="4369"/>
                  </a:cubicBezTo>
                  <a:cubicBezTo>
                    <a:pt x="18620" y="4626"/>
                    <a:pt x="18497" y="4755"/>
                    <a:pt x="18342" y="4755"/>
                  </a:cubicBezTo>
                  <a:cubicBezTo>
                    <a:pt x="18185" y="4755"/>
                    <a:pt x="18062" y="4627"/>
                    <a:pt x="17972" y="4371"/>
                  </a:cubicBezTo>
                  <a:cubicBezTo>
                    <a:pt x="17881" y="4115"/>
                    <a:pt x="17836" y="3764"/>
                    <a:pt x="17836" y="3318"/>
                  </a:cubicBezTo>
                  <a:cubicBezTo>
                    <a:pt x="17836" y="2872"/>
                    <a:pt x="17882" y="2521"/>
                    <a:pt x="17972" y="2265"/>
                  </a:cubicBezTo>
                  <a:cubicBezTo>
                    <a:pt x="18063" y="2009"/>
                    <a:pt x="18186" y="1880"/>
                    <a:pt x="18342" y="1880"/>
                  </a:cubicBezTo>
                  <a:close/>
                  <a:moveTo>
                    <a:pt x="796" y="1874"/>
                  </a:moveTo>
                  <a:cubicBezTo>
                    <a:pt x="950" y="1874"/>
                    <a:pt x="1071" y="2002"/>
                    <a:pt x="1159" y="2258"/>
                  </a:cubicBezTo>
                  <a:cubicBezTo>
                    <a:pt x="1248" y="2514"/>
                    <a:pt x="1292" y="2867"/>
                    <a:pt x="1292" y="3318"/>
                  </a:cubicBezTo>
                  <a:cubicBezTo>
                    <a:pt x="1292" y="3768"/>
                    <a:pt x="1248" y="4121"/>
                    <a:pt x="1159" y="4377"/>
                  </a:cubicBezTo>
                  <a:cubicBezTo>
                    <a:pt x="1071" y="4634"/>
                    <a:pt x="950" y="4762"/>
                    <a:pt x="796" y="4762"/>
                  </a:cubicBezTo>
                  <a:cubicBezTo>
                    <a:pt x="642" y="4762"/>
                    <a:pt x="521" y="4634"/>
                    <a:pt x="433" y="4377"/>
                  </a:cubicBezTo>
                  <a:cubicBezTo>
                    <a:pt x="345" y="4121"/>
                    <a:pt x="301" y="3768"/>
                    <a:pt x="301" y="3318"/>
                  </a:cubicBezTo>
                  <a:cubicBezTo>
                    <a:pt x="301" y="2867"/>
                    <a:pt x="345" y="2514"/>
                    <a:pt x="433" y="2258"/>
                  </a:cubicBezTo>
                  <a:cubicBezTo>
                    <a:pt x="521" y="2002"/>
                    <a:pt x="642" y="1874"/>
                    <a:pt x="796" y="1874"/>
                  </a:cubicBezTo>
                  <a:close/>
                  <a:moveTo>
                    <a:pt x="10371" y="3304"/>
                  </a:moveTo>
                  <a:lnTo>
                    <a:pt x="10371" y="3441"/>
                  </a:lnTo>
                  <a:cubicBezTo>
                    <a:pt x="10371" y="3840"/>
                    <a:pt x="10322" y="4160"/>
                    <a:pt x="10225" y="4401"/>
                  </a:cubicBezTo>
                  <a:cubicBezTo>
                    <a:pt x="10127" y="4641"/>
                    <a:pt x="9998" y="4762"/>
                    <a:pt x="9837" y="4762"/>
                  </a:cubicBezTo>
                  <a:cubicBezTo>
                    <a:pt x="9720" y="4762"/>
                    <a:pt x="9627" y="4698"/>
                    <a:pt x="9559" y="4570"/>
                  </a:cubicBezTo>
                  <a:cubicBezTo>
                    <a:pt x="9491" y="4443"/>
                    <a:pt x="9457" y="4270"/>
                    <a:pt x="9457" y="4053"/>
                  </a:cubicBezTo>
                  <a:cubicBezTo>
                    <a:pt x="9457" y="3780"/>
                    <a:pt x="9503" y="3587"/>
                    <a:pt x="9593" y="3474"/>
                  </a:cubicBezTo>
                  <a:cubicBezTo>
                    <a:pt x="9684" y="3361"/>
                    <a:pt x="9847" y="3304"/>
                    <a:pt x="10082" y="3304"/>
                  </a:cubicBezTo>
                  <a:close/>
                  <a:moveTo>
                    <a:pt x="30448" y="3304"/>
                  </a:moveTo>
                  <a:lnTo>
                    <a:pt x="30448" y="3441"/>
                  </a:lnTo>
                  <a:cubicBezTo>
                    <a:pt x="30448" y="3840"/>
                    <a:pt x="30399" y="4160"/>
                    <a:pt x="30302" y="4401"/>
                  </a:cubicBezTo>
                  <a:cubicBezTo>
                    <a:pt x="30204" y="4641"/>
                    <a:pt x="30075" y="4762"/>
                    <a:pt x="29914" y="4762"/>
                  </a:cubicBezTo>
                  <a:cubicBezTo>
                    <a:pt x="29797" y="4762"/>
                    <a:pt x="29704" y="4698"/>
                    <a:pt x="29636" y="4570"/>
                  </a:cubicBezTo>
                  <a:cubicBezTo>
                    <a:pt x="29568" y="4443"/>
                    <a:pt x="29534" y="4270"/>
                    <a:pt x="29534" y="4053"/>
                  </a:cubicBezTo>
                  <a:cubicBezTo>
                    <a:pt x="29534" y="3780"/>
                    <a:pt x="29580" y="3587"/>
                    <a:pt x="29670" y="3474"/>
                  </a:cubicBezTo>
                  <a:cubicBezTo>
                    <a:pt x="29761" y="3361"/>
                    <a:pt x="29924" y="3304"/>
                    <a:pt x="30159" y="3304"/>
                  </a:cubicBezTo>
                  <a:close/>
                  <a:moveTo>
                    <a:pt x="6832" y="1361"/>
                  </a:moveTo>
                  <a:cubicBezTo>
                    <a:pt x="6691" y="1361"/>
                    <a:pt x="6572" y="1416"/>
                    <a:pt x="6474" y="1526"/>
                  </a:cubicBezTo>
                  <a:cubicBezTo>
                    <a:pt x="6376" y="1636"/>
                    <a:pt x="6297" y="1804"/>
                    <a:pt x="6236" y="2030"/>
                  </a:cubicBezTo>
                  <a:lnTo>
                    <a:pt x="6236" y="1451"/>
                  </a:lnTo>
                  <a:lnTo>
                    <a:pt x="5943" y="1451"/>
                  </a:lnTo>
                  <a:lnTo>
                    <a:pt x="5943" y="5178"/>
                  </a:lnTo>
                  <a:lnTo>
                    <a:pt x="6236" y="5178"/>
                  </a:lnTo>
                  <a:lnTo>
                    <a:pt x="6236" y="3215"/>
                  </a:lnTo>
                  <a:cubicBezTo>
                    <a:pt x="6236" y="2793"/>
                    <a:pt x="6280" y="2470"/>
                    <a:pt x="6368" y="2245"/>
                  </a:cubicBezTo>
                  <a:cubicBezTo>
                    <a:pt x="6456" y="2020"/>
                    <a:pt x="6582" y="1907"/>
                    <a:pt x="6746" y="1907"/>
                  </a:cubicBezTo>
                  <a:cubicBezTo>
                    <a:pt x="6793" y="1907"/>
                    <a:pt x="6835" y="1916"/>
                    <a:pt x="6873" y="1935"/>
                  </a:cubicBezTo>
                  <a:cubicBezTo>
                    <a:pt x="6912" y="1954"/>
                    <a:pt x="6948" y="1984"/>
                    <a:pt x="6980" y="2023"/>
                  </a:cubicBezTo>
                  <a:lnTo>
                    <a:pt x="6979" y="1395"/>
                  </a:lnTo>
                  <a:cubicBezTo>
                    <a:pt x="6949" y="1384"/>
                    <a:pt x="6922" y="1375"/>
                    <a:pt x="6898" y="1370"/>
                  </a:cubicBezTo>
                  <a:cubicBezTo>
                    <a:pt x="6874" y="1364"/>
                    <a:pt x="6852" y="1361"/>
                    <a:pt x="6832" y="1361"/>
                  </a:cubicBezTo>
                  <a:close/>
                  <a:moveTo>
                    <a:pt x="20491" y="1361"/>
                  </a:moveTo>
                  <a:cubicBezTo>
                    <a:pt x="20368" y="1361"/>
                    <a:pt x="20259" y="1417"/>
                    <a:pt x="20164" y="1528"/>
                  </a:cubicBezTo>
                  <a:cubicBezTo>
                    <a:pt x="20070" y="1639"/>
                    <a:pt x="19988" y="1806"/>
                    <a:pt x="19919" y="2030"/>
                  </a:cubicBezTo>
                  <a:lnTo>
                    <a:pt x="19919" y="1451"/>
                  </a:lnTo>
                  <a:lnTo>
                    <a:pt x="19626" y="1451"/>
                  </a:lnTo>
                  <a:lnTo>
                    <a:pt x="19626" y="5178"/>
                  </a:lnTo>
                  <a:lnTo>
                    <a:pt x="19919" y="5178"/>
                  </a:lnTo>
                  <a:lnTo>
                    <a:pt x="19919" y="3072"/>
                  </a:lnTo>
                  <a:cubicBezTo>
                    <a:pt x="19919" y="2708"/>
                    <a:pt x="19964" y="2421"/>
                    <a:pt x="20055" y="2210"/>
                  </a:cubicBezTo>
                  <a:cubicBezTo>
                    <a:pt x="20145" y="1999"/>
                    <a:pt x="20269" y="1894"/>
                    <a:pt x="20426" y="1894"/>
                  </a:cubicBezTo>
                  <a:cubicBezTo>
                    <a:pt x="20557" y="1894"/>
                    <a:pt x="20655" y="1981"/>
                    <a:pt x="20720" y="2157"/>
                  </a:cubicBezTo>
                  <a:cubicBezTo>
                    <a:pt x="20785" y="2332"/>
                    <a:pt x="20818" y="2596"/>
                    <a:pt x="20818" y="2948"/>
                  </a:cubicBezTo>
                  <a:lnTo>
                    <a:pt x="20818" y="5178"/>
                  </a:lnTo>
                  <a:lnTo>
                    <a:pt x="21109" y="5178"/>
                  </a:lnTo>
                  <a:lnTo>
                    <a:pt x="21109" y="2928"/>
                  </a:lnTo>
                  <a:cubicBezTo>
                    <a:pt x="21109" y="2414"/>
                    <a:pt x="21057" y="2024"/>
                    <a:pt x="20952" y="1759"/>
                  </a:cubicBezTo>
                  <a:cubicBezTo>
                    <a:pt x="20848" y="1494"/>
                    <a:pt x="20694" y="1361"/>
                    <a:pt x="20491" y="1361"/>
                  </a:cubicBezTo>
                  <a:close/>
                  <a:moveTo>
                    <a:pt x="28079" y="393"/>
                  </a:moveTo>
                  <a:lnTo>
                    <a:pt x="28079" y="1451"/>
                  </a:lnTo>
                  <a:lnTo>
                    <a:pt x="27866" y="1451"/>
                  </a:lnTo>
                  <a:lnTo>
                    <a:pt x="27866" y="1927"/>
                  </a:lnTo>
                  <a:lnTo>
                    <a:pt x="28079" y="1927"/>
                  </a:lnTo>
                  <a:lnTo>
                    <a:pt x="28079" y="3950"/>
                  </a:lnTo>
                  <a:cubicBezTo>
                    <a:pt x="28079" y="4416"/>
                    <a:pt x="28122" y="4737"/>
                    <a:pt x="28207" y="4913"/>
                  </a:cubicBezTo>
                  <a:cubicBezTo>
                    <a:pt x="28293" y="5089"/>
                    <a:pt x="28448" y="5178"/>
                    <a:pt x="28672" y="5178"/>
                  </a:cubicBezTo>
                  <a:lnTo>
                    <a:pt x="28971" y="5178"/>
                  </a:lnTo>
                  <a:lnTo>
                    <a:pt x="28971" y="4665"/>
                  </a:lnTo>
                  <a:lnTo>
                    <a:pt x="28672" y="4665"/>
                  </a:lnTo>
                  <a:cubicBezTo>
                    <a:pt x="28551" y="4665"/>
                    <a:pt x="28471" y="4622"/>
                    <a:pt x="28431" y="4535"/>
                  </a:cubicBezTo>
                  <a:cubicBezTo>
                    <a:pt x="28392" y="4449"/>
                    <a:pt x="28372" y="4254"/>
                    <a:pt x="28372" y="3950"/>
                  </a:cubicBezTo>
                  <a:lnTo>
                    <a:pt x="28372" y="1927"/>
                  </a:lnTo>
                  <a:lnTo>
                    <a:pt x="28971" y="1927"/>
                  </a:lnTo>
                  <a:lnTo>
                    <a:pt x="28971" y="1451"/>
                  </a:lnTo>
                  <a:lnTo>
                    <a:pt x="28372" y="1451"/>
                  </a:lnTo>
                  <a:lnTo>
                    <a:pt x="28372" y="393"/>
                  </a:lnTo>
                  <a:close/>
                  <a:moveTo>
                    <a:pt x="31333" y="393"/>
                  </a:moveTo>
                  <a:lnTo>
                    <a:pt x="31333" y="1451"/>
                  </a:lnTo>
                  <a:lnTo>
                    <a:pt x="31120" y="1451"/>
                  </a:lnTo>
                  <a:lnTo>
                    <a:pt x="31120" y="1927"/>
                  </a:lnTo>
                  <a:lnTo>
                    <a:pt x="31333" y="1927"/>
                  </a:lnTo>
                  <a:lnTo>
                    <a:pt x="31333" y="3950"/>
                  </a:lnTo>
                  <a:cubicBezTo>
                    <a:pt x="31333" y="4416"/>
                    <a:pt x="31376" y="4737"/>
                    <a:pt x="31461" y="4913"/>
                  </a:cubicBezTo>
                  <a:cubicBezTo>
                    <a:pt x="31547" y="5089"/>
                    <a:pt x="31702" y="5178"/>
                    <a:pt x="31926" y="5178"/>
                  </a:cubicBezTo>
                  <a:lnTo>
                    <a:pt x="32225" y="5178"/>
                  </a:lnTo>
                  <a:lnTo>
                    <a:pt x="32225" y="4665"/>
                  </a:lnTo>
                  <a:lnTo>
                    <a:pt x="31926" y="4665"/>
                  </a:lnTo>
                  <a:cubicBezTo>
                    <a:pt x="31805" y="4665"/>
                    <a:pt x="31725" y="4622"/>
                    <a:pt x="31685" y="4535"/>
                  </a:cubicBezTo>
                  <a:cubicBezTo>
                    <a:pt x="31646" y="4449"/>
                    <a:pt x="31626" y="4254"/>
                    <a:pt x="31626" y="3950"/>
                  </a:cubicBezTo>
                  <a:lnTo>
                    <a:pt x="31626" y="1927"/>
                  </a:lnTo>
                  <a:lnTo>
                    <a:pt x="32225" y="1927"/>
                  </a:lnTo>
                  <a:lnTo>
                    <a:pt x="32225" y="1451"/>
                  </a:lnTo>
                  <a:lnTo>
                    <a:pt x="31626" y="1451"/>
                  </a:lnTo>
                  <a:lnTo>
                    <a:pt x="31626" y="393"/>
                  </a:lnTo>
                  <a:close/>
                  <a:moveTo>
                    <a:pt x="1292" y="1"/>
                  </a:moveTo>
                  <a:lnTo>
                    <a:pt x="1292" y="2017"/>
                  </a:lnTo>
                  <a:cubicBezTo>
                    <a:pt x="1231" y="1795"/>
                    <a:pt x="1154" y="1630"/>
                    <a:pt x="1061" y="1523"/>
                  </a:cubicBezTo>
                  <a:cubicBezTo>
                    <a:pt x="967" y="1415"/>
                    <a:pt x="855" y="1361"/>
                    <a:pt x="725" y="1361"/>
                  </a:cubicBezTo>
                  <a:cubicBezTo>
                    <a:pt x="511" y="1361"/>
                    <a:pt x="337" y="1541"/>
                    <a:pt x="202" y="1900"/>
                  </a:cubicBezTo>
                  <a:cubicBezTo>
                    <a:pt x="68" y="2260"/>
                    <a:pt x="1" y="2732"/>
                    <a:pt x="1" y="3318"/>
                  </a:cubicBezTo>
                  <a:cubicBezTo>
                    <a:pt x="1" y="3903"/>
                    <a:pt x="68" y="4376"/>
                    <a:pt x="202" y="4735"/>
                  </a:cubicBezTo>
                  <a:cubicBezTo>
                    <a:pt x="337" y="5094"/>
                    <a:pt x="511" y="5274"/>
                    <a:pt x="725" y="5274"/>
                  </a:cubicBezTo>
                  <a:cubicBezTo>
                    <a:pt x="855" y="5274"/>
                    <a:pt x="967" y="5220"/>
                    <a:pt x="1061" y="5113"/>
                  </a:cubicBezTo>
                  <a:cubicBezTo>
                    <a:pt x="1154" y="5005"/>
                    <a:pt x="1231" y="4840"/>
                    <a:pt x="1292" y="4619"/>
                  </a:cubicBezTo>
                  <a:lnTo>
                    <a:pt x="1292" y="5178"/>
                  </a:lnTo>
                  <a:lnTo>
                    <a:pt x="1583" y="5178"/>
                  </a:lnTo>
                  <a:lnTo>
                    <a:pt x="1583" y="1"/>
                  </a:lnTo>
                  <a:close/>
                  <a:moveTo>
                    <a:pt x="2924" y="1361"/>
                  </a:moveTo>
                  <a:cubicBezTo>
                    <a:pt x="2658" y="1361"/>
                    <a:pt x="2447" y="1540"/>
                    <a:pt x="2290" y="1899"/>
                  </a:cubicBezTo>
                  <a:cubicBezTo>
                    <a:pt x="2134" y="2257"/>
                    <a:pt x="2056" y="2741"/>
                    <a:pt x="2056" y="3351"/>
                  </a:cubicBezTo>
                  <a:cubicBezTo>
                    <a:pt x="2056" y="3941"/>
                    <a:pt x="2138" y="4409"/>
                    <a:pt x="2303" y="4755"/>
                  </a:cubicBezTo>
                  <a:cubicBezTo>
                    <a:pt x="2468" y="5101"/>
                    <a:pt x="2692" y="5274"/>
                    <a:pt x="2974" y="5274"/>
                  </a:cubicBezTo>
                  <a:cubicBezTo>
                    <a:pt x="3087" y="5274"/>
                    <a:pt x="3198" y="5250"/>
                    <a:pt x="3308" y="5201"/>
                  </a:cubicBezTo>
                  <a:cubicBezTo>
                    <a:pt x="3417" y="5152"/>
                    <a:pt x="3524" y="5081"/>
                    <a:pt x="3629" y="4988"/>
                  </a:cubicBezTo>
                  <a:lnTo>
                    <a:pt x="3629" y="4409"/>
                  </a:lnTo>
                  <a:cubicBezTo>
                    <a:pt x="3525" y="4524"/>
                    <a:pt x="3421" y="4611"/>
                    <a:pt x="3316" y="4669"/>
                  </a:cubicBezTo>
                  <a:cubicBezTo>
                    <a:pt x="3212" y="4726"/>
                    <a:pt x="3103" y="4755"/>
                    <a:pt x="2992" y="4755"/>
                  </a:cubicBezTo>
                  <a:cubicBezTo>
                    <a:pt x="2799" y="4755"/>
                    <a:pt x="2648" y="4645"/>
                    <a:pt x="2540" y="4424"/>
                  </a:cubicBezTo>
                  <a:cubicBezTo>
                    <a:pt x="2432" y="4203"/>
                    <a:pt x="2372" y="3882"/>
                    <a:pt x="2359" y="3461"/>
                  </a:cubicBezTo>
                  <a:lnTo>
                    <a:pt x="3697" y="3461"/>
                  </a:lnTo>
                  <a:lnTo>
                    <a:pt x="3697" y="3161"/>
                  </a:lnTo>
                  <a:cubicBezTo>
                    <a:pt x="3697" y="2607"/>
                    <a:pt x="3627" y="2168"/>
                    <a:pt x="3489" y="1845"/>
                  </a:cubicBezTo>
                  <a:cubicBezTo>
                    <a:pt x="3350" y="1523"/>
                    <a:pt x="3162" y="1361"/>
                    <a:pt x="2924" y="1361"/>
                  </a:cubicBezTo>
                  <a:close/>
                  <a:moveTo>
                    <a:pt x="4938" y="1361"/>
                  </a:moveTo>
                  <a:cubicBezTo>
                    <a:pt x="4662" y="1361"/>
                    <a:pt x="4444" y="1536"/>
                    <a:pt x="4286" y="1884"/>
                  </a:cubicBezTo>
                  <a:cubicBezTo>
                    <a:pt x="4127" y="2232"/>
                    <a:pt x="4048" y="2710"/>
                    <a:pt x="4048" y="3318"/>
                  </a:cubicBezTo>
                  <a:cubicBezTo>
                    <a:pt x="4048" y="3917"/>
                    <a:pt x="4126" y="4392"/>
                    <a:pt x="4283" y="4745"/>
                  </a:cubicBezTo>
                  <a:cubicBezTo>
                    <a:pt x="4440" y="5098"/>
                    <a:pt x="4652" y="5274"/>
                    <a:pt x="4919" y="5274"/>
                  </a:cubicBezTo>
                  <a:cubicBezTo>
                    <a:pt x="5017" y="5274"/>
                    <a:pt x="5109" y="5254"/>
                    <a:pt x="5196" y="5214"/>
                  </a:cubicBezTo>
                  <a:cubicBezTo>
                    <a:pt x="5283" y="5174"/>
                    <a:pt x="5367" y="5114"/>
                    <a:pt x="5448" y="5035"/>
                  </a:cubicBezTo>
                  <a:lnTo>
                    <a:pt x="5448" y="4469"/>
                  </a:lnTo>
                  <a:cubicBezTo>
                    <a:pt x="5366" y="4564"/>
                    <a:pt x="5284" y="4636"/>
                    <a:pt x="5201" y="4684"/>
                  </a:cubicBezTo>
                  <a:cubicBezTo>
                    <a:pt x="5118" y="4731"/>
                    <a:pt x="5035" y="4755"/>
                    <a:pt x="4950" y="4755"/>
                  </a:cubicBezTo>
                  <a:cubicBezTo>
                    <a:pt x="4762" y="4755"/>
                    <a:pt x="4615" y="4629"/>
                    <a:pt x="4511" y="4377"/>
                  </a:cubicBezTo>
                  <a:cubicBezTo>
                    <a:pt x="4407" y="4126"/>
                    <a:pt x="4354" y="3772"/>
                    <a:pt x="4354" y="3318"/>
                  </a:cubicBezTo>
                  <a:cubicBezTo>
                    <a:pt x="4354" y="2863"/>
                    <a:pt x="4407" y="2510"/>
                    <a:pt x="4511" y="2258"/>
                  </a:cubicBezTo>
                  <a:cubicBezTo>
                    <a:pt x="4615" y="2006"/>
                    <a:pt x="4762" y="1880"/>
                    <a:pt x="4950" y="1880"/>
                  </a:cubicBezTo>
                  <a:cubicBezTo>
                    <a:pt x="5035" y="1880"/>
                    <a:pt x="5118" y="1904"/>
                    <a:pt x="5201" y="1952"/>
                  </a:cubicBezTo>
                  <a:cubicBezTo>
                    <a:pt x="5284" y="2000"/>
                    <a:pt x="5366" y="2071"/>
                    <a:pt x="5448" y="2167"/>
                  </a:cubicBezTo>
                  <a:lnTo>
                    <a:pt x="5448" y="1594"/>
                  </a:lnTo>
                  <a:cubicBezTo>
                    <a:pt x="5368" y="1517"/>
                    <a:pt x="5286" y="1458"/>
                    <a:pt x="5200" y="1420"/>
                  </a:cubicBezTo>
                  <a:cubicBezTo>
                    <a:pt x="5115" y="1381"/>
                    <a:pt x="5027" y="1361"/>
                    <a:pt x="4938" y="1361"/>
                  </a:cubicBezTo>
                  <a:close/>
                  <a:moveTo>
                    <a:pt x="8027" y="1361"/>
                  </a:moveTo>
                  <a:cubicBezTo>
                    <a:pt x="7761" y="1361"/>
                    <a:pt x="7550" y="1540"/>
                    <a:pt x="7393" y="1899"/>
                  </a:cubicBezTo>
                  <a:cubicBezTo>
                    <a:pt x="7237" y="2257"/>
                    <a:pt x="7159" y="2741"/>
                    <a:pt x="7159" y="3351"/>
                  </a:cubicBezTo>
                  <a:cubicBezTo>
                    <a:pt x="7159" y="3941"/>
                    <a:pt x="7241" y="4409"/>
                    <a:pt x="7406" y="4755"/>
                  </a:cubicBezTo>
                  <a:cubicBezTo>
                    <a:pt x="7571" y="5101"/>
                    <a:pt x="7795" y="5274"/>
                    <a:pt x="8077" y="5274"/>
                  </a:cubicBezTo>
                  <a:cubicBezTo>
                    <a:pt x="8190" y="5274"/>
                    <a:pt x="8301" y="5250"/>
                    <a:pt x="8411" y="5201"/>
                  </a:cubicBezTo>
                  <a:cubicBezTo>
                    <a:pt x="8520" y="5152"/>
                    <a:pt x="8627" y="5081"/>
                    <a:pt x="8732" y="4988"/>
                  </a:cubicBezTo>
                  <a:lnTo>
                    <a:pt x="8732" y="4409"/>
                  </a:lnTo>
                  <a:cubicBezTo>
                    <a:pt x="8628" y="4524"/>
                    <a:pt x="8524" y="4611"/>
                    <a:pt x="8419" y="4669"/>
                  </a:cubicBezTo>
                  <a:cubicBezTo>
                    <a:pt x="8315" y="4726"/>
                    <a:pt x="8206" y="4755"/>
                    <a:pt x="8095" y="4755"/>
                  </a:cubicBezTo>
                  <a:cubicBezTo>
                    <a:pt x="7902" y="4755"/>
                    <a:pt x="7751" y="4645"/>
                    <a:pt x="7643" y="4424"/>
                  </a:cubicBezTo>
                  <a:cubicBezTo>
                    <a:pt x="7535" y="4203"/>
                    <a:pt x="7475" y="3882"/>
                    <a:pt x="7462" y="3461"/>
                  </a:cubicBezTo>
                  <a:lnTo>
                    <a:pt x="8800" y="3461"/>
                  </a:lnTo>
                  <a:lnTo>
                    <a:pt x="8800" y="3161"/>
                  </a:lnTo>
                  <a:cubicBezTo>
                    <a:pt x="8800" y="2607"/>
                    <a:pt x="8730" y="2168"/>
                    <a:pt x="8592" y="1845"/>
                  </a:cubicBezTo>
                  <a:cubicBezTo>
                    <a:pt x="8453" y="1523"/>
                    <a:pt x="8265" y="1361"/>
                    <a:pt x="8027" y="1361"/>
                  </a:cubicBezTo>
                  <a:close/>
                  <a:moveTo>
                    <a:pt x="9898" y="1361"/>
                  </a:moveTo>
                  <a:cubicBezTo>
                    <a:pt x="9804" y="1361"/>
                    <a:pt x="9706" y="1383"/>
                    <a:pt x="9606" y="1426"/>
                  </a:cubicBezTo>
                  <a:cubicBezTo>
                    <a:pt x="9506" y="1470"/>
                    <a:pt x="9403" y="1534"/>
                    <a:pt x="9296" y="1621"/>
                  </a:cubicBezTo>
                  <a:lnTo>
                    <a:pt x="9296" y="2187"/>
                  </a:lnTo>
                  <a:cubicBezTo>
                    <a:pt x="9385" y="2084"/>
                    <a:pt x="9477" y="2008"/>
                    <a:pt x="9573" y="1957"/>
                  </a:cubicBezTo>
                  <a:cubicBezTo>
                    <a:pt x="9669" y="1906"/>
                    <a:pt x="9767" y="1880"/>
                    <a:pt x="9868" y="1880"/>
                  </a:cubicBezTo>
                  <a:cubicBezTo>
                    <a:pt x="10028" y="1880"/>
                    <a:pt x="10151" y="1957"/>
                    <a:pt x="10239" y="2112"/>
                  </a:cubicBezTo>
                  <a:cubicBezTo>
                    <a:pt x="10327" y="2266"/>
                    <a:pt x="10371" y="2484"/>
                    <a:pt x="10371" y="2765"/>
                  </a:cubicBezTo>
                  <a:lnTo>
                    <a:pt x="10371" y="2825"/>
                  </a:lnTo>
                  <a:lnTo>
                    <a:pt x="9963" y="2825"/>
                  </a:lnTo>
                  <a:cubicBezTo>
                    <a:pt x="9699" y="2825"/>
                    <a:pt x="9500" y="2932"/>
                    <a:pt x="9366" y="3145"/>
                  </a:cubicBezTo>
                  <a:cubicBezTo>
                    <a:pt x="9233" y="3358"/>
                    <a:pt x="9166" y="3674"/>
                    <a:pt x="9166" y="4093"/>
                  </a:cubicBezTo>
                  <a:cubicBezTo>
                    <a:pt x="9166" y="4452"/>
                    <a:pt x="9220" y="4739"/>
                    <a:pt x="9327" y="4953"/>
                  </a:cubicBezTo>
                  <a:cubicBezTo>
                    <a:pt x="9434" y="5167"/>
                    <a:pt x="9578" y="5274"/>
                    <a:pt x="9759" y="5274"/>
                  </a:cubicBezTo>
                  <a:cubicBezTo>
                    <a:pt x="9903" y="5274"/>
                    <a:pt x="10024" y="5220"/>
                    <a:pt x="10123" y="5113"/>
                  </a:cubicBezTo>
                  <a:cubicBezTo>
                    <a:pt x="10222" y="5005"/>
                    <a:pt x="10305" y="4838"/>
                    <a:pt x="10371" y="4612"/>
                  </a:cubicBezTo>
                  <a:lnTo>
                    <a:pt x="10371" y="5178"/>
                  </a:lnTo>
                  <a:lnTo>
                    <a:pt x="10662" y="5178"/>
                  </a:lnTo>
                  <a:lnTo>
                    <a:pt x="10662" y="3052"/>
                  </a:lnTo>
                  <a:cubicBezTo>
                    <a:pt x="10662" y="2484"/>
                    <a:pt x="10599" y="2060"/>
                    <a:pt x="10472" y="1781"/>
                  </a:cubicBezTo>
                  <a:cubicBezTo>
                    <a:pt x="10346" y="1501"/>
                    <a:pt x="10155" y="1361"/>
                    <a:pt x="9898" y="1361"/>
                  </a:cubicBezTo>
                  <a:close/>
                  <a:moveTo>
                    <a:pt x="11824" y="1361"/>
                  </a:moveTo>
                  <a:cubicBezTo>
                    <a:pt x="11607" y="1361"/>
                    <a:pt x="11439" y="1457"/>
                    <a:pt x="11321" y="1648"/>
                  </a:cubicBezTo>
                  <a:cubicBezTo>
                    <a:pt x="11203" y="1838"/>
                    <a:pt x="11144" y="2109"/>
                    <a:pt x="11144" y="2459"/>
                  </a:cubicBezTo>
                  <a:cubicBezTo>
                    <a:pt x="11144" y="2748"/>
                    <a:pt x="11184" y="2974"/>
                    <a:pt x="11264" y="3140"/>
                  </a:cubicBezTo>
                  <a:cubicBezTo>
                    <a:pt x="11344" y="3305"/>
                    <a:pt x="11475" y="3428"/>
                    <a:pt x="11655" y="3507"/>
                  </a:cubicBezTo>
                  <a:lnTo>
                    <a:pt x="11756" y="3557"/>
                  </a:lnTo>
                  <a:cubicBezTo>
                    <a:pt x="11936" y="3639"/>
                    <a:pt x="12053" y="3725"/>
                    <a:pt x="12106" y="3813"/>
                  </a:cubicBezTo>
                  <a:cubicBezTo>
                    <a:pt x="12159" y="3902"/>
                    <a:pt x="12186" y="4030"/>
                    <a:pt x="12186" y="4196"/>
                  </a:cubicBezTo>
                  <a:cubicBezTo>
                    <a:pt x="12186" y="4376"/>
                    <a:pt x="12149" y="4515"/>
                    <a:pt x="12075" y="4614"/>
                  </a:cubicBezTo>
                  <a:cubicBezTo>
                    <a:pt x="12002" y="4712"/>
                    <a:pt x="11896" y="4762"/>
                    <a:pt x="11759" y="4762"/>
                  </a:cubicBezTo>
                  <a:cubicBezTo>
                    <a:pt x="11657" y="4762"/>
                    <a:pt x="11554" y="4732"/>
                    <a:pt x="11449" y="4674"/>
                  </a:cubicBezTo>
                  <a:cubicBezTo>
                    <a:pt x="11345" y="4615"/>
                    <a:pt x="11239" y="4527"/>
                    <a:pt x="11131" y="4409"/>
                  </a:cubicBezTo>
                  <a:lnTo>
                    <a:pt x="11131" y="5041"/>
                  </a:lnTo>
                  <a:cubicBezTo>
                    <a:pt x="11245" y="5119"/>
                    <a:pt x="11354" y="5177"/>
                    <a:pt x="11456" y="5216"/>
                  </a:cubicBezTo>
                  <a:cubicBezTo>
                    <a:pt x="11559" y="5255"/>
                    <a:pt x="11658" y="5274"/>
                    <a:pt x="11753" y="5274"/>
                  </a:cubicBezTo>
                  <a:cubicBezTo>
                    <a:pt x="11980" y="5274"/>
                    <a:pt x="12159" y="5173"/>
                    <a:pt x="12290" y="4971"/>
                  </a:cubicBezTo>
                  <a:cubicBezTo>
                    <a:pt x="12420" y="4769"/>
                    <a:pt x="12485" y="4496"/>
                    <a:pt x="12485" y="4150"/>
                  </a:cubicBezTo>
                  <a:cubicBezTo>
                    <a:pt x="12485" y="3846"/>
                    <a:pt x="12441" y="3609"/>
                    <a:pt x="12354" y="3439"/>
                  </a:cubicBezTo>
                  <a:cubicBezTo>
                    <a:pt x="12267" y="3269"/>
                    <a:pt x="12121" y="3138"/>
                    <a:pt x="11914" y="3045"/>
                  </a:cubicBezTo>
                  <a:lnTo>
                    <a:pt x="11814" y="2998"/>
                  </a:lnTo>
                  <a:cubicBezTo>
                    <a:pt x="11658" y="2925"/>
                    <a:pt x="11555" y="2848"/>
                    <a:pt x="11503" y="2767"/>
                  </a:cubicBezTo>
                  <a:cubicBezTo>
                    <a:pt x="11451" y="2686"/>
                    <a:pt x="11426" y="2575"/>
                    <a:pt x="11426" y="2433"/>
                  </a:cubicBezTo>
                  <a:cubicBezTo>
                    <a:pt x="11426" y="2246"/>
                    <a:pt x="11462" y="2107"/>
                    <a:pt x="11534" y="2014"/>
                  </a:cubicBezTo>
                  <a:cubicBezTo>
                    <a:pt x="11606" y="1920"/>
                    <a:pt x="11714" y="1874"/>
                    <a:pt x="11859" y="1874"/>
                  </a:cubicBezTo>
                  <a:cubicBezTo>
                    <a:pt x="11954" y="1874"/>
                    <a:pt x="12045" y="1896"/>
                    <a:pt x="12134" y="1940"/>
                  </a:cubicBezTo>
                  <a:cubicBezTo>
                    <a:pt x="12222" y="1985"/>
                    <a:pt x="12308" y="2051"/>
                    <a:pt x="12390" y="2140"/>
                  </a:cubicBezTo>
                  <a:lnTo>
                    <a:pt x="12390" y="1561"/>
                  </a:lnTo>
                  <a:cubicBezTo>
                    <a:pt x="12310" y="1494"/>
                    <a:pt x="12222" y="1445"/>
                    <a:pt x="12127" y="1411"/>
                  </a:cubicBezTo>
                  <a:cubicBezTo>
                    <a:pt x="12033" y="1378"/>
                    <a:pt x="11931" y="1361"/>
                    <a:pt x="11824" y="1361"/>
                  </a:cubicBezTo>
                  <a:close/>
                  <a:moveTo>
                    <a:pt x="13690" y="1361"/>
                  </a:moveTo>
                  <a:cubicBezTo>
                    <a:pt x="13424" y="1361"/>
                    <a:pt x="13213" y="1540"/>
                    <a:pt x="13056" y="1899"/>
                  </a:cubicBezTo>
                  <a:cubicBezTo>
                    <a:pt x="12900" y="2257"/>
                    <a:pt x="12822" y="2741"/>
                    <a:pt x="12822" y="3351"/>
                  </a:cubicBezTo>
                  <a:cubicBezTo>
                    <a:pt x="12822" y="3941"/>
                    <a:pt x="12904" y="4409"/>
                    <a:pt x="13069" y="4755"/>
                  </a:cubicBezTo>
                  <a:cubicBezTo>
                    <a:pt x="13234" y="5101"/>
                    <a:pt x="13458" y="5274"/>
                    <a:pt x="13740" y="5274"/>
                  </a:cubicBezTo>
                  <a:cubicBezTo>
                    <a:pt x="13853" y="5274"/>
                    <a:pt x="13964" y="5250"/>
                    <a:pt x="14074" y="5201"/>
                  </a:cubicBezTo>
                  <a:cubicBezTo>
                    <a:pt x="14183" y="5152"/>
                    <a:pt x="14290" y="5081"/>
                    <a:pt x="14395" y="4988"/>
                  </a:cubicBezTo>
                  <a:lnTo>
                    <a:pt x="14395" y="4409"/>
                  </a:lnTo>
                  <a:cubicBezTo>
                    <a:pt x="14291" y="4524"/>
                    <a:pt x="14187" y="4611"/>
                    <a:pt x="14082" y="4669"/>
                  </a:cubicBezTo>
                  <a:cubicBezTo>
                    <a:pt x="13978" y="4726"/>
                    <a:pt x="13869" y="4755"/>
                    <a:pt x="13758" y="4755"/>
                  </a:cubicBezTo>
                  <a:cubicBezTo>
                    <a:pt x="13565" y="4755"/>
                    <a:pt x="13414" y="4645"/>
                    <a:pt x="13306" y="4424"/>
                  </a:cubicBezTo>
                  <a:cubicBezTo>
                    <a:pt x="13198" y="4203"/>
                    <a:pt x="13138" y="3882"/>
                    <a:pt x="13125" y="3461"/>
                  </a:cubicBezTo>
                  <a:lnTo>
                    <a:pt x="14463" y="3461"/>
                  </a:lnTo>
                  <a:lnTo>
                    <a:pt x="14463" y="3161"/>
                  </a:lnTo>
                  <a:cubicBezTo>
                    <a:pt x="14463" y="2607"/>
                    <a:pt x="14393" y="2168"/>
                    <a:pt x="14255" y="1845"/>
                  </a:cubicBezTo>
                  <a:cubicBezTo>
                    <a:pt x="14116" y="1523"/>
                    <a:pt x="13928" y="1361"/>
                    <a:pt x="13690" y="1361"/>
                  </a:cubicBezTo>
                  <a:close/>
                  <a:moveTo>
                    <a:pt x="15503" y="1361"/>
                  </a:moveTo>
                  <a:cubicBezTo>
                    <a:pt x="15286" y="1361"/>
                    <a:pt x="15118" y="1457"/>
                    <a:pt x="15000" y="1648"/>
                  </a:cubicBezTo>
                  <a:cubicBezTo>
                    <a:pt x="14882" y="1838"/>
                    <a:pt x="14823" y="2109"/>
                    <a:pt x="14823" y="2459"/>
                  </a:cubicBezTo>
                  <a:cubicBezTo>
                    <a:pt x="14823" y="2748"/>
                    <a:pt x="14863" y="2974"/>
                    <a:pt x="14943" y="3140"/>
                  </a:cubicBezTo>
                  <a:cubicBezTo>
                    <a:pt x="15023" y="3305"/>
                    <a:pt x="15154" y="3428"/>
                    <a:pt x="15334" y="3507"/>
                  </a:cubicBezTo>
                  <a:lnTo>
                    <a:pt x="15435" y="3557"/>
                  </a:lnTo>
                  <a:cubicBezTo>
                    <a:pt x="15615" y="3639"/>
                    <a:pt x="15732" y="3725"/>
                    <a:pt x="15785" y="3813"/>
                  </a:cubicBezTo>
                  <a:cubicBezTo>
                    <a:pt x="15838" y="3902"/>
                    <a:pt x="15865" y="4030"/>
                    <a:pt x="15865" y="4196"/>
                  </a:cubicBezTo>
                  <a:cubicBezTo>
                    <a:pt x="15865" y="4376"/>
                    <a:pt x="15828" y="4515"/>
                    <a:pt x="15754" y="4614"/>
                  </a:cubicBezTo>
                  <a:cubicBezTo>
                    <a:pt x="15681" y="4712"/>
                    <a:pt x="15575" y="4762"/>
                    <a:pt x="15438" y="4762"/>
                  </a:cubicBezTo>
                  <a:cubicBezTo>
                    <a:pt x="15336" y="4762"/>
                    <a:pt x="15233" y="4732"/>
                    <a:pt x="15128" y="4674"/>
                  </a:cubicBezTo>
                  <a:cubicBezTo>
                    <a:pt x="15024" y="4615"/>
                    <a:pt x="14918" y="4527"/>
                    <a:pt x="14810" y="4409"/>
                  </a:cubicBezTo>
                  <a:lnTo>
                    <a:pt x="14810" y="5041"/>
                  </a:lnTo>
                  <a:cubicBezTo>
                    <a:pt x="14924" y="5119"/>
                    <a:pt x="15033" y="5177"/>
                    <a:pt x="15135" y="5216"/>
                  </a:cubicBezTo>
                  <a:cubicBezTo>
                    <a:pt x="15238" y="5255"/>
                    <a:pt x="15337" y="5274"/>
                    <a:pt x="15432" y="5274"/>
                  </a:cubicBezTo>
                  <a:cubicBezTo>
                    <a:pt x="15659" y="5274"/>
                    <a:pt x="15838" y="5173"/>
                    <a:pt x="15969" y="4971"/>
                  </a:cubicBezTo>
                  <a:cubicBezTo>
                    <a:pt x="16099" y="4769"/>
                    <a:pt x="16164" y="4496"/>
                    <a:pt x="16164" y="4150"/>
                  </a:cubicBezTo>
                  <a:cubicBezTo>
                    <a:pt x="16164" y="3846"/>
                    <a:pt x="16120" y="3609"/>
                    <a:pt x="16033" y="3439"/>
                  </a:cubicBezTo>
                  <a:cubicBezTo>
                    <a:pt x="15946" y="3269"/>
                    <a:pt x="15800" y="3138"/>
                    <a:pt x="15593" y="3045"/>
                  </a:cubicBezTo>
                  <a:lnTo>
                    <a:pt x="15493" y="2998"/>
                  </a:lnTo>
                  <a:cubicBezTo>
                    <a:pt x="15337" y="2925"/>
                    <a:pt x="15234" y="2848"/>
                    <a:pt x="15182" y="2767"/>
                  </a:cubicBezTo>
                  <a:cubicBezTo>
                    <a:pt x="15130" y="2686"/>
                    <a:pt x="15105" y="2575"/>
                    <a:pt x="15105" y="2433"/>
                  </a:cubicBezTo>
                  <a:cubicBezTo>
                    <a:pt x="15105" y="2246"/>
                    <a:pt x="15141" y="2107"/>
                    <a:pt x="15213" y="2014"/>
                  </a:cubicBezTo>
                  <a:cubicBezTo>
                    <a:pt x="15285" y="1920"/>
                    <a:pt x="15393" y="1874"/>
                    <a:pt x="15538" y="1874"/>
                  </a:cubicBezTo>
                  <a:cubicBezTo>
                    <a:pt x="15633" y="1874"/>
                    <a:pt x="15724" y="1896"/>
                    <a:pt x="15813" y="1940"/>
                  </a:cubicBezTo>
                  <a:cubicBezTo>
                    <a:pt x="15901" y="1985"/>
                    <a:pt x="15987" y="2051"/>
                    <a:pt x="16069" y="2140"/>
                  </a:cubicBezTo>
                  <a:lnTo>
                    <a:pt x="16069" y="1561"/>
                  </a:lnTo>
                  <a:cubicBezTo>
                    <a:pt x="15989" y="1494"/>
                    <a:pt x="15901" y="1445"/>
                    <a:pt x="15807" y="1411"/>
                  </a:cubicBezTo>
                  <a:cubicBezTo>
                    <a:pt x="15712" y="1378"/>
                    <a:pt x="15610" y="1361"/>
                    <a:pt x="15503" y="1361"/>
                  </a:cubicBezTo>
                  <a:close/>
                  <a:moveTo>
                    <a:pt x="18342" y="1361"/>
                  </a:moveTo>
                  <a:cubicBezTo>
                    <a:pt x="18088" y="1361"/>
                    <a:pt x="17889" y="1534"/>
                    <a:pt x="17745" y="1880"/>
                  </a:cubicBezTo>
                  <a:cubicBezTo>
                    <a:pt x="17602" y="2226"/>
                    <a:pt x="17530" y="2706"/>
                    <a:pt x="17530" y="3318"/>
                  </a:cubicBezTo>
                  <a:cubicBezTo>
                    <a:pt x="17530" y="3928"/>
                    <a:pt x="17602" y="4406"/>
                    <a:pt x="17745" y="4753"/>
                  </a:cubicBezTo>
                  <a:cubicBezTo>
                    <a:pt x="17889" y="5101"/>
                    <a:pt x="18088" y="5274"/>
                    <a:pt x="18342" y="5274"/>
                  </a:cubicBezTo>
                  <a:cubicBezTo>
                    <a:pt x="18595" y="5274"/>
                    <a:pt x="18794" y="5101"/>
                    <a:pt x="18938" y="4753"/>
                  </a:cubicBezTo>
                  <a:cubicBezTo>
                    <a:pt x="19083" y="4406"/>
                    <a:pt x="19155" y="3928"/>
                    <a:pt x="19155" y="3318"/>
                  </a:cubicBezTo>
                  <a:cubicBezTo>
                    <a:pt x="19155" y="2706"/>
                    <a:pt x="19083" y="2226"/>
                    <a:pt x="18938" y="1880"/>
                  </a:cubicBezTo>
                  <a:cubicBezTo>
                    <a:pt x="18794" y="1534"/>
                    <a:pt x="18595" y="1361"/>
                    <a:pt x="18342" y="1361"/>
                  </a:cubicBezTo>
                  <a:close/>
                  <a:moveTo>
                    <a:pt x="22431" y="1361"/>
                  </a:moveTo>
                  <a:cubicBezTo>
                    <a:pt x="22165" y="1361"/>
                    <a:pt x="21954" y="1540"/>
                    <a:pt x="21797" y="1899"/>
                  </a:cubicBezTo>
                  <a:cubicBezTo>
                    <a:pt x="21641" y="2257"/>
                    <a:pt x="21563" y="2741"/>
                    <a:pt x="21563" y="3351"/>
                  </a:cubicBezTo>
                  <a:cubicBezTo>
                    <a:pt x="21563" y="3941"/>
                    <a:pt x="21645" y="4409"/>
                    <a:pt x="21810" y="4755"/>
                  </a:cubicBezTo>
                  <a:cubicBezTo>
                    <a:pt x="21975" y="5101"/>
                    <a:pt x="22199" y="5274"/>
                    <a:pt x="22481" y="5274"/>
                  </a:cubicBezTo>
                  <a:cubicBezTo>
                    <a:pt x="22594" y="5274"/>
                    <a:pt x="22705" y="5250"/>
                    <a:pt x="22815" y="5201"/>
                  </a:cubicBezTo>
                  <a:cubicBezTo>
                    <a:pt x="22924" y="5152"/>
                    <a:pt x="23031" y="5081"/>
                    <a:pt x="23136" y="4988"/>
                  </a:cubicBezTo>
                  <a:lnTo>
                    <a:pt x="23136" y="4409"/>
                  </a:lnTo>
                  <a:cubicBezTo>
                    <a:pt x="23032" y="4524"/>
                    <a:pt x="22928" y="4611"/>
                    <a:pt x="22823" y="4669"/>
                  </a:cubicBezTo>
                  <a:cubicBezTo>
                    <a:pt x="22719" y="4726"/>
                    <a:pt x="22610" y="4755"/>
                    <a:pt x="22499" y="4755"/>
                  </a:cubicBezTo>
                  <a:cubicBezTo>
                    <a:pt x="22306" y="4755"/>
                    <a:pt x="22155" y="4645"/>
                    <a:pt x="22047" y="4424"/>
                  </a:cubicBezTo>
                  <a:cubicBezTo>
                    <a:pt x="21939" y="4203"/>
                    <a:pt x="21879" y="3882"/>
                    <a:pt x="21866" y="3461"/>
                  </a:cubicBezTo>
                  <a:lnTo>
                    <a:pt x="23204" y="3461"/>
                  </a:lnTo>
                  <a:lnTo>
                    <a:pt x="23204" y="3161"/>
                  </a:lnTo>
                  <a:cubicBezTo>
                    <a:pt x="23204" y="2607"/>
                    <a:pt x="23134" y="2168"/>
                    <a:pt x="22996" y="1845"/>
                  </a:cubicBezTo>
                  <a:cubicBezTo>
                    <a:pt x="22857" y="1523"/>
                    <a:pt x="22669" y="1361"/>
                    <a:pt x="22431" y="1361"/>
                  </a:cubicBezTo>
                  <a:close/>
                  <a:moveTo>
                    <a:pt x="24244" y="1361"/>
                  </a:moveTo>
                  <a:cubicBezTo>
                    <a:pt x="24027" y="1361"/>
                    <a:pt x="23859" y="1457"/>
                    <a:pt x="23741" y="1648"/>
                  </a:cubicBezTo>
                  <a:cubicBezTo>
                    <a:pt x="23623" y="1838"/>
                    <a:pt x="23564" y="2109"/>
                    <a:pt x="23564" y="2459"/>
                  </a:cubicBezTo>
                  <a:cubicBezTo>
                    <a:pt x="23564" y="2748"/>
                    <a:pt x="23604" y="2974"/>
                    <a:pt x="23684" y="3140"/>
                  </a:cubicBezTo>
                  <a:cubicBezTo>
                    <a:pt x="23764" y="3305"/>
                    <a:pt x="23895" y="3428"/>
                    <a:pt x="24075" y="3507"/>
                  </a:cubicBezTo>
                  <a:lnTo>
                    <a:pt x="24176" y="3557"/>
                  </a:lnTo>
                  <a:cubicBezTo>
                    <a:pt x="24356" y="3639"/>
                    <a:pt x="24473" y="3725"/>
                    <a:pt x="24526" y="3813"/>
                  </a:cubicBezTo>
                  <a:cubicBezTo>
                    <a:pt x="24579" y="3902"/>
                    <a:pt x="24606" y="4030"/>
                    <a:pt x="24606" y="4196"/>
                  </a:cubicBezTo>
                  <a:cubicBezTo>
                    <a:pt x="24606" y="4376"/>
                    <a:pt x="24569" y="4515"/>
                    <a:pt x="24495" y="4614"/>
                  </a:cubicBezTo>
                  <a:cubicBezTo>
                    <a:pt x="24422" y="4712"/>
                    <a:pt x="24316" y="4762"/>
                    <a:pt x="24179" y="4762"/>
                  </a:cubicBezTo>
                  <a:cubicBezTo>
                    <a:pt x="24077" y="4762"/>
                    <a:pt x="23974" y="4732"/>
                    <a:pt x="23869" y="4674"/>
                  </a:cubicBezTo>
                  <a:cubicBezTo>
                    <a:pt x="23765" y="4615"/>
                    <a:pt x="23659" y="4527"/>
                    <a:pt x="23551" y="4409"/>
                  </a:cubicBezTo>
                  <a:lnTo>
                    <a:pt x="23551" y="5041"/>
                  </a:lnTo>
                  <a:cubicBezTo>
                    <a:pt x="23665" y="5119"/>
                    <a:pt x="23774" y="5177"/>
                    <a:pt x="23876" y="5216"/>
                  </a:cubicBezTo>
                  <a:cubicBezTo>
                    <a:pt x="23979" y="5255"/>
                    <a:pt x="24078" y="5274"/>
                    <a:pt x="24173" y="5274"/>
                  </a:cubicBezTo>
                  <a:cubicBezTo>
                    <a:pt x="24400" y="5274"/>
                    <a:pt x="24579" y="5173"/>
                    <a:pt x="24710" y="4971"/>
                  </a:cubicBezTo>
                  <a:cubicBezTo>
                    <a:pt x="24840" y="4769"/>
                    <a:pt x="24905" y="4496"/>
                    <a:pt x="24905" y="4150"/>
                  </a:cubicBezTo>
                  <a:cubicBezTo>
                    <a:pt x="24905" y="3846"/>
                    <a:pt x="24861" y="3609"/>
                    <a:pt x="24774" y="3439"/>
                  </a:cubicBezTo>
                  <a:cubicBezTo>
                    <a:pt x="24687" y="3269"/>
                    <a:pt x="24541" y="3138"/>
                    <a:pt x="24334" y="3045"/>
                  </a:cubicBezTo>
                  <a:lnTo>
                    <a:pt x="24234" y="2998"/>
                  </a:lnTo>
                  <a:cubicBezTo>
                    <a:pt x="24078" y="2925"/>
                    <a:pt x="23975" y="2848"/>
                    <a:pt x="23923" y="2767"/>
                  </a:cubicBezTo>
                  <a:cubicBezTo>
                    <a:pt x="23871" y="2686"/>
                    <a:pt x="23846" y="2575"/>
                    <a:pt x="23846" y="2433"/>
                  </a:cubicBezTo>
                  <a:cubicBezTo>
                    <a:pt x="23846" y="2246"/>
                    <a:pt x="23882" y="2107"/>
                    <a:pt x="23954" y="2014"/>
                  </a:cubicBezTo>
                  <a:cubicBezTo>
                    <a:pt x="24026" y="1920"/>
                    <a:pt x="24134" y="1874"/>
                    <a:pt x="24279" y="1874"/>
                  </a:cubicBezTo>
                  <a:cubicBezTo>
                    <a:pt x="24374" y="1874"/>
                    <a:pt x="24465" y="1896"/>
                    <a:pt x="24554" y="1940"/>
                  </a:cubicBezTo>
                  <a:cubicBezTo>
                    <a:pt x="24642" y="1985"/>
                    <a:pt x="24728" y="2051"/>
                    <a:pt x="24810" y="2140"/>
                  </a:cubicBezTo>
                  <a:lnTo>
                    <a:pt x="24810" y="1561"/>
                  </a:lnTo>
                  <a:cubicBezTo>
                    <a:pt x="24730" y="1494"/>
                    <a:pt x="24642" y="1445"/>
                    <a:pt x="24548" y="1411"/>
                  </a:cubicBezTo>
                  <a:cubicBezTo>
                    <a:pt x="24453" y="1378"/>
                    <a:pt x="24351" y="1361"/>
                    <a:pt x="24244" y="1361"/>
                  </a:cubicBezTo>
                  <a:close/>
                  <a:moveTo>
                    <a:pt x="26960" y="1361"/>
                  </a:moveTo>
                  <a:cubicBezTo>
                    <a:pt x="26743" y="1361"/>
                    <a:pt x="26575" y="1457"/>
                    <a:pt x="26457" y="1648"/>
                  </a:cubicBezTo>
                  <a:cubicBezTo>
                    <a:pt x="26339" y="1838"/>
                    <a:pt x="26280" y="2109"/>
                    <a:pt x="26280" y="2459"/>
                  </a:cubicBezTo>
                  <a:cubicBezTo>
                    <a:pt x="26280" y="2748"/>
                    <a:pt x="26320" y="2974"/>
                    <a:pt x="26400" y="3140"/>
                  </a:cubicBezTo>
                  <a:cubicBezTo>
                    <a:pt x="26480" y="3305"/>
                    <a:pt x="26611" y="3428"/>
                    <a:pt x="26791" y="3507"/>
                  </a:cubicBezTo>
                  <a:lnTo>
                    <a:pt x="26892" y="3557"/>
                  </a:lnTo>
                  <a:cubicBezTo>
                    <a:pt x="27072" y="3639"/>
                    <a:pt x="27189" y="3725"/>
                    <a:pt x="27242" y="3813"/>
                  </a:cubicBezTo>
                  <a:cubicBezTo>
                    <a:pt x="27295" y="3902"/>
                    <a:pt x="27322" y="4030"/>
                    <a:pt x="27322" y="4196"/>
                  </a:cubicBezTo>
                  <a:cubicBezTo>
                    <a:pt x="27322" y="4376"/>
                    <a:pt x="27285" y="4515"/>
                    <a:pt x="27211" y="4614"/>
                  </a:cubicBezTo>
                  <a:cubicBezTo>
                    <a:pt x="27138" y="4712"/>
                    <a:pt x="27032" y="4762"/>
                    <a:pt x="26895" y="4762"/>
                  </a:cubicBezTo>
                  <a:cubicBezTo>
                    <a:pt x="26793" y="4762"/>
                    <a:pt x="26690" y="4732"/>
                    <a:pt x="26585" y="4674"/>
                  </a:cubicBezTo>
                  <a:cubicBezTo>
                    <a:pt x="26481" y="4615"/>
                    <a:pt x="26375" y="4527"/>
                    <a:pt x="26267" y="4409"/>
                  </a:cubicBezTo>
                  <a:lnTo>
                    <a:pt x="26267" y="5041"/>
                  </a:lnTo>
                  <a:cubicBezTo>
                    <a:pt x="26381" y="5119"/>
                    <a:pt x="26490" y="5177"/>
                    <a:pt x="26592" y="5216"/>
                  </a:cubicBezTo>
                  <a:cubicBezTo>
                    <a:pt x="26695" y="5255"/>
                    <a:pt x="26794" y="5274"/>
                    <a:pt x="26889" y="5274"/>
                  </a:cubicBezTo>
                  <a:cubicBezTo>
                    <a:pt x="27116" y="5274"/>
                    <a:pt x="27295" y="5173"/>
                    <a:pt x="27426" y="4971"/>
                  </a:cubicBezTo>
                  <a:cubicBezTo>
                    <a:pt x="27556" y="4769"/>
                    <a:pt x="27621" y="4496"/>
                    <a:pt x="27621" y="4150"/>
                  </a:cubicBezTo>
                  <a:cubicBezTo>
                    <a:pt x="27621" y="3846"/>
                    <a:pt x="27577" y="3609"/>
                    <a:pt x="27490" y="3439"/>
                  </a:cubicBezTo>
                  <a:cubicBezTo>
                    <a:pt x="27403" y="3269"/>
                    <a:pt x="27257" y="3138"/>
                    <a:pt x="27050" y="3045"/>
                  </a:cubicBezTo>
                  <a:lnTo>
                    <a:pt x="26950" y="2998"/>
                  </a:lnTo>
                  <a:cubicBezTo>
                    <a:pt x="26794" y="2925"/>
                    <a:pt x="26691" y="2848"/>
                    <a:pt x="26639" y="2767"/>
                  </a:cubicBezTo>
                  <a:cubicBezTo>
                    <a:pt x="26587" y="2686"/>
                    <a:pt x="26562" y="2575"/>
                    <a:pt x="26562" y="2433"/>
                  </a:cubicBezTo>
                  <a:cubicBezTo>
                    <a:pt x="26562" y="2246"/>
                    <a:pt x="26598" y="2107"/>
                    <a:pt x="26670" y="2014"/>
                  </a:cubicBezTo>
                  <a:cubicBezTo>
                    <a:pt x="26742" y="1920"/>
                    <a:pt x="26850" y="1874"/>
                    <a:pt x="26995" y="1874"/>
                  </a:cubicBezTo>
                  <a:cubicBezTo>
                    <a:pt x="27090" y="1874"/>
                    <a:pt x="27181" y="1896"/>
                    <a:pt x="27270" y="1940"/>
                  </a:cubicBezTo>
                  <a:cubicBezTo>
                    <a:pt x="27358" y="1985"/>
                    <a:pt x="27444" y="2051"/>
                    <a:pt x="27526" y="2140"/>
                  </a:cubicBezTo>
                  <a:lnTo>
                    <a:pt x="27526" y="1561"/>
                  </a:lnTo>
                  <a:cubicBezTo>
                    <a:pt x="27446" y="1494"/>
                    <a:pt x="27358" y="1445"/>
                    <a:pt x="27264" y="1411"/>
                  </a:cubicBezTo>
                  <a:cubicBezTo>
                    <a:pt x="27169" y="1378"/>
                    <a:pt x="27067" y="1361"/>
                    <a:pt x="26960" y="1361"/>
                  </a:cubicBezTo>
                  <a:close/>
                  <a:moveTo>
                    <a:pt x="29975" y="1361"/>
                  </a:moveTo>
                  <a:cubicBezTo>
                    <a:pt x="29881" y="1361"/>
                    <a:pt x="29783" y="1383"/>
                    <a:pt x="29683" y="1426"/>
                  </a:cubicBezTo>
                  <a:cubicBezTo>
                    <a:pt x="29583" y="1470"/>
                    <a:pt x="29480" y="1534"/>
                    <a:pt x="29373" y="1621"/>
                  </a:cubicBezTo>
                  <a:lnTo>
                    <a:pt x="29373" y="2187"/>
                  </a:lnTo>
                  <a:cubicBezTo>
                    <a:pt x="29462" y="2084"/>
                    <a:pt x="29554" y="2008"/>
                    <a:pt x="29650" y="1957"/>
                  </a:cubicBezTo>
                  <a:cubicBezTo>
                    <a:pt x="29746" y="1906"/>
                    <a:pt x="29844" y="1880"/>
                    <a:pt x="29945" y="1880"/>
                  </a:cubicBezTo>
                  <a:cubicBezTo>
                    <a:pt x="30105" y="1880"/>
                    <a:pt x="30228" y="1957"/>
                    <a:pt x="30316" y="2112"/>
                  </a:cubicBezTo>
                  <a:cubicBezTo>
                    <a:pt x="30404" y="2266"/>
                    <a:pt x="30448" y="2484"/>
                    <a:pt x="30448" y="2765"/>
                  </a:cubicBezTo>
                  <a:lnTo>
                    <a:pt x="30448" y="2825"/>
                  </a:lnTo>
                  <a:lnTo>
                    <a:pt x="30040" y="2825"/>
                  </a:lnTo>
                  <a:cubicBezTo>
                    <a:pt x="29776" y="2825"/>
                    <a:pt x="29577" y="2932"/>
                    <a:pt x="29443" y="3145"/>
                  </a:cubicBezTo>
                  <a:cubicBezTo>
                    <a:pt x="29310" y="3358"/>
                    <a:pt x="29243" y="3674"/>
                    <a:pt x="29243" y="4093"/>
                  </a:cubicBezTo>
                  <a:cubicBezTo>
                    <a:pt x="29243" y="4452"/>
                    <a:pt x="29297" y="4739"/>
                    <a:pt x="29404" y="4953"/>
                  </a:cubicBezTo>
                  <a:cubicBezTo>
                    <a:pt x="29511" y="5167"/>
                    <a:pt x="29655" y="5274"/>
                    <a:pt x="29836" y="5274"/>
                  </a:cubicBezTo>
                  <a:cubicBezTo>
                    <a:pt x="29980" y="5274"/>
                    <a:pt x="30101" y="5220"/>
                    <a:pt x="30200" y="5113"/>
                  </a:cubicBezTo>
                  <a:cubicBezTo>
                    <a:pt x="30299" y="5005"/>
                    <a:pt x="30382" y="4838"/>
                    <a:pt x="30448" y="4612"/>
                  </a:cubicBezTo>
                  <a:lnTo>
                    <a:pt x="30448" y="5178"/>
                  </a:lnTo>
                  <a:lnTo>
                    <a:pt x="30739" y="5178"/>
                  </a:lnTo>
                  <a:lnTo>
                    <a:pt x="30739" y="3052"/>
                  </a:lnTo>
                  <a:cubicBezTo>
                    <a:pt x="30739" y="2484"/>
                    <a:pt x="30676" y="2060"/>
                    <a:pt x="30549" y="1781"/>
                  </a:cubicBezTo>
                  <a:cubicBezTo>
                    <a:pt x="30423" y="1501"/>
                    <a:pt x="30232" y="1361"/>
                    <a:pt x="29975" y="1361"/>
                  </a:cubicBezTo>
                  <a:close/>
                  <a:moveTo>
                    <a:pt x="32578" y="1451"/>
                  </a:moveTo>
                  <a:lnTo>
                    <a:pt x="32578" y="3707"/>
                  </a:lnTo>
                  <a:cubicBezTo>
                    <a:pt x="32578" y="4219"/>
                    <a:pt x="32631" y="4609"/>
                    <a:pt x="32736" y="4875"/>
                  </a:cubicBezTo>
                  <a:cubicBezTo>
                    <a:pt x="32842" y="5141"/>
                    <a:pt x="32996" y="5274"/>
                    <a:pt x="33199" y="5274"/>
                  </a:cubicBezTo>
                  <a:cubicBezTo>
                    <a:pt x="33323" y="5274"/>
                    <a:pt x="33431" y="5219"/>
                    <a:pt x="33524" y="5109"/>
                  </a:cubicBezTo>
                  <a:cubicBezTo>
                    <a:pt x="33618" y="5000"/>
                    <a:pt x="33700" y="4832"/>
                    <a:pt x="33770" y="4605"/>
                  </a:cubicBezTo>
                  <a:lnTo>
                    <a:pt x="33770" y="5178"/>
                  </a:lnTo>
                  <a:lnTo>
                    <a:pt x="34061" y="5178"/>
                  </a:lnTo>
                  <a:lnTo>
                    <a:pt x="34061" y="1451"/>
                  </a:lnTo>
                  <a:lnTo>
                    <a:pt x="33770" y="1451"/>
                  </a:lnTo>
                  <a:lnTo>
                    <a:pt x="33770" y="3564"/>
                  </a:lnTo>
                  <a:cubicBezTo>
                    <a:pt x="33770" y="3928"/>
                    <a:pt x="33725" y="4215"/>
                    <a:pt x="33633" y="4426"/>
                  </a:cubicBezTo>
                  <a:cubicBezTo>
                    <a:pt x="33542" y="4636"/>
                    <a:pt x="33418" y="4742"/>
                    <a:pt x="33261" y="4742"/>
                  </a:cubicBezTo>
                  <a:cubicBezTo>
                    <a:pt x="33130" y="4742"/>
                    <a:pt x="33032" y="4654"/>
                    <a:pt x="32967" y="4477"/>
                  </a:cubicBezTo>
                  <a:cubicBezTo>
                    <a:pt x="32902" y="4301"/>
                    <a:pt x="32869" y="4036"/>
                    <a:pt x="32869" y="3684"/>
                  </a:cubicBezTo>
                  <a:lnTo>
                    <a:pt x="32869" y="1451"/>
                  </a:lnTo>
                  <a:close/>
                  <a:moveTo>
                    <a:pt x="35223" y="1361"/>
                  </a:moveTo>
                  <a:cubicBezTo>
                    <a:pt x="35006" y="1361"/>
                    <a:pt x="34838" y="1457"/>
                    <a:pt x="34720" y="1648"/>
                  </a:cubicBezTo>
                  <a:cubicBezTo>
                    <a:pt x="34602" y="1838"/>
                    <a:pt x="34543" y="2109"/>
                    <a:pt x="34543" y="2459"/>
                  </a:cubicBezTo>
                  <a:cubicBezTo>
                    <a:pt x="34543" y="2748"/>
                    <a:pt x="34583" y="2974"/>
                    <a:pt x="34663" y="3140"/>
                  </a:cubicBezTo>
                  <a:cubicBezTo>
                    <a:pt x="34743" y="3305"/>
                    <a:pt x="34874" y="3428"/>
                    <a:pt x="35054" y="3507"/>
                  </a:cubicBezTo>
                  <a:lnTo>
                    <a:pt x="35155" y="3557"/>
                  </a:lnTo>
                  <a:cubicBezTo>
                    <a:pt x="35335" y="3639"/>
                    <a:pt x="35452" y="3725"/>
                    <a:pt x="35505" y="3813"/>
                  </a:cubicBezTo>
                  <a:cubicBezTo>
                    <a:pt x="35558" y="3902"/>
                    <a:pt x="35585" y="4030"/>
                    <a:pt x="35585" y="4196"/>
                  </a:cubicBezTo>
                  <a:cubicBezTo>
                    <a:pt x="35585" y="4376"/>
                    <a:pt x="35548" y="4515"/>
                    <a:pt x="35474" y="4614"/>
                  </a:cubicBezTo>
                  <a:cubicBezTo>
                    <a:pt x="35401" y="4712"/>
                    <a:pt x="35295" y="4762"/>
                    <a:pt x="35158" y="4762"/>
                  </a:cubicBezTo>
                  <a:cubicBezTo>
                    <a:pt x="35056" y="4762"/>
                    <a:pt x="34953" y="4732"/>
                    <a:pt x="34848" y="4674"/>
                  </a:cubicBezTo>
                  <a:cubicBezTo>
                    <a:pt x="34744" y="4615"/>
                    <a:pt x="34638" y="4527"/>
                    <a:pt x="34530" y="4409"/>
                  </a:cubicBezTo>
                  <a:lnTo>
                    <a:pt x="34530" y="5041"/>
                  </a:lnTo>
                  <a:cubicBezTo>
                    <a:pt x="34644" y="5119"/>
                    <a:pt x="34753" y="5177"/>
                    <a:pt x="34855" y="5216"/>
                  </a:cubicBezTo>
                  <a:cubicBezTo>
                    <a:pt x="34958" y="5255"/>
                    <a:pt x="35057" y="5274"/>
                    <a:pt x="35152" y="5274"/>
                  </a:cubicBezTo>
                  <a:cubicBezTo>
                    <a:pt x="35379" y="5274"/>
                    <a:pt x="35558" y="5173"/>
                    <a:pt x="35689" y="4971"/>
                  </a:cubicBezTo>
                  <a:cubicBezTo>
                    <a:pt x="35819" y="4769"/>
                    <a:pt x="35884" y="4496"/>
                    <a:pt x="35884" y="4150"/>
                  </a:cubicBezTo>
                  <a:cubicBezTo>
                    <a:pt x="35884" y="3846"/>
                    <a:pt x="35840" y="3609"/>
                    <a:pt x="35753" y="3439"/>
                  </a:cubicBezTo>
                  <a:cubicBezTo>
                    <a:pt x="35666" y="3269"/>
                    <a:pt x="35520" y="3138"/>
                    <a:pt x="35313" y="3045"/>
                  </a:cubicBezTo>
                  <a:lnTo>
                    <a:pt x="35213" y="2998"/>
                  </a:lnTo>
                  <a:cubicBezTo>
                    <a:pt x="35057" y="2925"/>
                    <a:pt x="34954" y="2848"/>
                    <a:pt x="34902" y="2767"/>
                  </a:cubicBezTo>
                  <a:cubicBezTo>
                    <a:pt x="34850" y="2686"/>
                    <a:pt x="34825" y="2575"/>
                    <a:pt x="34825" y="2433"/>
                  </a:cubicBezTo>
                  <a:cubicBezTo>
                    <a:pt x="34825" y="2246"/>
                    <a:pt x="34861" y="2107"/>
                    <a:pt x="34933" y="2014"/>
                  </a:cubicBezTo>
                  <a:cubicBezTo>
                    <a:pt x="35005" y="1920"/>
                    <a:pt x="35113" y="1874"/>
                    <a:pt x="35258" y="1874"/>
                  </a:cubicBezTo>
                  <a:cubicBezTo>
                    <a:pt x="35353" y="1874"/>
                    <a:pt x="35444" y="1896"/>
                    <a:pt x="35533" y="1940"/>
                  </a:cubicBezTo>
                  <a:cubicBezTo>
                    <a:pt x="35621" y="1985"/>
                    <a:pt x="35707" y="2051"/>
                    <a:pt x="35789" y="2140"/>
                  </a:cubicBezTo>
                  <a:lnTo>
                    <a:pt x="35789" y="1561"/>
                  </a:lnTo>
                  <a:cubicBezTo>
                    <a:pt x="35709" y="1494"/>
                    <a:pt x="35621" y="1445"/>
                    <a:pt x="35527" y="1411"/>
                  </a:cubicBezTo>
                  <a:cubicBezTo>
                    <a:pt x="35432" y="1378"/>
                    <a:pt x="35330" y="1361"/>
                    <a:pt x="35223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47450" y="1541350"/>
              <a:ext cx="38875" cy="128875"/>
            </a:xfrm>
            <a:custGeom>
              <a:rect b="b" l="l" r="r" t="t"/>
              <a:pathLst>
                <a:path extrusionOk="0" h="5155" w="1555">
                  <a:moveTo>
                    <a:pt x="711" y="1"/>
                  </a:moveTo>
                  <a:cubicBezTo>
                    <a:pt x="618" y="1"/>
                    <a:pt x="518" y="19"/>
                    <a:pt x="412" y="54"/>
                  </a:cubicBezTo>
                  <a:cubicBezTo>
                    <a:pt x="306" y="90"/>
                    <a:pt x="192" y="143"/>
                    <a:pt x="71" y="214"/>
                  </a:cubicBezTo>
                  <a:lnTo>
                    <a:pt x="71" y="813"/>
                  </a:lnTo>
                  <a:cubicBezTo>
                    <a:pt x="191" y="728"/>
                    <a:pt x="301" y="666"/>
                    <a:pt x="402" y="626"/>
                  </a:cubicBezTo>
                  <a:cubicBezTo>
                    <a:pt x="502" y="586"/>
                    <a:pt x="596" y="566"/>
                    <a:pt x="683" y="566"/>
                  </a:cubicBezTo>
                  <a:cubicBezTo>
                    <a:pt x="843" y="566"/>
                    <a:pt x="966" y="635"/>
                    <a:pt x="1052" y="771"/>
                  </a:cubicBezTo>
                  <a:cubicBezTo>
                    <a:pt x="1138" y="907"/>
                    <a:pt x="1181" y="1103"/>
                    <a:pt x="1181" y="1358"/>
                  </a:cubicBezTo>
                  <a:cubicBezTo>
                    <a:pt x="1181" y="1607"/>
                    <a:pt x="1139" y="1797"/>
                    <a:pt x="1056" y="1929"/>
                  </a:cubicBezTo>
                  <a:cubicBezTo>
                    <a:pt x="973" y="2061"/>
                    <a:pt x="853" y="2127"/>
                    <a:pt x="696" y="2127"/>
                  </a:cubicBezTo>
                  <a:lnTo>
                    <a:pt x="408" y="2127"/>
                  </a:lnTo>
                  <a:lnTo>
                    <a:pt x="408" y="2679"/>
                  </a:lnTo>
                  <a:lnTo>
                    <a:pt x="683" y="2679"/>
                  </a:lnTo>
                  <a:cubicBezTo>
                    <a:pt x="857" y="2679"/>
                    <a:pt x="993" y="2762"/>
                    <a:pt x="1090" y="2927"/>
                  </a:cubicBezTo>
                  <a:cubicBezTo>
                    <a:pt x="1188" y="3092"/>
                    <a:pt x="1236" y="3321"/>
                    <a:pt x="1236" y="3614"/>
                  </a:cubicBezTo>
                  <a:cubicBezTo>
                    <a:pt x="1236" y="3931"/>
                    <a:pt x="1184" y="4173"/>
                    <a:pt x="1079" y="4339"/>
                  </a:cubicBezTo>
                  <a:cubicBezTo>
                    <a:pt x="974" y="4506"/>
                    <a:pt x="822" y="4589"/>
                    <a:pt x="621" y="4589"/>
                  </a:cubicBezTo>
                  <a:cubicBezTo>
                    <a:pt x="506" y="4589"/>
                    <a:pt x="396" y="4561"/>
                    <a:pt x="291" y="4506"/>
                  </a:cubicBezTo>
                  <a:cubicBezTo>
                    <a:pt x="186" y="4450"/>
                    <a:pt x="89" y="4368"/>
                    <a:pt x="0" y="4260"/>
                  </a:cubicBezTo>
                  <a:lnTo>
                    <a:pt x="0" y="4908"/>
                  </a:lnTo>
                  <a:cubicBezTo>
                    <a:pt x="112" y="4990"/>
                    <a:pt x="220" y="5052"/>
                    <a:pt x="325" y="5093"/>
                  </a:cubicBezTo>
                  <a:cubicBezTo>
                    <a:pt x="430" y="5134"/>
                    <a:pt x="532" y="5155"/>
                    <a:pt x="631" y="5155"/>
                  </a:cubicBezTo>
                  <a:cubicBezTo>
                    <a:pt x="926" y="5155"/>
                    <a:pt x="1154" y="5020"/>
                    <a:pt x="1314" y="4752"/>
                  </a:cubicBezTo>
                  <a:cubicBezTo>
                    <a:pt x="1474" y="4484"/>
                    <a:pt x="1554" y="4104"/>
                    <a:pt x="1554" y="3614"/>
                  </a:cubicBezTo>
                  <a:cubicBezTo>
                    <a:pt x="1554" y="3295"/>
                    <a:pt x="1511" y="3026"/>
                    <a:pt x="1425" y="2809"/>
                  </a:cubicBezTo>
                  <a:cubicBezTo>
                    <a:pt x="1339" y="2592"/>
                    <a:pt x="1220" y="2448"/>
                    <a:pt x="1067" y="2380"/>
                  </a:cubicBezTo>
                  <a:cubicBezTo>
                    <a:pt x="1205" y="2307"/>
                    <a:pt x="1312" y="2175"/>
                    <a:pt x="1387" y="1985"/>
                  </a:cubicBezTo>
                  <a:cubicBezTo>
                    <a:pt x="1461" y="1796"/>
                    <a:pt x="1499" y="1563"/>
                    <a:pt x="1499" y="1288"/>
                  </a:cubicBezTo>
                  <a:cubicBezTo>
                    <a:pt x="1499" y="894"/>
                    <a:pt x="1428" y="580"/>
                    <a:pt x="1287" y="349"/>
                  </a:cubicBezTo>
                  <a:cubicBezTo>
                    <a:pt x="1146" y="117"/>
                    <a:pt x="954" y="1"/>
                    <a:pt x="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166600" y="1538375"/>
              <a:ext cx="900150" cy="131850"/>
            </a:xfrm>
            <a:custGeom>
              <a:rect b="b" l="l" r="r" t="t"/>
              <a:pathLst>
                <a:path extrusionOk="0" h="5274" w="36006">
                  <a:moveTo>
                    <a:pt x="9232" y="0"/>
                  </a:moveTo>
                  <a:lnTo>
                    <a:pt x="9232" y="775"/>
                  </a:lnTo>
                  <a:lnTo>
                    <a:pt x="9522" y="775"/>
                  </a:lnTo>
                  <a:lnTo>
                    <a:pt x="9522" y="0"/>
                  </a:lnTo>
                  <a:close/>
                  <a:moveTo>
                    <a:pt x="21461" y="0"/>
                  </a:moveTo>
                  <a:lnTo>
                    <a:pt x="21461" y="775"/>
                  </a:lnTo>
                  <a:lnTo>
                    <a:pt x="21751" y="775"/>
                  </a:lnTo>
                  <a:lnTo>
                    <a:pt x="21751" y="0"/>
                  </a:lnTo>
                  <a:close/>
                  <a:moveTo>
                    <a:pt x="4830" y="1880"/>
                  </a:moveTo>
                  <a:cubicBezTo>
                    <a:pt x="4974" y="1880"/>
                    <a:pt x="5089" y="1980"/>
                    <a:pt x="5176" y="2179"/>
                  </a:cubicBezTo>
                  <a:cubicBezTo>
                    <a:pt x="5263" y="2379"/>
                    <a:pt x="5307" y="2646"/>
                    <a:pt x="5309" y="2981"/>
                  </a:cubicBezTo>
                  <a:lnTo>
                    <a:pt x="4272" y="2985"/>
                  </a:lnTo>
                  <a:cubicBezTo>
                    <a:pt x="4287" y="2634"/>
                    <a:pt x="4343" y="2362"/>
                    <a:pt x="4441" y="2169"/>
                  </a:cubicBezTo>
                  <a:cubicBezTo>
                    <a:pt x="4538" y="1976"/>
                    <a:pt x="4668" y="1880"/>
                    <a:pt x="4830" y="1880"/>
                  </a:cubicBezTo>
                  <a:close/>
                  <a:moveTo>
                    <a:pt x="10876" y="1880"/>
                  </a:moveTo>
                  <a:cubicBezTo>
                    <a:pt x="11020" y="1880"/>
                    <a:pt x="11135" y="1980"/>
                    <a:pt x="11222" y="2179"/>
                  </a:cubicBezTo>
                  <a:cubicBezTo>
                    <a:pt x="11309" y="2379"/>
                    <a:pt x="11353" y="2646"/>
                    <a:pt x="11355" y="2981"/>
                  </a:cubicBezTo>
                  <a:lnTo>
                    <a:pt x="10318" y="2985"/>
                  </a:lnTo>
                  <a:cubicBezTo>
                    <a:pt x="10333" y="2634"/>
                    <a:pt x="10389" y="2362"/>
                    <a:pt x="10487" y="2169"/>
                  </a:cubicBezTo>
                  <a:cubicBezTo>
                    <a:pt x="10584" y="1976"/>
                    <a:pt x="10714" y="1880"/>
                    <a:pt x="10876" y="1880"/>
                  </a:cubicBezTo>
                  <a:close/>
                  <a:moveTo>
                    <a:pt x="23105" y="1880"/>
                  </a:moveTo>
                  <a:cubicBezTo>
                    <a:pt x="23249" y="1880"/>
                    <a:pt x="23364" y="1980"/>
                    <a:pt x="23451" y="2179"/>
                  </a:cubicBezTo>
                  <a:cubicBezTo>
                    <a:pt x="23538" y="2379"/>
                    <a:pt x="23582" y="2646"/>
                    <a:pt x="23584" y="2981"/>
                  </a:cubicBezTo>
                  <a:lnTo>
                    <a:pt x="22547" y="2985"/>
                  </a:lnTo>
                  <a:cubicBezTo>
                    <a:pt x="22562" y="2634"/>
                    <a:pt x="22618" y="2362"/>
                    <a:pt x="22716" y="2169"/>
                  </a:cubicBezTo>
                  <a:cubicBezTo>
                    <a:pt x="22813" y="1976"/>
                    <a:pt x="22943" y="1880"/>
                    <a:pt x="23105" y="1880"/>
                  </a:cubicBezTo>
                  <a:close/>
                  <a:moveTo>
                    <a:pt x="35235" y="1880"/>
                  </a:moveTo>
                  <a:cubicBezTo>
                    <a:pt x="35379" y="1880"/>
                    <a:pt x="35494" y="1980"/>
                    <a:pt x="35581" y="2179"/>
                  </a:cubicBezTo>
                  <a:cubicBezTo>
                    <a:pt x="35668" y="2379"/>
                    <a:pt x="35712" y="2646"/>
                    <a:pt x="35714" y="2981"/>
                  </a:cubicBezTo>
                  <a:lnTo>
                    <a:pt x="34677" y="2985"/>
                  </a:lnTo>
                  <a:cubicBezTo>
                    <a:pt x="34692" y="2634"/>
                    <a:pt x="34748" y="2362"/>
                    <a:pt x="34846" y="2169"/>
                  </a:cubicBezTo>
                  <a:cubicBezTo>
                    <a:pt x="34943" y="1976"/>
                    <a:pt x="35073" y="1880"/>
                    <a:pt x="35235" y="1880"/>
                  </a:cubicBezTo>
                  <a:close/>
                  <a:moveTo>
                    <a:pt x="15526" y="1880"/>
                  </a:moveTo>
                  <a:cubicBezTo>
                    <a:pt x="15681" y="1880"/>
                    <a:pt x="15803" y="2009"/>
                    <a:pt x="15894" y="2268"/>
                  </a:cubicBezTo>
                  <a:cubicBezTo>
                    <a:pt x="15985" y="2526"/>
                    <a:pt x="16030" y="2876"/>
                    <a:pt x="16030" y="3317"/>
                  </a:cubicBezTo>
                  <a:cubicBezTo>
                    <a:pt x="16030" y="3761"/>
                    <a:pt x="15985" y="4111"/>
                    <a:pt x="15894" y="4369"/>
                  </a:cubicBezTo>
                  <a:cubicBezTo>
                    <a:pt x="15803" y="4626"/>
                    <a:pt x="15681" y="4755"/>
                    <a:pt x="15526" y="4755"/>
                  </a:cubicBezTo>
                  <a:cubicBezTo>
                    <a:pt x="15369" y="4755"/>
                    <a:pt x="15245" y="4626"/>
                    <a:pt x="15155" y="4370"/>
                  </a:cubicBezTo>
                  <a:cubicBezTo>
                    <a:pt x="15065" y="4114"/>
                    <a:pt x="15020" y="3763"/>
                    <a:pt x="15020" y="3317"/>
                  </a:cubicBezTo>
                  <a:cubicBezTo>
                    <a:pt x="15020" y="2871"/>
                    <a:pt x="15065" y="2520"/>
                    <a:pt x="15156" y="2264"/>
                  </a:cubicBezTo>
                  <a:cubicBezTo>
                    <a:pt x="15246" y="2008"/>
                    <a:pt x="15370" y="1880"/>
                    <a:pt x="15526" y="1880"/>
                  </a:cubicBezTo>
                  <a:close/>
                  <a:moveTo>
                    <a:pt x="27073" y="1873"/>
                  </a:moveTo>
                  <a:cubicBezTo>
                    <a:pt x="27227" y="1873"/>
                    <a:pt x="27348" y="2001"/>
                    <a:pt x="27437" y="2258"/>
                  </a:cubicBezTo>
                  <a:cubicBezTo>
                    <a:pt x="27526" y="2514"/>
                    <a:pt x="27570" y="2867"/>
                    <a:pt x="27570" y="3317"/>
                  </a:cubicBezTo>
                  <a:cubicBezTo>
                    <a:pt x="27570" y="3767"/>
                    <a:pt x="27526" y="4121"/>
                    <a:pt x="27437" y="4377"/>
                  </a:cubicBezTo>
                  <a:cubicBezTo>
                    <a:pt x="27348" y="4633"/>
                    <a:pt x="27227" y="4761"/>
                    <a:pt x="27073" y="4761"/>
                  </a:cubicBezTo>
                  <a:cubicBezTo>
                    <a:pt x="26919" y="4761"/>
                    <a:pt x="26799" y="4633"/>
                    <a:pt x="26711" y="4377"/>
                  </a:cubicBezTo>
                  <a:cubicBezTo>
                    <a:pt x="26623" y="4121"/>
                    <a:pt x="26579" y="3767"/>
                    <a:pt x="26579" y="3317"/>
                  </a:cubicBezTo>
                  <a:cubicBezTo>
                    <a:pt x="26579" y="2867"/>
                    <a:pt x="26623" y="2514"/>
                    <a:pt x="26711" y="2258"/>
                  </a:cubicBezTo>
                  <a:cubicBezTo>
                    <a:pt x="26799" y="2001"/>
                    <a:pt x="26919" y="1873"/>
                    <a:pt x="27073" y="1873"/>
                  </a:cubicBezTo>
                  <a:close/>
                  <a:moveTo>
                    <a:pt x="32270" y="3304"/>
                  </a:moveTo>
                  <a:lnTo>
                    <a:pt x="32270" y="3440"/>
                  </a:lnTo>
                  <a:cubicBezTo>
                    <a:pt x="32270" y="3840"/>
                    <a:pt x="32221" y="4160"/>
                    <a:pt x="32123" y="4400"/>
                  </a:cubicBezTo>
                  <a:cubicBezTo>
                    <a:pt x="32026" y="4641"/>
                    <a:pt x="31897" y="4761"/>
                    <a:pt x="31735" y="4761"/>
                  </a:cubicBezTo>
                  <a:cubicBezTo>
                    <a:pt x="31618" y="4761"/>
                    <a:pt x="31526" y="4697"/>
                    <a:pt x="31458" y="4570"/>
                  </a:cubicBezTo>
                  <a:cubicBezTo>
                    <a:pt x="31390" y="4442"/>
                    <a:pt x="31356" y="4270"/>
                    <a:pt x="31356" y="4053"/>
                  </a:cubicBezTo>
                  <a:cubicBezTo>
                    <a:pt x="31356" y="3780"/>
                    <a:pt x="31401" y="3587"/>
                    <a:pt x="31492" y="3474"/>
                  </a:cubicBezTo>
                  <a:cubicBezTo>
                    <a:pt x="31582" y="3360"/>
                    <a:pt x="31745" y="3304"/>
                    <a:pt x="31980" y="3304"/>
                  </a:cubicBezTo>
                  <a:close/>
                  <a:moveTo>
                    <a:pt x="0" y="210"/>
                  </a:moveTo>
                  <a:lnTo>
                    <a:pt x="0" y="5177"/>
                  </a:lnTo>
                  <a:lnTo>
                    <a:pt x="1521" y="5177"/>
                  </a:lnTo>
                  <a:lnTo>
                    <a:pt x="1521" y="4611"/>
                  </a:lnTo>
                  <a:lnTo>
                    <a:pt x="320" y="4611"/>
                  </a:lnTo>
                  <a:lnTo>
                    <a:pt x="320" y="2811"/>
                  </a:lnTo>
                  <a:lnTo>
                    <a:pt x="1444" y="2811"/>
                  </a:lnTo>
                  <a:lnTo>
                    <a:pt x="1444" y="2246"/>
                  </a:lnTo>
                  <a:lnTo>
                    <a:pt x="320" y="2246"/>
                  </a:lnTo>
                  <a:lnTo>
                    <a:pt x="320" y="775"/>
                  </a:lnTo>
                  <a:lnTo>
                    <a:pt x="1493" y="775"/>
                  </a:lnTo>
                  <a:lnTo>
                    <a:pt x="1493" y="210"/>
                  </a:lnTo>
                  <a:close/>
                  <a:moveTo>
                    <a:pt x="2887" y="1361"/>
                  </a:moveTo>
                  <a:cubicBezTo>
                    <a:pt x="2764" y="1361"/>
                    <a:pt x="2655" y="1416"/>
                    <a:pt x="2561" y="1527"/>
                  </a:cubicBezTo>
                  <a:cubicBezTo>
                    <a:pt x="2467" y="1638"/>
                    <a:pt x="2385" y="1806"/>
                    <a:pt x="2315" y="2030"/>
                  </a:cubicBezTo>
                  <a:lnTo>
                    <a:pt x="2315" y="1451"/>
                  </a:lnTo>
                  <a:lnTo>
                    <a:pt x="2023" y="1451"/>
                  </a:lnTo>
                  <a:lnTo>
                    <a:pt x="2023" y="5177"/>
                  </a:lnTo>
                  <a:lnTo>
                    <a:pt x="2315" y="5177"/>
                  </a:lnTo>
                  <a:lnTo>
                    <a:pt x="2315" y="3071"/>
                  </a:lnTo>
                  <a:cubicBezTo>
                    <a:pt x="2315" y="2707"/>
                    <a:pt x="2360" y="2420"/>
                    <a:pt x="2451" y="2209"/>
                  </a:cubicBezTo>
                  <a:cubicBezTo>
                    <a:pt x="2542" y="1999"/>
                    <a:pt x="2665" y="1893"/>
                    <a:pt x="2822" y="1893"/>
                  </a:cubicBezTo>
                  <a:cubicBezTo>
                    <a:pt x="2953" y="1893"/>
                    <a:pt x="3051" y="1981"/>
                    <a:pt x="3117" y="2156"/>
                  </a:cubicBezTo>
                  <a:cubicBezTo>
                    <a:pt x="3182" y="2331"/>
                    <a:pt x="3215" y="2595"/>
                    <a:pt x="3215" y="2948"/>
                  </a:cubicBezTo>
                  <a:lnTo>
                    <a:pt x="3215" y="5177"/>
                  </a:lnTo>
                  <a:lnTo>
                    <a:pt x="3505" y="5177"/>
                  </a:lnTo>
                  <a:lnTo>
                    <a:pt x="3505" y="2928"/>
                  </a:lnTo>
                  <a:cubicBezTo>
                    <a:pt x="3505" y="2413"/>
                    <a:pt x="3453" y="2024"/>
                    <a:pt x="3349" y="1758"/>
                  </a:cubicBezTo>
                  <a:cubicBezTo>
                    <a:pt x="3245" y="1493"/>
                    <a:pt x="3091" y="1361"/>
                    <a:pt x="2887" y="1361"/>
                  </a:cubicBezTo>
                  <a:close/>
                  <a:moveTo>
                    <a:pt x="6928" y="1361"/>
                  </a:moveTo>
                  <a:cubicBezTo>
                    <a:pt x="6801" y="1361"/>
                    <a:pt x="6690" y="1415"/>
                    <a:pt x="6598" y="1524"/>
                  </a:cubicBezTo>
                  <a:cubicBezTo>
                    <a:pt x="6505" y="1633"/>
                    <a:pt x="6425" y="1801"/>
                    <a:pt x="6359" y="2030"/>
                  </a:cubicBezTo>
                  <a:lnTo>
                    <a:pt x="6359" y="1451"/>
                  </a:lnTo>
                  <a:lnTo>
                    <a:pt x="6067" y="1451"/>
                  </a:lnTo>
                  <a:lnTo>
                    <a:pt x="6067" y="5177"/>
                  </a:lnTo>
                  <a:lnTo>
                    <a:pt x="6359" y="5177"/>
                  </a:lnTo>
                  <a:lnTo>
                    <a:pt x="6359" y="3071"/>
                  </a:lnTo>
                  <a:cubicBezTo>
                    <a:pt x="6359" y="2709"/>
                    <a:pt x="6403" y="2423"/>
                    <a:pt x="6490" y="2211"/>
                  </a:cubicBezTo>
                  <a:cubicBezTo>
                    <a:pt x="6578" y="1999"/>
                    <a:pt x="6696" y="1893"/>
                    <a:pt x="6844" y="1893"/>
                  </a:cubicBezTo>
                  <a:cubicBezTo>
                    <a:pt x="6970" y="1893"/>
                    <a:pt x="7063" y="1979"/>
                    <a:pt x="7123" y="2151"/>
                  </a:cubicBezTo>
                  <a:cubicBezTo>
                    <a:pt x="7183" y="2323"/>
                    <a:pt x="7213" y="2589"/>
                    <a:pt x="7213" y="2948"/>
                  </a:cubicBezTo>
                  <a:lnTo>
                    <a:pt x="7213" y="5177"/>
                  </a:lnTo>
                  <a:lnTo>
                    <a:pt x="7505" y="5177"/>
                  </a:lnTo>
                  <a:lnTo>
                    <a:pt x="7505" y="3071"/>
                  </a:lnTo>
                  <a:cubicBezTo>
                    <a:pt x="7505" y="2707"/>
                    <a:pt x="7549" y="2420"/>
                    <a:pt x="7636" y="2209"/>
                  </a:cubicBezTo>
                  <a:cubicBezTo>
                    <a:pt x="7724" y="1999"/>
                    <a:pt x="7843" y="1893"/>
                    <a:pt x="7994" y="1893"/>
                  </a:cubicBezTo>
                  <a:cubicBezTo>
                    <a:pt x="8117" y="1893"/>
                    <a:pt x="8209" y="1980"/>
                    <a:pt x="8269" y="2153"/>
                  </a:cubicBezTo>
                  <a:cubicBezTo>
                    <a:pt x="8329" y="2326"/>
                    <a:pt x="8359" y="2591"/>
                    <a:pt x="8359" y="2948"/>
                  </a:cubicBezTo>
                  <a:lnTo>
                    <a:pt x="8359" y="5177"/>
                  </a:lnTo>
                  <a:lnTo>
                    <a:pt x="8651" y="5177"/>
                  </a:lnTo>
                  <a:lnTo>
                    <a:pt x="8651" y="2928"/>
                  </a:lnTo>
                  <a:cubicBezTo>
                    <a:pt x="8651" y="2427"/>
                    <a:pt x="8601" y="2040"/>
                    <a:pt x="8501" y="1768"/>
                  </a:cubicBezTo>
                  <a:cubicBezTo>
                    <a:pt x="8401" y="1497"/>
                    <a:pt x="8259" y="1361"/>
                    <a:pt x="8074" y="1361"/>
                  </a:cubicBezTo>
                  <a:cubicBezTo>
                    <a:pt x="7937" y="1361"/>
                    <a:pt x="7818" y="1426"/>
                    <a:pt x="7717" y="1557"/>
                  </a:cubicBezTo>
                  <a:cubicBezTo>
                    <a:pt x="7616" y="1688"/>
                    <a:pt x="7529" y="1891"/>
                    <a:pt x="7456" y="2166"/>
                  </a:cubicBezTo>
                  <a:cubicBezTo>
                    <a:pt x="7413" y="1904"/>
                    <a:pt x="7346" y="1705"/>
                    <a:pt x="7256" y="1567"/>
                  </a:cubicBezTo>
                  <a:cubicBezTo>
                    <a:pt x="7166" y="1430"/>
                    <a:pt x="7057" y="1361"/>
                    <a:pt x="6928" y="1361"/>
                  </a:cubicBezTo>
                  <a:close/>
                  <a:moveTo>
                    <a:pt x="9232" y="1451"/>
                  </a:moveTo>
                  <a:lnTo>
                    <a:pt x="9232" y="5177"/>
                  </a:lnTo>
                  <a:lnTo>
                    <a:pt x="9522" y="5177"/>
                  </a:lnTo>
                  <a:lnTo>
                    <a:pt x="9522" y="1451"/>
                  </a:lnTo>
                  <a:close/>
                  <a:moveTo>
                    <a:pt x="17442" y="0"/>
                  </a:moveTo>
                  <a:cubicBezTo>
                    <a:pt x="17243" y="0"/>
                    <a:pt x="17097" y="95"/>
                    <a:pt x="17006" y="285"/>
                  </a:cubicBezTo>
                  <a:cubicBezTo>
                    <a:pt x="16914" y="474"/>
                    <a:pt x="16868" y="776"/>
                    <a:pt x="16868" y="1191"/>
                  </a:cubicBezTo>
                  <a:lnTo>
                    <a:pt x="16868" y="1451"/>
                  </a:lnTo>
                  <a:lnTo>
                    <a:pt x="16590" y="1451"/>
                  </a:lnTo>
                  <a:lnTo>
                    <a:pt x="16590" y="1926"/>
                  </a:lnTo>
                  <a:lnTo>
                    <a:pt x="16868" y="1926"/>
                  </a:lnTo>
                  <a:lnTo>
                    <a:pt x="16868" y="5177"/>
                  </a:lnTo>
                  <a:lnTo>
                    <a:pt x="17161" y="5177"/>
                  </a:lnTo>
                  <a:lnTo>
                    <a:pt x="17161" y="1926"/>
                  </a:lnTo>
                  <a:lnTo>
                    <a:pt x="17640" y="1926"/>
                  </a:lnTo>
                  <a:lnTo>
                    <a:pt x="17640" y="1451"/>
                  </a:lnTo>
                  <a:lnTo>
                    <a:pt x="17161" y="1451"/>
                  </a:lnTo>
                  <a:lnTo>
                    <a:pt x="17161" y="1121"/>
                  </a:lnTo>
                  <a:cubicBezTo>
                    <a:pt x="17161" y="891"/>
                    <a:pt x="17181" y="731"/>
                    <a:pt x="17221" y="642"/>
                  </a:cubicBezTo>
                  <a:cubicBezTo>
                    <a:pt x="17262" y="553"/>
                    <a:pt x="17334" y="509"/>
                    <a:pt x="17439" y="509"/>
                  </a:cubicBezTo>
                  <a:lnTo>
                    <a:pt x="17717" y="509"/>
                  </a:lnTo>
                  <a:lnTo>
                    <a:pt x="17717" y="0"/>
                  </a:lnTo>
                  <a:close/>
                  <a:moveTo>
                    <a:pt x="19611" y="0"/>
                  </a:moveTo>
                  <a:cubicBezTo>
                    <a:pt x="19412" y="0"/>
                    <a:pt x="19266" y="95"/>
                    <a:pt x="19175" y="285"/>
                  </a:cubicBezTo>
                  <a:cubicBezTo>
                    <a:pt x="19083" y="474"/>
                    <a:pt x="19037" y="776"/>
                    <a:pt x="19037" y="1191"/>
                  </a:cubicBezTo>
                  <a:lnTo>
                    <a:pt x="19037" y="1451"/>
                  </a:lnTo>
                  <a:lnTo>
                    <a:pt x="18759" y="1451"/>
                  </a:lnTo>
                  <a:lnTo>
                    <a:pt x="18759" y="1926"/>
                  </a:lnTo>
                  <a:lnTo>
                    <a:pt x="19037" y="1926"/>
                  </a:lnTo>
                  <a:lnTo>
                    <a:pt x="19037" y="5177"/>
                  </a:lnTo>
                  <a:lnTo>
                    <a:pt x="19330" y="5177"/>
                  </a:lnTo>
                  <a:lnTo>
                    <a:pt x="19330" y="1926"/>
                  </a:lnTo>
                  <a:lnTo>
                    <a:pt x="19809" y="1926"/>
                  </a:lnTo>
                  <a:lnTo>
                    <a:pt x="19809" y="1451"/>
                  </a:lnTo>
                  <a:lnTo>
                    <a:pt x="19330" y="1451"/>
                  </a:lnTo>
                  <a:lnTo>
                    <a:pt x="19330" y="1121"/>
                  </a:lnTo>
                  <a:cubicBezTo>
                    <a:pt x="19330" y="891"/>
                    <a:pt x="19350" y="731"/>
                    <a:pt x="19390" y="642"/>
                  </a:cubicBezTo>
                  <a:cubicBezTo>
                    <a:pt x="19431" y="553"/>
                    <a:pt x="19503" y="509"/>
                    <a:pt x="19608" y="509"/>
                  </a:cubicBezTo>
                  <a:lnTo>
                    <a:pt x="19886" y="509"/>
                  </a:lnTo>
                  <a:lnTo>
                    <a:pt x="19886" y="0"/>
                  </a:lnTo>
                  <a:close/>
                  <a:moveTo>
                    <a:pt x="21007" y="1361"/>
                  </a:moveTo>
                  <a:cubicBezTo>
                    <a:pt x="20867" y="1361"/>
                    <a:pt x="20748" y="1416"/>
                    <a:pt x="20650" y="1526"/>
                  </a:cubicBezTo>
                  <a:cubicBezTo>
                    <a:pt x="20552" y="1635"/>
                    <a:pt x="20472" y="1803"/>
                    <a:pt x="20411" y="2030"/>
                  </a:cubicBezTo>
                  <a:lnTo>
                    <a:pt x="20411" y="1451"/>
                  </a:lnTo>
                  <a:lnTo>
                    <a:pt x="20119" y="1451"/>
                  </a:lnTo>
                  <a:lnTo>
                    <a:pt x="20119" y="5177"/>
                  </a:lnTo>
                  <a:lnTo>
                    <a:pt x="20411" y="5177"/>
                  </a:lnTo>
                  <a:lnTo>
                    <a:pt x="20411" y="3214"/>
                  </a:lnTo>
                  <a:cubicBezTo>
                    <a:pt x="20411" y="2793"/>
                    <a:pt x="20455" y="2469"/>
                    <a:pt x="20543" y="2244"/>
                  </a:cubicBezTo>
                  <a:cubicBezTo>
                    <a:pt x="20631" y="2019"/>
                    <a:pt x="20757" y="1907"/>
                    <a:pt x="20922" y="1907"/>
                  </a:cubicBezTo>
                  <a:cubicBezTo>
                    <a:pt x="20968" y="1907"/>
                    <a:pt x="21010" y="1916"/>
                    <a:pt x="21049" y="1935"/>
                  </a:cubicBezTo>
                  <a:cubicBezTo>
                    <a:pt x="21087" y="1954"/>
                    <a:pt x="21123" y="1983"/>
                    <a:pt x="21156" y="2023"/>
                  </a:cubicBezTo>
                  <a:lnTo>
                    <a:pt x="21154" y="1394"/>
                  </a:lnTo>
                  <a:cubicBezTo>
                    <a:pt x="21125" y="1383"/>
                    <a:pt x="21098" y="1375"/>
                    <a:pt x="21073" y="1369"/>
                  </a:cubicBezTo>
                  <a:cubicBezTo>
                    <a:pt x="21049" y="1364"/>
                    <a:pt x="21027" y="1361"/>
                    <a:pt x="21007" y="1361"/>
                  </a:cubicBezTo>
                  <a:close/>
                  <a:moveTo>
                    <a:pt x="21461" y="1451"/>
                  </a:moveTo>
                  <a:lnTo>
                    <a:pt x="21461" y="5177"/>
                  </a:lnTo>
                  <a:lnTo>
                    <a:pt x="21751" y="5177"/>
                  </a:lnTo>
                  <a:lnTo>
                    <a:pt x="21751" y="1451"/>
                  </a:lnTo>
                  <a:close/>
                  <a:moveTo>
                    <a:pt x="25206" y="1361"/>
                  </a:moveTo>
                  <a:cubicBezTo>
                    <a:pt x="25083" y="1361"/>
                    <a:pt x="24974" y="1416"/>
                    <a:pt x="24880" y="1527"/>
                  </a:cubicBezTo>
                  <a:cubicBezTo>
                    <a:pt x="24786" y="1638"/>
                    <a:pt x="24704" y="1806"/>
                    <a:pt x="24634" y="2030"/>
                  </a:cubicBezTo>
                  <a:lnTo>
                    <a:pt x="24634" y="1451"/>
                  </a:lnTo>
                  <a:lnTo>
                    <a:pt x="24342" y="1451"/>
                  </a:lnTo>
                  <a:lnTo>
                    <a:pt x="24342" y="5177"/>
                  </a:lnTo>
                  <a:lnTo>
                    <a:pt x="24634" y="5177"/>
                  </a:lnTo>
                  <a:lnTo>
                    <a:pt x="24634" y="3071"/>
                  </a:lnTo>
                  <a:cubicBezTo>
                    <a:pt x="24634" y="2707"/>
                    <a:pt x="24679" y="2420"/>
                    <a:pt x="24770" y="2209"/>
                  </a:cubicBezTo>
                  <a:cubicBezTo>
                    <a:pt x="24861" y="1999"/>
                    <a:pt x="24984" y="1893"/>
                    <a:pt x="25141" y="1893"/>
                  </a:cubicBezTo>
                  <a:cubicBezTo>
                    <a:pt x="25272" y="1893"/>
                    <a:pt x="25370" y="1981"/>
                    <a:pt x="25436" y="2156"/>
                  </a:cubicBezTo>
                  <a:cubicBezTo>
                    <a:pt x="25501" y="2331"/>
                    <a:pt x="25534" y="2595"/>
                    <a:pt x="25534" y="2948"/>
                  </a:cubicBezTo>
                  <a:lnTo>
                    <a:pt x="25534" y="5177"/>
                  </a:lnTo>
                  <a:lnTo>
                    <a:pt x="25824" y="5177"/>
                  </a:lnTo>
                  <a:lnTo>
                    <a:pt x="25824" y="2928"/>
                  </a:lnTo>
                  <a:cubicBezTo>
                    <a:pt x="25824" y="2413"/>
                    <a:pt x="25772" y="2024"/>
                    <a:pt x="25668" y="1758"/>
                  </a:cubicBezTo>
                  <a:cubicBezTo>
                    <a:pt x="25564" y="1493"/>
                    <a:pt x="25410" y="1361"/>
                    <a:pt x="25206" y="1361"/>
                  </a:cubicBezTo>
                  <a:close/>
                  <a:moveTo>
                    <a:pt x="34037" y="1361"/>
                  </a:moveTo>
                  <a:cubicBezTo>
                    <a:pt x="33897" y="1361"/>
                    <a:pt x="33778" y="1416"/>
                    <a:pt x="33680" y="1526"/>
                  </a:cubicBezTo>
                  <a:cubicBezTo>
                    <a:pt x="33582" y="1635"/>
                    <a:pt x="33502" y="1803"/>
                    <a:pt x="33441" y="2030"/>
                  </a:cubicBezTo>
                  <a:lnTo>
                    <a:pt x="33441" y="1451"/>
                  </a:lnTo>
                  <a:lnTo>
                    <a:pt x="33149" y="1451"/>
                  </a:lnTo>
                  <a:lnTo>
                    <a:pt x="33149" y="5177"/>
                  </a:lnTo>
                  <a:lnTo>
                    <a:pt x="33441" y="5177"/>
                  </a:lnTo>
                  <a:lnTo>
                    <a:pt x="33441" y="3214"/>
                  </a:lnTo>
                  <a:cubicBezTo>
                    <a:pt x="33441" y="2793"/>
                    <a:pt x="33485" y="2469"/>
                    <a:pt x="33573" y="2244"/>
                  </a:cubicBezTo>
                  <a:cubicBezTo>
                    <a:pt x="33661" y="2019"/>
                    <a:pt x="33787" y="1907"/>
                    <a:pt x="33952" y="1907"/>
                  </a:cubicBezTo>
                  <a:cubicBezTo>
                    <a:pt x="33998" y="1907"/>
                    <a:pt x="34040" y="1916"/>
                    <a:pt x="34079" y="1935"/>
                  </a:cubicBezTo>
                  <a:cubicBezTo>
                    <a:pt x="34117" y="1954"/>
                    <a:pt x="34153" y="1983"/>
                    <a:pt x="34186" y="2023"/>
                  </a:cubicBezTo>
                  <a:lnTo>
                    <a:pt x="34184" y="1394"/>
                  </a:lnTo>
                  <a:cubicBezTo>
                    <a:pt x="34155" y="1383"/>
                    <a:pt x="34128" y="1375"/>
                    <a:pt x="34103" y="1369"/>
                  </a:cubicBezTo>
                  <a:cubicBezTo>
                    <a:pt x="34079" y="1364"/>
                    <a:pt x="34057" y="1361"/>
                    <a:pt x="34037" y="1361"/>
                  </a:cubicBezTo>
                  <a:close/>
                  <a:moveTo>
                    <a:pt x="4827" y="1361"/>
                  </a:moveTo>
                  <a:cubicBezTo>
                    <a:pt x="4561" y="1361"/>
                    <a:pt x="4350" y="1540"/>
                    <a:pt x="4194" y="1898"/>
                  </a:cubicBezTo>
                  <a:cubicBezTo>
                    <a:pt x="4037" y="2256"/>
                    <a:pt x="3959" y="2741"/>
                    <a:pt x="3959" y="3350"/>
                  </a:cubicBezTo>
                  <a:cubicBezTo>
                    <a:pt x="3959" y="3941"/>
                    <a:pt x="4042" y="4409"/>
                    <a:pt x="4207" y="4755"/>
                  </a:cubicBezTo>
                  <a:cubicBezTo>
                    <a:pt x="4371" y="5101"/>
                    <a:pt x="4595" y="5274"/>
                    <a:pt x="4878" y="5274"/>
                  </a:cubicBezTo>
                  <a:cubicBezTo>
                    <a:pt x="4990" y="5274"/>
                    <a:pt x="5102" y="5249"/>
                    <a:pt x="5211" y="5200"/>
                  </a:cubicBezTo>
                  <a:cubicBezTo>
                    <a:pt x="5321" y="5152"/>
                    <a:pt x="5428" y="5081"/>
                    <a:pt x="5532" y="4987"/>
                  </a:cubicBezTo>
                  <a:lnTo>
                    <a:pt x="5532" y="4409"/>
                  </a:lnTo>
                  <a:cubicBezTo>
                    <a:pt x="5429" y="4524"/>
                    <a:pt x="5325" y="4610"/>
                    <a:pt x="5220" y="4668"/>
                  </a:cubicBezTo>
                  <a:cubicBezTo>
                    <a:pt x="5115" y="4726"/>
                    <a:pt x="5007" y="4755"/>
                    <a:pt x="4895" y="4755"/>
                  </a:cubicBezTo>
                  <a:cubicBezTo>
                    <a:pt x="4702" y="4755"/>
                    <a:pt x="4552" y="4644"/>
                    <a:pt x="4444" y="4424"/>
                  </a:cubicBezTo>
                  <a:cubicBezTo>
                    <a:pt x="4336" y="4203"/>
                    <a:pt x="4275" y="3882"/>
                    <a:pt x="4263" y="3460"/>
                  </a:cubicBezTo>
                  <a:lnTo>
                    <a:pt x="5600" y="3460"/>
                  </a:lnTo>
                  <a:lnTo>
                    <a:pt x="5600" y="3161"/>
                  </a:lnTo>
                  <a:cubicBezTo>
                    <a:pt x="5600" y="2606"/>
                    <a:pt x="5531" y="2168"/>
                    <a:pt x="5392" y="1845"/>
                  </a:cubicBezTo>
                  <a:cubicBezTo>
                    <a:pt x="5254" y="1522"/>
                    <a:pt x="5065" y="1361"/>
                    <a:pt x="4827" y="1361"/>
                  </a:cubicBezTo>
                  <a:close/>
                  <a:moveTo>
                    <a:pt x="10873" y="1361"/>
                  </a:moveTo>
                  <a:cubicBezTo>
                    <a:pt x="10607" y="1361"/>
                    <a:pt x="10396" y="1540"/>
                    <a:pt x="10240" y="1898"/>
                  </a:cubicBezTo>
                  <a:cubicBezTo>
                    <a:pt x="10083" y="2256"/>
                    <a:pt x="10005" y="2741"/>
                    <a:pt x="10005" y="3350"/>
                  </a:cubicBezTo>
                  <a:cubicBezTo>
                    <a:pt x="10005" y="3941"/>
                    <a:pt x="10088" y="4409"/>
                    <a:pt x="10253" y="4755"/>
                  </a:cubicBezTo>
                  <a:cubicBezTo>
                    <a:pt x="10417" y="5101"/>
                    <a:pt x="10641" y="5274"/>
                    <a:pt x="10924" y="5274"/>
                  </a:cubicBezTo>
                  <a:cubicBezTo>
                    <a:pt x="11036" y="5274"/>
                    <a:pt x="11148" y="5249"/>
                    <a:pt x="11257" y="5200"/>
                  </a:cubicBezTo>
                  <a:cubicBezTo>
                    <a:pt x="11367" y="5152"/>
                    <a:pt x="11474" y="5081"/>
                    <a:pt x="11578" y="4987"/>
                  </a:cubicBezTo>
                  <a:lnTo>
                    <a:pt x="11578" y="4409"/>
                  </a:lnTo>
                  <a:cubicBezTo>
                    <a:pt x="11475" y="4524"/>
                    <a:pt x="11371" y="4610"/>
                    <a:pt x="11266" y="4668"/>
                  </a:cubicBezTo>
                  <a:cubicBezTo>
                    <a:pt x="11161" y="4726"/>
                    <a:pt x="11053" y="4755"/>
                    <a:pt x="10941" y="4755"/>
                  </a:cubicBezTo>
                  <a:cubicBezTo>
                    <a:pt x="10748" y="4755"/>
                    <a:pt x="10598" y="4644"/>
                    <a:pt x="10490" y="4424"/>
                  </a:cubicBezTo>
                  <a:cubicBezTo>
                    <a:pt x="10382" y="4203"/>
                    <a:pt x="10321" y="3882"/>
                    <a:pt x="10309" y="3460"/>
                  </a:cubicBezTo>
                  <a:lnTo>
                    <a:pt x="11646" y="3460"/>
                  </a:lnTo>
                  <a:lnTo>
                    <a:pt x="11646" y="3161"/>
                  </a:lnTo>
                  <a:cubicBezTo>
                    <a:pt x="11646" y="2606"/>
                    <a:pt x="11577" y="2168"/>
                    <a:pt x="11438" y="1845"/>
                  </a:cubicBezTo>
                  <a:cubicBezTo>
                    <a:pt x="11300" y="1522"/>
                    <a:pt x="11111" y="1361"/>
                    <a:pt x="10873" y="1361"/>
                  </a:cubicBezTo>
                  <a:close/>
                  <a:moveTo>
                    <a:pt x="12686" y="1361"/>
                  </a:moveTo>
                  <a:cubicBezTo>
                    <a:pt x="12469" y="1361"/>
                    <a:pt x="12302" y="1456"/>
                    <a:pt x="12184" y="1647"/>
                  </a:cubicBezTo>
                  <a:cubicBezTo>
                    <a:pt x="12066" y="1838"/>
                    <a:pt x="12007" y="2108"/>
                    <a:pt x="12007" y="2459"/>
                  </a:cubicBezTo>
                  <a:cubicBezTo>
                    <a:pt x="12007" y="2747"/>
                    <a:pt x="12047" y="2974"/>
                    <a:pt x="12127" y="3139"/>
                  </a:cubicBezTo>
                  <a:cubicBezTo>
                    <a:pt x="12207" y="3304"/>
                    <a:pt x="12337" y="3427"/>
                    <a:pt x="12517" y="3507"/>
                  </a:cubicBezTo>
                  <a:lnTo>
                    <a:pt x="12618" y="3557"/>
                  </a:lnTo>
                  <a:cubicBezTo>
                    <a:pt x="12799" y="3639"/>
                    <a:pt x="12915" y="3724"/>
                    <a:pt x="12969" y="3813"/>
                  </a:cubicBezTo>
                  <a:cubicBezTo>
                    <a:pt x="13022" y="3902"/>
                    <a:pt x="13048" y="4029"/>
                    <a:pt x="13048" y="4196"/>
                  </a:cubicBezTo>
                  <a:cubicBezTo>
                    <a:pt x="13048" y="4375"/>
                    <a:pt x="13012" y="4514"/>
                    <a:pt x="12938" y="4613"/>
                  </a:cubicBezTo>
                  <a:cubicBezTo>
                    <a:pt x="12864" y="4712"/>
                    <a:pt x="12759" y="4761"/>
                    <a:pt x="12622" y="4761"/>
                  </a:cubicBezTo>
                  <a:cubicBezTo>
                    <a:pt x="12519" y="4761"/>
                    <a:pt x="12416" y="4732"/>
                    <a:pt x="12312" y="4673"/>
                  </a:cubicBezTo>
                  <a:cubicBezTo>
                    <a:pt x="12207" y="4614"/>
                    <a:pt x="12101" y="4526"/>
                    <a:pt x="11994" y="4409"/>
                  </a:cubicBezTo>
                  <a:lnTo>
                    <a:pt x="11994" y="5041"/>
                  </a:lnTo>
                  <a:cubicBezTo>
                    <a:pt x="12108" y="5118"/>
                    <a:pt x="12216" y="5177"/>
                    <a:pt x="12319" y="5215"/>
                  </a:cubicBezTo>
                  <a:cubicBezTo>
                    <a:pt x="12422" y="5254"/>
                    <a:pt x="12520" y="5274"/>
                    <a:pt x="12615" y="5274"/>
                  </a:cubicBezTo>
                  <a:cubicBezTo>
                    <a:pt x="12843" y="5274"/>
                    <a:pt x="13022" y="5173"/>
                    <a:pt x="13152" y="4971"/>
                  </a:cubicBezTo>
                  <a:cubicBezTo>
                    <a:pt x="13282" y="4769"/>
                    <a:pt x="13347" y="4495"/>
                    <a:pt x="13347" y="4149"/>
                  </a:cubicBezTo>
                  <a:cubicBezTo>
                    <a:pt x="13347" y="3845"/>
                    <a:pt x="13304" y="3608"/>
                    <a:pt x="13217" y="3439"/>
                  </a:cubicBezTo>
                  <a:cubicBezTo>
                    <a:pt x="13130" y="3269"/>
                    <a:pt x="12983" y="3138"/>
                    <a:pt x="12777" y="3044"/>
                  </a:cubicBezTo>
                  <a:lnTo>
                    <a:pt x="12677" y="2998"/>
                  </a:lnTo>
                  <a:cubicBezTo>
                    <a:pt x="12521" y="2925"/>
                    <a:pt x="12417" y="2848"/>
                    <a:pt x="12365" y="2767"/>
                  </a:cubicBezTo>
                  <a:cubicBezTo>
                    <a:pt x="12314" y="2686"/>
                    <a:pt x="12288" y="2574"/>
                    <a:pt x="12288" y="2432"/>
                  </a:cubicBezTo>
                  <a:cubicBezTo>
                    <a:pt x="12288" y="2246"/>
                    <a:pt x="12324" y="2106"/>
                    <a:pt x="12396" y="2013"/>
                  </a:cubicBezTo>
                  <a:cubicBezTo>
                    <a:pt x="12469" y="1920"/>
                    <a:pt x="12577" y="1873"/>
                    <a:pt x="12721" y="1873"/>
                  </a:cubicBezTo>
                  <a:cubicBezTo>
                    <a:pt x="12816" y="1873"/>
                    <a:pt x="12908" y="1895"/>
                    <a:pt x="12996" y="1940"/>
                  </a:cubicBezTo>
                  <a:cubicBezTo>
                    <a:pt x="13085" y="1984"/>
                    <a:pt x="13170" y="2051"/>
                    <a:pt x="13252" y="2139"/>
                  </a:cubicBezTo>
                  <a:lnTo>
                    <a:pt x="13252" y="1560"/>
                  </a:lnTo>
                  <a:cubicBezTo>
                    <a:pt x="13172" y="1494"/>
                    <a:pt x="13085" y="1444"/>
                    <a:pt x="12990" y="1411"/>
                  </a:cubicBezTo>
                  <a:cubicBezTo>
                    <a:pt x="12895" y="1377"/>
                    <a:pt x="12794" y="1361"/>
                    <a:pt x="12686" y="1361"/>
                  </a:cubicBezTo>
                  <a:close/>
                  <a:moveTo>
                    <a:pt x="15526" y="1361"/>
                  </a:moveTo>
                  <a:cubicBezTo>
                    <a:pt x="15272" y="1361"/>
                    <a:pt x="15073" y="1534"/>
                    <a:pt x="14929" y="1880"/>
                  </a:cubicBezTo>
                  <a:cubicBezTo>
                    <a:pt x="14785" y="2226"/>
                    <a:pt x="14713" y="2705"/>
                    <a:pt x="14713" y="3317"/>
                  </a:cubicBezTo>
                  <a:cubicBezTo>
                    <a:pt x="14713" y="3927"/>
                    <a:pt x="14785" y="4406"/>
                    <a:pt x="14929" y="4753"/>
                  </a:cubicBezTo>
                  <a:cubicBezTo>
                    <a:pt x="15073" y="5100"/>
                    <a:pt x="15272" y="5274"/>
                    <a:pt x="15526" y="5274"/>
                  </a:cubicBezTo>
                  <a:cubicBezTo>
                    <a:pt x="15779" y="5274"/>
                    <a:pt x="15977" y="5100"/>
                    <a:pt x="16122" y="4753"/>
                  </a:cubicBezTo>
                  <a:cubicBezTo>
                    <a:pt x="16266" y="4406"/>
                    <a:pt x="16338" y="3927"/>
                    <a:pt x="16338" y="3317"/>
                  </a:cubicBezTo>
                  <a:cubicBezTo>
                    <a:pt x="16338" y="2705"/>
                    <a:pt x="16266" y="2226"/>
                    <a:pt x="16122" y="1880"/>
                  </a:cubicBezTo>
                  <a:cubicBezTo>
                    <a:pt x="15977" y="1534"/>
                    <a:pt x="15779" y="1361"/>
                    <a:pt x="15526" y="1361"/>
                  </a:cubicBezTo>
                  <a:close/>
                  <a:moveTo>
                    <a:pt x="23102" y="1361"/>
                  </a:moveTo>
                  <a:cubicBezTo>
                    <a:pt x="22836" y="1361"/>
                    <a:pt x="22625" y="1540"/>
                    <a:pt x="22469" y="1898"/>
                  </a:cubicBezTo>
                  <a:cubicBezTo>
                    <a:pt x="22312" y="2256"/>
                    <a:pt x="22234" y="2741"/>
                    <a:pt x="22234" y="3350"/>
                  </a:cubicBezTo>
                  <a:cubicBezTo>
                    <a:pt x="22234" y="3941"/>
                    <a:pt x="22317" y="4409"/>
                    <a:pt x="22482" y="4755"/>
                  </a:cubicBezTo>
                  <a:cubicBezTo>
                    <a:pt x="22646" y="5101"/>
                    <a:pt x="22870" y="5274"/>
                    <a:pt x="23153" y="5274"/>
                  </a:cubicBezTo>
                  <a:cubicBezTo>
                    <a:pt x="23265" y="5274"/>
                    <a:pt x="23377" y="5249"/>
                    <a:pt x="23486" y="5200"/>
                  </a:cubicBezTo>
                  <a:cubicBezTo>
                    <a:pt x="23596" y="5152"/>
                    <a:pt x="23703" y="5081"/>
                    <a:pt x="23807" y="4987"/>
                  </a:cubicBezTo>
                  <a:lnTo>
                    <a:pt x="23807" y="4409"/>
                  </a:lnTo>
                  <a:cubicBezTo>
                    <a:pt x="23704" y="4524"/>
                    <a:pt x="23600" y="4610"/>
                    <a:pt x="23495" y="4668"/>
                  </a:cubicBezTo>
                  <a:cubicBezTo>
                    <a:pt x="23390" y="4726"/>
                    <a:pt x="23282" y="4755"/>
                    <a:pt x="23170" y="4755"/>
                  </a:cubicBezTo>
                  <a:cubicBezTo>
                    <a:pt x="22977" y="4755"/>
                    <a:pt x="22827" y="4644"/>
                    <a:pt x="22719" y="4424"/>
                  </a:cubicBezTo>
                  <a:cubicBezTo>
                    <a:pt x="22611" y="4203"/>
                    <a:pt x="22550" y="3882"/>
                    <a:pt x="22538" y="3460"/>
                  </a:cubicBezTo>
                  <a:lnTo>
                    <a:pt x="23875" y="3460"/>
                  </a:lnTo>
                  <a:lnTo>
                    <a:pt x="23875" y="3161"/>
                  </a:lnTo>
                  <a:cubicBezTo>
                    <a:pt x="23875" y="2606"/>
                    <a:pt x="23806" y="2168"/>
                    <a:pt x="23667" y="1845"/>
                  </a:cubicBezTo>
                  <a:cubicBezTo>
                    <a:pt x="23529" y="1522"/>
                    <a:pt x="23340" y="1361"/>
                    <a:pt x="23102" y="1361"/>
                  </a:cubicBezTo>
                  <a:close/>
                  <a:moveTo>
                    <a:pt x="27570" y="0"/>
                  </a:moveTo>
                  <a:lnTo>
                    <a:pt x="27570" y="2016"/>
                  </a:lnTo>
                  <a:cubicBezTo>
                    <a:pt x="27509" y="1794"/>
                    <a:pt x="27431" y="1630"/>
                    <a:pt x="27338" y="1522"/>
                  </a:cubicBezTo>
                  <a:cubicBezTo>
                    <a:pt x="27245" y="1415"/>
                    <a:pt x="27133" y="1361"/>
                    <a:pt x="27002" y="1361"/>
                  </a:cubicBezTo>
                  <a:cubicBezTo>
                    <a:pt x="26788" y="1361"/>
                    <a:pt x="26614" y="1541"/>
                    <a:pt x="26480" y="1900"/>
                  </a:cubicBezTo>
                  <a:cubicBezTo>
                    <a:pt x="26345" y="2259"/>
                    <a:pt x="26278" y="2732"/>
                    <a:pt x="26278" y="3317"/>
                  </a:cubicBezTo>
                  <a:cubicBezTo>
                    <a:pt x="26278" y="3903"/>
                    <a:pt x="26345" y="4375"/>
                    <a:pt x="26480" y="4735"/>
                  </a:cubicBezTo>
                  <a:cubicBezTo>
                    <a:pt x="26614" y="5094"/>
                    <a:pt x="26788" y="5274"/>
                    <a:pt x="27002" y="5274"/>
                  </a:cubicBezTo>
                  <a:cubicBezTo>
                    <a:pt x="27133" y="5274"/>
                    <a:pt x="27245" y="5220"/>
                    <a:pt x="27338" y="5112"/>
                  </a:cubicBezTo>
                  <a:cubicBezTo>
                    <a:pt x="27431" y="5005"/>
                    <a:pt x="27509" y="4840"/>
                    <a:pt x="27570" y="4618"/>
                  </a:cubicBezTo>
                  <a:lnTo>
                    <a:pt x="27570" y="5177"/>
                  </a:lnTo>
                  <a:lnTo>
                    <a:pt x="27861" y="5177"/>
                  </a:lnTo>
                  <a:lnTo>
                    <a:pt x="27861" y="0"/>
                  </a:lnTo>
                  <a:close/>
                  <a:moveTo>
                    <a:pt x="29022" y="1361"/>
                  </a:moveTo>
                  <a:cubicBezTo>
                    <a:pt x="28805" y="1361"/>
                    <a:pt x="28638" y="1456"/>
                    <a:pt x="28520" y="1647"/>
                  </a:cubicBezTo>
                  <a:cubicBezTo>
                    <a:pt x="28402" y="1838"/>
                    <a:pt x="28343" y="2108"/>
                    <a:pt x="28343" y="2459"/>
                  </a:cubicBezTo>
                  <a:cubicBezTo>
                    <a:pt x="28343" y="2747"/>
                    <a:pt x="28383" y="2974"/>
                    <a:pt x="28463" y="3139"/>
                  </a:cubicBezTo>
                  <a:cubicBezTo>
                    <a:pt x="28543" y="3304"/>
                    <a:pt x="28673" y="3427"/>
                    <a:pt x="28853" y="3507"/>
                  </a:cubicBezTo>
                  <a:lnTo>
                    <a:pt x="28954" y="3557"/>
                  </a:lnTo>
                  <a:cubicBezTo>
                    <a:pt x="29135" y="3639"/>
                    <a:pt x="29251" y="3724"/>
                    <a:pt x="29305" y="3813"/>
                  </a:cubicBezTo>
                  <a:cubicBezTo>
                    <a:pt x="29358" y="3902"/>
                    <a:pt x="29384" y="4029"/>
                    <a:pt x="29384" y="4196"/>
                  </a:cubicBezTo>
                  <a:cubicBezTo>
                    <a:pt x="29384" y="4375"/>
                    <a:pt x="29348" y="4514"/>
                    <a:pt x="29274" y="4613"/>
                  </a:cubicBezTo>
                  <a:cubicBezTo>
                    <a:pt x="29200" y="4712"/>
                    <a:pt x="29095" y="4761"/>
                    <a:pt x="28958" y="4761"/>
                  </a:cubicBezTo>
                  <a:cubicBezTo>
                    <a:pt x="28855" y="4761"/>
                    <a:pt x="28752" y="4732"/>
                    <a:pt x="28648" y="4673"/>
                  </a:cubicBezTo>
                  <a:cubicBezTo>
                    <a:pt x="28543" y="4614"/>
                    <a:pt x="28437" y="4526"/>
                    <a:pt x="28330" y="4409"/>
                  </a:cubicBezTo>
                  <a:lnTo>
                    <a:pt x="28330" y="5041"/>
                  </a:lnTo>
                  <a:cubicBezTo>
                    <a:pt x="28444" y="5118"/>
                    <a:pt x="28552" y="5177"/>
                    <a:pt x="28655" y="5215"/>
                  </a:cubicBezTo>
                  <a:cubicBezTo>
                    <a:pt x="28758" y="5254"/>
                    <a:pt x="28856" y="5274"/>
                    <a:pt x="28951" y="5274"/>
                  </a:cubicBezTo>
                  <a:cubicBezTo>
                    <a:pt x="29179" y="5274"/>
                    <a:pt x="29358" y="5173"/>
                    <a:pt x="29488" y="4971"/>
                  </a:cubicBezTo>
                  <a:cubicBezTo>
                    <a:pt x="29618" y="4769"/>
                    <a:pt x="29683" y="4495"/>
                    <a:pt x="29683" y="4149"/>
                  </a:cubicBezTo>
                  <a:cubicBezTo>
                    <a:pt x="29683" y="3845"/>
                    <a:pt x="29640" y="3608"/>
                    <a:pt x="29553" y="3439"/>
                  </a:cubicBezTo>
                  <a:cubicBezTo>
                    <a:pt x="29466" y="3269"/>
                    <a:pt x="29319" y="3138"/>
                    <a:pt x="29113" y="3044"/>
                  </a:cubicBezTo>
                  <a:lnTo>
                    <a:pt x="29013" y="2998"/>
                  </a:lnTo>
                  <a:cubicBezTo>
                    <a:pt x="28857" y="2925"/>
                    <a:pt x="28753" y="2848"/>
                    <a:pt x="28701" y="2767"/>
                  </a:cubicBezTo>
                  <a:cubicBezTo>
                    <a:pt x="28650" y="2686"/>
                    <a:pt x="28624" y="2574"/>
                    <a:pt x="28624" y="2432"/>
                  </a:cubicBezTo>
                  <a:cubicBezTo>
                    <a:pt x="28624" y="2246"/>
                    <a:pt x="28660" y="2106"/>
                    <a:pt x="28732" y="2013"/>
                  </a:cubicBezTo>
                  <a:cubicBezTo>
                    <a:pt x="28805" y="1920"/>
                    <a:pt x="28913" y="1873"/>
                    <a:pt x="29057" y="1873"/>
                  </a:cubicBezTo>
                  <a:cubicBezTo>
                    <a:pt x="29152" y="1873"/>
                    <a:pt x="29244" y="1895"/>
                    <a:pt x="29332" y="1940"/>
                  </a:cubicBezTo>
                  <a:cubicBezTo>
                    <a:pt x="29421" y="1984"/>
                    <a:pt x="29506" y="2051"/>
                    <a:pt x="29588" y="2139"/>
                  </a:cubicBezTo>
                  <a:lnTo>
                    <a:pt x="29588" y="1560"/>
                  </a:lnTo>
                  <a:cubicBezTo>
                    <a:pt x="29508" y="1494"/>
                    <a:pt x="29421" y="1444"/>
                    <a:pt x="29326" y="1411"/>
                  </a:cubicBezTo>
                  <a:cubicBezTo>
                    <a:pt x="29231" y="1377"/>
                    <a:pt x="29130" y="1361"/>
                    <a:pt x="29022" y="1361"/>
                  </a:cubicBezTo>
                  <a:close/>
                  <a:moveTo>
                    <a:pt x="31797" y="1361"/>
                  </a:moveTo>
                  <a:cubicBezTo>
                    <a:pt x="31702" y="1361"/>
                    <a:pt x="31605" y="1382"/>
                    <a:pt x="31504" y="1426"/>
                  </a:cubicBezTo>
                  <a:cubicBezTo>
                    <a:pt x="31404" y="1469"/>
                    <a:pt x="31301" y="1534"/>
                    <a:pt x="31195" y="1620"/>
                  </a:cubicBezTo>
                  <a:lnTo>
                    <a:pt x="31195" y="2186"/>
                  </a:lnTo>
                  <a:cubicBezTo>
                    <a:pt x="31283" y="2084"/>
                    <a:pt x="31375" y="2007"/>
                    <a:pt x="31471" y="1956"/>
                  </a:cubicBezTo>
                  <a:cubicBezTo>
                    <a:pt x="31567" y="1905"/>
                    <a:pt x="31666" y="1880"/>
                    <a:pt x="31767" y="1880"/>
                  </a:cubicBezTo>
                  <a:cubicBezTo>
                    <a:pt x="31926" y="1880"/>
                    <a:pt x="32050" y="1957"/>
                    <a:pt x="32138" y="2111"/>
                  </a:cubicBezTo>
                  <a:cubicBezTo>
                    <a:pt x="32226" y="2265"/>
                    <a:pt x="32270" y="2483"/>
                    <a:pt x="32270" y="2765"/>
                  </a:cubicBezTo>
                  <a:lnTo>
                    <a:pt x="32270" y="2825"/>
                  </a:lnTo>
                  <a:lnTo>
                    <a:pt x="31862" y="2825"/>
                  </a:lnTo>
                  <a:cubicBezTo>
                    <a:pt x="31597" y="2825"/>
                    <a:pt x="31398" y="2931"/>
                    <a:pt x="31265" y="3144"/>
                  </a:cubicBezTo>
                  <a:cubicBezTo>
                    <a:pt x="31132" y="3357"/>
                    <a:pt x="31065" y="3673"/>
                    <a:pt x="31065" y="4092"/>
                  </a:cubicBezTo>
                  <a:cubicBezTo>
                    <a:pt x="31065" y="4452"/>
                    <a:pt x="31118" y="4738"/>
                    <a:pt x="31225" y="4953"/>
                  </a:cubicBezTo>
                  <a:cubicBezTo>
                    <a:pt x="31332" y="5167"/>
                    <a:pt x="31477" y="5274"/>
                    <a:pt x="31658" y="5274"/>
                  </a:cubicBezTo>
                  <a:cubicBezTo>
                    <a:pt x="31801" y="5274"/>
                    <a:pt x="31922" y="5220"/>
                    <a:pt x="32021" y="5112"/>
                  </a:cubicBezTo>
                  <a:cubicBezTo>
                    <a:pt x="32120" y="5005"/>
                    <a:pt x="32203" y="4838"/>
                    <a:pt x="32270" y="4611"/>
                  </a:cubicBezTo>
                  <a:lnTo>
                    <a:pt x="32270" y="5177"/>
                  </a:lnTo>
                  <a:lnTo>
                    <a:pt x="32561" y="5177"/>
                  </a:lnTo>
                  <a:lnTo>
                    <a:pt x="32561" y="3051"/>
                  </a:lnTo>
                  <a:cubicBezTo>
                    <a:pt x="32561" y="2483"/>
                    <a:pt x="32497" y="2060"/>
                    <a:pt x="32371" y="1780"/>
                  </a:cubicBezTo>
                  <a:cubicBezTo>
                    <a:pt x="32244" y="1501"/>
                    <a:pt x="32053" y="1361"/>
                    <a:pt x="31797" y="1361"/>
                  </a:cubicBezTo>
                  <a:close/>
                  <a:moveTo>
                    <a:pt x="35232" y="1361"/>
                  </a:moveTo>
                  <a:cubicBezTo>
                    <a:pt x="34966" y="1361"/>
                    <a:pt x="34755" y="1540"/>
                    <a:pt x="34599" y="1898"/>
                  </a:cubicBezTo>
                  <a:cubicBezTo>
                    <a:pt x="34442" y="2256"/>
                    <a:pt x="34364" y="2741"/>
                    <a:pt x="34364" y="3350"/>
                  </a:cubicBezTo>
                  <a:cubicBezTo>
                    <a:pt x="34364" y="3941"/>
                    <a:pt x="34447" y="4409"/>
                    <a:pt x="34612" y="4755"/>
                  </a:cubicBezTo>
                  <a:cubicBezTo>
                    <a:pt x="34776" y="5101"/>
                    <a:pt x="35000" y="5274"/>
                    <a:pt x="35283" y="5274"/>
                  </a:cubicBezTo>
                  <a:cubicBezTo>
                    <a:pt x="35395" y="5274"/>
                    <a:pt x="35507" y="5249"/>
                    <a:pt x="35616" y="5200"/>
                  </a:cubicBezTo>
                  <a:cubicBezTo>
                    <a:pt x="35726" y="5152"/>
                    <a:pt x="35833" y="5081"/>
                    <a:pt x="35937" y="4987"/>
                  </a:cubicBezTo>
                  <a:lnTo>
                    <a:pt x="35937" y="4409"/>
                  </a:lnTo>
                  <a:cubicBezTo>
                    <a:pt x="35834" y="4524"/>
                    <a:pt x="35730" y="4610"/>
                    <a:pt x="35625" y="4668"/>
                  </a:cubicBezTo>
                  <a:cubicBezTo>
                    <a:pt x="35520" y="4726"/>
                    <a:pt x="35412" y="4755"/>
                    <a:pt x="35300" y="4755"/>
                  </a:cubicBezTo>
                  <a:cubicBezTo>
                    <a:pt x="35107" y="4755"/>
                    <a:pt x="34957" y="4644"/>
                    <a:pt x="34849" y="4424"/>
                  </a:cubicBezTo>
                  <a:cubicBezTo>
                    <a:pt x="34741" y="4203"/>
                    <a:pt x="34680" y="3882"/>
                    <a:pt x="34668" y="3460"/>
                  </a:cubicBezTo>
                  <a:lnTo>
                    <a:pt x="36005" y="3460"/>
                  </a:lnTo>
                  <a:lnTo>
                    <a:pt x="36005" y="3161"/>
                  </a:lnTo>
                  <a:cubicBezTo>
                    <a:pt x="36005" y="2606"/>
                    <a:pt x="35936" y="2168"/>
                    <a:pt x="35797" y="1845"/>
                  </a:cubicBezTo>
                  <a:cubicBezTo>
                    <a:pt x="35659" y="1522"/>
                    <a:pt x="35470" y="1361"/>
                    <a:pt x="35232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163125" y="1747900"/>
              <a:ext cx="335825" cy="131875"/>
            </a:xfrm>
            <a:custGeom>
              <a:rect b="b" l="l" r="r" t="t"/>
              <a:pathLst>
                <a:path extrusionOk="0" h="5275" w="13433">
                  <a:moveTo>
                    <a:pt x="9317" y="1"/>
                  </a:moveTo>
                  <a:lnTo>
                    <a:pt x="9317" y="776"/>
                  </a:lnTo>
                  <a:lnTo>
                    <a:pt x="9607" y="776"/>
                  </a:lnTo>
                  <a:lnTo>
                    <a:pt x="9607" y="1"/>
                  </a:lnTo>
                  <a:close/>
                  <a:moveTo>
                    <a:pt x="871" y="1880"/>
                  </a:moveTo>
                  <a:cubicBezTo>
                    <a:pt x="1015" y="1880"/>
                    <a:pt x="1130" y="1980"/>
                    <a:pt x="1217" y="2180"/>
                  </a:cubicBezTo>
                  <a:cubicBezTo>
                    <a:pt x="1304" y="2380"/>
                    <a:pt x="1348" y="2647"/>
                    <a:pt x="1350" y="2982"/>
                  </a:cubicBezTo>
                  <a:lnTo>
                    <a:pt x="313" y="2985"/>
                  </a:lnTo>
                  <a:cubicBezTo>
                    <a:pt x="328" y="2635"/>
                    <a:pt x="384" y="2363"/>
                    <a:pt x="482" y="2170"/>
                  </a:cubicBezTo>
                  <a:cubicBezTo>
                    <a:pt x="579" y="1977"/>
                    <a:pt x="709" y="1880"/>
                    <a:pt x="871" y="1880"/>
                  </a:cubicBezTo>
                  <a:close/>
                  <a:moveTo>
                    <a:pt x="4915" y="1880"/>
                  </a:moveTo>
                  <a:cubicBezTo>
                    <a:pt x="5059" y="1880"/>
                    <a:pt x="5174" y="1980"/>
                    <a:pt x="5261" y="2180"/>
                  </a:cubicBezTo>
                  <a:cubicBezTo>
                    <a:pt x="5348" y="2380"/>
                    <a:pt x="5392" y="2647"/>
                    <a:pt x="5394" y="2982"/>
                  </a:cubicBezTo>
                  <a:lnTo>
                    <a:pt x="4357" y="2985"/>
                  </a:lnTo>
                  <a:cubicBezTo>
                    <a:pt x="4372" y="2635"/>
                    <a:pt x="4428" y="2363"/>
                    <a:pt x="4526" y="2170"/>
                  </a:cubicBezTo>
                  <a:cubicBezTo>
                    <a:pt x="4623" y="1977"/>
                    <a:pt x="4753" y="1880"/>
                    <a:pt x="4915" y="1880"/>
                  </a:cubicBezTo>
                  <a:close/>
                  <a:moveTo>
                    <a:pt x="10961" y="1880"/>
                  </a:moveTo>
                  <a:cubicBezTo>
                    <a:pt x="11105" y="1880"/>
                    <a:pt x="11220" y="1980"/>
                    <a:pt x="11307" y="2180"/>
                  </a:cubicBezTo>
                  <a:cubicBezTo>
                    <a:pt x="11394" y="2380"/>
                    <a:pt x="11438" y="2647"/>
                    <a:pt x="11440" y="2982"/>
                  </a:cubicBezTo>
                  <a:lnTo>
                    <a:pt x="10403" y="2985"/>
                  </a:lnTo>
                  <a:cubicBezTo>
                    <a:pt x="10418" y="2635"/>
                    <a:pt x="10474" y="2363"/>
                    <a:pt x="10572" y="2170"/>
                  </a:cubicBezTo>
                  <a:cubicBezTo>
                    <a:pt x="10669" y="1977"/>
                    <a:pt x="10799" y="1880"/>
                    <a:pt x="10961" y="1880"/>
                  </a:cubicBezTo>
                  <a:close/>
                  <a:moveTo>
                    <a:pt x="2972" y="1361"/>
                  </a:moveTo>
                  <a:cubicBezTo>
                    <a:pt x="2849" y="1361"/>
                    <a:pt x="2740" y="1417"/>
                    <a:pt x="2646" y="1528"/>
                  </a:cubicBezTo>
                  <a:cubicBezTo>
                    <a:pt x="2552" y="1639"/>
                    <a:pt x="2470" y="1806"/>
                    <a:pt x="2400" y="2030"/>
                  </a:cubicBezTo>
                  <a:lnTo>
                    <a:pt x="2400" y="1451"/>
                  </a:lnTo>
                  <a:lnTo>
                    <a:pt x="2108" y="1451"/>
                  </a:lnTo>
                  <a:lnTo>
                    <a:pt x="2108" y="5178"/>
                  </a:lnTo>
                  <a:lnTo>
                    <a:pt x="2400" y="5178"/>
                  </a:lnTo>
                  <a:lnTo>
                    <a:pt x="2400" y="3072"/>
                  </a:lnTo>
                  <a:cubicBezTo>
                    <a:pt x="2400" y="2708"/>
                    <a:pt x="2445" y="2421"/>
                    <a:pt x="2536" y="2210"/>
                  </a:cubicBezTo>
                  <a:cubicBezTo>
                    <a:pt x="2627" y="1999"/>
                    <a:pt x="2750" y="1894"/>
                    <a:pt x="2907" y="1894"/>
                  </a:cubicBezTo>
                  <a:cubicBezTo>
                    <a:pt x="3038" y="1894"/>
                    <a:pt x="3136" y="1981"/>
                    <a:pt x="3202" y="2157"/>
                  </a:cubicBezTo>
                  <a:cubicBezTo>
                    <a:pt x="3267" y="2332"/>
                    <a:pt x="3300" y="2596"/>
                    <a:pt x="3300" y="2949"/>
                  </a:cubicBezTo>
                  <a:lnTo>
                    <a:pt x="3300" y="5178"/>
                  </a:lnTo>
                  <a:lnTo>
                    <a:pt x="3590" y="5178"/>
                  </a:lnTo>
                  <a:lnTo>
                    <a:pt x="3590" y="2929"/>
                  </a:lnTo>
                  <a:cubicBezTo>
                    <a:pt x="3590" y="2414"/>
                    <a:pt x="3538" y="2024"/>
                    <a:pt x="3434" y="1759"/>
                  </a:cubicBezTo>
                  <a:cubicBezTo>
                    <a:pt x="3330" y="1494"/>
                    <a:pt x="3176" y="1361"/>
                    <a:pt x="2972" y="1361"/>
                  </a:cubicBezTo>
                  <a:close/>
                  <a:moveTo>
                    <a:pt x="7013" y="1361"/>
                  </a:moveTo>
                  <a:cubicBezTo>
                    <a:pt x="6886" y="1361"/>
                    <a:pt x="6775" y="1416"/>
                    <a:pt x="6683" y="1525"/>
                  </a:cubicBezTo>
                  <a:cubicBezTo>
                    <a:pt x="6590" y="1633"/>
                    <a:pt x="6510" y="1802"/>
                    <a:pt x="6444" y="2030"/>
                  </a:cubicBezTo>
                  <a:lnTo>
                    <a:pt x="6444" y="1451"/>
                  </a:lnTo>
                  <a:lnTo>
                    <a:pt x="6152" y="1451"/>
                  </a:lnTo>
                  <a:lnTo>
                    <a:pt x="6152" y="5178"/>
                  </a:lnTo>
                  <a:lnTo>
                    <a:pt x="6444" y="5178"/>
                  </a:lnTo>
                  <a:lnTo>
                    <a:pt x="6444" y="3072"/>
                  </a:lnTo>
                  <a:cubicBezTo>
                    <a:pt x="6444" y="2710"/>
                    <a:pt x="6488" y="2423"/>
                    <a:pt x="6575" y="2212"/>
                  </a:cubicBezTo>
                  <a:cubicBezTo>
                    <a:pt x="6663" y="2000"/>
                    <a:pt x="6781" y="1894"/>
                    <a:pt x="6929" y="1894"/>
                  </a:cubicBezTo>
                  <a:cubicBezTo>
                    <a:pt x="7055" y="1894"/>
                    <a:pt x="7148" y="1980"/>
                    <a:pt x="7208" y="2152"/>
                  </a:cubicBezTo>
                  <a:cubicBezTo>
                    <a:pt x="7268" y="2324"/>
                    <a:pt x="7298" y="2589"/>
                    <a:pt x="7298" y="2949"/>
                  </a:cubicBezTo>
                  <a:lnTo>
                    <a:pt x="7298" y="5178"/>
                  </a:lnTo>
                  <a:lnTo>
                    <a:pt x="7590" y="5178"/>
                  </a:lnTo>
                  <a:lnTo>
                    <a:pt x="7590" y="3072"/>
                  </a:lnTo>
                  <a:cubicBezTo>
                    <a:pt x="7590" y="2708"/>
                    <a:pt x="7634" y="2421"/>
                    <a:pt x="7721" y="2210"/>
                  </a:cubicBezTo>
                  <a:cubicBezTo>
                    <a:pt x="7809" y="1999"/>
                    <a:pt x="7928" y="1894"/>
                    <a:pt x="8079" y="1894"/>
                  </a:cubicBezTo>
                  <a:cubicBezTo>
                    <a:pt x="8202" y="1894"/>
                    <a:pt x="8294" y="1980"/>
                    <a:pt x="8354" y="2153"/>
                  </a:cubicBezTo>
                  <a:cubicBezTo>
                    <a:pt x="8414" y="2326"/>
                    <a:pt x="8444" y="2591"/>
                    <a:pt x="8444" y="2949"/>
                  </a:cubicBezTo>
                  <a:lnTo>
                    <a:pt x="8444" y="5178"/>
                  </a:lnTo>
                  <a:lnTo>
                    <a:pt x="8736" y="5178"/>
                  </a:lnTo>
                  <a:lnTo>
                    <a:pt x="8736" y="2929"/>
                  </a:lnTo>
                  <a:cubicBezTo>
                    <a:pt x="8736" y="2427"/>
                    <a:pt x="8686" y="2041"/>
                    <a:pt x="8586" y="1769"/>
                  </a:cubicBezTo>
                  <a:cubicBezTo>
                    <a:pt x="8486" y="1497"/>
                    <a:pt x="8344" y="1361"/>
                    <a:pt x="8159" y="1361"/>
                  </a:cubicBezTo>
                  <a:cubicBezTo>
                    <a:pt x="8022" y="1361"/>
                    <a:pt x="7903" y="1427"/>
                    <a:pt x="7802" y="1558"/>
                  </a:cubicBezTo>
                  <a:cubicBezTo>
                    <a:pt x="7701" y="1689"/>
                    <a:pt x="7614" y="1892"/>
                    <a:pt x="7541" y="2167"/>
                  </a:cubicBezTo>
                  <a:cubicBezTo>
                    <a:pt x="7498" y="1905"/>
                    <a:pt x="7431" y="1705"/>
                    <a:pt x="7341" y="1568"/>
                  </a:cubicBezTo>
                  <a:cubicBezTo>
                    <a:pt x="7251" y="1430"/>
                    <a:pt x="7142" y="1361"/>
                    <a:pt x="7013" y="1361"/>
                  </a:cubicBezTo>
                  <a:close/>
                  <a:moveTo>
                    <a:pt x="9317" y="1451"/>
                  </a:moveTo>
                  <a:lnTo>
                    <a:pt x="9317" y="5178"/>
                  </a:lnTo>
                  <a:lnTo>
                    <a:pt x="9607" y="5178"/>
                  </a:lnTo>
                  <a:lnTo>
                    <a:pt x="9607" y="1451"/>
                  </a:lnTo>
                  <a:close/>
                  <a:moveTo>
                    <a:pt x="868" y="1361"/>
                  </a:moveTo>
                  <a:cubicBezTo>
                    <a:pt x="602" y="1361"/>
                    <a:pt x="391" y="1541"/>
                    <a:pt x="235" y="1899"/>
                  </a:cubicBezTo>
                  <a:cubicBezTo>
                    <a:pt x="78" y="2257"/>
                    <a:pt x="0" y="2741"/>
                    <a:pt x="0" y="3351"/>
                  </a:cubicBezTo>
                  <a:cubicBezTo>
                    <a:pt x="0" y="3941"/>
                    <a:pt x="83" y="4409"/>
                    <a:pt x="248" y="4755"/>
                  </a:cubicBezTo>
                  <a:cubicBezTo>
                    <a:pt x="412" y="5101"/>
                    <a:pt x="636" y="5274"/>
                    <a:pt x="919" y="5274"/>
                  </a:cubicBezTo>
                  <a:cubicBezTo>
                    <a:pt x="1031" y="5274"/>
                    <a:pt x="1143" y="5250"/>
                    <a:pt x="1252" y="5201"/>
                  </a:cubicBezTo>
                  <a:cubicBezTo>
                    <a:pt x="1362" y="5152"/>
                    <a:pt x="1469" y="5081"/>
                    <a:pt x="1573" y="4988"/>
                  </a:cubicBezTo>
                  <a:lnTo>
                    <a:pt x="1573" y="4409"/>
                  </a:lnTo>
                  <a:cubicBezTo>
                    <a:pt x="1470" y="4524"/>
                    <a:pt x="1366" y="4611"/>
                    <a:pt x="1261" y="4669"/>
                  </a:cubicBezTo>
                  <a:cubicBezTo>
                    <a:pt x="1156" y="4726"/>
                    <a:pt x="1048" y="4755"/>
                    <a:pt x="936" y="4755"/>
                  </a:cubicBezTo>
                  <a:cubicBezTo>
                    <a:pt x="743" y="4755"/>
                    <a:pt x="593" y="4645"/>
                    <a:pt x="485" y="4424"/>
                  </a:cubicBezTo>
                  <a:cubicBezTo>
                    <a:pt x="377" y="4203"/>
                    <a:pt x="316" y="3882"/>
                    <a:pt x="304" y="3461"/>
                  </a:cubicBezTo>
                  <a:lnTo>
                    <a:pt x="1641" y="3461"/>
                  </a:lnTo>
                  <a:lnTo>
                    <a:pt x="1641" y="3161"/>
                  </a:lnTo>
                  <a:cubicBezTo>
                    <a:pt x="1641" y="2607"/>
                    <a:pt x="1572" y="2168"/>
                    <a:pt x="1433" y="1846"/>
                  </a:cubicBezTo>
                  <a:cubicBezTo>
                    <a:pt x="1295" y="1523"/>
                    <a:pt x="1106" y="1361"/>
                    <a:pt x="868" y="1361"/>
                  </a:cubicBezTo>
                  <a:close/>
                  <a:moveTo>
                    <a:pt x="4912" y="1361"/>
                  </a:moveTo>
                  <a:cubicBezTo>
                    <a:pt x="4646" y="1361"/>
                    <a:pt x="4435" y="1541"/>
                    <a:pt x="4279" y="1899"/>
                  </a:cubicBezTo>
                  <a:cubicBezTo>
                    <a:pt x="4122" y="2257"/>
                    <a:pt x="4044" y="2741"/>
                    <a:pt x="4044" y="3351"/>
                  </a:cubicBezTo>
                  <a:cubicBezTo>
                    <a:pt x="4044" y="3941"/>
                    <a:pt x="4127" y="4409"/>
                    <a:pt x="4292" y="4755"/>
                  </a:cubicBezTo>
                  <a:cubicBezTo>
                    <a:pt x="4456" y="5101"/>
                    <a:pt x="4680" y="5274"/>
                    <a:pt x="4963" y="5274"/>
                  </a:cubicBezTo>
                  <a:cubicBezTo>
                    <a:pt x="5075" y="5274"/>
                    <a:pt x="5187" y="5250"/>
                    <a:pt x="5296" y="5201"/>
                  </a:cubicBezTo>
                  <a:cubicBezTo>
                    <a:pt x="5406" y="5152"/>
                    <a:pt x="5513" y="5081"/>
                    <a:pt x="5617" y="4988"/>
                  </a:cubicBezTo>
                  <a:lnTo>
                    <a:pt x="5617" y="4409"/>
                  </a:lnTo>
                  <a:cubicBezTo>
                    <a:pt x="5514" y="4524"/>
                    <a:pt x="5410" y="4611"/>
                    <a:pt x="5305" y="4669"/>
                  </a:cubicBezTo>
                  <a:cubicBezTo>
                    <a:pt x="5200" y="4726"/>
                    <a:pt x="5092" y="4755"/>
                    <a:pt x="4980" y="4755"/>
                  </a:cubicBezTo>
                  <a:cubicBezTo>
                    <a:pt x="4787" y="4755"/>
                    <a:pt x="4637" y="4645"/>
                    <a:pt x="4529" y="4424"/>
                  </a:cubicBezTo>
                  <a:cubicBezTo>
                    <a:pt x="4421" y="4203"/>
                    <a:pt x="4360" y="3882"/>
                    <a:pt x="4348" y="3461"/>
                  </a:cubicBezTo>
                  <a:lnTo>
                    <a:pt x="5685" y="3461"/>
                  </a:lnTo>
                  <a:lnTo>
                    <a:pt x="5685" y="3161"/>
                  </a:lnTo>
                  <a:cubicBezTo>
                    <a:pt x="5685" y="2607"/>
                    <a:pt x="5616" y="2168"/>
                    <a:pt x="5477" y="1846"/>
                  </a:cubicBezTo>
                  <a:cubicBezTo>
                    <a:pt x="5339" y="1523"/>
                    <a:pt x="5150" y="1361"/>
                    <a:pt x="4912" y="1361"/>
                  </a:cubicBezTo>
                  <a:close/>
                  <a:moveTo>
                    <a:pt x="10958" y="1361"/>
                  </a:moveTo>
                  <a:cubicBezTo>
                    <a:pt x="10692" y="1361"/>
                    <a:pt x="10481" y="1541"/>
                    <a:pt x="10325" y="1899"/>
                  </a:cubicBezTo>
                  <a:cubicBezTo>
                    <a:pt x="10168" y="2257"/>
                    <a:pt x="10090" y="2741"/>
                    <a:pt x="10090" y="3351"/>
                  </a:cubicBezTo>
                  <a:cubicBezTo>
                    <a:pt x="10090" y="3941"/>
                    <a:pt x="10173" y="4409"/>
                    <a:pt x="10338" y="4755"/>
                  </a:cubicBezTo>
                  <a:cubicBezTo>
                    <a:pt x="10502" y="5101"/>
                    <a:pt x="10726" y="5274"/>
                    <a:pt x="11009" y="5274"/>
                  </a:cubicBezTo>
                  <a:cubicBezTo>
                    <a:pt x="11121" y="5274"/>
                    <a:pt x="11233" y="5250"/>
                    <a:pt x="11342" y="5201"/>
                  </a:cubicBezTo>
                  <a:cubicBezTo>
                    <a:pt x="11452" y="5152"/>
                    <a:pt x="11559" y="5081"/>
                    <a:pt x="11663" y="4988"/>
                  </a:cubicBezTo>
                  <a:lnTo>
                    <a:pt x="11663" y="4409"/>
                  </a:lnTo>
                  <a:cubicBezTo>
                    <a:pt x="11560" y="4524"/>
                    <a:pt x="11456" y="4611"/>
                    <a:pt x="11351" y="4669"/>
                  </a:cubicBezTo>
                  <a:cubicBezTo>
                    <a:pt x="11246" y="4726"/>
                    <a:pt x="11138" y="4755"/>
                    <a:pt x="11026" y="4755"/>
                  </a:cubicBezTo>
                  <a:cubicBezTo>
                    <a:pt x="10833" y="4755"/>
                    <a:pt x="10683" y="4645"/>
                    <a:pt x="10575" y="4424"/>
                  </a:cubicBezTo>
                  <a:cubicBezTo>
                    <a:pt x="10467" y="4203"/>
                    <a:pt x="10406" y="3882"/>
                    <a:pt x="10394" y="3461"/>
                  </a:cubicBezTo>
                  <a:lnTo>
                    <a:pt x="11731" y="3461"/>
                  </a:lnTo>
                  <a:lnTo>
                    <a:pt x="11731" y="3161"/>
                  </a:lnTo>
                  <a:cubicBezTo>
                    <a:pt x="11731" y="2607"/>
                    <a:pt x="11662" y="2168"/>
                    <a:pt x="11523" y="1846"/>
                  </a:cubicBezTo>
                  <a:cubicBezTo>
                    <a:pt x="11385" y="1523"/>
                    <a:pt x="11196" y="1361"/>
                    <a:pt x="10958" y="1361"/>
                  </a:cubicBezTo>
                  <a:close/>
                  <a:moveTo>
                    <a:pt x="12771" y="1361"/>
                  </a:moveTo>
                  <a:cubicBezTo>
                    <a:pt x="12554" y="1361"/>
                    <a:pt x="12387" y="1457"/>
                    <a:pt x="12269" y="1648"/>
                  </a:cubicBezTo>
                  <a:cubicBezTo>
                    <a:pt x="12151" y="1838"/>
                    <a:pt x="12092" y="2109"/>
                    <a:pt x="12092" y="2459"/>
                  </a:cubicBezTo>
                  <a:cubicBezTo>
                    <a:pt x="12092" y="2748"/>
                    <a:pt x="12132" y="2975"/>
                    <a:pt x="12212" y="3140"/>
                  </a:cubicBezTo>
                  <a:cubicBezTo>
                    <a:pt x="12292" y="3305"/>
                    <a:pt x="12422" y="3428"/>
                    <a:pt x="12602" y="3507"/>
                  </a:cubicBezTo>
                  <a:lnTo>
                    <a:pt x="12703" y="3557"/>
                  </a:lnTo>
                  <a:cubicBezTo>
                    <a:pt x="12884" y="3639"/>
                    <a:pt x="13000" y="3725"/>
                    <a:pt x="13054" y="3814"/>
                  </a:cubicBezTo>
                  <a:cubicBezTo>
                    <a:pt x="13107" y="3902"/>
                    <a:pt x="13133" y="4030"/>
                    <a:pt x="13133" y="4196"/>
                  </a:cubicBezTo>
                  <a:cubicBezTo>
                    <a:pt x="13133" y="4376"/>
                    <a:pt x="13097" y="4515"/>
                    <a:pt x="13023" y="4614"/>
                  </a:cubicBezTo>
                  <a:cubicBezTo>
                    <a:pt x="12949" y="4712"/>
                    <a:pt x="12844" y="4762"/>
                    <a:pt x="12707" y="4762"/>
                  </a:cubicBezTo>
                  <a:cubicBezTo>
                    <a:pt x="12604" y="4762"/>
                    <a:pt x="12501" y="4732"/>
                    <a:pt x="12397" y="4674"/>
                  </a:cubicBezTo>
                  <a:cubicBezTo>
                    <a:pt x="12292" y="4615"/>
                    <a:pt x="12186" y="4527"/>
                    <a:pt x="12079" y="4409"/>
                  </a:cubicBezTo>
                  <a:lnTo>
                    <a:pt x="12079" y="5041"/>
                  </a:lnTo>
                  <a:cubicBezTo>
                    <a:pt x="12193" y="5119"/>
                    <a:pt x="12301" y="5177"/>
                    <a:pt x="12404" y="5216"/>
                  </a:cubicBezTo>
                  <a:cubicBezTo>
                    <a:pt x="12507" y="5255"/>
                    <a:pt x="12605" y="5274"/>
                    <a:pt x="12700" y="5274"/>
                  </a:cubicBezTo>
                  <a:cubicBezTo>
                    <a:pt x="12928" y="5274"/>
                    <a:pt x="13107" y="5173"/>
                    <a:pt x="13237" y="4971"/>
                  </a:cubicBezTo>
                  <a:cubicBezTo>
                    <a:pt x="13367" y="4770"/>
                    <a:pt x="13432" y="4496"/>
                    <a:pt x="13432" y="4150"/>
                  </a:cubicBezTo>
                  <a:cubicBezTo>
                    <a:pt x="13432" y="3846"/>
                    <a:pt x="13389" y="3609"/>
                    <a:pt x="13302" y="3439"/>
                  </a:cubicBezTo>
                  <a:cubicBezTo>
                    <a:pt x="13215" y="3270"/>
                    <a:pt x="13068" y="3138"/>
                    <a:pt x="12862" y="3045"/>
                  </a:cubicBezTo>
                  <a:lnTo>
                    <a:pt x="12762" y="2998"/>
                  </a:lnTo>
                  <a:cubicBezTo>
                    <a:pt x="12606" y="2925"/>
                    <a:pt x="12502" y="2848"/>
                    <a:pt x="12450" y="2767"/>
                  </a:cubicBezTo>
                  <a:cubicBezTo>
                    <a:pt x="12399" y="2686"/>
                    <a:pt x="12373" y="2575"/>
                    <a:pt x="12373" y="2433"/>
                  </a:cubicBezTo>
                  <a:cubicBezTo>
                    <a:pt x="12373" y="2246"/>
                    <a:pt x="12409" y="2107"/>
                    <a:pt x="12481" y="2014"/>
                  </a:cubicBezTo>
                  <a:cubicBezTo>
                    <a:pt x="12554" y="1920"/>
                    <a:pt x="12662" y="1874"/>
                    <a:pt x="12806" y="1874"/>
                  </a:cubicBezTo>
                  <a:cubicBezTo>
                    <a:pt x="12901" y="1874"/>
                    <a:pt x="12993" y="1896"/>
                    <a:pt x="13081" y="1940"/>
                  </a:cubicBezTo>
                  <a:cubicBezTo>
                    <a:pt x="13170" y="1985"/>
                    <a:pt x="13255" y="2051"/>
                    <a:pt x="13337" y="2140"/>
                  </a:cubicBezTo>
                  <a:lnTo>
                    <a:pt x="13337" y="1561"/>
                  </a:lnTo>
                  <a:cubicBezTo>
                    <a:pt x="13257" y="1495"/>
                    <a:pt x="13170" y="1445"/>
                    <a:pt x="13075" y="1411"/>
                  </a:cubicBezTo>
                  <a:cubicBezTo>
                    <a:pt x="12980" y="1378"/>
                    <a:pt x="12879" y="1361"/>
                    <a:pt x="12771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089400" y="1538375"/>
              <a:ext cx="2192050" cy="164875"/>
            </a:xfrm>
            <a:custGeom>
              <a:rect b="b" l="l" r="r" t="t"/>
              <a:pathLst>
                <a:path extrusionOk="0" h="6595" w="87682">
                  <a:moveTo>
                    <a:pt x="12877" y="0"/>
                  </a:moveTo>
                  <a:lnTo>
                    <a:pt x="12877" y="775"/>
                  </a:lnTo>
                  <a:lnTo>
                    <a:pt x="13168" y="775"/>
                  </a:lnTo>
                  <a:lnTo>
                    <a:pt x="13168" y="0"/>
                  </a:lnTo>
                  <a:close/>
                  <a:moveTo>
                    <a:pt x="26191" y="0"/>
                  </a:moveTo>
                  <a:lnTo>
                    <a:pt x="26191" y="775"/>
                  </a:lnTo>
                  <a:lnTo>
                    <a:pt x="26482" y="775"/>
                  </a:lnTo>
                  <a:lnTo>
                    <a:pt x="26482" y="0"/>
                  </a:lnTo>
                  <a:close/>
                  <a:moveTo>
                    <a:pt x="41498" y="0"/>
                  </a:moveTo>
                  <a:lnTo>
                    <a:pt x="41498" y="775"/>
                  </a:lnTo>
                  <a:lnTo>
                    <a:pt x="41789" y="775"/>
                  </a:lnTo>
                  <a:lnTo>
                    <a:pt x="41789" y="0"/>
                  </a:lnTo>
                  <a:close/>
                  <a:moveTo>
                    <a:pt x="58513" y="0"/>
                  </a:moveTo>
                  <a:lnTo>
                    <a:pt x="58513" y="775"/>
                  </a:lnTo>
                  <a:lnTo>
                    <a:pt x="58804" y="775"/>
                  </a:lnTo>
                  <a:lnTo>
                    <a:pt x="58804" y="0"/>
                  </a:lnTo>
                  <a:close/>
                  <a:moveTo>
                    <a:pt x="63520" y="0"/>
                  </a:moveTo>
                  <a:lnTo>
                    <a:pt x="63520" y="775"/>
                  </a:lnTo>
                  <a:lnTo>
                    <a:pt x="63811" y="775"/>
                  </a:lnTo>
                  <a:lnTo>
                    <a:pt x="63811" y="0"/>
                  </a:lnTo>
                  <a:close/>
                  <a:moveTo>
                    <a:pt x="66336" y="0"/>
                  </a:moveTo>
                  <a:lnTo>
                    <a:pt x="66336" y="775"/>
                  </a:lnTo>
                  <a:lnTo>
                    <a:pt x="66627" y="775"/>
                  </a:lnTo>
                  <a:lnTo>
                    <a:pt x="66627" y="0"/>
                  </a:lnTo>
                  <a:close/>
                  <a:moveTo>
                    <a:pt x="6321" y="1880"/>
                  </a:moveTo>
                  <a:cubicBezTo>
                    <a:pt x="6464" y="1880"/>
                    <a:pt x="6579" y="1980"/>
                    <a:pt x="6666" y="2179"/>
                  </a:cubicBezTo>
                  <a:cubicBezTo>
                    <a:pt x="6753" y="2379"/>
                    <a:pt x="6798" y="2646"/>
                    <a:pt x="6800" y="2981"/>
                  </a:cubicBezTo>
                  <a:lnTo>
                    <a:pt x="5763" y="2985"/>
                  </a:lnTo>
                  <a:cubicBezTo>
                    <a:pt x="5777" y="2634"/>
                    <a:pt x="5834" y="2362"/>
                    <a:pt x="5931" y="2169"/>
                  </a:cubicBezTo>
                  <a:cubicBezTo>
                    <a:pt x="6029" y="1976"/>
                    <a:pt x="6158" y="1880"/>
                    <a:pt x="6321" y="1880"/>
                  </a:cubicBezTo>
                  <a:close/>
                  <a:moveTo>
                    <a:pt x="16438" y="1880"/>
                  </a:moveTo>
                  <a:cubicBezTo>
                    <a:pt x="16581" y="1880"/>
                    <a:pt x="16696" y="1980"/>
                    <a:pt x="16783" y="2179"/>
                  </a:cubicBezTo>
                  <a:cubicBezTo>
                    <a:pt x="16870" y="2379"/>
                    <a:pt x="16915" y="2646"/>
                    <a:pt x="16917" y="2981"/>
                  </a:cubicBezTo>
                  <a:lnTo>
                    <a:pt x="15880" y="2985"/>
                  </a:lnTo>
                  <a:cubicBezTo>
                    <a:pt x="15894" y="2634"/>
                    <a:pt x="15951" y="2362"/>
                    <a:pt x="16048" y="2169"/>
                  </a:cubicBezTo>
                  <a:cubicBezTo>
                    <a:pt x="16146" y="1976"/>
                    <a:pt x="16275" y="1880"/>
                    <a:pt x="16438" y="1880"/>
                  </a:cubicBezTo>
                  <a:close/>
                  <a:moveTo>
                    <a:pt x="20790" y="1880"/>
                  </a:moveTo>
                  <a:cubicBezTo>
                    <a:pt x="20933" y="1880"/>
                    <a:pt x="21048" y="1980"/>
                    <a:pt x="21135" y="2179"/>
                  </a:cubicBezTo>
                  <a:cubicBezTo>
                    <a:pt x="21222" y="2379"/>
                    <a:pt x="21267" y="2646"/>
                    <a:pt x="21269" y="2981"/>
                  </a:cubicBezTo>
                  <a:lnTo>
                    <a:pt x="20232" y="2985"/>
                  </a:lnTo>
                  <a:cubicBezTo>
                    <a:pt x="20246" y="2634"/>
                    <a:pt x="20303" y="2362"/>
                    <a:pt x="20400" y="2169"/>
                  </a:cubicBezTo>
                  <a:cubicBezTo>
                    <a:pt x="20498" y="1976"/>
                    <a:pt x="20627" y="1880"/>
                    <a:pt x="20790" y="1880"/>
                  </a:cubicBezTo>
                  <a:close/>
                  <a:moveTo>
                    <a:pt x="77332" y="1880"/>
                  </a:moveTo>
                  <a:cubicBezTo>
                    <a:pt x="77475" y="1880"/>
                    <a:pt x="77590" y="1980"/>
                    <a:pt x="77677" y="2179"/>
                  </a:cubicBezTo>
                  <a:cubicBezTo>
                    <a:pt x="77764" y="2379"/>
                    <a:pt x="77809" y="2646"/>
                    <a:pt x="77811" y="2981"/>
                  </a:cubicBezTo>
                  <a:lnTo>
                    <a:pt x="76774" y="2985"/>
                  </a:lnTo>
                  <a:cubicBezTo>
                    <a:pt x="76788" y="2634"/>
                    <a:pt x="76845" y="2362"/>
                    <a:pt x="76942" y="2169"/>
                  </a:cubicBezTo>
                  <a:cubicBezTo>
                    <a:pt x="77040" y="1976"/>
                    <a:pt x="77169" y="1880"/>
                    <a:pt x="77332" y="1880"/>
                  </a:cubicBezTo>
                  <a:close/>
                  <a:moveTo>
                    <a:pt x="85211" y="1880"/>
                  </a:moveTo>
                  <a:cubicBezTo>
                    <a:pt x="85354" y="1880"/>
                    <a:pt x="85469" y="1980"/>
                    <a:pt x="85556" y="2179"/>
                  </a:cubicBezTo>
                  <a:cubicBezTo>
                    <a:pt x="85643" y="2379"/>
                    <a:pt x="85688" y="2646"/>
                    <a:pt x="85690" y="2981"/>
                  </a:cubicBezTo>
                  <a:lnTo>
                    <a:pt x="84653" y="2985"/>
                  </a:lnTo>
                  <a:cubicBezTo>
                    <a:pt x="84667" y="2634"/>
                    <a:pt x="84724" y="2362"/>
                    <a:pt x="84821" y="2169"/>
                  </a:cubicBezTo>
                  <a:cubicBezTo>
                    <a:pt x="84919" y="1976"/>
                    <a:pt x="85048" y="1880"/>
                    <a:pt x="85211" y="1880"/>
                  </a:cubicBezTo>
                  <a:close/>
                  <a:moveTo>
                    <a:pt x="1082" y="872"/>
                  </a:moveTo>
                  <a:lnTo>
                    <a:pt x="1516" y="3344"/>
                  </a:lnTo>
                  <a:lnTo>
                    <a:pt x="649" y="3344"/>
                  </a:lnTo>
                  <a:lnTo>
                    <a:pt x="1082" y="872"/>
                  </a:lnTo>
                  <a:close/>
                  <a:moveTo>
                    <a:pt x="8237" y="1873"/>
                  </a:moveTo>
                  <a:cubicBezTo>
                    <a:pt x="8394" y="1873"/>
                    <a:pt x="8516" y="1995"/>
                    <a:pt x="8603" y="2239"/>
                  </a:cubicBezTo>
                  <a:cubicBezTo>
                    <a:pt x="8690" y="2483"/>
                    <a:pt x="8733" y="2827"/>
                    <a:pt x="8733" y="3271"/>
                  </a:cubicBezTo>
                  <a:cubicBezTo>
                    <a:pt x="8733" y="3712"/>
                    <a:pt x="8690" y="4055"/>
                    <a:pt x="8603" y="4299"/>
                  </a:cubicBezTo>
                  <a:cubicBezTo>
                    <a:pt x="8516" y="4543"/>
                    <a:pt x="8394" y="4665"/>
                    <a:pt x="8237" y="4665"/>
                  </a:cubicBezTo>
                  <a:cubicBezTo>
                    <a:pt x="8081" y="4665"/>
                    <a:pt x="7959" y="4543"/>
                    <a:pt x="7872" y="4299"/>
                  </a:cubicBezTo>
                  <a:cubicBezTo>
                    <a:pt x="7786" y="4055"/>
                    <a:pt x="7742" y="3712"/>
                    <a:pt x="7742" y="3271"/>
                  </a:cubicBezTo>
                  <a:cubicBezTo>
                    <a:pt x="7742" y="2827"/>
                    <a:pt x="7786" y="2483"/>
                    <a:pt x="7872" y="2239"/>
                  </a:cubicBezTo>
                  <a:cubicBezTo>
                    <a:pt x="7959" y="1995"/>
                    <a:pt x="8081" y="1873"/>
                    <a:pt x="8237" y="1873"/>
                  </a:cubicBezTo>
                  <a:close/>
                  <a:moveTo>
                    <a:pt x="43067" y="1873"/>
                  </a:moveTo>
                  <a:cubicBezTo>
                    <a:pt x="43224" y="1873"/>
                    <a:pt x="43346" y="1995"/>
                    <a:pt x="43433" y="2239"/>
                  </a:cubicBezTo>
                  <a:cubicBezTo>
                    <a:pt x="43520" y="2483"/>
                    <a:pt x="43563" y="2827"/>
                    <a:pt x="43563" y="3271"/>
                  </a:cubicBezTo>
                  <a:cubicBezTo>
                    <a:pt x="43563" y="3712"/>
                    <a:pt x="43520" y="4055"/>
                    <a:pt x="43433" y="4299"/>
                  </a:cubicBezTo>
                  <a:cubicBezTo>
                    <a:pt x="43346" y="4543"/>
                    <a:pt x="43224" y="4665"/>
                    <a:pt x="43067" y="4665"/>
                  </a:cubicBezTo>
                  <a:cubicBezTo>
                    <a:pt x="42911" y="4665"/>
                    <a:pt x="42789" y="4543"/>
                    <a:pt x="42702" y="4299"/>
                  </a:cubicBezTo>
                  <a:cubicBezTo>
                    <a:pt x="42616" y="4055"/>
                    <a:pt x="42572" y="3712"/>
                    <a:pt x="42572" y="3271"/>
                  </a:cubicBezTo>
                  <a:cubicBezTo>
                    <a:pt x="42572" y="2827"/>
                    <a:pt x="42616" y="2483"/>
                    <a:pt x="42702" y="2239"/>
                  </a:cubicBezTo>
                  <a:cubicBezTo>
                    <a:pt x="42789" y="1995"/>
                    <a:pt x="42911" y="1873"/>
                    <a:pt x="43067" y="1873"/>
                  </a:cubicBezTo>
                  <a:close/>
                  <a:moveTo>
                    <a:pt x="27777" y="1880"/>
                  </a:moveTo>
                  <a:cubicBezTo>
                    <a:pt x="27932" y="1880"/>
                    <a:pt x="28055" y="2009"/>
                    <a:pt x="28146" y="2268"/>
                  </a:cubicBezTo>
                  <a:cubicBezTo>
                    <a:pt x="28236" y="2526"/>
                    <a:pt x="28282" y="2876"/>
                    <a:pt x="28282" y="3317"/>
                  </a:cubicBezTo>
                  <a:cubicBezTo>
                    <a:pt x="28282" y="3761"/>
                    <a:pt x="28236" y="4111"/>
                    <a:pt x="28146" y="4369"/>
                  </a:cubicBezTo>
                  <a:cubicBezTo>
                    <a:pt x="28055" y="4626"/>
                    <a:pt x="27932" y="4755"/>
                    <a:pt x="27777" y="4755"/>
                  </a:cubicBezTo>
                  <a:cubicBezTo>
                    <a:pt x="27620" y="4755"/>
                    <a:pt x="27497" y="4626"/>
                    <a:pt x="27407" y="4370"/>
                  </a:cubicBezTo>
                  <a:cubicBezTo>
                    <a:pt x="27316" y="4114"/>
                    <a:pt x="27271" y="3763"/>
                    <a:pt x="27271" y="3317"/>
                  </a:cubicBezTo>
                  <a:cubicBezTo>
                    <a:pt x="27271" y="2871"/>
                    <a:pt x="27317" y="2520"/>
                    <a:pt x="27407" y="2264"/>
                  </a:cubicBezTo>
                  <a:cubicBezTo>
                    <a:pt x="27498" y="2008"/>
                    <a:pt x="27621" y="1880"/>
                    <a:pt x="27777" y="1880"/>
                  </a:cubicBezTo>
                  <a:close/>
                  <a:moveTo>
                    <a:pt x="34109" y="1880"/>
                  </a:moveTo>
                  <a:cubicBezTo>
                    <a:pt x="34264" y="1880"/>
                    <a:pt x="34387" y="2009"/>
                    <a:pt x="34478" y="2268"/>
                  </a:cubicBezTo>
                  <a:cubicBezTo>
                    <a:pt x="34568" y="2526"/>
                    <a:pt x="34614" y="2876"/>
                    <a:pt x="34614" y="3317"/>
                  </a:cubicBezTo>
                  <a:cubicBezTo>
                    <a:pt x="34614" y="3761"/>
                    <a:pt x="34568" y="4111"/>
                    <a:pt x="34478" y="4369"/>
                  </a:cubicBezTo>
                  <a:cubicBezTo>
                    <a:pt x="34387" y="4626"/>
                    <a:pt x="34264" y="4755"/>
                    <a:pt x="34109" y="4755"/>
                  </a:cubicBezTo>
                  <a:cubicBezTo>
                    <a:pt x="33952" y="4755"/>
                    <a:pt x="33829" y="4626"/>
                    <a:pt x="33739" y="4370"/>
                  </a:cubicBezTo>
                  <a:cubicBezTo>
                    <a:pt x="33648" y="4114"/>
                    <a:pt x="33603" y="3763"/>
                    <a:pt x="33603" y="3317"/>
                  </a:cubicBezTo>
                  <a:cubicBezTo>
                    <a:pt x="33603" y="2871"/>
                    <a:pt x="33649" y="2520"/>
                    <a:pt x="33739" y="2264"/>
                  </a:cubicBezTo>
                  <a:cubicBezTo>
                    <a:pt x="33830" y="2008"/>
                    <a:pt x="33953" y="1880"/>
                    <a:pt x="34109" y="1880"/>
                  </a:cubicBezTo>
                  <a:close/>
                  <a:moveTo>
                    <a:pt x="10717" y="3304"/>
                  </a:moveTo>
                  <a:lnTo>
                    <a:pt x="10717" y="3440"/>
                  </a:lnTo>
                  <a:cubicBezTo>
                    <a:pt x="10717" y="3840"/>
                    <a:pt x="10668" y="4160"/>
                    <a:pt x="10571" y="4400"/>
                  </a:cubicBezTo>
                  <a:cubicBezTo>
                    <a:pt x="10473" y="4641"/>
                    <a:pt x="10344" y="4761"/>
                    <a:pt x="10183" y="4761"/>
                  </a:cubicBezTo>
                  <a:cubicBezTo>
                    <a:pt x="10066" y="4761"/>
                    <a:pt x="9973" y="4697"/>
                    <a:pt x="9905" y="4570"/>
                  </a:cubicBezTo>
                  <a:cubicBezTo>
                    <a:pt x="9837" y="4442"/>
                    <a:pt x="9803" y="4270"/>
                    <a:pt x="9803" y="4053"/>
                  </a:cubicBezTo>
                  <a:cubicBezTo>
                    <a:pt x="9803" y="3780"/>
                    <a:pt x="9849" y="3587"/>
                    <a:pt x="9939" y="3474"/>
                  </a:cubicBezTo>
                  <a:cubicBezTo>
                    <a:pt x="10030" y="3360"/>
                    <a:pt x="10193" y="3304"/>
                    <a:pt x="10428" y="3304"/>
                  </a:cubicBezTo>
                  <a:close/>
                  <a:moveTo>
                    <a:pt x="24031" y="3304"/>
                  </a:moveTo>
                  <a:lnTo>
                    <a:pt x="24031" y="3440"/>
                  </a:lnTo>
                  <a:cubicBezTo>
                    <a:pt x="24031" y="3840"/>
                    <a:pt x="23982" y="4160"/>
                    <a:pt x="23885" y="4400"/>
                  </a:cubicBezTo>
                  <a:cubicBezTo>
                    <a:pt x="23787" y="4641"/>
                    <a:pt x="23658" y="4761"/>
                    <a:pt x="23497" y="4761"/>
                  </a:cubicBezTo>
                  <a:cubicBezTo>
                    <a:pt x="23380" y="4761"/>
                    <a:pt x="23287" y="4697"/>
                    <a:pt x="23219" y="4570"/>
                  </a:cubicBezTo>
                  <a:cubicBezTo>
                    <a:pt x="23151" y="4442"/>
                    <a:pt x="23117" y="4270"/>
                    <a:pt x="23117" y="4053"/>
                  </a:cubicBezTo>
                  <a:cubicBezTo>
                    <a:pt x="23117" y="3780"/>
                    <a:pt x="23163" y="3587"/>
                    <a:pt x="23253" y="3474"/>
                  </a:cubicBezTo>
                  <a:cubicBezTo>
                    <a:pt x="23344" y="3360"/>
                    <a:pt x="23507" y="3304"/>
                    <a:pt x="23742" y="3304"/>
                  </a:cubicBezTo>
                  <a:close/>
                  <a:moveTo>
                    <a:pt x="37527" y="3304"/>
                  </a:moveTo>
                  <a:lnTo>
                    <a:pt x="37527" y="3440"/>
                  </a:lnTo>
                  <a:cubicBezTo>
                    <a:pt x="37527" y="3840"/>
                    <a:pt x="37478" y="4160"/>
                    <a:pt x="37381" y="4400"/>
                  </a:cubicBezTo>
                  <a:cubicBezTo>
                    <a:pt x="37283" y="4641"/>
                    <a:pt x="37154" y="4761"/>
                    <a:pt x="36993" y="4761"/>
                  </a:cubicBezTo>
                  <a:cubicBezTo>
                    <a:pt x="36876" y="4761"/>
                    <a:pt x="36783" y="4697"/>
                    <a:pt x="36715" y="4570"/>
                  </a:cubicBezTo>
                  <a:cubicBezTo>
                    <a:pt x="36647" y="4442"/>
                    <a:pt x="36613" y="4270"/>
                    <a:pt x="36613" y="4053"/>
                  </a:cubicBezTo>
                  <a:cubicBezTo>
                    <a:pt x="36613" y="3780"/>
                    <a:pt x="36659" y="3587"/>
                    <a:pt x="36749" y="3474"/>
                  </a:cubicBezTo>
                  <a:cubicBezTo>
                    <a:pt x="36840" y="3360"/>
                    <a:pt x="37003" y="3304"/>
                    <a:pt x="37238" y="3304"/>
                  </a:cubicBezTo>
                  <a:close/>
                  <a:moveTo>
                    <a:pt x="51585" y="3304"/>
                  </a:moveTo>
                  <a:lnTo>
                    <a:pt x="51585" y="3440"/>
                  </a:lnTo>
                  <a:cubicBezTo>
                    <a:pt x="51585" y="3840"/>
                    <a:pt x="51536" y="4160"/>
                    <a:pt x="51439" y="4400"/>
                  </a:cubicBezTo>
                  <a:cubicBezTo>
                    <a:pt x="51341" y="4641"/>
                    <a:pt x="51212" y="4761"/>
                    <a:pt x="51051" y="4761"/>
                  </a:cubicBezTo>
                  <a:cubicBezTo>
                    <a:pt x="50934" y="4761"/>
                    <a:pt x="50841" y="4697"/>
                    <a:pt x="50773" y="4570"/>
                  </a:cubicBezTo>
                  <a:cubicBezTo>
                    <a:pt x="50705" y="4442"/>
                    <a:pt x="50671" y="4270"/>
                    <a:pt x="50671" y="4053"/>
                  </a:cubicBezTo>
                  <a:cubicBezTo>
                    <a:pt x="50671" y="3780"/>
                    <a:pt x="50717" y="3587"/>
                    <a:pt x="50807" y="3474"/>
                  </a:cubicBezTo>
                  <a:cubicBezTo>
                    <a:pt x="50898" y="3360"/>
                    <a:pt x="51061" y="3304"/>
                    <a:pt x="51296" y="3304"/>
                  </a:cubicBezTo>
                  <a:close/>
                  <a:moveTo>
                    <a:pt x="62134" y="1873"/>
                  </a:moveTo>
                  <a:cubicBezTo>
                    <a:pt x="62288" y="1873"/>
                    <a:pt x="62409" y="2001"/>
                    <a:pt x="62497" y="2258"/>
                  </a:cubicBezTo>
                  <a:cubicBezTo>
                    <a:pt x="62586" y="2514"/>
                    <a:pt x="62630" y="2867"/>
                    <a:pt x="62630" y="3317"/>
                  </a:cubicBezTo>
                  <a:cubicBezTo>
                    <a:pt x="62630" y="3767"/>
                    <a:pt x="62586" y="4121"/>
                    <a:pt x="62497" y="4377"/>
                  </a:cubicBezTo>
                  <a:cubicBezTo>
                    <a:pt x="62409" y="4633"/>
                    <a:pt x="62288" y="4761"/>
                    <a:pt x="62134" y="4761"/>
                  </a:cubicBezTo>
                  <a:cubicBezTo>
                    <a:pt x="61980" y="4761"/>
                    <a:pt x="61859" y="4633"/>
                    <a:pt x="61771" y="4377"/>
                  </a:cubicBezTo>
                  <a:cubicBezTo>
                    <a:pt x="61683" y="4121"/>
                    <a:pt x="61639" y="3767"/>
                    <a:pt x="61639" y="3317"/>
                  </a:cubicBezTo>
                  <a:cubicBezTo>
                    <a:pt x="61639" y="2867"/>
                    <a:pt x="61683" y="2514"/>
                    <a:pt x="61771" y="2258"/>
                  </a:cubicBezTo>
                  <a:cubicBezTo>
                    <a:pt x="61859" y="2001"/>
                    <a:pt x="61980" y="1873"/>
                    <a:pt x="62134" y="1873"/>
                  </a:cubicBezTo>
                  <a:close/>
                  <a:moveTo>
                    <a:pt x="67905" y="1873"/>
                  </a:moveTo>
                  <a:cubicBezTo>
                    <a:pt x="68059" y="1873"/>
                    <a:pt x="68180" y="2001"/>
                    <a:pt x="68269" y="2258"/>
                  </a:cubicBezTo>
                  <a:cubicBezTo>
                    <a:pt x="68357" y="2514"/>
                    <a:pt x="68401" y="2867"/>
                    <a:pt x="68401" y="3317"/>
                  </a:cubicBezTo>
                  <a:cubicBezTo>
                    <a:pt x="68401" y="3767"/>
                    <a:pt x="68357" y="4121"/>
                    <a:pt x="68269" y="4377"/>
                  </a:cubicBezTo>
                  <a:cubicBezTo>
                    <a:pt x="68180" y="4633"/>
                    <a:pt x="68059" y="4761"/>
                    <a:pt x="67905" y="4761"/>
                  </a:cubicBezTo>
                  <a:cubicBezTo>
                    <a:pt x="67751" y="4761"/>
                    <a:pt x="67630" y="4633"/>
                    <a:pt x="67542" y="4377"/>
                  </a:cubicBezTo>
                  <a:cubicBezTo>
                    <a:pt x="67454" y="4121"/>
                    <a:pt x="67410" y="3767"/>
                    <a:pt x="67410" y="3317"/>
                  </a:cubicBezTo>
                  <a:cubicBezTo>
                    <a:pt x="67410" y="2867"/>
                    <a:pt x="67454" y="2514"/>
                    <a:pt x="67542" y="2258"/>
                  </a:cubicBezTo>
                  <a:cubicBezTo>
                    <a:pt x="67630" y="2001"/>
                    <a:pt x="67751" y="1873"/>
                    <a:pt x="67905" y="1873"/>
                  </a:cubicBezTo>
                  <a:close/>
                  <a:moveTo>
                    <a:pt x="72437" y="3304"/>
                  </a:moveTo>
                  <a:lnTo>
                    <a:pt x="72437" y="3440"/>
                  </a:lnTo>
                  <a:cubicBezTo>
                    <a:pt x="72437" y="3840"/>
                    <a:pt x="72388" y="4160"/>
                    <a:pt x="72291" y="4400"/>
                  </a:cubicBezTo>
                  <a:cubicBezTo>
                    <a:pt x="72193" y="4641"/>
                    <a:pt x="72064" y="4761"/>
                    <a:pt x="71903" y="4761"/>
                  </a:cubicBezTo>
                  <a:cubicBezTo>
                    <a:pt x="71786" y="4761"/>
                    <a:pt x="71693" y="4697"/>
                    <a:pt x="71625" y="4570"/>
                  </a:cubicBezTo>
                  <a:cubicBezTo>
                    <a:pt x="71557" y="4442"/>
                    <a:pt x="71523" y="4270"/>
                    <a:pt x="71523" y="4053"/>
                  </a:cubicBezTo>
                  <a:cubicBezTo>
                    <a:pt x="71523" y="3780"/>
                    <a:pt x="71569" y="3587"/>
                    <a:pt x="71659" y="3474"/>
                  </a:cubicBezTo>
                  <a:cubicBezTo>
                    <a:pt x="71750" y="3360"/>
                    <a:pt x="71913" y="3304"/>
                    <a:pt x="72148" y="3304"/>
                  </a:cubicBezTo>
                  <a:close/>
                  <a:moveTo>
                    <a:pt x="79248" y="1873"/>
                  </a:moveTo>
                  <a:cubicBezTo>
                    <a:pt x="79402" y="1873"/>
                    <a:pt x="79523" y="2001"/>
                    <a:pt x="79611" y="2258"/>
                  </a:cubicBezTo>
                  <a:cubicBezTo>
                    <a:pt x="79700" y="2514"/>
                    <a:pt x="79744" y="2867"/>
                    <a:pt x="79744" y="3317"/>
                  </a:cubicBezTo>
                  <a:cubicBezTo>
                    <a:pt x="79744" y="3767"/>
                    <a:pt x="79700" y="4121"/>
                    <a:pt x="79611" y="4377"/>
                  </a:cubicBezTo>
                  <a:cubicBezTo>
                    <a:pt x="79523" y="4633"/>
                    <a:pt x="79402" y="4761"/>
                    <a:pt x="79248" y="4761"/>
                  </a:cubicBezTo>
                  <a:cubicBezTo>
                    <a:pt x="79094" y="4761"/>
                    <a:pt x="78973" y="4633"/>
                    <a:pt x="78885" y="4377"/>
                  </a:cubicBezTo>
                  <a:cubicBezTo>
                    <a:pt x="78797" y="4121"/>
                    <a:pt x="78753" y="3767"/>
                    <a:pt x="78753" y="3317"/>
                  </a:cubicBezTo>
                  <a:cubicBezTo>
                    <a:pt x="78753" y="2867"/>
                    <a:pt x="78797" y="2514"/>
                    <a:pt x="78885" y="2258"/>
                  </a:cubicBezTo>
                  <a:cubicBezTo>
                    <a:pt x="78973" y="2001"/>
                    <a:pt x="79094" y="1873"/>
                    <a:pt x="79248" y="1873"/>
                  </a:cubicBezTo>
                  <a:close/>
                  <a:moveTo>
                    <a:pt x="901" y="210"/>
                  </a:moveTo>
                  <a:lnTo>
                    <a:pt x="0" y="5177"/>
                  </a:lnTo>
                  <a:lnTo>
                    <a:pt x="337" y="5177"/>
                  </a:lnTo>
                  <a:lnTo>
                    <a:pt x="552" y="3903"/>
                  </a:lnTo>
                  <a:lnTo>
                    <a:pt x="1616" y="3903"/>
                  </a:lnTo>
                  <a:lnTo>
                    <a:pt x="1831" y="5177"/>
                  </a:lnTo>
                  <a:lnTo>
                    <a:pt x="2163" y="5177"/>
                  </a:lnTo>
                  <a:lnTo>
                    <a:pt x="1264" y="210"/>
                  </a:lnTo>
                  <a:close/>
                  <a:moveTo>
                    <a:pt x="4378" y="1361"/>
                  </a:moveTo>
                  <a:cubicBezTo>
                    <a:pt x="4255" y="1361"/>
                    <a:pt x="4146" y="1416"/>
                    <a:pt x="4051" y="1527"/>
                  </a:cubicBezTo>
                  <a:cubicBezTo>
                    <a:pt x="3957" y="1638"/>
                    <a:pt x="3875" y="1806"/>
                    <a:pt x="3806" y="2030"/>
                  </a:cubicBezTo>
                  <a:lnTo>
                    <a:pt x="3806" y="1451"/>
                  </a:lnTo>
                  <a:lnTo>
                    <a:pt x="3513" y="1451"/>
                  </a:lnTo>
                  <a:lnTo>
                    <a:pt x="3513" y="5177"/>
                  </a:lnTo>
                  <a:lnTo>
                    <a:pt x="3806" y="5177"/>
                  </a:lnTo>
                  <a:lnTo>
                    <a:pt x="3806" y="3071"/>
                  </a:lnTo>
                  <a:cubicBezTo>
                    <a:pt x="3806" y="2707"/>
                    <a:pt x="3851" y="2420"/>
                    <a:pt x="3942" y="2209"/>
                  </a:cubicBezTo>
                  <a:cubicBezTo>
                    <a:pt x="4032" y="1999"/>
                    <a:pt x="4156" y="1893"/>
                    <a:pt x="4313" y="1893"/>
                  </a:cubicBezTo>
                  <a:cubicBezTo>
                    <a:pt x="4444" y="1893"/>
                    <a:pt x="4542" y="1981"/>
                    <a:pt x="4607" y="2156"/>
                  </a:cubicBezTo>
                  <a:cubicBezTo>
                    <a:pt x="4672" y="2331"/>
                    <a:pt x="4705" y="2595"/>
                    <a:pt x="4705" y="2948"/>
                  </a:cubicBezTo>
                  <a:lnTo>
                    <a:pt x="4705" y="5177"/>
                  </a:lnTo>
                  <a:lnTo>
                    <a:pt x="4996" y="5177"/>
                  </a:lnTo>
                  <a:lnTo>
                    <a:pt x="4996" y="2928"/>
                  </a:lnTo>
                  <a:cubicBezTo>
                    <a:pt x="4996" y="2413"/>
                    <a:pt x="4944" y="2024"/>
                    <a:pt x="4839" y="1758"/>
                  </a:cubicBezTo>
                  <a:cubicBezTo>
                    <a:pt x="4735" y="1493"/>
                    <a:pt x="4581" y="1361"/>
                    <a:pt x="4378" y="1361"/>
                  </a:cubicBezTo>
                  <a:close/>
                  <a:moveTo>
                    <a:pt x="11602" y="393"/>
                  </a:moveTo>
                  <a:lnTo>
                    <a:pt x="11602" y="1451"/>
                  </a:lnTo>
                  <a:lnTo>
                    <a:pt x="11389" y="1451"/>
                  </a:lnTo>
                  <a:lnTo>
                    <a:pt x="11389" y="1926"/>
                  </a:lnTo>
                  <a:lnTo>
                    <a:pt x="11602" y="1926"/>
                  </a:lnTo>
                  <a:lnTo>
                    <a:pt x="11602" y="3949"/>
                  </a:lnTo>
                  <a:cubicBezTo>
                    <a:pt x="11602" y="4415"/>
                    <a:pt x="11645" y="4736"/>
                    <a:pt x="11730" y="4913"/>
                  </a:cubicBezTo>
                  <a:cubicBezTo>
                    <a:pt x="11816" y="5089"/>
                    <a:pt x="11971" y="5177"/>
                    <a:pt x="12195" y="5177"/>
                  </a:cubicBezTo>
                  <a:lnTo>
                    <a:pt x="12494" y="5177"/>
                  </a:lnTo>
                  <a:lnTo>
                    <a:pt x="12494" y="4665"/>
                  </a:lnTo>
                  <a:lnTo>
                    <a:pt x="12195" y="4665"/>
                  </a:lnTo>
                  <a:cubicBezTo>
                    <a:pt x="12074" y="4665"/>
                    <a:pt x="11994" y="4621"/>
                    <a:pt x="11954" y="4535"/>
                  </a:cubicBezTo>
                  <a:cubicBezTo>
                    <a:pt x="11915" y="4448"/>
                    <a:pt x="11895" y="4253"/>
                    <a:pt x="11895" y="3949"/>
                  </a:cubicBezTo>
                  <a:lnTo>
                    <a:pt x="11895" y="1926"/>
                  </a:lnTo>
                  <a:lnTo>
                    <a:pt x="12494" y="1926"/>
                  </a:lnTo>
                  <a:lnTo>
                    <a:pt x="12494" y="1451"/>
                  </a:lnTo>
                  <a:lnTo>
                    <a:pt x="11895" y="1451"/>
                  </a:lnTo>
                  <a:lnTo>
                    <a:pt x="11895" y="393"/>
                  </a:lnTo>
                  <a:close/>
                  <a:moveTo>
                    <a:pt x="12877" y="1451"/>
                  </a:moveTo>
                  <a:lnTo>
                    <a:pt x="12877" y="5177"/>
                  </a:lnTo>
                  <a:lnTo>
                    <a:pt x="13168" y="5177"/>
                  </a:lnTo>
                  <a:lnTo>
                    <a:pt x="13168" y="1451"/>
                  </a:lnTo>
                  <a:close/>
                  <a:moveTo>
                    <a:pt x="13568" y="1451"/>
                  </a:moveTo>
                  <a:lnTo>
                    <a:pt x="14232" y="5177"/>
                  </a:lnTo>
                  <a:lnTo>
                    <a:pt x="14628" y="5177"/>
                  </a:lnTo>
                  <a:lnTo>
                    <a:pt x="15292" y="1451"/>
                  </a:lnTo>
                  <a:lnTo>
                    <a:pt x="14983" y="1451"/>
                  </a:lnTo>
                  <a:lnTo>
                    <a:pt x="14430" y="4578"/>
                  </a:lnTo>
                  <a:lnTo>
                    <a:pt x="13877" y="1451"/>
                  </a:lnTo>
                  <a:close/>
                  <a:moveTo>
                    <a:pt x="19592" y="1361"/>
                  </a:moveTo>
                  <a:cubicBezTo>
                    <a:pt x="19451" y="1361"/>
                    <a:pt x="19332" y="1416"/>
                    <a:pt x="19234" y="1526"/>
                  </a:cubicBezTo>
                  <a:cubicBezTo>
                    <a:pt x="19136" y="1635"/>
                    <a:pt x="19057" y="1803"/>
                    <a:pt x="18996" y="2030"/>
                  </a:cubicBezTo>
                  <a:lnTo>
                    <a:pt x="18996" y="1451"/>
                  </a:lnTo>
                  <a:lnTo>
                    <a:pt x="18703" y="1451"/>
                  </a:lnTo>
                  <a:lnTo>
                    <a:pt x="18703" y="5177"/>
                  </a:lnTo>
                  <a:lnTo>
                    <a:pt x="18996" y="5177"/>
                  </a:lnTo>
                  <a:lnTo>
                    <a:pt x="18996" y="3214"/>
                  </a:lnTo>
                  <a:cubicBezTo>
                    <a:pt x="18996" y="2793"/>
                    <a:pt x="19040" y="2469"/>
                    <a:pt x="19128" y="2244"/>
                  </a:cubicBezTo>
                  <a:cubicBezTo>
                    <a:pt x="19216" y="2019"/>
                    <a:pt x="19342" y="1907"/>
                    <a:pt x="19506" y="1907"/>
                  </a:cubicBezTo>
                  <a:cubicBezTo>
                    <a:pt x="19553" y="1907"/>
                    <a:pt x="19595" y="1916"/>
                    <a:pt x="19633" y="1935"/>
                  </a:cubicBezTo>
                  <a:cubicBezTo>
                    <a:pt x="19672" y="1954"/>
                    <a:pt x="19708" y="1983"/>
                    <a:pt x="19740" y="2023"/>
                  </a:cubicBezTo>
                  <a:lnTo>
                    <a:pt x="19739" y="1394"/>
                  </a:lnTo>
                  <a:cubicBezTo>
                    <a:pt x="19709" y="1383"/>
                    <a:pt x="19682" y="1375"/>
                    <a:pt x="19658" y="1369"/>
                  </a:cubicBezTo>
                  <a:cubicBezTo>
                    <a:pt x="19634" y="1364"/>
                    <a:pt x="19612" y="1361"/>
                    <a:pt x="19592" y="1361"/>
                  </a:cubicBezTo>
                  <a:close/>
                  <a:moveTo>
                    <a:pt x="22037" y="0"/>
                  </a:moveTo>
                  <a:lnTo>
                    <a:pt x="22037" y="5177"/>
                  </a:lnTo>
                  <a:lnTo>
                    <a:pt x="22328" y="5177"/>
                  </a:lnTo>
                  <a:lnTo>
                    <a:pt x="22328" y="0"/>
                  </a:lnTo>
                  <a:close/>
                  <a:moveTo>
                    <a:pt x="24916" y="393"/>
                  </a:moveTo>
                  <a:lnTo>
                    <a:pt x="24916" y="1451"/>
                  </a:lnTo>
                  <a:lnTo>
                    <a:pt x="24703" y="1451"/>
                  </a:lnTo>
                  <a:lnTo>
                    <a:pt x="24703" y="1926"/>
                  </a:lnTo>
                  <a:lnTo>
                    <a:pt x="24916" y="1926"/>
                  </a:lnTo>
                  <a:lnTo>
                    <a:pt x="24916" y="3949"/>
                  </a:lnTo>
                  <a:cubicBezTo>
                    <a:pt x="24916" y="4415"/>
                    <a:pt x="24959" y="4736"/>
                    <a:pt x="25044" y="4913"/>
                  </a:cubicBezTo>
                  <a:cubicBezTo>
                    <a:pt x="25130" y="5089"/>
                    <a:pt x="25285" y="5177"/>
                    <a:pt x="25509" y="5177"/>
                  </a:cubicBezTo>
                  <a:lnTo>
                    <a:pt x="25808" y="5177"/>
                  </a:lnTo>
                  <a:lnTo>
                    <a:pt x="25808" y="4665"/>
                  </a:lnTo>
                  <a:lnTo>
                    <a:pt x="25509" y="4665"/>
                  </a:lnTo>
                  <a:cubicBezTo>
                    <a:pt x="25388" y="4665"/>
                    <a:pt x="25308" y="4621"/>
                    <a:pt x="25268" y="4535"/>
                  </a:cubicBezTo>
                  <a:cubicBezTo>
                    <a:pt x="25229" y="4448"/>
                    <a:pt x="25209" y="4253"/>
                    <a:pt x="25209" y="3949"/>
                  </a:cubicBezTo>
                  <a:lnTo>
                    <a:pt x="25209" y="1926"/>
                  </a:lnTo>
                  <a:lnTo>
                    <a:pt x="25808" y="1926"/>
                  </a:lnTo>
                  <a:lnTo>
                    <a:pt x="25808" y="1451"/>
                  </a:lnTo>
                  <a:lnTo>
                    <a:pt x="25209" y="1451"/>
                  </a:lnTo>
                  <a:lnTo>
                    <a:pt x="25209" y="393"/>
                  </a:lnTo>
                  <a:close/>
                  <a:moveTo>
                    <a:pt x="26191" y="1451"/>
                  </a:moveTo>
                  <a:lnTo>
                    <a:pt x="26191" y="5177"/>
                  </a:lnTo>
                  <a:lnTo>
                    <a:pt x="26482" y="5177"/>
                  </a:lnTo>
                  <a:lnTo>
                    <a:pt x="26482" y="1451"/>
                  </a:lnTo>
                  <a:close/>
                  <a:moveTo>
                    <a:pt x="29926" y="1361"/>
                  </a:moveTo>
                  <a:cubicBezTo>
                    <a:pt x="29803" y="1361"/>
                    <a:pt x="29694" y="1416"/>
                    <a:pt x="29599" y="1527"/>
                  </a:cubicBezTo>
                  <a:cubicBezTo>
                    <a:pt x="29505" y="1638"/>
                    <a:pt x="29423" y="1806"/>
                    <a:pt x="29354" y="2030"/>
                  </a:cubicBezTo>
                  <a:lnTo>
                    <a:pt x="29354" y="1451"/>
                  </a:lnTo>
                  <a:lnTo>
                    <a:pt x="29061" y="1451"/>
                  </a:lnTo>
                  <a:lnTo>
                    <a:pt x="29061" y="5177"/>
                  </a:lnTo>
                  <a:lnTo>
                    <a:pt x="29354" y="5177"/>
                  </a:lnTo>
                  <a:lnTo>
                    <a:pt x="29354" y="3071"/>
                  </a:lnTo>
                  <a:cubicBezTo>
                    <a:pt x="29354" y="2707"/>
                    <a:pt x="29399" y="2420"/>
                    <a:pt x="29490" y="2209"/>
                  </a:cubicBezTo>
                  <a:cubicBezTo>
                    <a:pt x="29580" y="1999"/>
                    <a:pt x="29704" y="1893"/>
                    <a:pt x="29861" y="1893"/>
                  </a:cubicBezTo>
                  <a:cubicBezTo>
                    <a:pt x="29992" y="1893"/>
                    <a:pt x="30090" y="1981"/>
                    <a:pt x="30155" y="2156"/>
                  </a:cubicBezTo>
                  <a:cubicBezTo>
                    <a:pt x="30220" y="2331"/>
                    <a:pt x="30253" y="2595"/>
                    <a:pt x="30253" y="2948"/>
                  </a:cubicBezTo>
                  <a:lnTo>
                    <a:pt x="30253" y="5177"/>
                  </a:lnTo>
                  <a:lnTo>
                    <a:pt x="30544" y="5177"/>
                  </a:lnTo>
                  <a:lnTo>
                    <a:pt x="30544" y="2928"/>
                  </a:lnTo>
                  <a:cubicBezTo>
                    <a:pt x="30544" y="2413"/>
                    <a:pt x="30492" y="2024"/>
                    <a:pt x="30387" y="1758"/>
                  </a:cubicBezTo>
                  <a:cubicBezTo>
                    <a:pt x="30283" y="1493"/>
                    <a:pt x="30129" y="1361"/>
                    <a:pt x="29926" y="1361"/>
                  </a:cubicBezTo>
                  <a:close/>
                  <a:moveTo>
                    <a:pt x="32148" y="393"/>
                  </a:moveTo>
                  <a:lnTo>
                    <a:pt x="32148" y="1451"/>
                  </a:lnTo>
                  <a:lnTo>
                    <a:pt x="31935" y="1451"/>
                  </a:lnTo>
                  <a:lnTo>
                    <a:pt x="31935" y="1926"/>
                  </a:lnTo>
                  <a:lnTo>
                    <a:pt x="32148" y="1926"/>
                  </a:lnTo>
                  <a:lnTo>
                    <a:pt x="32148" y="3949"/>
                  </a:lnTo>
                  <a:cubicBezTo>
                    <a:pt x="32148" y="4415"/>
                    <a:pt x="32191" y="4736"/>
                    <a:pt x="32276" y="4913"/>
                  </a:cubicBezTo>
                  <a:cubicBezTo>
                    <a:pt x="32362" y="5089"/>
                    <a:pt x="32517" y="5177"/>
                    <a:pt x="32741" y="5177"/>
                  </a:cubicBezTo>
                  <a:lnTo>
                    <a:pt x="33040" y="5177"/>
                  </a:lnTo>
                  <a:lnTo>
                    <a:pt x="33040" y="4665"/>
                  </a:lnTo>
                  <a:lnTo>
                    <a:pt x="32741" y="4665"/>
                  </a:lnTo>
                  <a:cubicBezTo>
                    <a:pt x="32620" y="4665"/>
                    <a:pt x="32540" y="4621"/>
                    <a:pt x="32500" y="4535"/>
                  </a:cubicBezTo>
                  <a:cubicBezTo>
                    <a:pt x="32461" y="4448"/>
                    <a:pt x="32441" y="4253"/>
                    <a:pt x="32441" y="3949"/>
                  </a:cubicBezTo>
                  <a:lnTo>
                    <a:pt x="32441" y="1926"/>
                  </a:lnTo>
                  <a:lnTo>
                    <a:pt x="33040" y="1926"/>
                  </a:lnTo>
                  <a:lnTo>
                    <a:pt x="33040" y="1451"/>
                  </a:lnTo>
                  <a:lnTo>
                    <a:pt x="32441" y="1451"/>
                  </a:lnTo>
                  <a:lnTo>
                    <a:pt x="32441" y="393"/>
                  </a:lnTo>
                  <a:close/>
                  <a:moveTo>
                    <a:pt x="39435" y="0"/>
                  </a:moveTo>
                  <a:lnTo>
                    <a:pt x="39435" y="5177"/>
                  </a:lnTo>
                  <a:lnTo>
                    <a:pt x="39728" y="5177"/>
                  </a:lnTo>
                  <a:lnTo>
                    <a:pt x="39728" y="3071"/>
                  </a:lnTo>
                  <a:cubicBezTo>
                    <a:pt x="39728" y="2707"/>
                    <a:pt x="39773" y="2420"/>
                    <a:pt x="39864" y="2209"/>
                  </a:cubicBezTo>
                  <a:cubicBezTo>
                    <a:pt x="39954" y="1999"/>
                    <a:pt x="40078" y="1893"/>
                    <a:pt x="40235" y="1893"/>
                  </a:cubicBezTo>
                  <a:cubicBezTo>
                    <a:pt x="40366" y="1893"/>
                    <a:pt x="40464" y="1981"/>
                    <a:pt x="40529" y="2156"/>
                  </a:cubicBezTo>
                  <a:cubicBezTo>
                    <a:pt x="40594" y="2331"/>
                    <a:pt x="40627" y="2595"/>
                    <a:pt x="40627" y="2948"/>
                  </a:cubicBezTo>
                  <a:lnTo>
                    <a:pt x="40627" y="5177"/>
                  </a:lnTo>
                  <a:lnTo>
                    <a:pt x="40918" y="5177"/>
                  </a:lnTo>
                  <a:lnTo>
                    <a:pt x="40918" y="2928"/>
                  </a:lnTo>
                  <a:cubicBezTo>
                    <a:pt x="40918" y="2413"/>
                    <a:pt x="40866" y="2024"/>
                    <a:pt x="40762" y="1758"/>
                  </a:cubicBezTo>
                  <a:cubicBezTo>
                    <a:pt x="40657" y="1493"/>
                    <a:pt x="40503" y="1361"/>
                    <a:pt x="40300" y="1361"/>
                  </a:cubicBezTo>
                  <a:cubicBezTo>
                    <a:pt x="40177" y="1361"/>
                    <a:pt x="40068" y="1416"/>
                    <a:pt x="39973" y="1527"/>
                  </a:cubicBezTo>
                  <a:cubicBezTo>
                    <a:pt x="39879" y="1638"/>
                    <a:pt x="39797" y="1806"/>
                    <a:pt x="39728" y="2030"/>
                  </a:cubicBezTo>
                  <a:lnTo>
                    <a:pt x="39728" y="0"/>
                  </a:lnTo>
                  <a:close/>
                  <a:moveTo>
                    <a:pt x="41498" y="1451"/>
                  </a:moveTo>
                  <a:lnTo>
                    <a:pt x="41498" y="5177"/>
                  </a:lnTo>
                  <a:lnTo>
                    <a:pt x="41789" y="5177"/>
                  </a:lnTo>
                  <a:lnTo>
                    <a:pt x="41789" y="1451"/>
                  </a:lnTo>
                  <a:close/>
                  <a:moveTo>
                    <a:pt x="44442" y="0"/>
                  </a:moveTo>
                  <a:lnTo>
                    <a:pt x="44442" y="5177"/>
                  </a:lnTo>
                  <a:lnTo>
                    <a:pt x="44735" y="5177"/>
                  </a:lnTo>
                  <a:lnTo>
                    <a:pt x="44735" y="3071"/>
                  </a:lnTo>
                  <a:cubicBezTo>
                    <a:pt x="44735" y="2707"/>
                    <a:pt x="44780" y="2420"/>
                    <a:pt x="44871" y="2209"/>
                  </a:cubicBezTo>
                  <a:cubicBezTo>
                    <a:pt x="44961" y="1999"/>
                    <a:pt x="45085" y="1893"/>
                    <a:pt x="45242" y="1893"/>
                  </a:cubicBezTo>
                  <a:cubicBezTo>
                    <a:pt x="45373" y="1893"/>
                    <a:pt x="45471" y="1981"/>
                    <a:pt x="45536" y="2156"/>
                  </a:cubicBezTo>
                  <a:cubicBezTo>
                    <a:pt x="45601" y="2331"/>
                    <a:pt x="45634" y="2595"/>
                    <a:pt x="45634" y="2948"/>
                  </a:cubicBezTo>
                  <a:lnTo>
                    <a:pt x="45634" y="5177"/>
                  </a:lnTo>
                  <a:lnTo>
                    <a:pt x="45925" y="5177"/>
                  </a:lnTo>
                  <a:lnTo>
                    <a:pt x="45925" y="2928"/>
                  </a:lnTo>
                  <a:cubicBezTo>
                    <a:pt x="45925" y="2413"/>
                    <a:pt x="45873" y="2024"/>
                    <a:pt x="45769" y="1758"/>
                  </a:cubicBezTo>
                  <a:cubicBezTo>
                    <a:pt x="45664" y="1493"/>
                    <a:pt x="45510" y="1361"/>
                    <a:pt x="45307" y="1361"/>
                  </a:cubicBezTo>
                  <a:cubicBezTo>
                    <a:pt x="45184" y="1361"/>
                    <a:pt x="45075" y="1416"/>
                    <a:pt x="44980" y="1527"/>
                  </a:cubicBezTo>
                  <a:cubicBezTo>
                    <a:pt x="44886" y="1638"/>
                    <a:pt x="44804" y="1806"/>
                    <a:pt x="44735" y="2030"/>
                  </a:cubicBezTo>
                  <a:lnTo>
                    <a:pt x="44735" y="0"/>
                  </a:lnTo>
                  <a:close/>
                  <a:moveTo>
                    <a:pt x="49216" y="393"/>
                  </a:moveTo>
                  <a:lnTo>
                    <a:pt x="49216" y="1451"/>
                  </a:lnTo>
                  <a:lnTo>
                    <a:pt x="49003" y="1451"/>
                  </a:lnTo>
                  <a:lnTo>
                    <a:pt x="49003" y="1926"/>
                  </a:lnTo>
                  <a:lnTo>
                    <a:pt x="49216" y="1926"/>
                  </a:lnTo>
                  <a:lnTo>
                    <a:pt x="49216" y="3949"/>
                  </a:lnTo>
                  <a:cubicBezTo>
                    <a:pt x="49216" y="4415"/>
                    <a:pt x="49259" y="4736"/>
                    <a:pt x="49344" y="4913"/>
                  </a:cubicBezTo>
                  <a:cubicBezTo>
                    <a:pt x="49430" y="5089"/>
                    <a:pt x="49585" y="5177"/>
                    <a:pt x="49809" y="5177"/>
                  </a:cubicBezTo>
                  <a:lnTo>
                    <a:pt x="50108" y="5177"/>
                  </a:lnTo>
                  <a:lnTo>
                    <a:pt x="50108" y="4665"/>
                  </a:lnTo>
                  <a:lnTo>
                    <a:pt x="49809" y="4665"/>
                  </a:lnTo>
                  <a:cubicBezTo>
                    <a:pt x="49688" y="4665"/>
                    <a:pt x="49608" y="4621"/>
                    <a:pt x="49568" y="4535"/>
                  </a:cubicBezTo>
                  <a:cubicBezTo>
                    <a:pt x="49529" y="4448"/>
                    <a:pt x="49509" y="4253"/>
                    <a:pt x="49509" y="3949"/>
                  </a:cubicBezTo>
                  <a:lnTo>
                    <a:pt x="49509" y="1926"/>
                  </a:lnTo>
                  <a:lnTo>
                    <a:pt x="50108" y="1926"/>
                  </a:lnTo>
                  <a:lnTo>
                    <a:pt x="50108" y="1451"/>
                  </a:lnTo>
                  <a:lnTo>
                    <a:pt x="49509" y="1451"/>
                  </a:lnTo>
                  <a:lnTo>
                    <a:pt x="49509" y="393"/>
                  </a:lnTo>
                  <a:close/>
                  <a:moveTo>
                    <a:pt x="52470" y="393"/>
                  </a:moveTo>
                  <a:lnTo>
                    <a:pt x="52470" y="1451"/>
                  </a:lnTo>
                  <a:lnTo>
                    <a:pt x="52257" y="1451"/>
                  </a:lnTo>
                  <a:lnTo>
                    <a:pt x="52257" y="1926"/>
                  </a:lnTo>
                  <a:lnTo>
                    <a:pt x="52470" y="1926"/>
                  </a:lnTo>
                  <a:lnTo>
                    <a:pt x="52470" y="3949"/>
                  </a:lnTo>
                  <a:cubicBezTo>
                    <a:pt x="52470" y="4415"/>
                    <a:pt x="52513" y="4736"/>
                    <a:pt x="52598" y="4913"/>
                  </a:cubicBezTo>
                  <a:cubicBezTo>
                    <a:pt x="52684" y="5089"/>
                    <a:pt x="52839" y="5177"/>
                    <a:pt x="53063" y="5177"/>
                  </a:cubicBezTo>
                  <a:lnTo>
                    <a:pt x="53362" y="5177"/>
                  </a:lnTo>
                  <a:lnTo>
                    <a:pt x="53362" y="4665"/>
                  </a:lnTo>
                  <a:lnTo>
                    <a:pt x="53063" y="4665"/>
                  </a:lnTo>
                  <a:cubicBezTo>
                    <a:pt x="52942" y="4665"/>
                    <a:pt x="52862" y="4621"/>
                    <a:pt x="52822" y="4535"/>
                  </a:cubicBezTo>
                  <a:cubicBezTo>
                    <a:pt x="52783" y="4448"/>
                    <a:pt x="52763" y="4253"/>
                    <a:pt x="52763" y="3949"/>
                  </a:cubicBezTo>
                  <a:lnTo>
                    <a:pt x="52763" y="1926"/>
                  </a:lnTo>
                  <a:lnTo>
                    <a:pt x="53362" y="1926"/>
                  </a:lnTo>
                  <a:lnTo>
                    <a:pt x="53362" y="1451"/>
                  </a:lnTo>
                  <a:lnTo>
                    <a:pt x="52763" y="1451"/>
                  </a:lnTo>
                  <a:lnTo>
                    <a:pt x="52763" y="393"/>
                  </a:lnTo>
                  <a:close/>
                  <a:moveTo>
                    <a:pt x="58513" y="1451"/>
                  </a:moveTo>
                  <a:lnTo>
                    <a:pt x="58513" y="5177"/>
                  </a:lnTo>
                  <a:lnTo>
                    <a:pt x="58804" y="5177"/>
                  </a:lnTo>
                  <a:lnTo>
                    <a:pt x="58804" y="1451"/>
                  </a:lnTo>
                  <a:close/>
                  <a:moveTo>
                    <a:pt x="60267" y="1361"/>
                  </a:moveTo>
                  <a:cubicBezTo>
                    <a:pt x="60144" y="1361"/>
                    <a:pt x="60035" y="1416"/>
                    <a:pt x="59940" y="1527"/>
                  </a:cubicBezTo>
                  <a:cubicBezTo>
                    <a:pt x="59846" y="1638"/>
                    <a:pt x="59764" y="1806"/>
                    <a:pt x="59695" y="2030"/>
                  </a:cubicBezTo>
                  <a:lnTo>
                    <a:pt x="59695" y="1451"/>
                  </a:lnTo>
                  <a:lnTo>
                    <a:pt x="59402" y="1451"/>
                  </a:lnTo>
                  <a:lnTo>
                    <a:pt x="59402" y="5177"/>
                  </a:lnTo>
                  <a:lnTo>
                    <a:pt x="59695" y="5177"/>
                  </a:lnTo>
                  <a:lnTo>
                    <a:pt x="59695" y="3071"/>
                  </a:lnTo>
                  <a:cubicBezTo>
                    <a:pt x="59695" y="2707"/>
                    <a:pt x="59740" y="2420"/>
                    <a:pt x="59831" y="2209"/>
                  </a:cubicBezTo>
                  <a:cubicBezTo>
                    <a:pt x="59921" y="1999"/>
                    <a:pt x="60045" y="1893"/>
                    <a:pt x="60202" y="1893"/>
                  </a:cubicBezTo>
                  <a:cubicBezTo>
                    <a:pt x="60333" y="1893"/>
                    <a:pt x="60431" y="1981"/>
                    <a:pt x="60496" y="2156"/>
                  </a:cubicBezTo>
                  <a:cubicBezTo>
                    <a:pt x="60561" y="2331"/>
                    <a:pt x="60594" y="2595"/>
                    <a:pt x="60594" y="2948"/>
                  </a:cubicBezTo>
                  <a:lnTo>
                    <a:pt x="60594" y="5177"/>
                  </a:lnTo>
                  <a:lnTo>
                    <a:pt x="60885" y="5177"/>
                  </a:lnTo>
                  <a:lnTo>
                    <a:pt x="60885" y="2928"/>
                  </a:lnTo>
                  <a:cubicBezTo>
                    <a:pt x="60885" y="2413"/>
                    <a:pt x="60833" y="2024"/>
                    <a:pt x="60728" y="1758"/>
                  </a:cubicBezTo>
                  <a:cubicBezTo>
                    <a:pt x="60624" y="1493"/>
                    <a:pt x="60470" y="1361"/>
                    <a:pt x="60267" y="1361"/>
                  </a:cubicBezTo>
                  <a:close/>
                  <a:moveTo>
                    <a:pt x="63520" y="1451"/>
                  </a:moveTo>
                  <a:lnTo>
                    <a:pt x="63520" y="5177"/>
                  </a:lnTo>
                  <a:lnTo>
                    <a:pt x="63811" y="5177"/>
                  </a:lnTo>
                  <a:lnTo>
                    <a:pt x="63811" y="1451"/>
                  </a:lnTo>
                  <a:close/>
                  <a:moveTo>
                    <a:pt x="64211" y="1451"/>
                  </a:moveTo>
                  <a:lnTo>
                    <a:pt x="64875" y="5177"/>
                  </a:lnTo>
                  <a:lnTo>
                    <a:pt x="65271" y="5177"/>
                  </a:lnTo>
                  <a:lnTo>
                    <a:pt x="65935" y="1451"/>
                  </a:lnTo>
                  <a:lnTo>
                    <a:pt x="65626" y="1451"/>
                  </a:lnTo>
                  <a:lnTo>
                    <a:pt x="65073" y="4578"/>
                  </a:lnTo>
                  <a:lnTo>
                    <a:pt x="64520" y="1451"/>
                  </a:lnTo>
                  <a:close/>
                  <a:moveTo>
                    <a:pt x="66336" y="1451"/>
                  </a:moveTo>
                  <a:lnTo>
                    <a:pt x="66336" y="5177"/>
                  </a:lnTo>
                  <a:lnTo>
                    <a:pt x="66627" y="5177"/>
                  </a:lnTo>
                  <a:lnTo>
                    <a:pt x="66627" y="1451"/>
                  </a:lnTo>
                  <a:close/>
                  <a:moveTo>
                    <a:pt x="73327" y="0"/>
                  </a:moveTo>
                  <a:lnTo>
                    <a:pt x="73327" y="5177"/>
                  </a:lnTo>
                  <a:lnTo>
                    <a:pt x="73618" y="5177"/>
                  </a:lnTo>
                  <a:lnTo>
                    <a:pt x="73618" y="0"/>
                  </a:lnTo>
                  <a:close/>
                  <a:moveTo>
                    <a:pt x="76134" y="1361"/>
                  </a:moveTo>
                  <a:cubicBezTo>
                    <a:pt x="75993" y="1361"/>
                    <a:pt x="75874" y="1416"/>
                    <a:pt x="75776" y="1526"/>
                  </a:cubicBezTo>
                  <a:cubicBezTo>
                    <a:pt x="75678" y="1635"/>
                    <a:pt x="75599" y="1803"/>
                    <a:pt x="75538" y="2030"/>
                  </a:cubicBezTo>
                  <a:lnTo>
                    <a:pt x="75538" y="1451"/>
                  </a:lnTo>
                  <a:lnTo>
                    <a:pt x="75245" y="1451"/>
                  </a:lnTo>
                  <a:lnTo>
                    <a:pt x="75245" y="5177"/>
                  </a:lnTo>
                  <a:lnTo>
                    <a:pt x="75538" y="5177"/>
                  </a:lnTo>
                  <a:lnTo>
                    <a:pt x="75538" y="3214"/>
                  </a:lnTo>
                  <a:cubicBezTo>
                    <a:pt x="75538" y="2793"/>
                    <a:pt x="75582" y="2469"/>
                    <a:pt x="75670" y="2244"/>
                  </a:cubicBezTo>
                  <a:cubicBezTo>
                    <a:pt x="75758" y="2019"/>
                    <a:pt x="75884" y="1907"/>
                    <a:pt x="76048" y="1907"/>
                  </a:cubicBezTo>
                  <a:cubicBezTo>
                    <a:pt x="76095" y="1907"/>
                    <a:pt x="76137" y="1916"/>
                    <a:pt x="76175" y="1935"/>
                  </a:cubicBezTo>
                  <a:cubicBezTo>
                    <a:pt x="76214" y="1954"/>
                    <a:pt x="76250" y="1983"/>
                    <a:pt x="76282" y="2023"/>
                  </a:cubicBezTo>
                  <a:lnTo>
                    <a:pt x="76281" y="1394"/>
                  </a:lnTo>
                  <a:cubicBezTo>
                    <a:pt x="76251" y="1383"/>
                    <a:pt x="76224" y="1375"/>
                    <a:pt x="76200" y="1369"/>
                  </a:cubicBezTo>
                  <a:cubicBezTo>
                    <a:pt x="76176" y="1364"/>
                    <a:pt x="76154" y="1361"/>
                    <a:pt x="76134" y="1361"/>
                  </a:cubicBezTo>
                  <a:close/>
                  <a:moveTo>
                    <a:pt x="6318" y="1361"/>
                  </a:moveTo>
                  <a:cubicBezTo>
                    <a:pt x="6052" y="1361"/>
                    <a:pt x="5841" y="1540"/>
                    <a:pt x="5684" y="1898"/>
                  </a:cubicBezTo>
                  <a:cubicBezTo>
                    <a:pt x="5528" y="2256"/>
                    <a:pt x="5450" y="2741"/>
                    <a:pt x="5450" y="3350"/>
                  </a:cubicBezTo>
                  <a:cubicBezTo>
                    <a:pt x="5450" y="3941"/>
                    <a:pt x="5532" y="4409"/>
                    <a:pt x="5697" y="4755"/>
                  </a:cubicBezTo>
                  <a:cubicBezTo>
                    <a:pt x="5862" y="5101"/>
                    <a:pt x="6086" y="5274"/>
                    <a:pt x="6368" y="5274"/>
                  </a:cubicBezTo>
                  <a:cubicBezTo>
                    <a:pt x="6481" y="5274"/>
                    <a:pt x="6592" y="5249"/>
                    <a:pt x="6702" y="5200"/>
                  </a:cubicBezTo>
                  <a:cubicBezTo>
                    <a:pt x="6811" y="5152"/>
                    <a:pt x="6918" y="5081"/>
                    <a:pt x="7023" y="4987"/>
                  </a:cubicBezTo>
                  <a:lnTo>
                    <a:pt x="7023" y="4409"/>
                  </a:lnTo>
                  <a:cubicBezTo>
                    <a:pt x="6919" y="4524"/>
                    <a:pt x="6815" y="4610"/>
                    <a:pt x="6710" y="4668"/>
                  </a:cubicBezTo>
                  <a:cubicBezTo>
                    <a:pt x="6606" y="4726"/>
                    <a:pt x="6497" y="4755"/>
                    <a:pt x="6386" y="4755"/>
                  </a:cubicBezTo>
                  <a:cubicBezTo>
                    <a:pt x="6193" y="4755"/>
                    <a:pt x="6042" y="4644"/>
                    <a:pt x="5934" y="4424"/>
                  </a:cubicBezTo>
                  <a:cubicBezTo>
                    <a:pt x="5826" y="4203"/>
                    <a:pt x="5766" y="3882"/>
                    <a:pt x="5753" y="3460"/>
                  </a:cubicBezTo>
                  <a:lnTo>
                    <a:pt x="7091" y="3460"/>
                  </a:lnTo>
                  <a:lnTo>
                    <a:pt x="7091" y="3161"/>
                  </a:lnTo>
                  <a:cubicBezTo>
                    <a:pt x="7091" y="2606"/>
                    <a:pt x="7021" y="2168"/>
                    <a:pt x="6883" y="1845"/>
                  </a:cubicBezTo>
                  <a:cubicBezTo>
                    <a:pt x="6744" y="1522"/>
                    <a:pt x="6556" y="1361"/>
                    <a:pt x="6318" y="1361"/>
                  </a:cubicBezTo>
                  <a:close/>
                  <a:moveTo>
                    <a:pt x="10244" y="1361"/>
                  </a:moveTo>
                  <a:cubicBezTo>
                    <a:pt x="10150" y="1361"/>
                    <a:pt x="10052" y="1382"/>
                    <a:pt x="9952" y="1426"/>
                  </a:cubicBezTo>
                  <a:cubicBezTo>
                    <a:pt x="9852" y="1469"/>
                    <a:pt x="9749" y="1534"/>
                    <a:pt x="9642" y="1620"/>
                  </a:cubicBezTo>
                  <a:lnTo>
                    <a:pt x="9642" y="2186"/>
                  </a:lnTo>
                  <a:cubicBezTo>
                    <a:pt x="9731" y="2084"/>
                    <a:pt x="9823" y="2007"/>
                    <a:pt x="9919" y="1956"/>
                  </a:cubicBezTo>
                  <a:cubicBezTo>
                    <a:pt x="10015" y="1905"/>
                    <a:pt x="10113" y="1880"/>
                    <a:pt x="10214" y="1880"/>
                  </a:cubicBezTo>
                  <a:cubicBezTo>
                    <a:pt x="10374" y="1880"/>
                    <a:pt x="10497" y="1957"/>
                    <a:pt x="10585" y="2111"/>
                  </a:cubicBezTo>
                  <a:cubicBezTo>
                    <a:pt x="10673" y="2265"/>
                    <a:pt x="10717" y="2483"/>
                    <a:pt x="10717" y="2765"/>
                  </a:cubicBezTo>
                  <a:lnTo>
                    <a:pt x="10717" y="2825"/>
                  </a:lnTo>
                  <a:lnTo>
                    <a:pt x="10309" y="2825"/>
                  </a:lnTo>
                  <a:cubicBezTo>
                    <a:pt x="10045" y="2825"/>
                    <a:pt x="9846" y="2931"/>
                    <a:pt x="9712" y="3144"/>
                  </a:cubicBezTo>
                  <a:cubicBezTo>
                    <a:pt x="9579" y="3357"/>
                    <a:pt x="9512" y="3673"/>
                    <a:pt x="9512" y="4092"/>
                  </a:cubicBezTo>
                  <a:cubicBezTo>
                    <a:pt x="9512" y="4452"/>
                    <a:pt x="9566" y="4738"/>
                    <a:pt x="9673" y="4953"/>
                  </a:cubicBezTo>
                  <a:cubicBezTo>
                    <a:pt x="9780" y="5167"/>
                    <a:pt x="9924" y="5274"/>
                    <a:pt x="10105" y="5274"/>
                  </a:cubicBezTo>
                  <a:cubicBezTo>
                    <a:pt x="10249" y="5274"/>
                    <a:pt x="10370" y="5220"/>
                    <a:pt x="10469" y="5112"/>
                  </a:cubicBezTo>
                  <a:cubicBezTo>
                    <a:pt x="10568" y="5005"/>
                    <a:pt x="10651" y="4838"/>
                    <a:pt x="10717" y="4611"/>
                  </a:cubicBezTo>
                  <a:lnTo>
                    <a:pt x="10717" y="5177"/>
                  </a:lnTo>
                  <a:lnTo>
                    <a:pt x="11008" y="5177"/>
                  </a:lnTo>
                  <a:lnTo>
                    <a:pt x="11008" y="3051"/>
                  </a:lnTo>
                  <a:cubicBezTo>
                    <a:pt x="11008" y="2483"/>
                    <a:pt x="10945" y="2060"/>
                    <a:pt x="10818" y="1780"/>
                  </a:cubicBezTo>
                  <a:cubicBezTo>
                    <a:pt x="10692" y="1501"/>
                    <a:pt x="10501" y="1361"/>
                    <a:pt x="10244" y="1361"/>
                  </a:cubicBezTo>
                  <a:close/>
                  <a:moveTo>
                    <a:pt x="16435" y="1361"/>
                  </a:moveTo>
                  <a:cubicBezTo>
                    <a:pt x="16169" y="1361"/>
                    <a:pt x="15958" y="1540"/>
                    <a:pt x="15801" y="1898"/>
                  </a:cubicBezTo>
                  <a:cubicBezTo>
                    <a:pt x="15645" y="2256"/>
                    <a:pt x="15567" y="2741"/>
                    <a:pt x="15567" y="3350"/>
                  </a:cubicBezTo>
                  <a:cubicBezTo>
                    <a:pt x="15567" y="3941"/>
                    <a:pt x="15649" y="4409"/>
                    <a:pt x="15814" y="4755"/>
                  </a:cubicBezTo>
                  <a:cubicBezTo>
                    <a:pt x="15979" y="5101"/>
                    <a:pt x="16203" y="5274"/>
                    <a:pt x="16485" y="5274"/>
                  </a:cubicBezTo>
                  <a:cubicBezTo>
                    <a:pt x="16598" y="5274"/>
                    <a:pt x="16709" y="5249"/>
                    <a:pt x="16819" y="5200"/>
                  </a:cubicBezTo>
                  <a:cubicBezTo>
                    <a:pt x="16928" y="5152"/>
                    <a:pt x="17035" y="5081"/>
                    <a:pt x="17140" y="4987"/>
                  </a:cubicBezTo>
                  <a:lnTo>
                    <a:pt x="17140" y="4409"/>
                  </a:lnTo>
                  <a:cubicBezTo>
                    <a:pt x="17036" y="4524"/>
                    <a:pt x="16932" y="4610"/>
                    <a:pt x="16827" y="4668"/>
                  </a:cubicBezTo>
                  <a:cubicBezTo>
                    <a:pt x="16723" y="4726"/>
                    <a:pt x="16614" y="4755"/>
                    <a:pt x="16503" y="4755"/>
                  </a:cubicBezTo>
                  <a:cubicBezTo>
                    <a:pt x="16310" y="4755"/>
                    <a:pt x="16159" y="4644"/>
                    <a:pt x="16051" y="4424"/>
                  </a:cubicBezTo>
                  <a:cubicBezTo>
                    <a:pt x="15943" y="4203"/>
                    <a:pt x="15883" y="3882"/>
                    <a:pt x="15870" y="3460"/>
                  </a:cubicBezTo>
                  <a:lnTo>
                    <a:pt x="17208" y="3460"/>
                  </a:lnTo>
                  <a:lnTo>
                    <a:pt x="17208" y="3161"/>
                  </a:lnTo>
                  <a:cubicBezTo>
                    <a:pt x="17208" y="2606"/>
                    <a:pt x="17138" y="2168"/>
                    <a:pt x="17000" y="1845"/>
                  </a:cubicBezTo>
                  <a:cubicBezTo>
                    <a:pt x="16861" y="1522"/>
                    <a:pt x="16673" y="1361"/>
                    <a:pt x="16435" y="1361"/>
                  </a:cubicBezTo>
                  <a:close/>
                  <a:moveTo>
                    <a:pt x="20787" y="1361"/>
                  </a:moveTo>
                  <a:cubicBezTo>
                    <a:pt x="20521" y="1361"/>
                    <a:pt x="20310" y="1540"/>
                    <a:pt x="20153" y="1898"/>
                  </a:cubicBezTo>
                  <a:cubicBezTo>
                    <a:pt x="19997" y="2256"/>
                    <a:pt x="19919" y="2741"/>
                    <a:pt x="19919" y="3350"/>
                  </a:cubicBezTo>
                  <a:cubicBezTo>
                    <a:pt x="19919" y="3941"/>
                    <a:pt x="20001" y="4409"/>
                    <a:pt x="20166" y="4755"/>
                  </a:cubicBezTo>
                  <a:cubicBezTo>
                    <a:pt x="20331" y="5101"/>
                    <a:pt x="20555" y="5274"/>
                    <a:pt x="20837" y="5274"/>
                  </a:cubicBezTo>
                  <a:cubicBezTo>
                    <a:pt x="20950" y="5274"/>
                    <a:pt x="21061" y="5249"/>
                    <a:pt x="21171" y="5200"/>
                  </a:cubicBezTo>
                  <a:cubicBezTo>
                    <a:pt x="21280" y="5152"/>
                    <a:pt x="21387" y="5081"/>
                    <a:pt x="21492" y="4987"/>
                  </a:cubicBezTo>
                  <a:lnTo>
                    <a:pt x="21492" y="4409"/>
                  </a:lnTo>
                  <a:cubicBezTo>
                    <a:pt x="21388" y="4524"/>
                    <a:pt x="21284" y="4610"/>
                    <a:pt x="21179" y="4668"/>
                  </a:cubicBezTo>
                  <a:cubicBezTo>
                    <a:pt x="21075" y="4726"/>
                    <a:pt x="20966" y="4755"/>
                    <a:pt x="20855" y="4755"/>
                  </a:cubicBezTo>
                  <a:cubicBezTo>
                    <a:pt x="20662" y="4755"/>
                    <a:pt x="20511" y="4644"/>
                    <a:pt x="20403" y="4424"/>
                  </a:cubicBezTo>
                  <a:cubicBezTo>
                    <a:pt x="20295" y="4203"/>
                    <a:pt x="20235" y="3882"/>
                    <a:pt x="20222" y="3460"/>
                  </a:cubicBezTo>
                  <a:lnTo>
                    <a:pt x="21560" y="3460"/>
                  </a:lnTo>
                  <a:lnTo>
                    <a:pt x="21560" y="3161"/>
                  </a:lnTo>
                  <a:cubicBezTo>
                    <a:pt x="21560" y="2606"/>
                    <a:pt x="21490" y="2168"/>
                    <a:pt x="21352" y="1845"/>
                  </a:cubicBezTo>
                  <a:cubicBezTo>
                    <a:pt x="21213" y="1522"/>
                    <a:pt x="21025" y="1361"/>
                    <a:pt x="20787" y="1361"/>
                  </a:cubicBezTo>
                  <a:close/>
                  <a:moveTo>
                    <a:pt x="23558" y="1361"/>
                  </a:moveTo>
                  <a:cubicBezTo>
                    <a:pt x="23464" y="1361"/>
                    <a:pt x="23366" y="1382"/>
                    <a:pt x="23266" y="1426"/>
                  </a:cubicBezTo>
                  <a:cubicBezTo>
                    <a:pt x="23166" y="1469"/>
                    <a:pt x="23063" y="1534"/>
                    <a:pt x="22956" y="1620"/>
                  </a:cubicBezTo>
                  <a:lnTo>
                    <a:pt x="22956" y="2186"/>
                  </a:lnTo>
                  <a:cubicBezTo>
                    <a:pt x="23045" y="2084"/>
                    <a:pt x="23137" y="2007"/>
                    <a:pt x="23233" y="1956"/>
                  </a:cubicBezTo>
                  <a:cubicBezTo>
                    <a:pt x="23329" y="1905"/>
                    <a:pt x="23427" y="1880"/>
                    <a:pt x="23528" y="1880"/>
                  </a:cubicBezTo>
                  <a:cubicBezTo>
                    <a:pt x="23688" y="1880"/>
                    <a:pt x="23811" y="1957"/>
                    <a:pt x="23899" y="2111"/>
                  </a:cubicBezTo>
                  <a:cubicBezTo>
                    <a:pt x="23987" y="2265"/>
                    <a:pt x="24031" y="2483"/>
                    <a:pt x="24031" y="2765"/>
                  </a:cubicBezTo>
                  <a:lnTo>
                    <a:pt x="24031" y="2825"/>
                  </a:lnTo>
                  <a:lnTo>
                    <a:pt x="23623" y="2825"/>
                  </a:lnTo>
                  <a:cubicBezTo>
                    <a:pt x="23359" y="2825"/>
                    <a:pt x="23160" y="2931"/>
                    <a:pt x="23026" y="3144"/>
                  </a:cubicBezTo>
                  <a:cubicBezTo>
                    <a:pt x="22893" y="3357"/>
                    <a:pt x="22826" y="3673"/>
                    <a:pt x="22826" y="4092"/>
                  </a:cubicBezTo>
                  <a:cubicBezTo>
                    <a:pt x="22826" y="4452"/>
                    <a:pt x="22880" y="4738"/>
                    <a:pt x="22987" y="4953"/>
                  </a:cubicBezTo>
                  <a:cubicBezTo>
                    <a:pt x="23094" y="5167"/>
                    <a:pt x="23238" y="5274"/>
                    <a:pt x="23419" y="5274"/>
                  </a:cubicBezTo>
                  <a:cubicBezTo>
                    <a:pt x="23563" y="5274"/>
                    <a:pt x="23684" y="5220"/>
                    <a:pt x="23783" y="5112"/>
                  </a:cubicBezTo>
                  <a:cubicBezTo>
                    <a:pt x="23882" y="5005"/>
                    <a:pt x="23965" y="4838"/>
                    <a:pt x="24031" y="4611"/>
                  </a:cubicBezTo>
                  <a:lnTo>
                    <a:pt x="24031" y="5177"/>
                  </a:lnTo>
                  <a:lnTo>
                    <a:pt x="24322" y="5177"/>
                  </a:lnTo>
                  <a:lnTo>
                    <a:pt x="24322" y="3051"/>
                  </a:lnTo>
                  <a:cubicBezTo>
                    <a:pt x="24322" y="2483"/>
                    <a:pt x="24259" y="2060"/>
                    <a:pt x="24132" y="1780"/>
                  </a:cubicBezTo>
                  <a:cubicBezTo>
                    <a:pt x="24006" y="1501"/>
                    <a:pt x="23815" y="1361"/>
                    <a:pt x="23558" y="1361"/>
                  </a:cubicBezTo>
                  <a:close/>
                  <a:moveTo>
                    <a:pt x="27777" y="1361"/>
                  </a:moveTo>
                  <a:cubicBezTo>
                    <a:pt x="27523" y="1361"/>
                    <a:pt x="27324" y="1534"/>
                    <a:pt x="27180" y="1880"/>
                  </a:cubicBezTo>
                  <a:cubicBezTo>
                    <a:pt x="27037" y="2226"/>
                    <a:pt x="26965" y="2705"/>
                    <a:pt x="26965" y="3317"/>
                  </a:cubicBezTo>
                  <a:cubicBezTo>
                    <a:pt x="26965" y="3927"/>
                    <a:pt x="27037" y="4406"/>
                    <a:pt x="27180" y="4753"/>
                  </a:cubicBezTo>
                  <a:cubicBezTo>
                    <a:pt x="27324" y="5100"/>
                    <a:pt x="27523" y="5274"/>
                    <a:pt x="27777" y="5274"/>
                  </a:cubicBezTo>
                  <a:cubicBezTo>
                    <a:pt x="28030" y="5274"/>
                    <a:pt x="28229" y="5100"/>
                    <a:pt x="28373" y="4753"/>
                  </a:cubicBezTo>
                  <a:cubicBezTo>
                    <a:pt x="28518" y="4406"/>
                    <a:pt x="28590" y="3927"/>
                    <a:pt x="28590" y="3317"/>
                  </a:cubicBezTo>
                  <a:cubicBezTo>
                    <a:pt x="28590" y="2705"/>
                    <a:pt x="28518" y="2226"/>
                    <a:pt x="28373" y="1880"/>
                  </a:cubicBezTo>
                  <a:cubicBezTo>
                    <a:pt x="28229" y="1534"/>
                    <a:pt x="28030" y="1361"/>
                    <a:pt x="27777" y="1361"/>
                  </a:cubicBezTo>
                  <a:close/>
                  <a:moveTo>
                    <a:pt x="34109" y="1361"/>
                  </a:moveTo>
                  <a:cubicBezTo>
                    <a:pt x="33855" y="1361"/>
                    <a:pt x="33656" y="1534"/>
                    <a:pt x="33512" y="1880"/>
                  </a:cubicBezTo>
                  <a:cubicBezTo>
                    <a:pt x="33369" y="2226"/>
                    <a:pt x="33297" y="2705"/>
                    <a:pt x="33297" y="3317"/>
                  </a:cubicBezTo>
                  <a:cubicBezTo>
                    <a:pt x="33297" y="3927"/>
                    <a:pt x="33369" y="4406"/>
                    <a:pt x="33512" y="4753"/>
                  </a:cubicBezTo>
                  <a:cubicBezTo>
                    <a:pt x="33656" y="5100"/>
                    <a:pt x="33855" y="5274"/>
                    <a:pt x="34109" y="5274"/>
                  </a:cubicBezTo>
                  <a:cubicBezTo>
                    <a:pt x="34362" y="5274"/>
                    <a:pt x="34561" y="5100"/>
                    <a:pt x="34705" y="4753"/>
                  </a:cubicBezTo>
                  <a:cubicBezTo>
                    <a:pt x="34850" y="4406"/>
                    <a:pt x="34922" y="3927"/>
                    <a:pt x="34922" y="3317"/>
                  </a:cubicBezTo>
                  <a:cubicBezTo>
                    <a:pt x="34922" y="2705"/>
                    <a:pt x="34850" y="2226"/>
                    <a:pt x="34705" y="1880"/>
                  </a:cubicBezTo>
                  <a:cubicBezTo>
                    <a:pt x="34561" y="1534"/>
                    <a:pt x="34362" y="1361"/>
                    <a:pt x="34109" y="1361"/>
                  </a:cubicBezTo>
                  <a:close/>
                  <a:moveTo>
                    <a:pt x="37054" y="1361"/>
                  </a:moveTo>
                  <a:cubicBezTo>
                    <a:pt x="36960" y="1361"/>
                    <a:pt x="36862" y="1382"/>
                    <a:pt x="36762" y="1426"/>
                  </a:cubicBezTo>
                  <a:cubicBezTo>
                    <a:pt x="36662" y="1469"/>
                    <a:pt x="36559" y="1534"/>
                    <a:pt x="36452" y="1620"/>
                  </a:cubicBezTo>
                  <a:lnTo>
                    <a:pt x="36452" y="2186"/>
                  </a:lnTo>
                  <a:cubicBezTo>
                    <a:pt x="36541" y="2084"/>
                    <a:pt x="36633" y="2007"/>
                    <a:pt x="36729" y="1956"/>
                  </a:cubicBezTo>
                  <a:cubicBezTo>
                    <a:pt x="36825" y="1905"/>
                    <a:pt x="36923" y="1880"/>
                    <a:pt x="37024" y="1880"/>
                  </a:cubicBezTo>
                  <a:cubicBezTo>
                    <a:pt x="37184" y="1880"/>
                    <a:pt x="37307" y="1957"/>
                    <a:pt x="37395" y="2111"/>
                  </a:cubicBezTo>
                  <a:cubicBezTo>
                    <a:pt x="37483" y="2265"/>
                    <a:pt x="37527" y="2483"/>
                    <a:pt x="37527" y="2765"/>
                  </a:cubicBezTo>
                  <a:lnTo>
                    <a:pt x="37527" y="2825"/>
                  </a:lnTo>
                  <a:lnTo>
                    <a:pt x="37119" y="2825"/>
                  </a:lnTo>
                  <a:cubicBezTo>
                    <a:pt x="36855" y="2825"/>
                    <a:pt x="36656" y="2931"/>
                    <a:pt x="36522" y="3144"/>
                  </a:cubicBezTo>
                  <a:cubicBezTo>
                    <a:pt x="36389" y="3357"/>
                    <a:pt x="36322" y="3673"/>
                    <a:pt x="36322" y="4092"/>
                  </a:cubicBezTo>
                  <a:cubicBezTo>
                    <a:pt x="36322" y="4452"/>
                    <a:pt x="36376" y="4738"/>
                    <a:pt x="36483" y="4953"/>
                  </a:cubicBezTo>
                  <a:cubicBezTo>
                    <a:pt x="36590" y="5167"/>
                    <a:pt x="36734" y="5274"/>
                    <a:pt x="36915" y="5274"/>
                  </a:cubicBezTo>
                  <a:cubicBezTo>
                    <a:pt x="37059" y="5274"/>
                    <a:pt x="37180" y="5220"/>
                    <a:pt x="37279" y="5112"/>
                  </a:cubicBezTo>
                  <a:cubicBezTo>
                    <a:pt x="37378" y="5005"/>
                    <a:pt x="37461" y="4838"/>
                    <a:pt x="37527" y="4611"/>
                  </a:cubicBezTo>
                  <a:lnTo>
                    <a:pt x="37527" y="5177"/>
                  </a:lnTo>
                  <a:lnTo>
                    <a:pt x="37818" y="5177"/>
                  </a:lnTo>
                  <a:lnTo>
                    <a:pt x="37818" y="3051"/>
                  </a:lnTo>
                  <a:cubicBezTo>
                    <a:pt x="37818" y="2483"/>
                    <a:pt x="37755" y="2060"/>
                    <a:pt x="37628" y="1780"/>
                  </a:cubicBezTo>
                  <a:cubicBezTo>
                    <a:pt x="37502" y="1501"/>
                    <a:pt x="37311" y="1361"/>
                    <a:pt x="37054" y="1361"/>
                  </a:cubicBezTo>
                  <a:close/>
                  <a:moveTo>
                    <a:pt x="48097" y="1361"/>
                  </a:moveTo>
                  <a:cubicBezTo>
                    <a:pt x="47880" y="1361"/>
                    <a:pt x="47712" y="1456"/>
                    <a:pt x="47594" y="1647"/>
                  </a:cubicBezTo>
                  <a:cubicBezTo>
                    <a:pt x="47476" y="1838"/>
                    <a:pt x="47417" y="2108"/>
                    <a:pt x="47417" y="2459"/>
                  </a:cubicBezTo>
                  <a:cubicBezTo>
                    <a:pt x="47417" y="2747"/>
                    <a:pt x="47457" y="2974"/>
                    <a:pt x="47537" y="3139"/>
                  </a:cubicBezTo>
                  <a:cubicBezTo>
                    <a:pt x="47617" y="3304"/>
                    <a:pt x="47748" y="3427"/>
                    <a:pt x="47928" y="3507"/>
                  </a:cubicBezTo>
                  <a:lnTo>
                    <a:pt x="48029" y="3557"/>
                  </a:lnTo>
                  <a:cubicBezTo>
                    <a:pt x="48209" y="3639"/>
                    <a:pt x="48326" y="3724"/>
                    <a:pt x="48379" y="3813"/>
                  </a:cubicBezTo>
                  <a:cubicBezTo>
                    <a:pt x="48432" y="3902"/>
                    <a:pt x="48459" y="4029"/>
                    <a:pt x="48459" y="4196"/>
                  </a:cubicBezTo>
                  <a:cubicBezTo>
                    <a:pt x="48459" y="4375"/>
                    <a:pt x="48422" y="4514"/>
                    <a:pt x="48348" y="4613"/>
                  </a:cubicBezTo>
                  <a:cubicBezTo>
                    <a:pt x="48275" y="4712"/>
                    <a:pt x="48169" y="4761"/>
                    <a:pt x="48032" y="4761"/>
                  </a:cubicBezTo>
                  <a:cubicBezTo>
                    <a:pt x="47930" y="4761"/>
                    <a:pt x="47827" y="4732"/>
                    <a:pt x="47722" y="4673"/>
                  </a:cubicBezTo>
                  <a:cubicBezTo>
                    <a:pt x="47618" y="4614"/>
                    <a:pt x="47512" y="4526"/>
                    <a:pt x="47404" y="4409"/>
                  </a:cubicBezTo>
                  <a:lnTo>
                    <a:pt x="47404" y="5041"/>
                  </a:lnTo>
                  <a:cubicBezTo>
                    <a:pt x="47518" y="5118"/>
                    <a:pt x="47627" y="5177"/>
                    <a:pt x="47729" y="5215"/>
                  </a:cubicBezTo>
                  <a:cubicBezTo>
                    <a:pt x="47832" y="5254"/>
                    <a:pt x="47931" y="5274"/>
                    <a:pt x="48026" y="5274"/>
                  </a:cubicBezTo>
                  <a:cubicBezTo>
                    <a:pt x="48253" y="5274"/>
                    <a:pt x="48432" y="5173"/>
                    <a:pt x="48563" y="4971"/>
                  </a:cubicBezTo>
                  <a:cubicBezTo>
                    <a:pt x="48693" y="4769"/>
                    <a:pt x="48758" y="4495"/>
                    <a:pt x="48758" y="4149"/>
                  </a:cubicBezTo>
                  <a:cubicBezTo>
                    <a:pt x="48758" y="3845"/>
                    <a:pt x="48714" y="3608"/>
                    <a:pt x="48627" y="3439"/>
                  </a:cubicBezTo>
                  <a:cubicBezTo>
                    <a:pt x="48540" y="3269"/>
                    <a:pt x="48394" y="3138"/>
                    <a:pt x="48187" y="3044"/>
                  </a:cubicBezTo>
                  <a:lnTo>
                    <a:pt x="48087" y="2998"/>
                  </a:lnTo>
                  <a:cubicBezTo>
                    <a:pt x="47931" y="2925"/>
                    <a:pt x="47828" y="2848"/>
                    <a:pt x="47776" y="2767"/>
                  </a:cubicBezTo>
                  <a:cubicBezTo>
                    <a:pt x="47724" y="2686"/>
                    <a:pt x="47699" y="2574"/>
                    <a:pt x="47699" y="2432"/>
                  </a:cubicBezTo>
                  <a:cubicBezTo>
                    <a:pt x="47699" y="2246"/>
                    <a:pt x="47735" y="2106"/>
                    <a:pt x="47807" y="2013"/>
                  </a:cubicBezTo>
                  <a:cubicBezTo>
                    <a:pt x="47879" y="1920"/>
                    <a:pt x="47987" y="1873"/>
                    <a:pt x="48132" y="1873"/>
                  </a:cubicBezTo>
                  <a:cubicBezTo>
                    <a:pt x="48227" y="1873"/>
                    <a:pt x="48318" y="1895"/>
                    <a:pt x="48407" y="1940"/>
                  </a:cubicBezTo>
                  <a:cubicBezTo>
                    <a:pt x="48495" y="1984"/>
                    <a:pt x="48581" y="2051"/>
                    <a:pt x="48663" y="2139"/>
                  </a:cubicBezTo>
                  <a:lnTo>
                    <a:pt x="48663" y="1560"/>
                  </a:lnTo>
                  <a:cubicBezTo>
                    <a:pt x="48583" y="1494"/>
                    <a:pt x="48495" y="1444"/>
                    <a:pt x="48400" y="1411"/>
                  </a:cubicBezTo>
                  <a:cubicBezTo>
                    <a:pt x="48306" y="1377"/>
                    <a:pt x="48204" y="1361"/>
                    <a:pt x="48097" y="1361"/>
                  </a:cubicBezTo>
                  <a:close/>
                  <a:moveTo>
                    <a:pt x="51112" y="1361"/>
                  </a:moveTo>
                  <a:cubicBezTo>
                    <a:pt x="51018" y="1361"/>
                    <a:pt x="50920" y="1382"/>
                    <a:pt x="50820" y="1426"/>
                  </a:cubicBezTo>
                  <a:cubicBezTo>
                    <a:pt x="50720" y="1469"/>
                    <a:pt x="50617" y="1534"/>
                    <a:pt x="50510" y="1620"/>
                  </a:cubicBezTo>
                  <a:lnTo>
                    <a:pt x="50510" y="2186"/>
                  </a:lnTo>
                  <a:cubicBezTo>
                    <a:pt x="50599" y="2084"/>
                    <a:pt x="50691" y="2007"/>
                    <a:pt x="50787" y="1956"/>
                  </a:cubicBezTo>
                  <a:cubicBezTo>
                    <a:pt x="50883" y="1905"/>
                    <a:pt x="50981" y="1880"/>
                    <a:pt x="51082" y="1880"/>
                  </a:cubicBezTo>
                  <a:cubicBezTo>
                    <a:pt x="51242" y="1880"/>
                    <a:pt x="51365" y="1957"/>
                    <a:pt x="51453" y="2111"/>
                  </a:cubicBezTo>
                  <a:cubicBezTo>
                    <a:pt x="51541" y="2265"/>
                    <a:pt x="51585" y="2483"/>
                    <a:pt x="51585" y="2765"/>
                  </a:cubicBezTo>
                  <a:lnTo>
                    <a:pt x="51585" y="2825"/>
                  </a:lnTo>
                  <a:lnTo>
                    <a:pt x="51177" y="2825"/>
                  </a:lnTo>
                  <a:cubicBezTo>
                    <a:pt x="50913" y="2825"/>
                    <a:pt x="50714" y="2931"/>
                    <a:pt x="50580" y="3144"/>
                  </a:cubicBezTo>
                  <a:cubicBezTo>
                    <a:pt x="50447" y="3357"/>
                    <a:pt x="50380" y="3673"/>
                    <a:pt x="50380" y="4092"/>
                  </a:cubicBezTo>
                  <a:cubicBezTo>
                    <a:pt x="50380" y="4452"/>
                    <a:pt x="50434" y="4738"/>
                    <a:pt x="50541" y="4953"/>
                  </a:cubicBezTo>
                  <a:cubicBezTo>
                    <a:pt x="50648" y="5167"/>
                    <a:pt x="50792" y="5274"/>
                    <a:pt x="50973" y="5274"/>
                  </a:cubicBezTo>
                  <a:cubicBezTo>
                    <a:pt x="51117" y="5274"/>
                    <a:pt x="51238" y="5220"/>
                    <a:pt x="51337" y="5112"/>
                  </a:cubicBezTo>
                  <a:cubicBezTo>
                    <a:pt x="51436" y="5005"/>
                    <a:pt x="51519" y="4838"/>
                    <a:pt x="51585" y="4611"/>
                  </a:cubicBezTo>
                  <a:lnTo>
                    <a:pt x="51585" y="5177"/>
                  </a:lnTo>
                  <a:lnTo>
                    <a:pt x="51876" y="5177"/>
                  </a:lnTo>
                  <a:lnTo>
                    <a:pt x="51876" y="3051"/>
                  </a:lnTo>
                  <a:cubicBezTo>
                    <a:pt x="51876" y="2483"/>
                    <a:pt x="51813" y="2060"/>
                    <a:pt x="51686" y="1780"/>
                  </a:cubicBezTo>
                  <a:cubicBezTo>
                    <a:pt x="51560" y="1501"/>
                    <a:pt x="51369" y="1361"/>
                    <a:pt x="51112" y="1361"/>
                  </a:cubicBezTo>
                  <a:close/>
                  <a:moveTo>
                    <a:pt x="53715" y="1451"/>
                  </a:moveTo>
                  <a:lnTo>
                    <a:pt x="53715" y="3707"/>
                  </a:lnTo>
                  <a:cubicBezTo>
                    <a:pt x="53715" y="4219"/>
                    <a:pt x="53768" y="4608"/>
                    <a:pt x="53873" y="4874"/>
                  </a:cubicBezTo>
                  <a:cubicBezTo>
                    <a:pt x="53979" y="5140"/>
                    <a:pt x="54133" y="5274"/>
                    <a:pt x="54336" y="5274"/>
                  </a:cubicBezTo>
                  <a:cubicBezTo>
                    <a:pt x="54460" y="5274"/>
                    <a:pt x="54568" y="5219"/>
                    <a:pt x="54661" y="5109"/>
                  </a:cubicBezTo>
                  <a:cubicBezTo>
                    <a:pt x="54755" y="4999"/>
                    <a:pt x="54837" y="4831"/>
                    <a:pt x="54907" y="4605"/>
                  </a:cubicBezTo>
                  <a:lnTo>
                    <a:pt x="54907" y="5177"/>
                  </a:lnTo>
                  <a:lnTo>
                    <a:pt x="55198" y="5177"/>
                  </a:lnTo>
                  <a:lnTo>
                    <a:pt x="55198" y="1451"/>
                  </a:lnTo>
                  <a:lnTo>
                    <a:pt x="54907" y="1451"/>
                  </a:lnTo>
                  <a:lnTo>
                    <a:pt x="54907" y="3563"/>
                  </a:lnTo>
                  <a:cubicBezTo>
                    <a:pt x="54907" y="3927"/>
                    <a:pt x="54862" y="4214"/>
                    <a:pt x="54770" y="4425"/>
                  </a:cubicBezTo>
                  <a:cubicBezTo>
                    <a:pt x="54679" y="4636"/>
                    <a:pt x="54555" y="4741"/>
                    <a:pt x="54398" y="4741"/>
                  </a:cubicBezTo>
                  <a:cubicBezTo>
                    <a:pt x="54267" y="4741"/>
                    <a:pt x="54169" y="4653"/>
                    <a:pt x="54104" y="4477"/>
                  </a:cubicBezTo>
                  <a:cubicBezTo>
                    <a:pt x="54039" y="4300"/>
                    <a:pt x="54006" y="4036"/>
                    <a:pt x="54006" y="3683"/>
                  </a:cubicBezTo>
                  <a:lnTo>
                    <a:pt x="54006" y="1451"/>
                  </a:lnTo>
                  <a:close/>
                  <a:moveTo>
                    <a:pt x="56360" y="1361"/>
                  </a:moveTo>
                  <a:cubicBezTo>
                    <a:pt x="56143" y="1361"/>
                    <a:pt x="55975" y="1456"/>
                    <a:pt x="55857" y="1647"/>
                  </a:cubicBezTo>
                  <a:cubicBezTo>
                    <a:pt x="55739" y="1838"/>
                    <a:pt x="55680" y="2108"/>
                    <a:pt x="55680" y="2459"/>
                  </a:cubicBezTo>
                  <a:cubicBezTo>
                    <a:pt x="55680" y="2747"/>
                    <a:pt x="55720" y="2974"/>
                    <a:pt x="55800" y="3139"/>
                  </a:cubicBezTo>
                  <a:cubicBezTo>
                    <a:pt x="55880" y="3304"/>
                    <a:pt x="56011" y="3427"/>
                    <a:pt x="56191" y="3507"/>
                  </a:cubicBezTo>
                  <a:lnTo>
                    <a:pt x="56292" y="3557"/>
                  </a:lnTo>
                  <a:cubicBezTo>
                    <a:pt x="56472" y="3639"/>
                    <a:pt x="56589" y="3724"/>
                    <a:pt x="56642" y="3813"/>
                  </a:cubicBezTo>
                  <a:cubicBezTo>
                    <a:pt x="56695" y="3902"/>
                    <a:pt x="56722" y="4029"/>
                    <a:pt x="56722" y="4196"/>
                  </a:cubicBezTo>
                  <a:cubicBezTo>
                    <a:pt x="56722" y="4375"/>
                    <a:pt x="56685" y="4514"/>
                    <a:pt x="56611" y="4613"/>
                  </a:cubicBezTo>
                  <a:cubicBezTo>
                    <a:pt x="56538" y="4712"/>
                    <a:pt x="56432" y="4761"/>
                    <a:pt x="56295" y="4761"/>
                  </a:cubicBezTo>
                  <a:cubicBezTo>
                    <a:pt x="56193" y="4761"/>
                    <a:pt x="56090" y="4732"/>
                    <a:pt x="55985" y="4673"/>
                  </a:cubicBezTo>
                  <a:cubicBezTo>
                    <a:pt x="55881" y="4614"/>
                    <a:pt x="55775" y="4526"/>
                    <a:pt x="55667" y="4409"/>
                  </a:cubicBezTo>
                  <a:lnTo>
                    <a:pt x="55667" y="5041"/>
                  </a:lnTo>
                  <a:cubicBezTo>
                    <a:pt x="55781" y="5118"/>
                    <a:pt x="55890" y="5177"/>
                    <a:pt x="55992" y="5215"/>
                  </a:cubicBezTo>
                  <a:cubicBezTo>
                    <a:pt x="56095" y="5254"/>
                    <a:pt x="56194" y="5274"/>
                    <a:pt x="56289" y="5274"/>
                  </a:cubicBezTo>
                  <a:cubicBezTo>
                    <a:pt x="56516" y="5274"/>
                    <a:pt x="56695" y="5173"/>
                    <a:pt x="56826" y="4971"/>
                  </a:cubicBezTo>
                  <a:cubicBezTo>
                    <a:pt x="56956" y="4769"/>
                    <a:pt x="57021" y="4495"/>
                    <a:pt x="57021" y="4149"/>
                  </a:cubicBezTo>
                  <a:cubicBezTo>
                    <a:pt x="57021" y="3845"/>
                    <a:pt x="56977" y="3608"/>
                    <a:pt x="56890" y="3439"/>
                  </a:cubicBezTo>
                  <a:cubicBezTo>
                    <a:pt x="56803" y="3269"/>
                    <a:pt x="56657" y="3138"/>
                    <a:pt x="56450" y="3044"/>
                  </a:cubicBezTo>
                  <a:lnTo>
                    <a:pt x="56350" y="2998"/>
                  </a:lnTo>
                  <a:cubicBezTo>
                    <a:pt x="56194" y="2925"/>
                    <a:pt x="56091" y="2848"/>
                    <a:pt x="56039" y="2767"/>
                  </a:cubicBezTo>
                  <a:cubicBezTo>
                    <a:pt x="55987" y="2686"/>
                    <a:pt x="55962" y="2574"/>
                    <a:pt x="55962" y="2432"/>
                  </a:cubicBezTo>
                  <a:cubicBezTo>
                    <a:pt x="55962" y="2246"/>
                    <a:pt x="55998" y="2106"/>
                    <a:pt x="56070" y="2013"/>
                  </a:cubicBezTo>
                  <a:cubicBezTo>
                    <a:pt x="56142" y="1920"/>
                    <a:pt x="56250" y="1873"/>
                    <a:pt x="56395" y="1873"/>
                  </a:cubicBezTo>
                  <a:cubicBezTo>
                    <a:pt x="56490" y="1873"/>
                    <a:pt x="56581" y="1895"/>
                    <a:pt x="56670" y="1940"/>
                  </a:cubicBezTo>
                  <a:cubicBezTo>
                    <a:pt x="56758" y="1984"/>
                    <a:pt x="56844" y="2051"/>
                    <a:pt x="56926" y="2139"/>
                  </a:cubicBezTo>
                  <a:lnTo>
                    <a:pt x="56926" y="1560"/>
                  </a:lnTo>
                  <a:cubicBezTo>
                    <a:pt x="56846" y="1494"/>
                    <a:pt x="56758" y="1444"/>
                    <a:pt x="56663" y="1411"/>
                  </a:cubicBezTo>
                  <a:cubicBezTo>
                    <a:pt x="56569" y="1377"/>
                    <a:pt x="56467" y="1361"/>
                    <a:pt x="56360" y="1361"/>
                  </a:cubicBezTo>
                  <a:close/>
                  <a:moveTo>
                    <a:pt x="62630" y="0"/>
                  </a:moveTo>
                  <a:lnTo>
                    <a:pt x="62630" y="2016"/>
                  </a:lnTo>
                  <a:cubicBezTo>
                    <a:pt x="62569" y="1794"/>
                    <a:pt x="62492" y="1630"/>
                    <a:pt x="62399" y="1522"/>
                  </a:cubicBezTo>
                  <a:cubicBezTo>
                    <a:pt x="62305" y="1415"/>
                    <a:pt x="62193" y="1361"/>
                    <a:pt x="62063" y="1361"/>
                  </a:cubicBezTo>
                  <a:cubicBezTo>
                    <a:pt x="61849" y="1361"/>
                    <a:pt x="61675" y="1541"/>
                    <a:pt x="61540" y="1900"/>
                  </a:cubicBezTo>
                  <a:cubicBezTo>
                    <a:pt x="61406" y="2259"/>
                    <a:pt x="61339" y="2732"/>
                    <a:pt x="61339" y="3317"/>
                  </a:cubicBezTo>
                  <a:cubicBezTo>
                    <a:pt x="61339" y="3903"/>
                    <a:pt x="61406" y="4375"/>
                    <a:pt x="61540" y="4735"/>
                  </a:cubicBezTo>
                  <a:cubicBezTo>
                    <a:pt x="61675" y="5094"/>
                    <a:pt x="61849" y="5274"/>
                    <a:pt x="62063" y="5274"/>
                  </a:cubicBezTo>
                  <a:cubicBezTo>
                    <a:pt x="62193" y="5274"/>
                    <a:pt x="62305" y="5220"/>
                    <a:pt x="62399" y="5112"/>
                  </a:cubicBezTo>
                  <a:cubicBezTo>
                    <a:pt x="62492" y="5005"/>
                    <a:pt x="62569" y="4840"/>
                    <a:pt x="62630" y="4618"/>
                  </a:cubicBezTo>
                  <a:lnTo>
                    <a:pt x="62630" y="5177"/>
                  </a:lnTo>
                  <a:lnTo>
                    <a:pt x="62921" y="5177"/>
                  </a:lnTo>
                  <a:lnTo>
                    <a:pt x="62921" y="0"/>
                  </a:lnTo>
                  <a:close/>
                  <a:moveTo>
                    <a:pt x="68401" y="0"/>
                  </a:moveTo>
                  <a:lnTo>
                    <a:pt x="68401" y="2016"/>
                  </a:lnTo>
                  <a:cubicBezTo>
                    <a:pt x="68340" y="1794"/>
                    <a:pt x="68263" y="1630"/>
                    <a:pt x="68170" y="1522"/>
                  </a:cubicBezTo>
                  <a:cubicBezTo>
                    <a:pt x="68076" y="1415"/>
                    <a:pt x="67964" y="1361"/>
                    <a:pt x="67834" y="1361"/>
                  </a:cubicBezTo>
                  <a:cubicBezTo>
                    <a:pt x="67620" y="1361"/>
                    <a:pt x="67446" y="1541"/>
                    <a:pt x="67311" y="1900"/>
                  </a:cubicBezTo>
                  <a:cubicBezTo>
                    <a:pt x="67177" y="2259"/>
                    <a:pt x="67110" y="2732"/>
                    <a:pt x="67110" y="3317"/>
                  </a:cubicBezTo>
                  <a:cubicBezTo>
                    <a:pt x="67110" y="3903"/>
                    <a:pt x="67177" y="4375"/>
                    <a:pt x="67311" y="4735"/>
                  </a:cubicBezTo>
                  <a:cubicBezTo>
                    <a:pt x="67446" y="5094"/>
                    <a:pt x="67620" y="5274"/>
                    <a:pt x="67834" y="5274"/>
                  </a:cubicBezTo>
                  <a:cubicBezTo>
                    <a:pt x="67964" y="5274"/>
                    <a:pt x="68076" y="5220"/>
                    <a:pt x="68170" y="5112"/>
                  </a:cubicBezTo>
                  <a:cubicBezTo>
                    <a:pt x="68263" y="5005"/>
                    <a:pt x="68340" y="4840"/>
                    <a:pt x="68401" y="4618"/>
                  </a:cubicBezTo>
                  <a:lnTo>
                    <a:pt x="68401" y="5177"/>
                  </a:lnTo>
                  <a:lnTo>
                    <a:pt x="68692" y="5177"/>
                  </a:lnTo>
                  <a:lnTo>
                    <a:pt x="68692" y="0"/>
                  </a:lnTo>
                  <a:close/>
                  <a:moveTo>
                    <a:pt x="69261" y="1451"/>
                  </a:moveTo>
                  <a:lnTo>
                    <a:pt x="69261" y="3707"/>
                  </a:lnTo>
                  <a:cubicBezTo>
                    <a:pt x="69261" y="4219"/>
                    <a:pt x="69314" y="4608"/>
                    <a:pt x="69419" y="4874"/>
                  </a:cubicBezTo>
                  <a:cubicBezTo>
                    <a:pt x="69525" y="5140"/>
                    <a:pt x="69679" y="5274"/>
                    <a:pt x="69882" y="5274"/>
                  </a:cubicBezTo>
                  <a:cubicBezTo>
                    <a:pt x="70006" y="5274"/>
                    <a:pt x="70114" y="5219"/>
                    <a:pt x="70207" y="5109"/>
                  </a:cubicBezTo>
                  <a:cubicBezTo>
                    <a:pt x="70301" y="4999"/>
                    <a:pt x="70383" y="4831"/>
                    <a:pt x="70453" y="4605"/>
                  </a:cubicBezTo>
                  <a:lnTo>
                    <a:pt x="70453" y="5177"/>
                  </a:lnTo>
                  <a:lnTo>
                    <a:pt x="70744" y="5177"/>
                  </a:lnTo>
                  <a:lnTo>
                    <a:pt x="70744" y="1451"/>
                  </a:lnTo>
                  <a:lnTo>
                    <a:pt x="70453" y="1451"/>
                  </a:lnTo>
                  <a:lnTo>
                    <a:pt x="70453" y="3563"/>
                  </a:lnTo>
                  <a:cubicBezTo>
                    <a:pt x="70453" y="3927"/>
                    <a:pt x="70408" y="4214"/>
                    <a:pt x="70316" y="4425"/>
                  </a:cubicBezTo>
                  <a:cubicBezTo>
                    <a:pt x="70225" y="4636"/>
                    <a:pt x="70101" y="4741"/>
                    <a:pt x="69944" y="4741"/>
                  </a:cubicBezTo>
                  <a:cubicBezTo>
                    <a:pt x="69813" y="4741"/>
                    <a:pt x="69715" y="4653"/>
                    <a:pt x="69650" y="4477"/>
                  </a:cubicBezTo>
                  <a:cubicBezTo>
                    <a:pt x="69585" y="4300"/>
                    <a:pt x="69552" y="4036"/>
                    <a:pt x="69552" y="3683"/>
                  </a:cubicBezTo>
                  <a:lnTo>
                    <a:pt x="69552" y="1451"/>
                  </a:lnTo>
                  <a:close/>
                  <a:moveTo>
                    <a:pt x="71964" y="1361"/>
                  </a:moveTo>
                  <a:cubicBezTo>
                    <a:pt x="71870" y="1361"/>
                    <a:pt x="71772" y="1382"/>
                    <a:pt x="71672" y="1426"/>
                  </a:cubicBezTo>
                  <a:cubicBezTo>
                    <a:pt x="71572" y="1469"/>
                    <a:pt x="71469" y="1534"/>
                    <a:pt x="71362" y="1620"/>
                  </a:cubicBezTo>
                  <a:lnTo>
                    <a:pt x="71362" y="2186"/>
                  </a:lnTo>
                  <a:cubicBezTo>
                    <a:pt x="71451" y="2084"/>
                    <a:pt x="71543" y="2007"/>
                    <a:pt x="71639" y="1956"/>
                  </a:cubicBezTo>
                  <a:cubicBezTo>
                    <a:pt x="71735" y="1905"/>
                    <a:pt x="71833" y="1880"/>
                    <a:pt x="71934" y="1880"/>
                  </a:cubicBezTo>
                  <a:cubicBezTo>
                    <a:pt x="72094" y="1880"/>
                    <a:pt x="72217" y="1957"/>
                    <a:pt x="72305" y="2111"/>
                  </a:cubicBezTo>
                  <a:cubicBezTo>
                    <a:pt x="72393" y="2265"/>
                    <a:pt x="72437" y="2483"/>
                    <a:pt x="72437" y="2765"/>
                  </a:cubicBezTo>
                  <a:lnTo>
                    <a:pt x="72437" y="2825"/>
                  </a:lnTo>
                  <a:lnTo>
                    <a:pt x="72029" y="2825"/>
                  </a:lnTo>
                  <a:cubicBezTo>
                    <a:pt x="71765" y="2825"/>
                    <a:pt x="71566" y="2931"/>
                    <a:pt x="71432" y="3144"/>
                  </a:cubicBezTo>
                  <a:cubicBezTo>
                    <a:pt x="71299" y="3357"/>
                    <a:pt x="71232" y="3673"/>
                    <a:pt x="71232" y="4092"/>
                  </a:cubicBezTo>
                  <a:cubicBezTo>
                    <a:pt x="71232" y="4452"/>
                    <a:pt x="71286" y="4738"/>
                    <a:pt x="71393" y="4953"/>
                  </a:cubicBezTo>
                  <a:cubicBezTo>
                    <a:pt x="71500" y="5167"/>
                    <a:pt x="71644" y="5274"/>
                    <a:pt x="71825" y="5274"/>
                  </a:cubicBezTo>
                  <a:cubicBezTo>
                    <a:pt x="71969" y="5274"/>
                    <a:pt x="72090" y="5220"/>
                    <a:pt x="72189" y="5112"/>
                  </a:cubicBezTo>
                  <a:cubicBezTo>
                    <a:pt x="72288" y="5005"/>
                    <a:pt x="72371" y="4838"/>
                    <a:pt x="72437" y="4611"/>
                  </a:cubicBezTo>
                  <a:lnTo>
                    <a:pt x="72437" y="5177"/>
                  </a:lnTo>
                  <a:lnTo>
                    <a:pt x="72728" y="5177"/>
                  </a:lnTo>
                  <a:lnTo>
                    <a:pt x="72728" y="3051"/>
                  </a:lnTo>
                  <a:cubicBezTo>
                    <a:pt x="72728" y="2483"/>
                    <a:pt x="72665" y="2060"/>
                    <a:pt x="72538" y="1780"/>
                  </a:cubicBezTo>
                  <a:cubicBezTo>
                    <a:pt x="72412" y="1501"/>
                    <a:pt x="72221" y="1361"/>
                    <a:pt x="71964" y="1361"/>
                  </a:cubicBezTo>
                  <a:close/>
                  <a:moveTo>
                    <a:pt x="77329" y="1361"/>
                  </a:moveTo>
                  <a:cubicBezTo>
                    <a:pt x="77063" y="1361"/>
                    <a:pt x="76852" y="1540"/>
                    <a:pt x="76695" y="1898"/>
                  </a:cubicBezTo>
                  <a:cubicBezTo>
                    <a:pt x="76539" y="2256"/>
                    <a:pt x="76461" y="2741"/>
                    <a:pt x="76461" y="3350"/>
                  </a:cubicBezTo>
                  <a:cubicBezTo>
                    <a:pt x="76461" y="3941"/>
                    <a:pt x="76543" y="4409"/>
                    <a:pt x="76708" y="4755"/>
                  </a:cubicBezTo>
                  <a:cubicBezTo>
                    <a:pt x="76873" y="5101"/>
                    <a:pt x="77097" y="5274"/>
                    <a:pt x="77379" y="5274"/>
                  </a:cubicBezTo>
                  <a:cubicBezTo>
                    <a:pt x="77492" y="5274"/>
                    <a:pt x="77603" y="5249"/>
                    <a:pt x="77713" y="5200"/>
                  </a:cubicBezTo>
                  <a:cubicBezTo>
                    <a:pt x="77822" y="5152"/>
                    <a:pt x="77929" y="5081"/>
                    <a:pt x="78034" y="4987"/>
                  </a:cubicBezTo>
                  <a:lnTo>
                    <a:pt x="78034" y="4409"/>
                  </a:lnTo>
                  <a:cubicBezTo>
                    <a:pt x="77930" y="4524"/>
                    <a:pt x="77826" y="4610"/>
                    <a:pt x="77721" y="4668"/>
                  </a:cubicBezTo>
                  <a:cubicBezTo>
                    <a:pt x="77617" y="4726"/>
                    <a:pt x="77508" y="4755"/>
                    <a:pt x="77397" y="4755"/>
                  </a:cubicBezTo>
                  <a:cubicBezTo>
                    <a:pt x="77204" y="4755"/>
                    <a:pt x="77053" y="4644"/>
                    <a:pt x="76945" y="4424"/>
                  </a:cubicBezTo>
                  <a:cubicBezTo>
                    <a:pt x="76837" y="4203"/>
                    <a:pt x="76777" y="3882"/>
                    <a:pt x="76764" y="3460"/>
                  </a:cubicBezTo>
                  <a:lnTo>
                    <a:pt x="78102" y="3460"/>
                  </a:lnTo>
                  <a:lnTo>
                    <a:pt x="78102" y="3161"/>
                  </a:lnTo>
                  <a:cubicBezTo>
                    <a:pt x="78102" y="2606"/>
                    <a:pt x="78032" y="2168"/>
                    <a:pt x="77894" y="1845"/>
                  </a:cubicBezTo>
                  <a:cubicBezTo>
                    <a:pt x="77755" y="1522"/>
                    <a:pt x="77567" y="1361"/>
                    <a:pt x="77329" y="1361"/>
                  </a:cubicBezTo>
                  <a:close/>
                  <a:moveTo>
                    <a:pt x="79744" y="0"/>
                  </a:moveTo>
                  <a:lnTo>
                    <a:pt x="79744" y="2016"/>
                  </a:lnTo>
                  <a:cubicBezTo>
                    <a:pt x="79683" y="1794"/>
                    <a:pt x="79606" y="1630"/>
                    <a:pt x="79513" y="1522"/>
                  </a:cubicBezTo>
                  <a:cubicBezTo>
                    <a:pt x="79419" y="1415"/>
                    <a:pt x="79307" y="1361"/>
                    <a:pt x="79177" y="1361"/>
                  </a:cubicBezTo>
                  <a:cubicBezTo>
                    <a:pt x="78963" y="1361"/>
                    <a:pt x="78789" y="1541"/>
                    <a:pt x="78654" y="1900"/>
                  </a:cubicBezTo>
                  <a:cubicBezTo>
                    <a:pt x="78520" y="2259"/>
                    <a:pt x="78453" y="2732"/>
                    <a:pt x="78453" y="3317"/>
                  </a:cubicBezTo>
                  <a:cubicBezTo>
                    <a:pt x="78453" y="3903"/>
                    <a:pt x="78520" y="4375"/>
                    <a:pt x="78654" y="4735"/>
                  </a:cubicBezTo>
                  <a:cubicBezTo>
                    <a:pt x="78789" y="5094"/>
                    <a:pt x="78963" y="5274"/>
                    <a:pt x="79177" y="5274"/>
                  </a:cubicBezTo>
                  <a:cubicBezTo>
                    <a:pt x="79307" y="5274"/>
                    <a:pt x="79419" y="5220"/>
                    <a:pt x="79513" y="5112"/>
                  </a:cubicBezTo>
                  <a:cubicBezTo>
                    <a:pt x="79606" y="5005"/>
                    <a:pt x="79683" y="4840"/>
                    <a:pt x="79744" y="4618"/>
                  </a:cubicBezTo>
                  <a:lnTo>
                    <a:pt x="79744" y="5177"/>
                  </a:lnTo>
                  <a:lnTo>
                    <a:pt x="80035" y="5177"/>
                  </a:lnTo>
                  <a:lnTo>
                    <a:pt x="80035" y="0"/>
                  </a:lnTo>
                  <a:close/>
                  <a:moveTo>
                    <a:pt x="80604" y="1451"/>
                  </a:moveTo>
                  <a:lnTo>
                    <a:pt x="80604" y="3707"/>
                  </a:lnTo>
                  <a:cubicBezTo>
                    <a:pt x="80604" y="4219"/>
                    <a:pt x="80657" y="4608"/>
                    <a:pt x="80762" y="4874"/>
                  </a:cubicBezTo>
                  <a:cubicBezTo>
                    <a:pt x="80868" y="5140"/>
                    <a:pt x="81022" y="5274"/>
                    <a:pt x="81225" y="5274"/>
                  </a:cubicBezTo>
                  <a:cubicBezTo>
                    <a:pt x="81349" y="5274"/>
                    <a:pt x="81457" y="5219"/>
                    <a:pt x="81550" y="5109"/>
                  </a:cubicBezTo>
                  <a:cubicBezTo>
                    <a:pt x="81644" y="4999"/>
                    <a:pt x="81726" y="4831"/>
                    <a:pt x="81796" y="4605"/>
                  </a:cubicBezTo>
                  <a:lnTo>
                    <a:pt x="81796" y="5177"/>
                  </a:lnTo>
                  <a:lnTo>
                    <a:pt x="82087" y="5177"/>
                  </a:lnTo>
                  <a:lnTo>
                    <a:pt x="82087" y="1451"/>
                  </a:lnTo>
                  <a:lnTo>
                    <a:pt x="81796" y="1451"/>
                  </a:lnTo>
                  <a:lnTo>
                    <a:pt x="81796" y="3563"/>
                  </a:lnTo>
                  <a:cubicBezTo>
                    <a:pt x="81796" y="3927"/>
                    <a:pt x="81751" y="4214"/>
                    <a:pt x="81659" y="4425"/>
                  </a:cubicBezTo>
                  <a:cubicBezTo>
                    <a:pt x="81568" y="4636"/>
                    <a:pt x="81444" y="4741"/>
                    <a:pt x="81287" y="4741"/>
                  </a:cubicBezTo>
                  <a:cubicBezTo>
                    <a:pt x="81156" y="4741"/>
                    <a:pt x="81058" y="4653"/>
                    <a:pt x="80993" y="4477"/>
                  </a:cubicBezTo>
                  <a:cubicBezTo>
                    <a:pt x="80928" y="4300"/>
                    <a:pt x="80895" y="4036"/>
                    <a:pt x="80895" y="3683"/>
                  </a:cubicBezTo>
                  <a:lnTo>
                    <a:pt x="80895" y="1451"/>
                  </a:lnTo>
                  <a:close/>
                  <a:moveTo>
                    <a:pt x="83450" y="1361"/>
                  </a:moveTo>
                  <a:cubicBezTo>
                    <a:pt x="83174" y="1361"/>
                    <a:pt x="82956" y="1535"/>
                    <a:pt x="82798" y="1883"/>
                  </a:cubicBezTo>
                  <a:cubicBezTo>
                    <a:pt x="82639" y="2231"/>
                    <a:pt x="82560" y="2709"/>
                    <a:pt x="82560" y="3317"/>
                  </a:cubicBezTo>
                  <a:cubicBezTo>
                    <a:pt x="82560" y="3916"/>
                    <a:pt x="82638" y="4392"/>
                    <a:pt x="82795" y="4745"/>
                  </a:cubicBezTo>
                  <a:cubicBezTo>
                    <a:pt x="82952" y="5097"/>
                    <a:pt x="83164" y="5274"/>
                    <a:pt x="83431" y="5274"/>
                  </a:cubicBezTo>
                  <a:cubicBezTo>
                    <a:pt x="83529" y="5274"/>
                    <a:pt x="83621" y="5254"/>
                    <a:pt x="83708" y="5214"/>
                  </a:cubicBezTo>
                  <a:cubicBezTo>
                    <a:pt x="83795" y="5174"/>
                    <a:pt x="83879" y="5114"/>
                    <a:pt x="83960" y="5034"/>
                  </a:cubicBezTo>
                  <a:lnTo>
                    <a:pt x="83960" y="4468"/>
                  </a:lnTo>
                  <a:cubicBezTo>
                    <a:pt x="83878" y="4564"/>
                    <a:pt x="83796" y="4635"/>
                    <a:pt x="83713" y="4683"/>
                  </a:cubicBezTo>
                  <a:cubicBezTo>
                    <a:pt x="83630" y="4731"/>
                    <a:pt x="83547" y="4755"/>
                    <a:pt x="83462" y="4755"/>
                  </a:cubicBezTo>
                  <a:cubicBezTo>
                    <a:pt x="83274" y="4755"/>
                    <a:pt x="83127" y="4629"/>
                    <a:pt x="83023" y="4377"/>
                  </a:cubicBezTo>
                  <a:cubicBezTo>
                    <a:pt x="82919" y="4125"/>
                    <a:pt x="82866" y="3772"/>
                    <a:pt x="82866" y="3317"/>
                  </a:cubicBezTo>
                  <a:cubicBezTo>
                    <a:pt x="82866" y="2863"/>
                    <a:pt x="82919" y="2509"/>
                    <a:pt x="83023" y="2258"/>
                  </a:cubicBezTo>
                  <a:cubicBezTo>
                    <a:pt x="83127" y="2006"/>
                    <a:pt x="83274" y="1880"/>
                    <a:pt x="83462" y="1880"/>
                  </a:cubicBezTo>
                  <a:cubicBezTo>
                    <a:pt x="83547" y="1880"/>
                    <a:pt x="83630" y="1904"/>
                    <a:pt x="83713" y="1951"/>
                  </a:cubicBezTo>
                  <a:cubicBezTo>
                    <a:pt x="83796" y="1999"/>
                    <a:pt x="83878" y="2071"/>
                    <a:pt x="83960" y="2166"/>
                  </a:cubicBezTo>
                  <a:lnTo>
                    <a:pt x="83960" y="1594"/>
                  </a:lnTo>
                  <a:cubicBezTo>
                    <a:pt x="83880" y="1516"/>
                    <a:pt x="83798" y="1458"/>
                    <a:pt x="83712" y="1419"/>
                  </a:cubicBezTo>
                  <a:cubicBezTo>
                    <a:pt x="83627" y="1380"/>
                    <a:pt x="83539" y="1361"/>
                    <a:pt x="83450" y="1361"/>
                  </a:cubicBezTo>
                  <a:close/>
                  <a:moveTo>
                    <a:pt x="85208" y="1361"/>
                  </a:moveTo>
                  <a:cubicBezTo>
                    <a:pt x="84942" y="1361"/>
                    <a:pt x="84731" y="1540"/>
                    <a:pt x="84574" y="1898"/>
                  </a:cubicBezTo>
                  <a:cubicBezTo>
                    <a:pt x="84418" y="2256"/>
                    <a:pt x="84340" y="2741"/>
                    <a:pt x="84340" y="3350"/>
                  </a:cubicBezTo>
                  <a:cubicBezTo>
                    <a:pt x="84340" y="3941"/>
                    <a:pt x="84422" y="4409"/>
                    <a:pt x="84587" y="4755"/>
                  </a:cubicBezTo>
                  <a:cubicBezTo>
                    <a:pt x="84752" y="5101"/>
                    <a:pt x="84976" y="5274"/>
                    <a:pt x="85258" y="5274"/>
                  </a:cubicBezTo>
                  <a:cubicBezTo>
                    <a:pt x="85371" y="5274"/>
                    <a:pt x="85482" y="5249"/>
                    <a:pt x="85592" y="5200"/>
                  </a:cubicBezTo>
                  <a:cubicBezTo>
                    <a:pt x="85701" y="5152"/>
                    <a:pt x="85808" y="5081"/>
                    <a:pt x="85913" y="4987"/>
                  </a:cubicBezTo>
                  <a:lnTo>
                    <a:pt x="85913" y="4409"/>
                  </a:lnTo>
                  <a:cubicBezTo>
                    <a:pt x="85809" y="4524"/>
                    <a:pt x="85705" y="4610"/>
                    <a:pt x="85600" y="4668"/>
                  </a:cubicBezTo>
                  <a:cubicBezTo>
                    <a:pt x="85496" y="4726"/>
                    <a:pt x="85387" y="4755"/>
                    <a:pt x="85276" y="4755"/>
                  </a:cubicBezTo>
                  <a:cubicBezTo>
                    <a:pt x="85083" y="4755"/>
                    <a:pt x="84932" y="4644"/>
                    <a:pt x="84824" y="4424"/>
                  </a:cubicBezTo>
                  <a:cubicBezTo>
                    <a:pt x="84716" y="4203"/>
                    <a:pt x="84656" y="3882"/>
                    <a:pt x="84643" y="3460"/>
                  </a:cubicBezTo>
                  <a:lnTo>
                    <a:pt x="85981" y="3460"/>
                  </a:lnTo>
                  <a:lnTo>
                    <a:pt x="85981" y="3161"/>
                  </a:lnTo>
                  <a:cubicBezTo>
                    <a:pt x="85981" y="2606"/>
                    <a:pt x="85911" y="2168"/>
                    <a:pt x="85773" y="1845"/>
                  </a:cubicBezTo>
                  <a:cubicBezTo>
                    <a:pt x="85634" y="1522"/>
                    <a:pt x="85446" y="1361"/>
                    <a:pt x="85208" y="1361"/>
                  </a:cubicBezTo>
                  <a:close/>
                  <a:moveTo>
                    <a:pt x="87021" y="1361"/>
                  </a:moveTo>
                  <a:cubicBezTo>
                    <a:pt x="86804" y="1361"/>
                    <a:pt x="86636" y="1456"/>
                    <a:pt x="86518" y="1647"/>
                  </a:cubicBezTo>
                  <a:cubicBezTo>
                    <a:pt x="86400" y="1838"/>
                    <a:pt x="86341" y="2108"/>
                    <a:pt x="86341" y="2459"/>
                  </a:cubicBezTo>
                  <a:cubicBezTo>
                    <a:pt x="86341" y="2747"/>
                    <a:pt x="86381" y="2974"/>
                    <a:pt x="86461" y="3139"/>
                  </a:cubicBezTo>
                  <a:cubicBezTo>
                    <a:pt x="86541" y="3304"/>
                    <a:pt x="86672" y="3427"/>
                    <a:pt x="86852" y="3507"/>
                  </a:cubicBezTo>
                  <a:lnTo>
                    <a:pt x="86953" y="3557"/>
                  </a:lnTo>
                  <a:cubicBezTo>
                    <a:pt x="87133" y="3639"/>
                    <a:pt x="87250" y="3724"/>
                    <a:pt x="87303" y="3813"/>
                  </a:cubicBezTo>
                  <a:cubicBezTo>
                    <a:pt x="87356" y="3902"/>
                    <a:pt x="87383" y="4029"/>
                    <a:pt x="87383" y="4196"/>
                  </a:cubicBezTo>
                  <a:cubicBezTo>
                    <a:pt x="87383" y="4375"/>
                    <a:pt x="87346" y="4514"/>
                    <a:pt x="87272" y="4613"/>
                  </a:cubicBezTo>
                  <a:cubicBezTo>
                    <a:pt x="87199" y="4712"/>
                    <a:pt x="87093" y="4761"/>
                    <a:pt x="86956" y="4761"/>
                  </a:cubicBezTo>
                  <a:cubicBezTo>
                    <a:pt x="86854" y="4761"/>
                    <a:pt x="86751" y="4732"/>
                    <a:pt x="86646" y="4673"/>
                  </a:cubicBezTo>
                  <a:cubicBezTo>
                    <a:pt x="86542" y="4614"/>
                    <a:pt x="86436" y="4526"/>
                    <a:pt x="86328" y="4409"/>
                  </a:cubicBezTo>
                  <a:lnTo>
                    <a:pt x="86328" y="5041"/>
                  </a:lnTo>
                  <a:cubicBezTo>
                    <a:pt x="86442" y="5118"/>
                    <a:pt x="86551" y="5177"/>
                    <a:pt x="86653" y="5215"/>
                  </a:cubicBezTo>
                  <a:cubicBezTo>
                    <a:pt x="86756" y="5254"/>
                    <a:pt x="86855" y="5274"/>
                    <a:pt x="86950" y="5274"/>
                  </a:cubicBezTo>
                  <a:cubicBezTo>
                    <a:pt x="87177" y="5274"/>
                    <a:pt x="87356" y="5173"/>
                    <a:pt x="87487" y="4971"/>
                  </a:cubicBezTo>
                  <a:cubicBezTo>
                    <a:pt x="87617" y="4769"/>
                    <a:pt x="87682" y="4495"/>
                    <a:pt x="87682" y="4149"/>
                  </a:cubicBezTo>
                  <a:cubicBezTo>
                    <a:pt x="87682" y="3845"/>
                    <a:pt x="87638" y="3608"/>
                    <a:pt x="87551" y="3439"/>
                  </a:cubicBezTo>
                  <a:cubicBezTo>
                    <a:pt x="87464" y="3269"/>
                    <a:pt x="87318" y="3138"/>
                    <a:pt x="87111" y="3044"/>
                  </a:cubicBezTo>
                  <a:lnTo>
                    <a:pt x="87011" y="2998"/>
                  </a:lnTo>
                  <a:cubicBezTo>
                    <a:pt x="86855" y="2925"/>
                    <a:pt x="86752" y="2848"/>
                    <a:pt x="86700" y="2767"/>
                  </a:cubicBezTo>
                  <a:cubicBezTo>
                    <a:pt x="86648" y="2686"/>
                    <a:pt x="86623" y="2574"/>
                    <a:pt x="86623" y="2432"/>
                  </a:cubicBezTo>
                  <a:cubicBezTo>
                    <a:pt x="86623" y="2246"/>
                    <a:pt x="86659" y="2106"/>
                    <a:pt x="86731" y="2013"/>
                  </a:cubicBezTo>
                  <a:cubicBezTo>
                    <a:pt x="86803" y="1920"/>
                    <a:pt x="86911" y="1873"/>
                    <a:pt x="87056" y="1873"/>
                  </a:cubicBezTo>
                  <a:cubicBezTo>
                    <a:pt x="87151" y="1873"/>
                    <a:pt x="87242" y="1895"/>
                    <a:pt x="87331" y="1940"/>
                  </a:cubicBezTo>
                  <a:cubicBezTo>
                    <a:pt x="87419" y="1984"/>
                    <a:pt x="87505" y="2051"/>
                    <a:pt x="87587" y="2139"/>
                  </a:cubicBezTo>
                  <a:lnTo>
                    <a:pt x="87587" y="1560"/>
                  </a:lnTo>
                  <a:cubicBezTo>
                    <a:pt x="87507" y="1494"/>
                    <a:pt x="87419" y="1444"/>
                    <a:pt x="87325" y="1411"/>
                  </a:cubicBezTo>
                  <a:cubicBezTo>
                    <a:pt x="87230" y="1377"/>
                    <a:pt x="87128" y="1361"/>
                    <a:pt x="87021" y="1361"/>
                  </a:cubicBezTo>
                  <a:close/>
                  <a:moveTo>
                    <a:pt x="8166" y="1361"/>
                  </a:moveTo>
                  <a:cubicBezTo>
                    <a:pt x="7949" y="1361"/>
                    <a:pt x="7774" y="1535"/>
                    <a:pt x="7641" y="1883"/>
                  </a:cubicBezTo>
                  <a:cubicBezTo>
                    <a:pt x="7508" y="2231"/>
                    <a:pt x="7442" y="2694"/>
                    <a:pt x="7442" y="3271"/>
                  </a:cubicBezTo>
                  <a:cubicBezTo>
                    <a:pt x="7442" y="3845"/>
                    <a:pt x="7508" y="4306"/>
                    <a:pt x="7641" y="4655"/>
                  </a:cubicBezTo>
                  <a:cubicBezTo>
                    <a:pt x="7774" y="5003"/>
                    <a:pt x="7949" y="5177"/>
                    <a:pt x="8166" y="5177"/>
                  </a:cubicBezTo>
                  <a:cubicBezTo>
                    <a:pt x="8296" y="5177"/>
                    <a:pt x="8409" y="5123"/>
                    <a:pt x="8502" y="5014"/>
                  </a:cubicBezTo>
                  <a:cubicBezTo>
                    <a:pt x="8596" y="4905"/>
                    <a:pt x="8673" y="4741"/>
                    <a:pt x="8733" y="4522"/>
                  </a:cubicBezTo>
                  <a:lnTo>
                    <a:pt x="8733" y="4824"/>
                  </a:lnTo>
                  <a:cubicBezTo>
                    <a:pt x="8733" y="5248"/>
                    <a:pt x="8686" y="5565"/>
                    <a:pt x="8591" y="5774"/>
                  </a:cubicBezTo>
                  <a:cubicBezTo>
                    <a:pt x="8496" y="5984"/>
                    <a:pt x="8353" y="6089"/>
                    <a:pt x="8163" y="6089"/>
                  </a:cubicBezTo>
                  <a:cubicBezTo>
                    <a:pt x="8076" y="6089"/>
                    <a:pt x="7991" y="6065"/>
                    <a:pt x="7908" y="6019"/>
                  </a:cubicBezTo>
                  <a:cubicBezTo>
                    <a:pt x="7825" y="5972"/>
                    <a:pt x="7740" y="5900"/>
                    <a:pt x="7655" y="5803"/>
                  </a:cubicBezTo>
                  <a:lnTo>
                    <a:pt x="7655" y="6398"/>
                  </a:lnTo>
                  <a:cubicBezTo>
                    <a:pt x="7740" y="6465"/>
                    <a:pt x="7828" y="6514"/>
                    <a:pt x="7919" y="6546"/>
                  </a:cubicBezTo>
                  <a:cubicBezTo>
                    <a:pt x="8010" y="6578"/>
                    <a:pt x="8106" y="6594"/>
                    <a:pt x="8208" y="6594"/>
                  </a:cubicBezTo>
                  <a:cubicBezTo>
                    <a:pt x="8485" y="6594"/>
                    <a:pt x="8690" y="6440"/>
                    <a:pt x="8823" y="6130"/>
                  </a:cubicBezTo>
                  <a:cubicBezTo>
                    <a:pt x="8957" y="5821"/>
                    <a:pt x="9024" y="5349"/>
                    <a:pt x="9024" y="4715"/>
                  </a:cubicBezTo>
                  <a:lnTo>
                    <a:pt x="9024" y="1451"/>
                  </a:lnTo>
                  <a:lnTo>
                    <a:pt x="8733" y="1451"/>
                  </a:lnTo>
                  <a:lnTo>
                    <a:pt x="8733" y="2016"/>
                  </a:lnTo>
                  <a:cubicBezTo>
                    <a:pt x="8673" y="1797"/>
                    <a:pt x="8596" y="1633"/>
                    <a:pt x="8502" y="1524"/>
                  </a:cubicBezTo>
                  <a:cubicBezTo>
                    <a:pt x="8409" y="1415"/>
                    <a:pt x="8296" y="1361"/>
                    <a:pt x="8166" y="1361"/>
                  </a:cubicBezTo>
                  <a:close/>
                  <a:moveTo>
                    <a:pt x="42996" y="1361"/>
                  </a:moveTo>
                  <a:cubicBezTo>
                    <a:pt x="42779" y="1361"/>
                    <a:pt x="42604" y="1535"/>
                    <a:pt x="42471" y="1883"/>
                  </a:cubicBezTo>
                  <a:cubicBezTo>
                    <a:pt x="42338" y="2231"/>
                    <a:pt x="42272" y="2694"/>
                    <a:pt x="42272" y="3271"/>
                  </a:cubicBezTo>
                  <a:cubicBezTo>
                    <a:pt x="42272" y="3845"/>
                    <a:pt x="42338" y="4306"/>
                    <a:pt x="42471" y="4655"/>
                  </a:cubicBezTo>
                  <a:cubicBezTo>
                    <a:pt x="42604" y="5003"/>
                    <a:pt x="42779" y="5177"/>
                    <a:pt x="42996" y="5177"/>
                  </a:cubicBezTo>
                  <a:cubicBezTo>
                    <a:pt x="43126" y="5177"/>
                    <a:pt x="43239" y="5123"/>
                    <a:pt x="43332" y="5014"/>
                  </a:cubicBezTo>
                  <a:cubicBezTo>
                    <a:pt x="43426" y="4905"/>
                    <a:pt x="43503" y="4741"/>
                    <a:pt x="43563" y="4522"/>
                  </a:cubicBezTo>
                  <a:lnTo>
                    <a:pt x="43563" y="4824"/>
                  </a:lnTo>
                  <a:cubicBezTo>
                    <a:pt x="43563" y="5248"/>
                    <a:pt x="43516" y="5565"/>
                    <a:pt x="43421" y="5774"/>
                  </a:cubicBezTo>
                  <a:cubicBezTo>
                    <a:pt x="43326" y="5984"/>
                    <a:pt x="43183" y="6089"/>
                    <a:pt x="42993" y="6089"/>
                  </a:cubicBezTo>
                  <a:cubicBezTo>
                    <a:pt x="42906" y="6089"/>
                    <a:pt x="42821" y="6065"/>
                    <a:pt x="42738" y="6019"/>
                  </a:cubicBezTo>
                  <a:cubicBezTo>
                    <a:pt x="42655" y="5972"/>
                    <a:pt x="42570" y="5900"/>
                    <a:pt x="42485" y="5803"/>
                  </a:cubicBezTo>
                  <a:lnTo>
                    <a:pt x="42485" y="6398"/>
                  </a:lnTo>
                  <a:cubicBezTo>
                    <a:pt x="42570" y="6465"/>
                    <a:pt x="42658" y="6514"/>
                    <a:pt x="42749" y="6546"/>
                  </a:cubicBezTo>
                  <a:cubicBezTo>
                    <a:pt x="42840" y="6578"/>
                    <a:pt x="42936" y="6594"/>
                    <a:pt x="43038" y="6594"/>
                  </a:cubicBezTo>
                  <a:cubicBezTo>
                    <a:pt x="43315" y="6594"/>
                    <a:pt x="43520" y="6440"/>
                    <a:pt x="43653" y="6130"/>
                  </a:cubicBezTo>
                  <a:cubicBezTo>
                    <a:pt x="43787" y="5821"/>
                    <a:pt x="43854" y="5349"/>
                    <a:pt x="43854" y="4715"/>
                  </a:cubicBezTo>
                  <a:lnTo>
                    <a:pt x="43854" y="1451"/>
                  </a:lnTo>
                  <a:lnTo>
                    <a:pt x="43563" y="1451"/>
                  </a:lnTo>
                  <a:lnTo>
                    <a:pt x="43563" y="2016"/>
                  </a:lnTo>
                  <a:cubicBezTo>
                    <a:pt x="43503" y="1797"/>
                    <a:pt x="43426" y="1633"/>
                    <a:pt x="43332" y="1524"/>
                  </a:cubicBezTo>
                  <a:cubicBezTo>
                    <a:pt x="43239" y="1415"/>
                    <a:pt x="43126" y="1361"/>
                    <a:pt x="42996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1093225" y="1757725"/>
              <a:ext cx="458875" cy="122050"/>
            </a:xfrm>
            <a:custGeom>
              <a:rect b="b" l="l" r="r" t="t"/>
              <a:pathLst>
                <a:path extrusionOk="0" h="4882" w="18355">
                  <a:moveTo>
                    <a:pt x="4905" y="1487"/>
                  </a:moveTo>
                  <a:cubicBezTo>
                    <a:pt x="5048" y="1487"/>
                    <a:pt x="5163" y="1587"/>
                    <a:pt x="5250" y="1787"/>
                  </a:cubicBezTo>
                  <a:cubicBezTo>
                    <a:pt x="5337" y="1987"/>
                    <a:pt x="5382" y="2254"/>
                    <a:pt x="5384" y="2589"/>
                  </a:cubicBezTo>
                  <a:lnTo>
                    <a:pt x="4347" y="2592"/>
                  </a:lnTo>
                  <a:cubicBezTo>
                    <a:pt x="4361" y="2242"/>
                    <a:pt x="4418" y="1970"/>
                    <a:pt x="4515" y="1777"/>
                  </a:cubicBezTo>
                  <a:cubicBezTo>
                    <a:pt x="4613" y="1584"/>
                    <a:pt x="4742" y="1487"/>
                    <a:pt x="4905" y="1487"/>
                  </a:cubicBezTo>
                  <a:close/>
                  <a:moveTo>
                    <a:pt x="813" y="1487"/>
                  </a:moveTo>
                  <a:cubicBezTo>
                    <a:pt x="968" y="1487"/>
                    <a:pt x="1091" y="1617"/>
                    <a:pt x="1182" y="1875"/>
                  </a:cubicBezTo>
                  <a:cubicBezTo>
                    <a:pt x="1272" y="2134"/>
                    <a:pt x="1318" y="2483"/>
                    <a:pt x="1318" y="2925"/>
                  </a:cubicBezTo>
                  <a:cubicBezTo>
                    <a:pt x="1318" y="3368"/>
                    <a:pt x="1272" y="3719"/>
                    <a:pt x="1182" y="3976"/>
                  </a:cubicBezTo>
                  <a:cubicBezTo>
                    <a:pt x="1091" y="4233"/>
                    <a:pt x="968" y="4362"/>
                    <a:pt x="813" y="4362"/>
                  </a:cubicBezTo>
                  <a:cubicBezTo>
                    <a:pt x="656" y="4362"/>
                    <a:pt x="533" y="4234"/>
                    <a:pt x="443" y="3978"/>
                  </a:cubicBezTo>
                  <a:cubicBezTo>
                    <a:pt x="352" y="3722"/>
                    <a:pt x="307" y="3371"/>
                    <a:pt x="307" y="2925"/>
                  </a:cubicBezTo>
                  <a:cubicBezTo>
                    <a:pt x="307" y="2479"/>
                    <a:pt x="353" y="2128"/>
                    <a:pt x="443" y="1872"/>
                  </a:cubicBezTo>
                  <a:cubicBezTo>
                    <a:pt x="534" y="1616"/>
                    <a:pt x="657" y="1487"/>
                    <a:pt x="813" y="1487"/>
                  </a:cubicBezTo>
                  <a:close/>
                  <a:moveTo>
                    <a:pt x="12919" y="2912"/>
                  </a:moveTo>
                  <a:lnTo>
                    <a:pt x="12919" y="3048"/>
                  </a:lnTo>
                  <a:cubicBezTo>
                    <a:pt x="12919" y="3447"/>
                    <a:pt x="12870" y="3767"/>
                    <a:pt x="12773" y="4008"/>
                  </a:cubicBezTo>
                  <a:cubicBezTo>
                    <a:pt x="12675" y="4248"/>
                    <a:pt x="12546" y="4369"/>
                    <a:pt x="12385" y="4369"/>
                  </a:cubicBezTo>
                  <a:cubicBezTo>
                    <a:pt x="12268" y="4369"/>
                    <a:pt x="12175" y="4305"/>
                    <a:pt x="12107" y="4178"/>
                  </a:cubicBezTo>
                  <a:cubicBezTo>
                    <a:pt x="12039" y="4050"/>
                    <a:pt x="12005" y="3877"/>
                    <a:pt x="12005" y="3660"/>
                  </a:cubicBezTo>
                  <a:cubicBezTo>
                    <a:pt x="12005" y="3387"/>
                    <a:pt x="12051" y="3194"/>
                    <a:pt x="12141" y="3081"/>
                  </a:cubicBezTo>
                  <a:cubicBezTo>
                    <a:pt x="12232" y="2968"/>
                    <a:pt x="12395" y="2912"/>
                    <a:pt x="12630" y="2912"/>
                  </a:cubicBezTo>
                  <a:close/>
                  <a:moveTo>
                    <a:pt x="2962" y="968"/>
                  </a:moveTo>
                  <a:cubicBezTo>
                    <a:pt x="2839" y="968"/>
                    <a:pt x="2730" y="1024"/>
                    <a:pt x="2635" y="1135"/>
                  </a:cubicBezTo>
                  <a:cubicBezTo>
                    <a:pt x="2541" y="1246"/>
                    <a:pt x="2459" y="1413"/>
                    <a:pt x="2390" y="1637"/>
                  </a:cubicBezTo>
                  <a:lnTo>
                    <a:pt x="2390" y="1058"/>
                  </a:lnTo>
                  <a:lnTo>
                    <a:pt x="2097" y="1058"/>
                  </a:lnTo>
                  <a:lnTo>
                    <a:pt x="2097" y="4785"/>
                  </a:lnTo>
                  <a:lnTo>
                    <a:pt x="2390" y="4785"/>
                  </a:lnTo>
                  <a:lnTo>
                    <a:pt x="2390" y="2679"/>
                  </a:lnTo>
                  <a:cubicBezTo>
                    <a:pt x="2390" y="2315"/>
                    <a:pt x="2435" y="2028"/>
                    <a:pt x="2526" y="1817"/>
                  </a:cubicBezTo>
                  <a:cubicBezTo>
                    <a:pt x="2616" y="1606"/>
                    <a:pt x="2740" y="1501"/>
                    <a:pt x="2897" y="1501"/>
                  </a:cubicBezTo>
                  <a:cubicBezTo>
                    <a:pt x="3028" y="1501"/>
                    <a:pt x="3126" y="1588"/>
                    <a:pt x="3191" y="1764"/>
                  </a:cubicBezTo>
                  <a:cubicBezTo>
                    <a:pt x="3256" y="1939"/>
                    <a:pt x="3289" y="2203"/>
                    <a:pt x="3289" y="2556"/>
                  </a:cubicBezTo>
                  <a:lnTo>
                    <a:pt x="3289" y="4785"/>
                  </a:lnTo>
                  <a:lnTo>
                    <a:pt x="3580" y="4785"/>
                  </a:lnTo>
                  <a:lnTo>
                    <a:pt x="3580" y="2536"/>
                  </a:lnTo>
                  <a:cubicBezTo>
                    <a:pt x="3580" y="2021"/>
                    <a:pt x="3528" y="1631"/>
                    <a:pt x="3424" y="1366"/>
                  </a:cubicBezTo>
                  <a:cubicBezTo>
                    <a:pt x="3319" y="1101"/>
                    <a:pt x="3165" y="968"/>
                    <a:pt x="2962" y="968"/>
                  </a:cubicBezTo>
                  <a:close/>
                  <a:moveTo>
                    <a:pt x="10550" y="0"/>
                  </a:moveTo>
                  <a:lnTo>
                    <a:pt x="10550" y="1058"/>
                  </a:lnTo>
                  <a:lnTo>
                    <a:pt x="10337" y="1058"/>
                  </a:lnTo>
                  <a:lnTo>
                    <a:pt x="10337" y="1534"/>
                  </a:lnTo>
                  <a:lnTo>
                    <a:pt x="10550" y="1534"/>
                  </a:lnTo>
                  <a:lnTo>
                    <a:pt x="10550" y="3557"/>
                  </a:lnTo>
                  <a:cubicBezTo>
                    <a:pt x="10550" y="4023"/>
                    <a:pt x="10593" y="4344"/>
                    <a:pt x="10678" y="4520"/>
                  </a:cubicBezTo>
                  <a:cubicBezTo>
                    <a:pt x="10764" y="4697"/>
                    <a:pt x="10919" y="4785"/>
                    <a:pt x="11143" y="4785"/>
                  </a:cubicBezTo>
                  <a:lnTo>
                    <a:pt x="11442" y="4785"/>
                  </a:lnTo>
                  <a:lnTo>
                    <a:pt x="11442" y="4272"/>
                  </a:lnTo>
                  <a:lnTo>
                    <a:pt x="11143" y="4272"/>
                  </a:lnTo>
                  <a:cubicBezTo>
                    <a:pt x="11022" y="4272"/>
                    <a:pt x="10942" y="4229"/>
                    <a:pt x="10902" y="4143"/>
                  </a:cubicBezTo>
                  <a:cubicBezTo>
                    <a:pt x="10863" y="4056"/>
                    <a:pt x="10843" y="3861"/>
                    <a:pt x="10843" y="3557"/>
                  </a:cubicBezTo>
                  <a:lnTo>
                    <a:pt x="10843" y="1534"/>
                  </a:lnTo>
                  <a:lnTo>
                    <a:pt x="11442" y="1534"/>
                  </a:lnTo>
                  <a:lnTo>
                    <a:pt x="11442" y="1058"/>
                  </a:lnTo>
                  <a:lnTo>
                    <a:pt x="10843" y="1058"/>
                  </a:lnTo>
                  <a:lnTo>
                    <a:pt x="10843" y="0"/>
                  </a:lnTo>
                  <a:close/>
                  <a:moveTo>
                    <a:pt x="13804" y="0"/>
                  </a:moveTo>
                  <a:lnTo>
                    <a:pt x="13804" y="1058"/>
                  </a:lnTo>
                  <a:lnTo>
                    <a:pt x="13591" y="1058"/>
                  </a:lnTo>
                  <a:lnTo>
                    <a:pt x="13591" y="1534"/>
                  </a:lnTo>
                  <a:lnTo>
                    <a:pt x="13804" y="1534"/>
                  </a:lnTo>
                  <a:lnTo>
                    <a:pt x="13804" y="3557"/>
                  </a:lnTo>
                  <a:cubicBezTo>
                    <a:pt x="13804" y="4023"/>
                    <a:pt x="13847" y="4344"/>
                    <a:pt x="13932" y="4520"/>
                  </a:cubicBezTo>
                  <a:cubicBezTo>
                    <a:pt x="14018" y="4697"/>
                    <a:pt x="14173" y="4785"/>
                    <a:pt x="14397" y="4785"/>
                  </a:cubicBezTo>
                  <a:lnTo>
                    <a:pt x="14696" y="4785"/>
                  </a:lnTo>
                  <a:lnTo>
                    <a:pt x="14696" y="4272"/>
                  </a:lnTo>
                  <a:lnTo>
                    <a:pt x="14397" y="4272"/>
                  </a:lnTo>
                  <a:cubicBezTo>
                    <a:pt x="14276" y="4272"/>
                    <a:pt x="14196" y="4229"/>
                    <a:pt x="14156" y="4143"/>
                  </a:cubicBezTo>
                  <a:cubicBezTo>
                    <a:pt x="14117" y="4056"/>
                    <a:pt x="14097" y="3861"/>
                    <a:pt x="14097" y="3557"/>
                  </a:cubicBezTo>
                  <a:lnTo>
                    <a:pt x="14097" y="1534"/>
                  </a:lnTo>
                  <a:lnTo>
                    <a:pt x="14696" y="1534"/>
                  </a:lnTo>
                  <a:lnTo>
                    <a:pt x="14696" y="1058"/>
                  </a:lnTo>
                  <a:lnTo>
                    <a:pt x="14097" y="1058"/>
                  </a:lnTo>
                  <a:lnTo>
                    <a:pt x="14097" y="0"/>
                  </a:lnTo>
                  <a:close/>
                  <a:moveTo>
                    <a:pt x="813" y="968"/>
                  </a:moveTo>
                  <a:cubicBezTo>
                    <a:pt x="559" y="968"/>
                    <a:pt x="360" y="1141"/>
                    <a:pt x="216" y="1487"/>
                  </a:cubicBezTo>
                  <a:cubicBezTo>
                    <a:pt x="73" y="1834"/>
                    <a:pt x="1" y="2313"/>
                    <a:pt x="1" y="2925"/>
                  </a:cubicBezTo>
                  <a:cubicBezTo>
                    <a:pt x="1" y="3535"/>
                    <a:pt x="73" y="4013"/>
                    <a:pt x="216" y="4360"/>
                  </a:cubicBezTo>
                  <a:cubicBezTo>
                    <a:pt x="360" y="4708"/>
                    <a:pt x="559" y="4881"/>
                    <a:pt x="813" y="4881"/>
                  </a:cubicBezTo>
                  <a:cubicBezTo>
                    <a:pt x="1066" y="4881"/>
                    <a:pt x="1265" y="4708"/>
                    <a:pt x="1409" y="4360"/>
                  </a:cubicBezTo>
                  <a:cubicBezTo>
                    <a:pt x="1554" y="4013"/>
                    <a:pt x="1626" y="3535"/>
                    <a:pt x="1626" y="2925"/>
                  </a:cubicBezTo>
                  <a:cubicBezTo>
                    <a:pt x="1626" y="2313"/>
                    <a:pt x="1554" y="1834"/>
                    <a:pt x="1409" y="1487"/>
                  </a:cubicBezTo>
                  <a:cubicBezTo>
                    <a:pt x="1265" y="1141"/>
                    <a:pt x="1066" y="968"/>
                    <a:pt x="813" y="968"/>
                  </a:cubicBezTo>
                  <a:close/>
                  <a:moveTo>
                    <a:pt x="4902" y="968"/>
                  </a:moveTo>
                  <a:cubicBezTo>
                    <a:pt x="4636" y="968"/>
                    <a:pt x="4425" y="1148"/>
                    <a:pt x="4268" y="1506"/>
                  </a:cubicBezTo>
                  <a:cubicBezTo>
                    <a:pt x="4112" y="1864"/>
                    <a:pt x="4034" y="2348"/>
                    <a:pt x="4034" y="2958"/>
                  </a:cubicBezTo>
                  <a:cubicBezTo>
                    <a:pt x="4034" y="3548"/>
                    <a:pt x="4116" y="4016"/>
                    <a:pt x="4281" y="4362"/>
                  </a:cubicBezTo>
                  <a:cubicBezTo>
                    <a:pt x="4446" y="4708"/>
                    <a:pt x="4670" y="4881"/>
                    <a:pt x="4952" y="4881"/>
                  </a:cubicBezTo>
                  <a:cubicBezTo>
                    <a:pt x="5065" y="4881"/>
                    <a:pt x="5176" y="4857"/>
                    <a:pt x="5286" y="4808"/>
                  </a:cubicBezTo>
                  <a:cubicBezTo>
                    <a:pt x="5395" y="4759"/>
                    <a:pt x="5502" y="4688"/>
                    <a:pt x="5607" y="4595"/>
                  </a:cubicBezTo>
                  <a:lnTo>
                    <a:pt x="5607" y="4016"/>
                  </a:lnTo>
                  <a:cubicBezTo>
                    <a:pt x="5503" y="4131"/>
                    <a:pt x="5399" y="4218"/>
                    <a:pt x="5294" y="4276"/>
                  </a:cubicBezTo>
                  <a:cubicBezTo>
                    <a:pt x="5190" y="4333"/>
                    <a:pt x="5081" y="4362"/>
                    <a:pt x="4970" y="4362"/>
                  </a:cubicBezTo>
                  <a:cubicBezTo>
                    <a:pt x="4777" y="4362"/>
                    <a:pt x="4626" y="4252"/>
                    <a:pt x="4518" y="4031"/>
                  </a:cubicBezTo>
                  <a:cubicBezTo>
                    <a:pt x="4410" y="3810"/>
                    <a:pt x="4350" y="3489"/>
                    <a:pt x="4337" y="3068"/>
                  </a:cubicBezTo>
                  <a:lnTo>
                    <a:pt x="5675" y="3068"/>
                  </a:lnTo>
                  <a:lnTo>
                    <a:pt x="5675" y="2768"/>
                  </a:lnTo>
                  <a:cubicBezTo>
                    <a:pt x="5675" y="2214"/>
                    <a:pt x="5605" y="1775"/>
                    <a:pt x="5467" y="1453"/>
                  </a:cubicBezTo>
                  <a:cubicBezTo>
                    <a:pt x="5328" y="1130"/>
                    <a:pt x="5140" y="968"/>
                    <a:pt x="4902" y="968"/>
                  </a:cubicBezTo>
                  <a:close/>
                  <a:moveTo>
                    <a:pt x="6715" y="968"/>
                  </a:moveTo>
                  <a:cubicBezTo>
                    <a:pt x="6498" y="968"/>
                    <a:pt x="6330" y="1064"/>
                    <a:pt x="6212" y="1255"/>
                  </a:cubicBezTo>
                  <a:cubicBezTo>
                    <a:pt x="6094" y="1445"/>
                    <a:pt x="6035" y="1716"/>
                    <a:pt x="6035" y="2066"/>
                  </a:cubicBezTo>
                  <a:cubicBezTo>
                    <a:pt x="6035" y="2355"/>
                    <a:pt x="6075" y="2582"/>
                    <a:pt x="6155" y="2747"/>
                  </a:cubicBezTo>
                  <a:cubicBezTo>
                    <a:pt x="6235" y="2912"/>
                    <a:pt x="6366" y="3035"/>
                    <a:pt x="6546" y="3114"/>
                  </a:cubicBezTo>
                  <a:lnTo>
                    <a:pt x="6647" y="3164"/>
                  </a:lnTo>
                  <a:cubicBezTo>
                    <a:pt x="6827" y="3246"/>
                    <a:pt x="6944" y="3332"/>
                    <a:pt x="6997" y="3421"/>
                  </a:cubicBezTo>
                  <a:cubicBezTo>
                    <a:pt x="7050" y="3509"/>
                    <a:pt x="7077" y="3637"/>
                    <a:pt x="7077" y="3803"/>
                  </a:cubicBezTo>
                  <a:cubicBezTo>
                    <a:pt x="7077" y="3983"/>
                    <a:pt x="7040" y="4122"/>
                    <a:pt x="6966" y="4221"/>
                  </a:cubicBezTo>
                  <a:cubicBezTo>
                    <a:pt x="6893" y="4319"/>
                    <a:pt x="6787" y="4369"/>
                    <a:pt x="6650" y="4369"/>
                  </a:cubicBezTo>
                  <a:cubicBezTo>
                    <a:pt x="6548" y="4369"/>
                    <a:pt x="6445" y="4339"/>
                    <a:pt x="6340" y="4281"/>
                  </a:cubicBezTo>
                  <a:cubicBezTo>
                    <a:pt x="6236" y="4222"/>
                    <a:pt x="6130" y="4134"/>
                    <a:pt x="6022" y="4016"/>
                  </a:cubicBezTo>
                  <a:lnTo>
                    <a:pt x="6022" y="4648"/>
                  </a:lnTo>
                  <a:cubicBezTo>
                    <a:pt x="6136" y="4726"/>
                    <a:pt x="6245" y="4784"/>
                    <a:pt x="6347" y="4823"/>
                  </a:cubicBezTo>
                  <a:cubicBezTo>
                    <a:pt x="6450" y="4862"/>
                    <a:pt x="6549" y="4881"/>
                    <a:pt x="6644" y="4881"/>
                  </a:cubicBezTo>
                  <a:cubicBezTo>
                    <a:pt x="6871" y="4881"/>
                    <a:pt x="7050" y="4780"/>
                    <a:pt x="7181" y="4578"/>
                  </a:cubicBezTo>
                  <a:cubicBezTo>
                    <a:pt x="7311" y="4377"/>
                    <a:pt x="7376" y="4103"/>
                    <a:pt x="7376" y="3757"/>
                  </a:cubicBezTo>
                  <a:cubicBezTo>
                    <a:pt x="7376" y="3453"/>
                    <a:pt x="7332" y="3216"/>
                    <a:pt x="7245" y="3046"/>
                  </a:cubicBezTo>
                  <a:cubicBezTo>
                    <a:pt x="7158" y="2877"/>
                    <a:pt x="7012" y="2745"/>
                    <a:pt x="6805" y="2652"/>
                  </a:cubicBezTo>
                  <a:lnTo>
                    <a:pt x="6705" y="2605"/>
                  </a:lnTo>
                  <a:cubicBezTo>
                    <a:pt x="6549" y="2532"/>
                    <a:pt x="6446" y="2455"/>
                    <a:pt x="6394" y="2374"/>
                  </a:cubicBezTo>
                  <a:cubicBezTo>
                    <a:pt x="6342" y="2293"/>
                    <a:pt x="6317" y="2182"/>
                    <a:pt x="6317" y="2040"/>
                  </a:cubicBezTo>
                  <a:cubicBezTo>
                    <a:pt x="6317" y="1853"/>
                    <a:pt x="6353" y="1714"/>
                    <a:pt x="6425" y="1621"/>
                  </a:cubicBezTo>
                  <a:cubicBezTo>
                    <a:pt x="6497" y="1527"/>
                    <a:pt x="6605" y="1481"/>
                    <a:pt x="6750" y="1481"/>
                  </a:cubicBezTo>
                  <a:cubicBezTo>
                    <a:pt x="6845" y="1481"/>
                    <a:pt x="6936" y="1503"/>
                    <a:pt x="7025" y="1547"/>
                  </a:cubicBezTo>
                  <a:cubicBezTo>
                    <a:pt x="7113" y="1592"/>
                    <a:pt x="7199" y="1658"/>
                    <a:pt x="7281" y="1747"/>
                  </a:cubicBezTo>
                  <a:lnTo>
                    <a:pt x="7281" y="1168"/>
                  </a:lnTo>
                  <a:cubicBezTo>
                    <a:pt x="7201" y="1102"/>
                    <a:pt x="7113" y="1052"/>
                    <a:pt x="7018" y="1018"/>
                  </a:cubicBezTo>
                  <a:cubicBezTo>
                    <a:pt x="6924" y="985"/>
                    <a:pt x="6822" y="968"/>
                    <a:pt x="6715" y="968"/>
                  </a:cubicBezTo>
                  <a:close/>
                  <a:moveTo>
                    <a:pt x="9431" y="968"/>
                  </a:moveTo>
                  <a:cubicBezTo>
                    <a:pt x="9214" y="968"/>
                    <a:pt x="9046" y="1064"/>
                    <a:pt x="8928" y="1255"/>
                  </a:cubicBezTo>
                  <a:cubicBezTo>
                    <a:pt x="8810" y="1445"/>
                    <a:pt x="8751" y="1716"/>
                    <a:pt x="8751" y="2066"/>
                  </a:cubicBezTo>
                  <a:cubicBezTo>
                    <a:pt x="8751" y="2355"/>
                    <a:pt x="8791" y="2582"/>
                    <a:pt x="8871" y="2747"/>
                  </a:cubicBezTo>
                  <a:cubicBezTo>
                    <a:pt x="8951" y="2912"/>
                    <a:pt x="9082" y="3035"/>
                    <a:pt x="9262" y="3114"/>
                  </a:cubicBezTo>
                  <a:lnTo>
                    <a:pt x="9363" y="3164"/>
                  </a:lnTo>
                  <a:cubicBezTo>
                    <a:pt x="9543" y="3246"/>
                    <a:pt x="9660" y="3332"/>
                    <a:pt x="9713" y="3421"/>
                  </a:cubicBezTo>
                  <a:cubicBezTo>
                    <a:pt x="9766" y="3509"/>
                    <a:pt x="9793" y="3637"/>
                    <a:pt x="9793" y="3803"/>
                  </a:cubicBezTo>
                  <a:cubicBezTo>
                    <a:pt x="9793" y="3983"/>
                    <a:pt x="9756" y="4122"/>
                    <a:pt x="9682" y="4221"/>
                  </a:cubicBezTo>
                  <a:cubicBezTo>
                    <a:pt x="9609" y="4319"/>
                    <a:pt x="9503" y="4369"/>
                    <a:pt x="9366" y="4369"/>
                  </a:cubicBezTo>
                  <a:cubicBezTo>
                    <a:pt x="9264" y="4369"/>
                    <a:pt x="9161" y="4339"/>
                    <a:pt x="9056" y="4281"/>
                  </a:cubicBezTo>
                  <a:cubicBezTo>
                    <a:pt x="8952" y="4222"/>
                    <a:pt x="8846" y="4134"/>
                    <a:pt x="8738" y="4016"/>
                  </a:cubicBezTo>
                  <a:lnTo>
                    <a:pt x="8738" y="4648"/>
                  </a:lnTo>
                  <a:cubicBezTo>
                    <a:pt x="8852" y="4726"/>
                    <a:pt x="8961" y="4784"/>
                    <a:pt x="9063" y="4823"/>
                  </a:cubicBezTo>
                  <a:cubicBezTo>
                    <a:pt x="9166" y="4862"/>
                    <a:pt x="9265" y="4881"/>
                    <a:pt x="9360" y="4881"/>
                  </a:cubicBezTo>
                  <a:cubicBezTo>
                    <a:pt x="9587" y="4881"/>
                    <a:pt x="9766" y="4780"/>
                    <a:pt x="9897" y="4578"/>
                  </a:cubicBezTo>
                  <a:cubicBezTo>
                    <a:pt x="10027" y="4377"/>
                    <a:pt x="10092" y="4103"/>
                    <a:pt x="10092" y="3757"/>
                  </a:cubicBezTo>
                  <a:cubicBezTo>
                    <a:pt x="10092" y="3453"/>
                    <a:pt x="10048" y="3216"/>
                    <a:pt x="9961" y="3046"/>
                  </a:cubicBezTo>
                  <a:cubicBezTo>
                    <a:pt x="9874" y="2877"/>
                    <a:pt x="9728" y="2745"/>
                    <a:pt x="9521" y="2652"/>
                  </a:cubicBezTo>
                  <a:lnTo>
                    <a:pt x="9421" y="2605"/>
                  </a:lnTo>
                  <a:cubicBezTo>
                    <a:pt x="9265" y="2532"/>
                    <a:pt x="9162" y="2455"/>
                    <a:pt x="9110" y="2374"/>
                  </a:cubicBezTo>
                  <a:cubicBezTo>
                    <a:pt x="9058" y="2293"/>
                    <a:pt x="9033" y="2182"/>
                    <a:pt x="9033" y="2040"/>
                  </a:cubicBezTo>
                  <a:cubicBezTo>
                    <a:pt x="9033" y="1853"/>
                    <a:pt x="9069" y="1714"/>
                    <a:pt x="9141" y="1621"/>
                  </a:cubicBezTo>
                  <a:cubicBezTo>
                    <a:pt x="9213" y="1527"/>
                    <a:pt x="9321" y="1481"/>
                    <a:pt x="9466" y="1481"/>
                  </a:cubicBezTo>
                  <a:cubicBezTo>
                    <a:pt x="9561" y="1481"/>
                    <a:pt x="9652" y="1503"/>
                    <a:pt x="9741" y="1547"/>
                  </a:cubicBezTo>
                  <a:cubicBezTo>
                    <a:pt x="9829" y="1592"/>
                    <a:pt x="9915" y="1658"/>
                    <a:pt x="9997" y="1747"/>
                  </a:cubicBezTo>
                  <a:lnTo>
                    <a:pt x="9997" y="1168"/>
                  </a:lnTo>
                  <a:cubicBezTo>
                    <a:pt x="9917" y="1102"/>
                    <a:pt x="9829" y="1052"/>
                    <a:pt x="9734" y="1018"/>
                  </a:cubicBezTo>
                  <a:cubicBezTo>
                    <a:pt x="9640" y="985"/>
                    <a:pt x="9538" y="968"/>
                    <a:pt x="9431" y="968"/>
                  </a:cubicBezTo>
                  <a:close/>
                  <a:moveTo>
                    <a:pt x="12446" y="968"/>
                  </a:moveTo>
                  <a:cubicBezTo>
                    <a:pt x="12352" y="968"/>
                    <a:pt x="12254" y="990"/>
                    <a:pt x="12154" y="1033"/>
                  </a:cubicBezTo>
                  <a:cubicBezTo>
                    <a:pt x="12054" y="1077"/>
                    <a:pt x="11951" y="1141"/>
                    <a:pt x="11844" y="1228"/>
                  </a:cubicBezTo>
                  <a:lnTo>
                    <a:pt x="11844" y="1794"/>
                  </a:lnTo>
                  <a:cubicBezTo>
                    <a:pt x="11933" y="1692"/>
                    <a:pt x="12025" y="1615"/>
                    <a:pt x="12121" y="1564"/>
                  </a:cubicBezTo>
                  <a:cubicBezTo>
                    <a:pt x="12217" y="1513"/>
                    <a:pt x="12315" y="1487"/>
                    <a:pt x="12416" y="1487"/>
                  </a:cubicBezTo>
                  <a:cubicBezTo>
                    <a:pt x="12576" y="1487"/>
                    <a:pt x="12699" y="1565"/>
                    <a:pt x="12787" y="1719"/>
                  </a:cubicBezTo>
                  <a:cubicBezTo>
                    <a:pt x="12875" y="1873"/>
                    <a:pt x="12919" y="2091"/>
                    <a:pt x="12919" y="2373"/>
                  </a:cubicBezTo>
                  <a:lnTo>
                    <a:pt x="12919" y="2432"/>
                  </a:lnTo>
                  <a:lnTo>
                    <a:pt x="12511" y="2432"/>
                  </a:lnTo>
                  <a:cubicBezTo>
                    <a:pt x="12247" y="2432"/>
                    <a:pt x="12048" y="2539"/>
                    <a:pt x="11914" y="2752"/>
                  </a:cubicBezTo>
                  <a:cubicBezTo>
                    <a:pt x="11781" y="2965"/>
                    <a:pt x="11714" y="3281"/>
                    <a:pt x="11714" y="3700"/>
                  </a:cubicBezTo>
                  <a:cubicBezTo>
                    <a:pt x="11714" y="4059"/>
                    <a:pt x="11768" y="4346"/>
                    <a:pt x="11875" y="4560"/>
                  </a:cubicBezTo>
                  <a:cubicBezTo>
                    <a:pt x="11982" y="4774"/>
                    <a:pt x="12126" y="4881"/>
                    <a:pt x="12307" y="4881"/>
                  </a:cubicBezTo>
                  <a:cubicBezTo>
                    <a:pt x="12451" y="4881"/>
                    <a:pt x="12572" y="4827"/>
                    <a:pt x="12671" y="4720"/>
                  </a:cubicBezTo>
                  <a:cubicBezTo>
                    <a:pt x="12770" y="4612"/>
                    <a:pt x="12853" y="4445"/>
                    <a:pt x="12919" y="4219"/>
                  </a:cubicBezTo>
                  <a:lnTo>
                    <a:pt x="12919" y="4785"/>
                  </a:lnTo>
                  <a:lnTo>
                    <a:pt x="13210" y="4785"/>
                  </a:lnTo>
                  <a:lnTo>
                    <a:pt x="13210" y="2659"/>
                  </a:lnTo>
                  <a:cubicBezTo>
                    <a:pt x="13210" y="2091"/>
                    <a:pt x="13147" y="1667"/>
                    <a:pt x="13020" y="1388"/>
                  </a:cubicBezTo>
                  <a:cubicBezTo>
                    <a:pt x="12894" y="1108"/>
                    <a:pt x="12703" y="968"/>
                    <a:pt x="12446" y="968"/>
                  </a:cubicBezTo>
                  <a:close/>
                  <a:moveTo>
                    <a:pt x="15049" y="1058"/>
                  </a:moveTo>
                  <a:lnTo>
                    <a:pt x="15049" y="3314"/>
                  </a:lnTo>
                  <a:cubicBezTo>
                    <a:pt x="15049" y="3826"/>
                    <a:pt x="15102" y="4216"/>
                    <a:pt x="15207" y="4482"/>
                  </a:cubicBezTo>
                  <a:cubicBezTo>
                    <a:pt x="15313" y="4748"/>
                    <a:pt x="15467" y="4881"/>
                    <a:pt x="15670" y="4881"/>
                  </a:cubicBezTo>
                  <a:cubicBezTo>
                    <a:pt x="15794" y="4881"/>
                    <a:pt x="15902" y="4826"/>
                    <a:pt x="15995" y="4716"/>
                  </a:cubicBezTo>
                  <a:cubicBezTo>
                    <a:pt x="16089" y="4607"/>
                    <a:pt x="16171" y="4439"/>
                    <a:pt x="16241" y="4212"/>
                  </a:cubicBezTo>
                  <a:lnTo>
                    <a:pt x="16241" y="4785"/>
                  </a:lnTo>
                  <a:lnTo>
                    <a:pt x="16532" y="4785"/>
                  </a:lnTo>
                  <a:lnTo>
                    <a:pt x="16532" y="1058"/>
                  </a:lnTo>
                  <a:lnTo>
                    <a:pt x="16241" y="1058"/>
                  </a:lnTo>
                  <a:lnTo>
                    <a:pt x="16241" y="3171"/>
                  </a:lnTo>
                  <a:cubicBezTo>
                    <a:pt x="16241" y="3535"/>
                    <a:pt x="16196" y="3822"/>
                    <a:pt x="16104" y="4033"/>
                  </a:cubicBezTo>
                  <a:cubicBezTo>
                    <a:pt x="16013" y="4243"/>
                    <a:pt x="15889" y="4349"/>
                    <a:pt x="15732" y="4349"/>
                  </a:cubicBezTo>
                  <a:cubicBezTo>
                    <a:pt x="15601" y="4349"/>
                    <a:pt x="15503" y="4261"/>
                    <a:pt x="15438" y="4084"/>
                  </a:cubicBezTo>
                  <a:cubicBezTo>
                    <a:pt x="15373" y="3908"/>
                    <a:pt x="15340" y="3643"/>
                    <a:pt x="15340" y="3291"/>
                  </a:cubicBezTo>
                  <a:lnTo>
                    <a:pt x="15340" y="1058"/>
                  </a:lnTo>
                  <a:close/>
                  <a:moveTo>
                    <a:pt x="17694" y="968"/>
                  </a:moveTo>
                  <a:cubicBezTo>
                    <a:pt x="17477" y="968"/>
                    <a:pt x="17309" y="1064"/>
                    <a:pt x="17191" y="1255"/>
                  </a:cubicBezTo>
                  <a:cubicBezTo>
                    <a:pt x="17073" y="1445"/>
                    <a:pt x="17014" y="1716"/>
                    <a:pt x="17014" y="2066"/>
                  </a:cubicBezTo>
                  <a:cubicBezTo>
                    <a:pt x="17014" y="2355"/>
                    <a:pt x="17054" y="2582"/>
                    <a:pt x="17134" y="2747"/>
                  </a:cubicBezTo>
                  <a:cubicBezTo>
                    <a:pt x="17214" y="2912"/>
                    <a:pt x="17345" y="3035"/>
                    <a:pt x="17525" y="3114"/>
                  </a:cubicBezTo>
                  <a:lnTo>
                    <a:pt x="17626" y="3164"/>
                  </a:lnTo>
                  <a:cubicBezTo>
                    <a:pt x="17806" y="3246"/>
                    <a:pt x="17923" y="3332"/>
                    <a:pt x="17976" y="3421"/>
                  </a:cubicBezTo>
                  <a:cubicBezTo>
                    <a:pt x="18029" y="3509"/>
                    <a:pt x="18056" y="3637"/>
                    <a:pt x="18056" y="3803"/>
                  </a:cubicBezTo>
                  <a:cubicBezTo>
                    <a:pt x="18056" y="3983"/>
                    <a:pt x="18019" y="4122"/>
                    <a:pt x="17945" y="4221"/>
                  </a:cubicBezTo>
                  <a:cubicBezTo>
                    <a:pt x="17872" y="4319"/>
                    <a:pt x="17766" y="4369"/>
                    <a:pt x="17629" y="4369"/>
                  </a:cubicBezTo>
                  <a:cubicBezTo>
                    <a:pt x="17527" y="4369"/>
                    <a:pt x="17424" y="4339"/>
                    <a:pt x="17319" y="4281"/>
                  </a:cubicBezTo>
                  <a:cubicBezTo>
                    <a:pt x="17215" y="4222"/>
                    <a:pt x="17109" y="4134"/>
                    <a:pt x="17001" y="4016"/>
                  </a:cubicBezTo>
                  <a:lnTo>
                    <a:pt x="17001" y="4648"/>
                  </a:lnTo>
                  <a:cubicBezTo>
                    <a:pt x="17115" y="4726"/>
                    <a:pt x="17224" y="4784"/>
                    <a:pt x="17326" y="4823"/>
                  </a:cubicBezTo>
                  <a:cubicBezTo>
                    <a:pt x="17429" y="4862"/>
                    <a:pt x="17528" y="4881"/>
                    <a:pt x="17623" y="4881"/>
                  </a:cubicBezTo>
                  <a:cubicBezTo>
                    <a:pt x="17850" y="4881"/>
                    <a:pt x="18029" y="4780"/>
                    <a:pt x="18160" y="4578"/>
                  </a:cubicBezTo>
                  <a:cubicBezTo>
                    <a:pt x="18290" y="4377"/>
                    <a:pt x="18355" y="4103"/>
                    <a:pt x="18355" y="3757"/>
                  </a:cubicBezTo>
                  <a:cubicBezTo>
                    <a:pt x="18355" y="3453"/>
                    <a:pt x="18311" y="3216"/>
                    <a:pt x="18224" y="3046"/>
                  </a:cubicBezTo>
                  <a:cubicBezTo>
                    <a:pt x="18137" y="2877"/>
                    <a:pt x="17991" y="2745"/>
                    <a:pt x="17784" y="2652"/>
                  </a:cubicBezTo>
                  <a:lnTo>
                    <a:pt x="17684" y="2605"/>
                  </a:lnTo>
                  <a:cubicBezTo>
                    <a:pt x="17528" y="2532"/>
                    <a:pt x="17425" y="2455"/>
                    <a:pt x="17373" y="2374"/>
                  </a:cubicBezTo>
                  <a:cubicBezTo>
                    <a:pt x="17321" y="2293"/>
                    <a:pt x="17296" y="2182"/>
                    <a:pt x="17296" y="2040"/>
                  </a:cubicBezTo>
                  <a:cubicBezTo>
                    <a:pt x="17296" y="1853"/>
                    <a:pt x="17332" y="1714"/>
                    <a:pt x="17404" y="1621"/>
                  </a:cubicBezTo>
                  <a:cubicBezTo>
                    <a:pt x="17476" y="1527"/>
                    <a:pt x="17584" y="1481"/>
                    <a:pt x="17729" y="1481"/>
                  </a:cubicBezTo>
                  <a:cubicBezTo>
                    <a:pt x="17824" y="1481"/>
                    <a:pt x="17915" y="1503"/>
                    <a:pt x="18004" y="1547"/>
                  </a:cubicBezTo>
                  <a:cubicBezTo>
                    <a:pt x="18092" y="1592"/>
                    <a:pt x="18178" y="1658"/>
                    <a:pt x="18260" y="1747"/>
                  </a:cubicBezTo>
                  <a:lnTo>
                    <a:pt x="18260" y="1168"/>
                  </a:lnTo>
                  <a:cubicBezTo>
                    <a:pt x="18180" y="1102"/>
                    <a:pt x="18092" y="1052"/>
                    <a:pt x="17997" y="1018"/>
                  </a:cubicBezTo>
                  <a:cubicBezTo>
                    <a:pt x="17903" y="985"/>
                    <a:pt x="17801" y="968"/>
                    <a:pt x="17694" y="96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45225" y="2105775"/>
              <a:ext cx="43025" cy="124225"/>
            </a:xfrm>
            <a:custGeom>
              <a:rect b="b" l="l" r="r" t="t"/>
              <a:pathLst>
                <a:path extrusionOk="0" h="4969" w="1721">
                  <a:moveTo>
                    <a:pt x="1066" y="586"/>
                  </a:moveTo>
                  <a:lnTo>
                    <a:pt x="1066" y="3238"/>
                  </a:lnTo>
                  <a:lnTo>
                    <a:pt x="260" y="3238"/>
                  </a:lnTo>
                  <a:lnTo>
                    <a:pt x="1066" y="586"/>
                  </a:lnTo>
                  <a:close/>
                  <a:moveTo>
                    <a:pt x="982" y="1"/>
                  </a:moveTo>
                  <a:lnTo>
                    <a:pt x="0" y="3148"/>
                  </a:lnTo>
                  <a:lnTo>
                    <a:pt x="0" y="3797"/>
                  </a:lnTo>
                  <a:lnTo>
                    <a:pt x="1066" y="3797"/>
                  </a:lnTo>
                  <a:lnTo>
                    <a:pt x="1066" y="4968"/>
                  </a:lnTo>
                  <a:lnTo>
                    <a:pt x="1384" y="4968"/>
                  </a:lnTo>
                  <a:lnTo>
                    <a:pt x="1384" y="3797"/>
                  </a:lnTo>
                  <a:lnTo>
                    <a:pt x="1721" y="3797"/>
                  </a:lnTo>
                  <a:lnTo>
                    <a:pt x="1721" y="3238"/>
                  </a:lnTo>
                  <a:lnTo>
                    <a:pt x="1384" y="3238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166600" y="2100550"/>
              <a:ext cx="965450" cy="131850"/>
            </a:xfrm>
            <a:custGeom>
              <a:rect b="b" l="l" r="r" t="t"/>
              <a:pathLst>
                <a:path extrusionOk="0" h="5274" w="38618">
                  <a:moveTo>
                    <a:pt x="9232" y="0"/>
                  </a:moveTo>
                  <a:lnTo>
                    <a:pt x="9232" y="776"/>
                  </a:lnTo>
                  <a:lnTo>
                    <a:pt x="9522" y="776"/>
                  </a:lnTo>
                  <a:lnTo>
                    <a:pt x="9522" y="0"/>
                  </a:lnTo>
                  <a:close/>
                  <a:moveTo>
                    <a:pt x="28180" y="0"/>
                  </a:moveTo>
                  <a:lnTo>
                    <a:pt x="28180" y="776"/>
                  </a:lnTo>
                  <a:lnTo>
                    <a:pt x="28471" y="776"/>
                  </a:lnTo>
                  <a:lnTo>
                    <a:pt x="28471" y="0"/>
                  </a:lnTo>
                  <a:close/>
                  <a:moveTo>
                    <a:pt x="4830" y="1880"/>
                  </a:moveTo>
                  <a:cubicBezTo>
                    <a:pt x="4974" y="1880"/>
                    <a:pt x="5089" y="1980"/>
                    <a:pt x="5176" y="2180"/>
                  </a:cubicBezTo>
                  <a:cubicBezTo>
                    <a:pt x="5263" y="2379"/>
                    <a:pt x="5307" y="2646"/>
                    <a:pt x="5309" y="2981"/>
                  </a:cubicBezTo>
                  <a:lnTo>
                    <a:pt x="4272" y="2985"/>
                  </a:lnTo>
                  <a:cubicBezTo>
                    <a:pt x="4287" y="2634"/>
                    <a:pt x="4343" y="2363"/>
                    <a:pt x="4441" y="2170"/>
                  </a:cubicBezTo>
                  <a:cubicBezTo>
                    <a:pt x="4538" y="1977"/>
                    <a:pt x="4668" y="1880"/>
                    <a:pt x="4830" y="1880"/>
                  </a:cubicBezTo>
                  <a:close/>
                  <a:moveTo>
                    <a:pt x="10876" y="1880"/>
                  </a:moveTo>
                  <a:cubicBezTo>
                    <a:pt x="11020" y="1880"/>
                    <a:pt x="11135" y="1980"/>
                    <a:pt x="11222" y="2180"/>
                  </a:cubicBezTo>
                  <a:cubicBezTo>
                    <a:pt x="11309" y="2379"/>
                    <a:pt x="11353" y="2646"/>
                    <a:pt x="11355" y="2981"/>
                  </a:cubicBezTo>
                  <a:lnTo>
                    <a:pt x="10318" y="2985"/>
                  </a:lnTo>
                  <a:cubicBezTo>
                    <a:pt x="10333" y="2634"/>
                    <a:pt x="10389" y="2363"/>
                    <a:pt x="10487" y="2170"/>
                  </a:cubicBezTo>
                  <a:cubicBezTo>
                    <a:pt x="10584" y="1977"/>
                    <a:pt x="10714" y="1880"/>
                    <a:pt x="10876" y="1880"/>
                  </a:cubicBezTo>
                  <a:close/>
                  <a:moveTo>
                    <a:pt x="19734" y="1880"/>
                  </a:moveTo>
                  <a:cubicBezTo>
                    <a:pt x="19878" y="1880"/>
                    <a:pt x="19993" y="1980"/>
                    <a:pt x="20080" y="2180"/>
                  </a:cubicBezTo>
                  <a:cubicBezTo>
                    <a:pt x="20167" y="2379"/>
                    <a:pt x="20211" y="2646"/>
                    <a:pt x="20213" y="2981"/>
                  </a:cubicBezTo>
                  <a:lnTo>
                    <a:pt x="19176" y="2985"/>
                  </a:lnTo>
                  <a:cubicBezTo>
                    <a:pt x="19191" y="2634"/>
                    <a:pt x="19247" y="2363"/>
                    <a:pt x="19345" y="2170"/>
                  </a:cubicBezTo>
                  <a:cubicBezTo>
                    <a:pt x="19442" y="1977"/>
                    <a:pt x="19572" y="1880"/>
                    <a:pt x="19734" y="1880"/>
                  </a:cubicBezTo>
                  <a:close/>
                  <a:moveTo>
                    <a:pt x="23778" y="1880"/>
                  </a:moveTo>
                  <a:cubicBezTo>
                    <a:pt x="23922" y="1880"/>
                    <a:pt x="24037" y="1980"/>
                    <a:pt x="24124" y="2180"/>
                  </a:cubicBezTo>
                  <a:cubicBezTo>
                    <a:pt x="24211" y="2379"/>
                    <a:pt x="24255" y="2646"/>
                    <a:pt x="24257" y="2981"/>
                  </a:cubicBezTo>
                  <a:lnTo>
                    <a:pt x="23220" y="2985"/>
                  </a:lnTo>
                  <a:cubicBezTo>
                    <a:pt x="23235" y="2634"/>
                    <a:pt x="23291" y="2363"/>
                    <a:pt x="23389" y="2170"/>
                  </a:cubicBezTo>
                  <a:cubicBezTo>
                    <a:pt x="23486" y="1977"/>
                    <a:pt x="23616" y="1880"/>
                    <a:pt x="23778" y="1880"/>
                  </a:cubicBezTo>
                  <a:close/>
                  <a:moveTo>
                    <a:pt x="29824" y="1880"/>
                  </a:moveTo>
                  <a:cubicBezTo>
                    <a:pt x="29968" y="1880"/>
                    <a:pt x="30083" y="1980"/>
                    <a:pt x="30170" y="2180"/>
                  </a:cubicBezTo>
                  <a:cubicBezTo>
                    <a:pt x="30257" y="2379"/>
                    <a:pt x="30301" y="2646"/>
                    <a:pt x="30303" y="2981"/>
                  </a:cubicBezTo>
                  <a:lnTo>
                    <a:pt x="29266" y="2985"/>
                  </a:lnTo>
                  <a:cubicBezTo>
                    <a:pt x="29281" y="2634"/>
                    <a:pt x="29337" y="2363"/>
                    <a:pt x="29435" y="2170"/>
                  </a:cubicBezTo>
                  <a:cubicBezTo>
                    <a:pt x="29532" y="1977"/>
                    <a:pt x="29662" y="1880"/>
                    <a:pt x="29824" y="1880"/>
                  </a:cubicBezTo>
                  <a:close/>
                  <a:moveTo>
                    <a:pt x="37847" y="1880"/>
                  </a:moveTo>
                  <a:cubicBezTo>
                    <a:pt x="37991" y="1880"/>
                    <a:pt x="38106" y="1980"/>
                    <a:pt x="38193" y="2180"/>
                  </a:cubicBezTo>
                  <a:cubicBezTo>
                    <a:pt x="38280" y="2379"/>
                    <a:pt x="38324" y="2646"/>
                    <a:pt x="38326" y="2981"/>
                  </a:cubicBezTo>
                  <a:lnTo>
                    <a:pt x="37289" y="2985"/>
                  </a:lnTo>
                  <a:cubicBezTo>
                    <a:pt x="37304" y="2634"/>
                    <a:pt x="37360" y="2363"/>
                    <a:pt x="37458" y="2170"/>
                  </a:cubicBezTo>
                  <a:cubicBezTo>
                    <a:pt x="37555" y="1977"/>
                    <a:pt x="37685" y="1880"/>
                    <a:pt x="37847" y="1880"/>
                  </a:cubicBezTo>
                  <a:close/>
                  <a:moveTo>
                    <a:pt x="15526" y="1880"/>
                  </a:moveTo>
                  <a:cubicBezTo>
                    <a:pt x="15681" y="1880"/>
                    <a:pt x="15803" y="2009"/>
                    <a:pt x="15894" y="2268"/>
                  </a:cubicBezTo>
                  <a:cubicBezTo>
                    <a:pt x="15985" y="2526"/>
                    <a:pt x="16030" y="2876"/>
                    <a:pt x="16030" y="3317"/>
                  </a:cubicBezTo>
                  <a:cubicBezTo>
                    <a:pt x="16030" y="3761"/>
                    <a:pt x="15985" y="4112"/>
                    <a:pt x="15894" y="4369"/>
                  </a:cubicBezTo>
                  <a:cubicBezTo>
                    <a:pt x="15803" y="4626"/>
                    <a:pt x="15681" y="4755"/>
                    <a:pt x="15526" y="4755"/>
                  </a:cubicBezTo>
                  <a:cubicBezTo>
                    <a:pt x="15369" y="4755"/>
                    <a:pt x="15245" y="4627"/>
                    <a:pt x="15155" y="4370"/>
                  </a:cubicBezTo>
                  <a:cubicBezTo>
                    <a:pt x="15065" y="4114"/>
                    <a:pt x="15020" y="3763"/>
                    <a:pt x="15020" y="3317"/>
                  </a:cubicBezTo>
                  <a:cubicBezTo>
                    <a:pt x="15020" y="2872"/>
                    <a:pt x="15065" y="2521"/>
                    <a:pt x="15156" y="2264"/>
                  </a:cubicBezTo>
                  <a:cubicBezTo>
                    <a:pt x="15246" y="2008"/>
                    <a:pt x="15370" y="1880"/>
                    <a:pt x="15526" y="1880"/>
                  </a:cubicBezTo>
                  <a:close/>
                  <a:moveTo>
                    <a:pt x="34882" y="3304"/>
                  </a:moveTo>
                  <a:lnTo>
                    <a:pt x="34882" y="3441"/>
                  </a:lnTo>
                  <a:cubicBezTo>
                    <a:pt x="34882" y="3840"/>
                    <a:pt x="34833" y="4160"/>
                    <a:pt x="34735" y="4400"/>
                  </a:cubicBezTo>
                  <a:cubicBezTo>
                    <a:pt x="34638" y="4641"/>
                    <a:pt x="34509" y="4761"/>
                    <a:pt x="34347" y="4761"/>
                  </a:cubicBezTo>
                  <a:cubicBezTo>
                    <a:pt x="34230" y="4761"/>
                    <a:pt x="34138" y="4698"/>
                    <a:pt x="34070" y="4570"/>
                  </a:cubicBezTo>
                  <a:cubicBezTo>
                    <a:pt x="34002" y="4443"/>
                    <a:pt x="33968" y="4270"/>
                    <a:pt x="33968" y="4053"/>
                  </a:cubicBezTo>
                  <a:cubicBezTo>
                    <a:pt x="33968" y="3780"/>
                    <a:pt x="34013" y="3587"/>
                    <a:pt x="34104" y="3474"/>
                  </a:cubicBezTo>
                  <a:cubicBezTo>
                    <a:pt x="34194" y="3361"/>
                    <a:pt x="34357" y="3304"/>
                    <a:pt x="34592" y="3304"/>
                  </a:cubicBezTo>
                  <a:close/>
                  <a:moveTo>
                    <a:pt x="0" y="210"/>
                  </a:moveTo>
                  <a:lnTo>
                    <a:pt x="0" y="5177"/>
                  </a:lnTo>
                  <a:lnTo>
                    <a:pt x="1521" y="5177"/>
                  </a:lnTo>
                  <a:lnTo>
                    <a:pt x="1521" y="4612"/>
                  </a:lnTo>
                  <a:lnTo>
                    <a:pt x="320" y="4612"/>
                  </a:lnTo>
                  <a:lnTo>
                    <a:pt x="320" y="2812"/>
                  </a:lnTo>
                  <a:lnTo>
                    <a:pt x="1444" y="2812"/>
                  </a:lnTo>
                  <a:lnTo>
                    <a:pt x="1444" y="2246"/>
                  </a:lnTo>
                  <a:lnTo>
                    <a:pt x="320" y="2246"/>
                  </a:lnTo>
                  <a:lnTo>
                    <a:pt x="320" y="776"/>
                  </a:lnTo>
                  <a:lnTo>
                    <a:pt x="1493" y="776"/>
                  </a:lnTo>
                  <a:lnTo>
                    <a:pt x="1493" y="210"/>
                  </a:lnTo>
                  <a:close/>
                  <a:moveTo>
                    <a:pt x="2887" y="1361"/>
                  </a:moveTo>
                  <a:cubicBezTo>
                    <a:pt x="2764" y="1361"/>
                    <a:pt x="2655" y="1417"/>
                    <a:pt x="2561" y="1527"/>
                  </a:cubicBezTo>
                  <a:cubicBezTo>
                    <a:pt x="2467" y="1638"/>
                    <a:pt x="2385" y="1806"/>
                    <a:pt x="2315" y="2030"/>
                  </a:cubicBezTo>
                  <a:lnTo>
                    <a:pt x="2315" y="1451"/>
                  </a:lnTo>
                  <a:lnTo>
                    <a:pt x="2023" y="1451"/>
                  </a:lnTo>
                  <a:lnTo>
                    <a:pt x="2023" y="5177"/>
                  </a:lnTo>
                  <a:lnTo>
                    <a:pt x="2315" y="5177"/>
                  </a:lnTo>
                  <a:lnTo>
                    <a:pt x="2315" y="3071"/>
                  </a:lnTo>
                  <a:cubicBezTo>
                    <a:pt x="2315" y="2707"/>
                    <a:pt x="2360" y="2420"/>
                    <a:pt x="2451" y="2210"/>
                  </a:cubicBezTo>
                  <a:cubicBezTo>
                    <a:pt x="2542" y="1999"/>
                    <a:pt x="2665" y="1893"/>
                    <a:pt x="2822" y="1893"/>
                  </a:cubicBezTo>
                  <a:cubicBezTo>
                    <a:pt x="2953" y="1893"/>
                    <a:pt x="3051" y="1981"/>
                    <a:pt x="3117" y="2156"/>
                  </a:cubicBezTo>
                  <a:cubicBezTo>
                    <a:pt x="3182" y="2331"/>
                    <a:pt x="3215" y="2595"/>
                    <a:pt x="3215" y="2948"/>
                  </a:cubicBezTo>
                  <a:lnTo>
                    <a:pt x="3215" y="5177"/>
                  </a:lnTo>
                  <a:lnTo>
                    <a:pt x="3505" y="5177"/>
                  </a:lnTo>
                  <a:lnTo>
                    <a:pt x="3505" y="2928"/>
                  </a:lnTo>
                  <a:cubicBezTo>
                    <a:pt x="3505" y="2414"/>
                    <a:pt x="3453" y="2024"/>
                    <a:pt x="3349" y="1759"/>
                  </a:cubicBezTo>
                  <a:cubicBezTo>
                    <a:pt x="3245" y="1494"/>
                    <a:pt x="3091" y="1361"/>
                    <a:pt x="2887" y="1361"/>
                  </a:cubicBezTo>
                  <a:close/>
                  <a:moveTo>
                    <a:pt x="6928" y="1361"/>
                  </a:moveTo>
                  <a:cubicBezTo>
                    <a:pt x="6801" y="1361"/>
                    <a:pt x="6690" y="1415"/>
                    <a:pt x="6598" y="1524"/>
                  </a:cubicBezTo>
                  <a:cubicBezTo>
                    <a:pt x="6505" y="1633"/>
                    <a:pt x="6425" y="1801"/>
                    <a:pt x="6359" y="2030"/>
                  </a:cubicBezTo>
                  <a:lnTo>
                    <a:pt x="6359" y="1451"/>
                  </a:lnTo>
                  <a:lnTo>
                    <a:pt x="6067" y="1451"/>
                  </a:lnTo>
                  <a:lnTo>
                    <a:pt x="6067" y="5177"/>
                  </a:lnTo>
                  <a:lnTo>
                    <a:pt x="6359" y="5177"/>
                  </a:lnTo>
                  <a:lnTo>
                    <a:pt x="6359" y="3071"/>
                  </a:lnTo>
                  <a:cubicBezTo>
                    <a:pt x="6359" y="2710"/>
                    <a:pt x="6403" y="2423"/>
                    <a:pt x="6490" y="2211"/>
                  </a:cubicBezTo>
                  <a:cubicBezTo>
                    <a:pt x="6578" y="1999"/>
                    <a:pt x="6696" y="1893"/>
                    <a:pt x="6844" y="1893"/>
                  </a:cubicBezTo>
                  <a:cubicBezTo>
                    <a:pt x="6970" y="1893"/>
                    <a:pt x="7063" y="1979"/>
                    <a:pt x="7123" y="2151"/>
                  </a:cubicBezTo>
                  <a:cubicBezTo>
                    <a:pt x="7183" y="2323"/>
                    <a:pt x="7213" y="2589"/>
                    <a:pt x="7213" y="2948"/>
                  </a:cubicBezTo>
                  <a:lnTo>
                    <a:pt x="7213" y="5177"/>
                  </a:lnTo>
                  <a:lnTo>
                    <a:pt x="7505" y="5177"/>
                  </a:lnTo>
                  <a:lnTo>
                    <a:pt x="7505" y="3071"/>
                  </a:lnTo>
                  <a:cubicBezTo>
                    <a:pt x="7505" y="2707"/>
                    <a:pt x="7549" y="2420"/>
                    <a:pt x="7636" y="2210"/>
                  </a:cubicBezTo>
                  <a:cubicBezTo>
                    <a:pt x="7724" y="1999"/>
                    <a:pt x="7843" y="1893"/>
                    <a:pt x="7994" y="1893"/>
                  </a:cubicBezTo>
                  <a:cubicBezTo>
                    <a:pt x="8117" y="1893"/>
                    <a:pt x="8209" y="1980"/>
                    <a:pt x="8269" y="2153"/>
                  </a:cubicBezTo>
                  <a:cubicBezTo>
                    <a:pt x="8329" y="2326"/>
                    <a:pt x="8359" y="2591"/>
                    <a:pt x="8359" y="2948"/>
                  </a:cubicBezTo>
                  <a:lnTo>
                    <a:pt x="8359" y="5177"/>
                  </a:lnTo>
                  <a:lnTo>
                    <a:pt x="8651" y="5177"/>
                  </a:lnTo>
                  <a:lnTo>
                    <a:pt x="8651" y="2928"/>
                  </a:lnTo>
                  <a:cubicBezTo>
                    <a:pt x="8651" y="2427"/>
                    <a:pt x="8601" y="2040"/>
                    <a:pt x="8501" y="1769"/>
                  </a:cubicBezTo>
                  <a:cubicBezTo>
                    <a:pt x="8401" y="1497"/>
                    <a:pt x="8259" y="1361"/>
                    <a:pt x="8074" y="1361"/>
                  </a:cubicBezTo>
                  <a:cubicBezTo>
                    <a:pt x="7937" y="1361"/>
                    <a:pt x="7818" y="1427"/>
                    <a:pt x="7717" y="1557"/>
                  </a:cubicBezTo>
                  <a:cubicBezTo>
                    <a:pt x="7616" y="1688"/>
                    <a:pt x="7529" y="1891"/>
                    <a:pt x="7456" y="2166"/>
                  </a:cubicBezTo>
                  <a:cubicBezTo>
                    <a:pt x="7413" y="1905"/>
                    <a:pt x="7346" y="1705"/>
                    <a:pt x="7256" y="1567"/>
                  </a:cubicBezTo>
                  <a:cubicBezTo>
                    <a:pt x="7166" y="1430"/>
                    <a:pt x="7057" y="1361"/>
                    <a:pt x="6928" y="1361"/>
                  </a:cubicBezTo>
                  <a:close/>
                  <a:moveTo>
                    <a:pt x="9232" y="1451"/>
                  </a:moveTo>
                  <a:lnTo>
                    <a:pt x="9232" y="5177"/>
                  </a:lnTo>
                  <a:lnTo>
                    <a:pt x="9522" y="5177"/>
                  </a:lnTo>
                  <a:lnTo>
                    <a:pt x="9522" y="1451"/>
                  </a:lnTo>
                  <a:close/>
                  <a:moveTo>
                    <a:pt x="17442" y="0"/>
                  </a:moveTo>
                  <a:cubicBezTo>
                    <a:pt x="17243" y="0"/>
                    <a:pt x="17097" y="95"/>
                    <a:pt x="17006" y="285"/>
                  </a:cubicBezTo>
                  <a:cubicBezTo>
                    <a:pt x="16914" y="474"/>
                    <a:pt x="16868" y="777"/>
                    <a:pt x="16868" y="1191"/>
                  </a:cubicBezTo>
                  <a:lnTo>
                    <a:pt x="16868" y="1451"/>
                  </a:lnTo>
                  <a:lnTo>
                    <a:pt x="16590" y="1451"/>
                  </a:lnTo>
                  <a:lnTo>
                    <a:pt x="16590" y="1927"/>
                  </a:lnTo>
                  <a:lnTo>
                    <a:pt x="16868" y="1927"/>
                  </a:lnTo>
                  <a:lnTo>
                    <a:pt x="16868" y="5177"/>
                  </a:lnTo>
                  <a:lnTo>
                    <a:pt x="17161" y="5177"/>
                  </a:lnTo>
                  <a:lnTo>
                    <a:pt x="17161" y="1927"/>
                  </a:lnTo>
                  <a:lnTo>
                    <a:pt x="17640" y="1927"/>
                  </a:lnTo>
                  <a:lnTo>
                    <a:pt x="17640" y="1451"/>
                  </a:lnTo>
                  <a:lnTo>
                    <a:pt x="17161" y="1451"/>
                  </a:lnTo>
                  <a:lnTo>
                    <a:pt x="17161" y="1122"/>
                  </a:lnTo>
                  <a:cubicBezTo>
                    <a:pt x="17161" y="891"/>
                    <a:pt x="17181" y="731"/>
                    <a:pt x="17221" y="642"/>
                  </a:cubicBezTo>
                  <a:cubicBezTo>
                    <a:pt x="17262" y="554"/>
                    <a:pt x="17334" y="509"/>
                    <a:pt x="17439" y="509"/>
                  </a:cubicBezTo>
                  <a:lnTo>
                    <a:pt x="17717" y="509"/>
                  </a:lnTo>
                  <a:lnTo>
                    <a:pt x="17717" y="0"/>
                  </a:lnTo>
                  <a:close/>
                  <a:moveTo>
                    <a:pt x="21835" y="1361"/>
                  </a:moveTo>
                  <a:cubicBezTo>
                    <a:pt x="21712" y="1361"/>
                    <a:pt x="21603" y="1417"/>
                    <a:pt x="21509" y="1527"/>
                  </a:cubicBezTo>
                  <a:cubicBezTo>
                    <a:pt x="21415" y="1638"/>
                    <a:pt x="21333" y="1806"/>
                    <a:pt x="21263" y="2030"/>
                  </a:cubicBezTo>
                  <a:lnTo>
                    <a:pt x="21263" y="1451"/>
                  </a:lnTo>
                  <a:lnTo>
                    <a:pt x="20971" y="1451"/>
                  </a:lnTo>
                  <a:lnTo>
                    <a:pt x="20971" y="5177"/>
                  </a:lnTo>
                  <a:lnTo>
                    <a:pt x="21263" y="5177"/>
                  </a:lnTo>
                  <a:lnTo>
                    <a:pt x="21263" y="3071"/>
                  </a:lnTo>
                  <a:cubicBezTo>
                    <a:pt x="21263" y="2707"/>
                    <a:pt x="21308" y="2420"/>
                    <a:pt x="21399" y="2210"/>
                  </a:cubicBezTo>
                  <a:cubicBezTo>
                    <a:pt x="21490" y="1999"/>
                    <a:pt x="21613" y="1893"/>
                    <a:pt x="21770" y="1893"/>
                  </a:cubicBezTo>
                  <a:cubicBezTo>
                    <a:pt x="21901" y="1893"/>
                    <a:pt x="21999" y="1981"/>
                    <a:pt x="22065" y="2156"/>
                  </a:cubicBezTo>
                  <a:cubicBezTo>
                    <a:pt x="22130" y="2331"/>
                    <a:pt x="22163" y="2595"/>
                    <a:pt x="22163" y="2948"/>
                  </a:cubicBezTo>
                  <a:lnTo>
                    <a:pt x="22163" y="5177"/>
                  </a:lnTo>
                  <a:lnTo>
                    <a:pt x="22453" y="5177"/>
                  </a:lnTo>
                  <a:lnTo>
                    <a:pt x="22453" y="2928"/>
                  </a:lnTo>
                  <a:cubicBezTo>
                    <a:pt x="22453" y="2414"/>
                    <a:pt x="22401" y="2024"/>
                    <a:pt x="22297" y="1759"/>
                  </a:cubicBezTo>
                  <a:cubicBezTo>
                    <a:pt x="22193" y="1494"/>
                    <a:pt x="22039" y="1361"/>
                    <a:pt x="21835" y="1361"/>
                  </a:cubicBezTo>
                  <a:close/>
                  <a:moveTo>
                    <a:pt x="25876" y="1361"/>
                  </a:moveTo>
                  <a:cubicBezTo>
                    <a:pt x="25749" y="1361"/>
                    <a:pt x="25638" y="1415"/>
                    <a:pt x="25546" y="1524"/>
                  </a:cubicBezTo>
                  <a:cubicBezTo>
                    <a:pt x="25453" y="1633"/>
                    <a:pt x="25373" y="1801"/>
                    <a:pt x="25307" y="2030"/>
                  </a:cubicBezTo>
                  <a:lnTo>
                    <a:pt x="25307" y="1451"/>
                  </a:lnTo>
                  <a:lnTo>
                    <a:pt x="25015" y="1451"/>
                  </a:lnTo>
                  <a:lnTo>
                    <a:pt x="25015" y="5177"/>
                  </a:lnTo>
                  <a:lnTo>
                    <a:pt x="25307" y="5177"/>
                  </a:lnTo>
                  <a:lnTo>
                    <a:pt x="25307" y="3071"/>
                  </a:lnTo>
                  <a:cubicBezTo>
                    <a:pt x="25307" y="2710"/>
                    <a:pt x="25351" y="2423"/>
                    <a:pt x="25438" y="2211"/>
                  </a:cubicBezTo>
                  <a:cubicBezTo>
                    <a:pt x="25526" y="1999"/>
                    <a:pt x="25644" y="1893"/>
                    <a:pt x="25792" y="1893"/>
                  </a:cubicBezTo>
                  <a:cubicBezTo>
                    <a:pt x="25918" y="1893"/>
                    <a:pt x="26011" y="1979"/>
                    <a:pt x="26071" y="2151"/>
                  </a:cubicBezTo>
                  <a:cubicBezTo>
                    <a:pt x="26131" y="2323"/>
                    <a:pt x="26161" y="2589"/>
                    <a:pt x="26161" y="2948"/>
                  </a:cubicBezTo>
                  <a:lnTo>
                    <a:pt x="26161" y="5177"/>
                  </a:lnTo>
                  <a:lnTo>
                    <a:pt x="26453" y="5177"/>
                  </a:lnTo>
                  <a:lnTo>
                    <a:pt x="26453" y="3071"/>
                  </a:lnTo>
                  <a:cubicBezTo>
                    <a:pt x="26453" y="2707"/>
                    <a:pt x="26497" y="2420"/>
                    <a:pt x="26584" y="2210"/>
                  </a:cubicBezTo>
                  <a:cubicBezTo>
                    <a:pt x="26672" y="1999"/>
                    <a:pt x="26791" y="1893"/>
                    <a:pt x="26942" y="1893"/>
                  </a:cubicBezTo>
                  <a:cubicBezTo>
                    <a:pt x="27065" y="1893"/>
                    <a:pt x="27157" y="1980"/>
                    <a:pt x="27217" y="2153"/>
                  </a:cubicBezTo>
                  <a:cubicBezTo>
                    <a:pt x="27277" y="2326"/>
                    <a:pt x="27307" y="2591"/>
                    <a:pt x="27307" y="2948"/>
                  </a:cubicBezTo>
                  <a:lnTo>
                    <a:pt x="27307" y="5177"/>
                  </a:lnTo>
                  <a:lnTo>
                    <a:pt x="27599" y="5177"/>
                  </a:lnTo>
                  <a:lnTo>
                    <a:pt x="27599" y="2928"/>
                  </a:lnTo>
                  <a:cubicBezTo>
                    <a:pt x="27599" y="2427"/>
                    <a:pt x="27549" y="2040"/>
                    <a:pt x="27449" y="1769"/>
                  </a:cubicBezTo>
                  <a:cubicBezTo>
                    <a:pt x="27349" y="1497"/>
                    <a:pt x="27207" y="1361"/>
                    <a:pt x="27022" y="1361"/>
                  </a:cubicBezTo>
                  <a:cubicBezTo>
                    <a:pt x="26885" y="1361"/>
                    <a:pt x="26766" y="1427"/>
                    <a:pt x="26665" y="1557"/>
                  </a:cubicBezTo>
                  <a:cubicBezTo>
                    <a:pt x="26564" y="1688"/>
                    <a:pt x="26477" y="1891"/>
                    <a:pt x="26404" y="2166"/>
                  </a:cubicBezTo>
                  <a:cubicBezTo>
                    <a:pt x="26361" y="1905"/>
                    <a:pt x="26294" y="1705"/>
                    <a:pt x="26204" y="1567"/>
                  </a:cubicBezTo>
                  <a:cubicBezTo>
                    <a:pt x="26114" y="1430"/>
                    <a:pt x="26005" y="1361"/>
                    <a:pt x="25876" y="1361"/>
                  </a:cubicBezTo>
                  <a:close/>
                  <a:moveTo>
                    <a:pt x="28180" y="1451"/>
                  </a:moveTo>
                  <a:lnTo>
                    <a:pt x="28180" y="5177"/>
                  </a:lnTo>
                  <a:lnTo>
                    <a:pt x="28471" y="5177"/>
                  </a:lnTo>
                  <a:lnTo>
                    <a:pt x="28471" y="1451"/>
                  </a:lnTo>
                  <a:close/>
                  <a:moveTo>
                    <a:pt x="36649" y="1361"/>
                  </a:moveTo>
                  <a:cubicBezTo>
                    <a:pt x="36509" y="1361"/>
                    <a:pt x="36390" y="1416"/>
                    <a:pt x="36292" y="1526"/>
                  </a:cubicBezTo>
                  <a:cubicBezTo>
                    <a:pt x="36194" y="1636"/>
                    <a:pt x="36114" y="1804"/>
                    <a:pt x="36053" y="2030"/>
                  </a:cubicBezTo>
                  <a:lnTo>
                    <a:pt x="36053" y="1451"/>
                  </a:lnTo>
                  <a:lnTo>
                    <a:pt x="35761" y="1451"/>
                  </a:lnTo>
                  <a:lnTo>
                    <a:pt x="35761" y="5177"/>
                  </a:lnTo>
                  <a:lnTo>
                    <a:pt x="36053" y="5177"/>
                  </a:lnTo>
                  <a:lnTo>
                    <a:pt x="36053" y="3214"/>
                  </a:lnTo>
                  <a:cubicBezTo>
                    <a:pt x="36053" y="2793"/>
                    <a:pt x="36097" y="2470"/>
                    <a:pt x="36185" y="2244"/>
                  </a:cubicBezTo>
                  <a:cubicBezTo>
                    <a:pt x="36273" y="2019"/>
                    <a:pt x="36399" y="1907"/>
                    <a:pt x="36564" y="1907"/>
                  </a:cubicBezTo>
                  <a:cubicBezTo>
                    <a:pt x="36610" y="1907"/>
                    <a:pt x="36652" y="1916"/>
                    <a:pt x="36691" y="1935"/>
                  </a:cubicBezTo>
                  <a:cubicBezTo>
                    <a:pt x="36729" y="1954"/>
                    <a:pt x="36765" y="1983"/>
                    <a:pt x="36798" y="2023"/>
                  </a:cubicBezTo>
                  <a:lnTo>
                    <a:pt x="36796" y="1394"/>
                  </a:lnTo>
                  <a:cubicBezTo>
                    <a:pt x="36767" y="1383"/>
                    <a:pt x="36740" y="1375"/>
                    <a:pt x="36715" y="1369"/>
                  </a:cubicBezTo>
                  <a:cubicBezTo>
                    <a:pt x="36691" y="1364"/>
                    <a:pt x="36669" y="1361"/>
                    <a:pt x="36649" y="1361"/>
                  </a:cubicBezTo>
                  <a:close/>
                  <a:moveTo>
                    <a:pt x="4827" y="1361"/>
                  </a:moveTo>
                  <a:cubicBezTo>
                    <a:pt x="4561" y="1361"/>
                    <a:pt x="4350" y="1540"/>
                    <a:pt x="4194" y="1898"/>
                  </a:cubicBezTo>
                  <a:cubicBezTo>
                    <a:pt x="4037" y="2257"/>
                    <a:pt x="3959" y="2741"/>
                    <a:pt x="3959" y="3351"/>
                  </a:cubicBezTo>
                  <a:cubicBezTo>
                    <a:pt x="3959" y="3941"/>
                    <a:pt x="4042" y="4409"/>
                    <a:pt x="4207" y="4755"/>
                  </a:cubicBezTo>
                  <a:cubicBezTo>
                    <a:pt x="4371" y="5101"/>
                    <a:pt x="4595" y="5274"/>
                    <a:pt x="4878" y="5274"/>
                  </a:cubicBezTo>
                  <a:cubicBezTo>
                    <a:pt x="4990" y="5274"/>
                    <a:pt x="5102" y="5249"/>
                    <a:pt x="5211" y="5201"/>
                  </a:cubicBezTo>
                  <a:cubicBezTo>
                    <a:pt x="5321" y="5152"/>
                    <a:pt x="5428" y="5081"/>
                    <a:pt x="5532" y="4988"/>
                  </a:cubicBezTo>
                  <a:lnTo>
                    <a:pt x="5532" y="4409"/>
                  </a:lnTo>
                  <a:cubicBezTo>
                    <a:pt x="5429" y="4524"/>
                    <a:pt x="5325" y="4611"/>
                    <a:pt x="5220" y="4668"/>
                  </a:cubicBezTo>
                  <a:cubicBezTo>
                    <a:pt x="5115" y="4726"/>
                    <a:pt x="5007" y="4755"/>
                    <a:pt x="4895" y="4755"/>
                  </a:cubicBezTo>
                  <a:cubicBezTo>
                    <a:pt x="4702" y="4755"/>
                    <a:pt x="4552" y="4644"/>
                    <a:pt x="4444" y="4424"/>
                  </a:cubicBezTo>
                  <a:cubicBezTo>
                    <a:pt x="4336" y="4203"/>
                    <a:pt x="4275" y="3882"/>
                    <a:pt x="4263" y="3461"/>
                  </a:cubicBezTo>
                  <a:lnTo>
                    <a:pt x="5600" y="3461"/>
                  </a:lnTo>
                  <a:lnTo>
                    <a:pt x="5600" y="3161"/>
                  </a:lnTo>
                  <a:cubicBezTo>
                    <a:pt x="5600" y="2607"/>
                    <a:pt x="5531" y="2168"/>
                    <a:pt x="5392" y="1845"/>
                  </a:cubicBezTo>
                  <a:cubicBezTo>
                    <a:pt x="5254" y="1522"/>
                    <a:pt x="5065" y="1361"/>
                    <a:pt x="4827" y="1361"/>
                  </a:cubicBezTo>
                  <a:close/>
                  <a:moveTo>
                    <a:pt x="10873" y="1361"/>
                  </a:moveTo>
                  <a:cubicBezTo>
                    <a:pt x="10607" y="1361"/>
                    <a:pt x="10396" y="1540"/>
                    <a:pt x="10240" y="1898"/>
                  </a:cubicBezTo>
                  <a:cubicBezTo>
                    <a:pt x="10083" y="2257"/>
                    <a:pt x="10005" y="2741"/>
                    <a:pt x="10005" y="3351"/>
                  </a:cubicBezTo>
                  <a:cubicBezTo>
                    <a:pt x="10005" y="3941"/>
                    <a:pt x="10088" y="4409"/>
                    <a:pt x="10253" y="4755"/>
                  </a:cubicBezTo>
                  <a:cubicBezTo>
                    <a:pt x="10417" y="5101"/>
                    <a:pt x="10641" y="5274"/>
                    <a:pt x="10924" y="5274"/>
                  </a:cubicBezTo>
                  <a:cubicBezTo>
                    <a:pt x="11036" y="5274"/>
                    <a:pt x="11148" y="5249"/>
                    <a:pt x="11257" y="5201"/>
                  </a:cubicBezTo>
                  <a:cubicBezTo>
                    <a:pt x="11367" y="5152"/>
                    <a:pt x="11474" y="5081"/>
                    <a:pt x="11578" y="4988"/>
                  </a:cubicBezTo>
                  <a:lnTo>
                    <a:pt x="11578" y="4409"/>
                  </a:lnTo>
                  <a:cubicBezTo>
                    <a:pt x="11475" y="4524"/>
                    <a:pt x="11371" y="4611"/>
                    <a:pt x="11266" y="4668"/>
                  </a:cubicBezTo>
                  <a:cubicBezTo>
                    <a:pt x="11161" y="4726"/>
                    <a:pt x="11053" y="4755"/>
                    <a:pt x="10941" y="4755"/>
                  </a:cubicBezTo>
                  <a:cubicBezTo>
                    <a:pt x="10748" y="4755"/>
                    <a:pt x="10598" y="4644"/>
                    <a:pt x="10490" y="4424"/>
                  </a:cubicBezTo>
                  <a:cubicBezTo>
                    <a:pt x="10382" y="4203"/>
                    <a:pt x="10321" y="3882"/>
                    <a:pt x="10309" y="3461"/>
                  </a:cubicBezTo>
                  <a:lnTo>
                    <a:pt x="11646" y="3461"/>
                  </a:lnTo>
                  <a:lnTo>
                    <a:pt x="11646" y="3161"/>
                  </a:lnTo>
                  <a:cubicBezTo>
                    <a:pt x="11646" y="2607"/>
                    <a:pt x="11577" y="2168"/>
                    <a:pt x="11438" y="1845"/>
                  </a:cubicBezTo>
                  <a:cubicBezTo>
                    <a:pt x="11300" y="1522"/>
                    <a:pt x="11111" y="1361"/>
                    <a:pt x="10873" y="1361"/>
                  </a:cubicBezTo>
                  <a:close/>
                  <a:moveTo>
                    <a:pt x="12686" y="1361"/>
                  </a:moveTo>
                  <a:cubicBezTo>
                    <a:pt x="12469" y="1361"/>
                    <a:pt x="12302" y="1456"/>
                    <a:pt x="12184" y="1647"/>
                  </a:cubicBezTo>
                  <a:cubicBezTo>
                    <a:pt x="12066" y="1838"/>
                    <a:pt x="12007" y="2109"/>
                    <a:pt x="12007" y="2459"/>
                  </a:cubicBezTo>
                  <a:cubicBezTo>
                    <a:pt x="12007" y="2747"/>
                    <a:pt x="12047" y="2974"/>
                    <a:pt x="12127" y="3139"/>
                  </a:cubicBezTo>
                  <a:cubicBezTo>
                    <a:pt x="12207" y="3305"/>
                    <a:pt x="12337" y="3427"/>
                    <a:pt x="12517" y="3507"/>
                  </a:cubicBezTo>
                  <a:lnTo>
                    <a:pt x="12618" y="3557"/>
                  </a:lnTo>
                  <a:cubicBezTo>
                    <a:pt x="12799" y="3639"/>
                    <a:pt x="12915" y="3724"/>
                    <a:pt x="12969" y="3813"/>
                  </a:cubicBezTo>
                  <a:cubicBezTo>
                    <a:pt x="13022" y="3902"/>
                    <a:pt x="13048" y="4029"/>
                    <a:pt x="13048" y="4196"/>
                  </a:cubicBezTo>
                  <a:cubicBezTo>
                    <a:pt x="13048" y="4375"/>
                    <a:pt x="13012" y="4515"/>
                    <a:pt x="12938" y="4613"/>
                  </a:cubicBezTo>
                  <a:cubicBezTo>
                    <a:pt x="12864" y="4712"/>
                    <a:pt x="12759" y="4761"/>
                    <a:pt x="12622" y="4761"/>
                  </a:cubicBezTo>
                  <a:cubicBezTo>
                    <a:pt x="12519" y="4761"/>
                    <a:pt x="12416" y="4732"/>
                    <a:pt x="12312" y="4673"/>
                  </a:cubicBezTo>
                  <a:cubicBezTo>
                    <a:pt x="12207" y="4614"/>
                    <a:pt x="12101" y="4526"/>
                    <a:pt x="11994" y="4409"/>
                  </a:cubicBezTo>
                  <a:lnTo>
                    <a:pt x="11994" y="5041"/>
                  </a:lnTo>
                  <a:cubicBezTo>
                    <a:pt x="12108" y="5119"/>
                    <a:pt x="12216" y="5177"/>
                    <a:pt x="12319" y="5216"/>
                  </a:cubicBezTo>
                  <a:cubicBezTo>
                    <a:pt x="12422" y="5254"/>
                    <a:pt x="12520" y="5274"/>
                    <a:pt x="12615" y="5274"/>
                  </a:cubicBezTo>
                  <a:cubicBezTo>
                    <a:pt x="12843" y="5274"/>
                    <a:pt x="13022" y="5173"/>
                    <a:pt x="13152" y="4971"/>
                  </a:cubicBezTo>
                  <a:cubicBezTo>
                    <a:pt x="13282" y="4769"/>
                    <a:pt x="13347" y="4495"/>
                    <a:pt x="13347" y="4149"/>
                  </a:cubicBezTo>
                  <a:cubicBezTo>
                    <a:pt x="13347" y="3845"/>
                    <a:pt x="13304" y="3609"/>
                    <a:pt x="13217" y="3439"/>
                  </a:cubicBezTo>
                  <a:cubicBezTo>
                    <a:pt x="13130" y="3269"/>
                    <a:pt x="12983" y="3138"/>
                    <a:pt x="12777" y="3045"/>
                  </a:cubicBezTo>
                  <a:lnTo>
                    <a:pt x="12677" y="2998"/>
                  </a:lnTo>
                  <a:cubicBezTo>
                    <a:pt x="12521" y="2925"/>
                    <a:pt x="12417" y="2848"/>
                    <a:pt x="12365" y="2767"/>
                  </a:cubicBezTo>
                  <a:cubicBezTo>
                    <a:pt x="12314" y="2686"/>
                    <a:pt x="12288" y="2574"/>
                    <a:pt x="12288" y="2432"/>
                  </a:cubicBezTo>
                  <a:cubicBezTo>
                    <a:pt x="12288" y="2246"/>
                    <a:pt x="12324" y="2106"/>
                    <a:pt x="12396" y="2013"/>
                  </a:cubicBezTo>
                  <a:cubicBezTo>
                    <a:pt x="12469" y="1920"/>
                    <a:pt x="12577" y="1873"/>
                    <a:pt x="12721" y="1873"/>
                  </a:cubicBezTo>
                  <a:cubicBezTo>
                    <a:pt x="12816" y="1873"/>
                    <a:pt x="12908" y="1896"/>
                    <a:pt x="12996" y="1940"/>
                  </a:cubicBezTo>
                  <a:cubicBezTo>
                    <a:pt x="13085" y="1984"/>
                    <a:pt x="13170" y="2051"/>
                    <a:pt x="13252" y="2140"/>
                  </a:cubicBezTo>
                  <a:lnTo>
                    <a:pt x="13252" y="1561"/>
                  </a:lnTo>
                  <a:cubicBezTo>
                    <a:pt x="13172" y="1494"/>
                    <a:pt x="13085" y="1444"/>
                    <a:pt x="12990" y="1411"/>
                  </a:cubicBezTo>
                  <a:cubicBezTo>
                    <a:pt x="12895" y="1378"/>
                    <a:pt x="12794" y="1361"/>
                    <a:pt x="12686" y="1361"/>
                  </a:cubicBezTo>
                  <a:close/>
                  <a:moveTo>
                    <a:pt x="15526" y="1361"/>
                  </a:moveTo>
                  <a:cubicBezTo>
                    <a:pt x="15272" y="1361"/>
                    <a:pt x="15073" y="1534"/>
                    <a:pt x="14929" y="1880"/>
                  </a:cubicBezTo>
                  <a:cubicBezTo>
                    <a:pt x="14785" y="2226"/>
                    <a:pt x="14713" y="2705"/>
                    <a:pt x="14713" y="3317"/>
                  </a:cubicBezTo>
                  <a:cubicBezTo>
                    <a:pt x="14713" y="3927"/>
                    <a:pt x="14785" y="4406"/>
                    <a:pt x="14929" y="4753"/>
                  </a:cubicBezTo>
                  <a:cubicBezTo>
                    <a:pt x="15073" y="5100"/>
                    <a:pt x="15272" y="5274"/>
                    <a:pt x="15526" y="5274"/>
                  </a:cubicBezTo>
                  <a:cubicBezTo>
                    <a:pt x="15779" y="5274"/>
                    <a:pt x="15977" y="5100"/>
                    <a:pt x="16122" y="4753"/>
                  </a:cubicBezTo>
                  <a:cubicBezTo>
                    <a:pt x="16266" y="4406"/>
                    <a:pt x="16338" y="3927"/>
                    <a:pt x="16338" y="3317"/>
                  </a:cubicBezTo>
                  <a:cubicBezTo>
                    <a:pt x="16338" y="2705"/>
                    <a:pt x="16266" y="2226"/>
                    <a:pt x="16122" y="1880"/>
                  </a:cubicBezTo>
                  <a:cubicBezTo>
                    <a:pt x="15977" y="1534"/>
                    <a:pt x="15779" y="1361"/>
                    <a:pt x="15526" y="1361"/>
                  </a:cubicBezTo>
                  <a:close/>
                  <a:moveTo>
                    <a:pt x="19731" y="1361"/>
                  </a:moveTo>
                  <a:cubicBezTo>
                    <a:pt x="19465" y="1361"/>
                    <a:pt x="19254" y="1540"/>
                    <a:pt x="19098" y="1898"/>
                  </a:cubicBezTo>
                  <a:cubicBezTo>
                    <a:pt x="18941" y="2257"/>
                    <a:pt x="18863" y="2741"/>
                    <a:pt x="18863" y="3351"/>
                  </a:cubicBezTo>
                  <a:cubicBezTo>
                    <a:pt x="18863" y="3941"/>
                    <a:pt x="18946" y="4409"/>
                    <a:pt x="19111" y="4755"/>
                  </a:cubicBezTo>
                  <a:cubicBezTo>
                    <a:pt x="19275" y="5101"/>
                    <a:pt x="19499" y="5274"/>
                    <a:pt x="19782" y="5274"/>
                  </a:cubicBezTo>
                  <a:cubicBezTo>
                    <a:pt x="19894" y="5274"/>
                    <a:pt x="20006" y="5249"/>
                    <a:pt x="20115" y="5201"/>
                  </a:cubicBezTo>
                  <a:cubicBezTo>
                    <a:pt x="20225" y="5152"/>
                    <a:pt x="20332" y="5081"/>
                    <a:pt x="20436" y="4988"/>
                  </a:cubicBezTo>
                  <a:lnTo>
                    <a:pt x="20436" y="4409"/>
                  </a:lnTo>
                  <a:cubicBezTo>
                    <a:pt x="20333" y="4524"/>
                    <a:pt x="20229" y="4611"/>
                    <a:pt x="20124" y="4668"/>
                  </a:cubicBezTo>
                  <a:cubicBezTo>
                    <a:pt x="20019" y="4726"/>
                    <a:pt x="19911" y="4755"/>
                    <a:pt x="19799" y="4755"/>
                  </a:cubicBezTo>
                  <a:cubicBezTo>
                    <a:pt x="19606" y="4755"/>
                    <a:pt x="19456" y="4644"/>
                    <a:pt x="19348" y="4424"/>
                  </a:cubicBezTo>
                  <a:cubicBezTo>
                    <a:pt x="19240" y="4203"/>
                    <a:pt x="19179" y="3882"/>
                    <a:pt x="19167" y="3461"/>
                  </a:cubicBezTo>
                  <a:lnTo>
                    <a:pt x="20504" y="3461"/>
                  </a:lnTo>
                  <a:lnTo>
                    <a:pt x="20504" y="3161"/>
                  </a:lnTo>
                  <a:cubicBezTo>
                    <a:pt x="20504" y="2607"/>
                    <a:pt x="20435" y="2168"/>
                    <a:pt x="20296" y="1845"/>
                  </a:cubicBezTo>
                  <a:cubicBezTo>
                    <a:pt x="20158" y="1522"/>
                    <a:pt x="19969" y="1361"/>
                    <a:pt x="19731" y="1361"/>
                  </a:cubicBezTo>
                  <a:close/>
                  <a:moveTo>
                    <a:pt x="23775" y="1361"/>
                  </a:moveTo>
                  <a:cubicBezTo>
                    <a:pt x="23509" y="1361"/>
                    <a:pt x="23298" y="1540"/>
                    <a:pt x="23142" y="1898"/>
                  </a:cubicBezTo>
                  <a:cubicBezTo>
                    <a:pt x="22985" y="2257"/>
                    <a:pt x="22907" y="2741"/>
                    <a:pt x="22907" y="3351"/>
                  </a:cubicBezTo>
                  <a:cubicBezTo>
                    <a:pt x="22907" y="3941"/>
                    <a:pt x="22990" y="4409"/>
                    <a:pt x="23155" y="4755"/>
                  </a:cubicBezTo>
                  <a:cubicBezTo>
                    <a:pt x="23319" y="5101"/>
                    <a:pt x="23543" y="5274"/>
                    <a:pt x="23826" y="5274"/>
                  </a:cubicBezTo>
                  <a:cubicBezTo>
                    <a:pt x="23938" y="5274"/>
                    <a:pt x="24050" y="5249"/>
                    <a:pt x="24159" y="5201"/>
                  </a:cubicBezTo>
                  <a:cubicBezTo>
                    <a:pt x="24269" y="5152"/>
                    <a:pt x="24376" y="5081"/>
                    <a:pt x="24480" y="4988"/>
                  </a:cubicBezTo>
                  <a:lnTo>
                    <a:pt x="24480" y="4409"/>
                  </a:lnTo>
                  <a:cubicBezTo>
                    <a:pt x="24377" y="4524"/>
                    <a:pt x="24273" y="4611"/>
                    <a:pt x="24168" y="4668"/>
                  </a:cubicBezTo>
                  <a:cubicBezTo>
                    <a:pt x="24063" y="4726"/>
                    <a:pt x="23955" y="4755"/>
                    <a:pt x="23843" y="4755"/>
                  </a:cubicBezTo>
                  <a:cubicBezTo>
                    <a:pt x="23650" y="4755"/>
                    <a:pt x="23500" y="4644"/>
                    <a:pt x="23392" y="4424"/>
                  </a:cubicBezTo>
                  <a:cubicBezTo>
                    <a:pt x="23284" y="4203"/>
                    <a:pt x="23223" y="3882"/>
                    <a:pt x="23211" y="3461"/>
                  </a:cubicBezTo>
                  <a:lnTo>
                    <a:pt x="24548" y="3461"/>
                  </a:lnTo>
                  <a:lnTo>
                    <a:pt x="24548" y="3161"/>
                  </a:lnTo>
                  <a:cubicBezTo>
                    <a:pt x="24548" y="2607"/>
                    <a:pt x="24479" y="2168"/>
                    <a:pt x="24340" y="1845"/>
                  </a:cubicBezTo>
                  <a:cubicBezTo>
                    <a:pt x="24202" y="1522"/>
                    <a:pt x="24013" y="1361"/>
                    <a:pt x="23775" y="1361"/>
                  </a:cubicBezTo>
                  <a:close/>
                  <a:moveTo>
                    <a:pt x="29821" y="1361"/>
                  </a:moveTo>
                  <a:cubicBezTo>
                    <a:pt x="29555" y="1361"/>
                    <a:pt x="29344" y="1540"/>
                    <a:pt x="29188" y="1898"/>
                  </a:cubicBezTo>
                  <a:cubicBezTo>
                    <a:pt x="29031" y="2257"/>
                    <a:pt x="28953" y="2741"/>
                    <a:pt x="28953" y="3351"/>
                  </a:cubicBezTo>
                  <a:cubicBezTo>
                    <a:pt x="28953" y="3941"/>
                    <a:pt x="29036" y="4409"/>
                    <a:pt x="29201" y="4755"/>
                  </a:cubicBezTo>
                  <a:cubicBezTo>
                    <a:pt x="29365" y="5101"/>
                    <a:pt x="29589" y="5274"/>
                    <a:pt x="29872" y="5274"/>
                  </a:cubicBezTo>
                  <a:cubicBezTo>
                    <a:pt x="29984" y="5274"/>
                    <a:pt x="30096" y="5249"/>
                    <a:pt x="30205" y="5201"/>
                  </a:cubicBezTo>
                  <a:cubicBezTo>
                    <a:pt x="30315" y="5152"/>
                    <a:pt x="30422" y="5081"/>
                    <a:pt x="30526" y="4988"/>
                  </a:cubicBezTo>
                  <a:lnTo>
                    <a:pt x="30526" y="4409"/>
                  </a:lnTo>
                  <a:cubicBezTo>
                    <a:pt x="30423" y="4524"/>
                    <a:pt x="30319" y="4611"/>
                    <a:pt x="30214" y="4668"/>
                  </a:cubicBezTo>
                  <a:cubicBezTo>
                    <a:pt x="30109" y="4726"/>
                    <a:pt x="30001" y="4755"/>
                    <a:pt x="29889" y="4755"/>
                  </a:cubicBezTo>
                  <a:cubicBezTo>
                    <a:pt x="29696" y="4755"/>
                    <a:pt x="29546" y="4644"/>
                    <a:pt x="29438" y="4424"/>
                  </a:cubicBezTo>
                  <a:cubicBezTo>
                    <a:pt x="29330" y="4203"/>
                    <a:pt x="29269" y="3882"/>
                    <a:pt x="29257" y="3461"/>
                  </a:cubicBezTo>
                  <a:lnTo>
                    <a:pt x="30594" y="3461"/>
                  </a:lnTo>
                  <a:lnTo>
                    <a:pt x="30594" y="3161"/>
                  </a:lnTo>
                  <a:cubicBezTo>
                    <a:pt x="30594" y="2607"/>
                    <a:pt x="30525" y="2168"/>
                    <a:pt x="30386" y="1845"/>
                  </a:cubicBezTo>
                  <a:cubicBezTo>
                    <a:pt x="30248" y="1522"/>
                    <a:pt x="30059" y="1361"/>
                    <a:pt x="29821" y="1361"/>
                  </a:cubicBezTo>
                  <a:close/>
                  <a:moveTo>
                    <a:pt x="31634" y="1361"/>
                  </a:moveTo>
                  <a:cubicBezTo>
                    <a:pt x="31417" y="1361"/>
                    <a:pt x="31250" y="1456"/>
                    <a:pt x="31132" y="1647"/>
                  </a:cubicBezTo>
                  <a:cubicBezTo>
                    <a:pt x="31014" y="1838"/>
                    <a:pt x="30955" y="2109"/>
                    <a:pt x="30955" y="2459"/>
                  </a:cubicBezTo>
                  <a:cubicBezTo>
                    <a:pt x="30955" y="2747"/>
                    <a:pt x="30995" y="2974"/>
                    <a:pt x="31075" y="3139"/>
                  </a:cubicBezTo>
                  <a:cubicBezTo>
                    <a:pt x="31155" y="3305"/>
                    <a:pt x="31285" y="3427"/>
                    <a:pt x="31465" y="3507"/>
                  </a:cubicBezTo>
                  <a:lnTo>
                    <a:pt x="31566" y="3557"/>
                  </a:lnTo>
                  <a:cubicBezTo>
                    <a:pt x="31747" y="3639"/>
                    <a:pt x="31863" y="3724"/>
                    <a:pt x="31917" y="3813"/>
                  </a:cubicBezTo>
                  <a:cubicBezTo>
                    <a:pt x="31970" y="3902"/>
                    <a:pt x="31996" y="4029"/>
                    <a:pt x="31996" y="4196"/>
                  </a:cubicBezTo>
                  <a:cubicBezTo>
                    <a:pt x="31996" y="4375"/>
                    <a:pt x="31960" y="4515"/>
                    <a:pt x="31886" y="4613"/>
                  </a:cubicBezTo>
                  <a:cubicBezTo>
                    <a:pt x="31812" y="4712"/>
                    <a:pt x="31707" y="4761"/>
                    <a:pt x="31570" y="4761"/>
                  </a:cubicBezTo>
                  <a:cubicBezTo>
                    <a:pt x="31467" y="4761"/>
                    <a:pt x="31364" y="4732"/>
                    <a:pt x="31260" y="4673"/>
                  </a:cubicBezTo>
                  <a:cubicBezTo>
                    <a:pt x="31155" y="4614"/>
                    <a:pt x="31049" y="4526"/>
                    <a:pt x="30942" y="4409"/>
                  </a:cubicBezTo>
                  <a:lnTo>
                    <a:pt x="30942" y="5041"/>
                  </a:lnTo>
                  <a:cubicBezTo>
                    <a:pt x="31056" y="5119"/>
                    <a:pt x="31164" y="5177"/>
                    <a:pt x="31267" y="5216"/>
                  </a:cubicBezTo>
                  <a:cubicBezTo>
                    <a:pt x="31370" y="5254"/>
                    <a:pt x="31468" y="5274"/>
                    <a:pt x="31563" y="5274"/>
                  </a:cubicBezTo>
                  <a:cubicBezTo>
                    <a:pt x="31791" y="5274"/>
                    <a:pt x="31970" y="5173"/>
                    <a:pt x="32100" y="4971"/>
                  </a:cubicBezTo>
                  <a:cubicBezTo>
                    <a:pt x="32230" y="4769"/>
                    <a:pt x="32295" y="4495"/>
                    <a:pt x="32295" y="4149"/>
                  </a:cubicBezTo>
                  <a:cubicBezTo>
                    <a:pt x="32295" y="3845"/>
                    <a:pt x="32252" y="3609"/>
                    <a:pt x="32165" y="3439"/>
                  </a:cubicBezTo>
                  <a:cubicBezTo>
                    <a:pt x="32078" y="3269"/>
                    <a:pt x="31931" y="3138"/>
                    <a:pt x="31725" y="3045"/>
                  </a:cubicBezTo>
                  <a:lnTo>
                    <a:pt x="31625" y="2998"/>
                  </a:lnTo>
                  <a:cubicBezTo>
                    <a:pt x="31469" y="2925"/>
                    <a:pt x="31365" y="2848"/>
                    <a:pt x="31313" y="2767"/>
                  </a:cubicBezTo>
                  <a:cubicBezTo>
                    <a:pt x="31262" y="2686"/>
                    <a:pt x="31236" y="2574"/>
                    <a:pt x="31236" y="2432"/>
                  </a:cubicBezTo>
                  <a:cubicBezTo>
                    <a:pt x="31236" y="2246"/>
                    <a:pt x="31272" y="2106"/>
                    <a:pt x="31344" y="2013"/>
                  </a:cubicBezTo>
                  <a:cubicBezTo>
                    <a:pt x="31417" y="1920"/>
                    <a:pt x="31525" y="1873"/>
                    <a:pt x="31669" y="1873"/>
                  </a:cubicBezTo>
                  <a:cubicBezTo>
                    <a:pt x="31764" y="1873"/>
                    <a:pt x="31856" y="1896"/>
                    <a:pt x="31944" y="1940"/>
                  </a:cubicBezTo>
                  <a:cubicBezTo>
                    <a:pt x="32033" y="1984"/>
                    <a:pt x="32118" y="2051"/>
                    <a:pt x="32200" y="2140"/>
                  </a:cubicBezTo>
                  <a:lnTo>
                    <a:pt x="32200" y="1561"/>
                  </a:lnTo>
                  <a:cubicBezTo>
                    <a:pt x="32120" y="1494"/>
                    <a:pt x="32033" y="1444"/>
                    <a:pt x="31938" y="1411"/>
                  </a:cubicBezTo>
                  <a:cubicBezTo>
                    <a:pt x="31843" y="1378"/>
                    <a:pt x="31742" y="1361"/>
                    <a:pt x="31634" y="1361"/>
                  </a:cubicBezTo>
                  <a:close/>
                  <a:moveTo>
                    <a:pt x="34409" y="1361"/>
                  </a:moveTo>
                  <a:cubicBezTo>
                    <a:pt x="34314" y="1361"/>
                    <a:pt x="34217" y="1383"/>
                    <a:pt x="34116" y="1426"/>
                  </a:cubicBezTo>
                  <a:cubicBezTo>
                    <a:pt x="34016" y="1469"/>
                    <a:pt x="33913" y="1534"/>
                    <a:pt x="33807" y="1621"/>
                  </a:cubicBezTo>
                  <a:lnTo>
                    <a:pt x="33807" y="2186"/>
                  </a:lnTo>
                  <a:cubicBezTo>
                    <a:pt x="33895" y="2084"/>
                    <a:pt x="33987" y="2008"/>
                    <a:pt x="34083" y="1957"/>
                  </a:cubicBezTo>
                  <a:cubicBezTo>
                    <a:pt x="34179" y="1906"/>
                    <a:pt x="34278" y="1880"/>
                    <a:pt x="34379" y="1880"/>
                  </a:cubicBezTo>
                  <a:cubicBezTo>
                    <a:pt x="34538" y="1880"/>
                    <a:pt x="34662" y="1957"/>
                    <a:pt x="34750" y="2111"/>
                  </a:cubicBezTo>
                  <a:cubicBezTo>
                    <a:pt x="34838" y="2266"/>
                    <a:pt x="34882" y="2483"/>
                    <a:pt x="34882" y="2765"/>
                  </a:cubicBezTo>
                  <a:lnTo>
                    <a:pt x="34882" y="2825"/>
                  </a:lnTo>
                  <a:lnTo>
                    <a:pt x="34474" y="2825"/>
                  </a:lnTo>
                  <a:cubicBezTo>
                    <a:pt x="34209" y="2825"/>
                    <a:pt x="34010" y="2931"/>
                    <a:pt x="33877" y="3144"/>
                  </a:cubicBezTo>
                  <a:cubicBezTo>
                    <a:pt x="33744" y="3357"/>
                    <a:pt x="33677" y="3673"/>
                    <a:pt x="33677" y="4093"/>
                  </a:cubicBezTo>
                  <a:cubicBezTo>
                    <a:pt x="33677" y="4452"/>
                    <a:pt x="33730" y="4739"/>
                    <a:pt x="33837" y="4953"/>
                  </a:cubicBezTo>
                  <a:cubicBezTo>
                    <a:pt x="33944" y="5167"/>
                    <a:pt x="34089" y="5274"/>
                    <a:pt x="34270" y="5274"/>
                  </a:cubicBezTo>
                  <a:cubicBezTo>
                    <a:pt x="34413" y="5274"/>
                    <a:pt x="34534" y="5220"/>
                    <a:pt x="34633" y="5112"/>
                  </a:cubicBezTo>
                  <a:cubicBezTo>
                    <a:pt x="34732" y="5005"/>
                    <a:pt x="34815" y="4838"/>
                    <a:pt x="34882" y="4612"/>
                  </a:cubicBezTo>
                  <a:lnTo>
                    <a:pt x="34882" y="5177"/>
                  </a:lnTo>
                  <a:lnTo>
                    <a:pt x="35173" y="5177"/>
                  </a:lnTo>
                  <a:lnTo>
                    <a:pt x="35173" y="3051"/>
                  </a:lnTo>
                  <a:cubicBezTo>
                    <a:pt x="35173" y="2483"/>
                    <a:pt x="35109" y="2060"/>
                    <a:pt x="34983" y="1780"/>
                  </a:cubicBezTo>
                  <a:cubicBezTo>
                    <a:pt x="34856" y="1501"/>
                    <a:pt x="34665" y="1361"/>
                    <a:pt x="34409" y="1361"/>
                  </a:cubicBezTo>
                  <a:close/>
                  <a:moveTo>
                    <a:pt x="37844" y="1361"/>
                  </a:moveTo>
                  <a:cubicBezTo>
                    <a:pt x="37578" y="1361"/>
                    <a:pt x="37367" y="1540"/>
                    <a:pt x="37211" y="1898"/>
                  </a:cubicBezTo>
                  <a:cubicBezTo>
                    <a:pt x="37054" y="2257"/>
                    <a:pt x="36976" y="2741"/>
                    <a:pt x="36976" y="3351"/>
                  </a:cubicBezTo>
                  <a:cubicBezTo>
                    <a:pt x="36976" y="3941"/>
                    <a:pt x="37059" y="4409"/>
                    <a:pt x="37224" y="4755"/>
                  </a:cubicBezTo>
                  <a:cubicBezTo>
                    <a:pt x="37388" y="5101"/>
                    <a:pt x="37612" y="5274"/>
                    <a:pt x="37895" y="5274"/>
                  </a:cubicBezTo>
                  <a:cubicBezTo>
                    <a:pt x="38007" y="5274"/>
                    <a:pt x="38119" y="5249"/>
                    <a:pt x="38228" y="5201"/>
                  </a:cubicBezTo>
                  <a:cubicBezTo>
                    <a:pt x="38338" y="5152"/>
                    <a:pt x="38445" y="5081"/>
                    <a:pt x="38549" y="4988"/>
                  </a:cubicBezTo>
                  <a:lnTo>
                    <a:pt x="38549" y="4409"/>
                  </a:lnTo>
                  <a:cubicBezTo>
                    <a:pt x="38446" y="4524"/>
                    <a:pt x="38342" y="4611"/>
                    <a:pt x="38237" y="4668"/>
                  </a:cubicBezTo>
                  <a:cubicBezTo>
                    <a:pt x="38132" y="4726"/>
                    <a:pt x="38024" y="4755"/>
                    <a:pt x="37912" y="4755"/>
                  </a:cubicBezTo>
                  <a:cubicBezTo>
                    <a:pt x="37719" y="4755"/>
                    <a:pt x="37569" y="4644"/>
                    <a:pt x="37461" y="4424"/>
                  </a:cubicBezTo>
                  <a:cubicBezTo>
                    <a:pt x="37353" y="4203"/>
                    <a:pt x="37292" y="3882"/>
                    <a:pt x="37280" y="3461"/>
                  </a:cubicBezTo>
                  <a:lnTo>
                    <a:pt x="38617" y="3461"/>
                  </a:lnTo>
                  <a:lnTo>
                    <a:pt x="38617" y="3161"/>
                  </a:lnTo>
                  <a:cubicBezTo>
                    <a:pt x="38617" y="2607"/>
                    <a:pt x="38548" y="2168"/>
                    <a:pt x="38409" y="1845"/>
                  </a:cubicBezTo>
                  <a:cubicBezTo>
                    <a:pt x="38271" y="1522"/>
                    <a:pt x="38082" y="1361"/>
                    <a:pt x="37844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160500" y="2310075"/>
              <a:ext cx="273150" cy="131875"/>
            </a:xfrm>
            <a:custGeom>
              <a:rect b="b" l="l" r="r" t="t"/>
              <a:pathLst>
                <a:path extrusionOk="0" h="5275" w="10926">
                  <a:moveTo>
                    <a:pt x="2703" y="1"/>
                  </a:moveTo>
                  <a:lnTo>
                    <a:pt x="2703" y="776"/>
                  </a:lnTo>
                  <a:lnTo>
                    <a:pt x="2993" y="776"/>
                  </a:lnTo>
                  <a:lnTo>
                    <a:pt x="2993" y="1"/>
                  </a:lnTo>
                  <a:close/>
                  <a:moveTo>
                    <a:pt x="4347" y="1881"/>
                  </a:moveTo>
                  <a:cubicBezTo>
                    <a:pt x="4491" y="1881"/>
                    <a:pt x="4606" y="1981"/>
                    <a:pt x="4693" y="2180"/>
                  </a:cubicBezTo>
                  <a:cubicBezTo>
                    <a:pt x="4780" y="2380"/>
                    <a:pt x="4824" y="2647"/>
                    <a:pt x="4826" y="2982"/>
                  </a:cubicBezTo>
                  <a:lnTo>
                    <a:pt x="3789" y="2985"/>
                  </a:lnTo>
                  <a:cubicBezTo>
                    <a:pt x="3804" y="2635"/>
                    <a:pt x="3860" y="2363"/>
                    <a:pt x="3958" y="2170"/>
                  </a:cubicBezTo>
                  <a:cubicBezTo>
                    <a:pt x="4055" y="1977"/>
                    <a:pt x="4185" y="1881"/>
                    <a:pt x="4347" y="1881"/>
                  </a:cubicBezTo>
                  <a:close/>
                  <a:moveTo>
                    <a:pt x="8315" y="1874"/>
                  </a:moveTo>
                  <a:cubicBezTo>
                    <a:pt x="8469" y="1874"/>
                    <a:pt x="8590" y="2002"/>
                    <a:pt x="8679" y="2258"/>
                  </a:cubicBezTo>
                  <a:cubicBezTo>
                    <a:pt x="8768" y="2515"/>
                    <a:pt x="8812" y="2868"/>
                    <a:pt x="8812" y="3318"/>
                  </a:cubicBezTo>
                  <a:cubicBezTo>
                    <a:pt x="8812" y="3768"/>
                    <a:pt x="8768" y="4122"/>
                    <a:pt x="8679" y="4378"/>
                  </a:cubicBezTo>
                  <a:cubicBezTo>
                    <a:pt x="8590" y="4634"/>
                    <a:pt x="8469" y="4762"/>
                    <a:pt x="8315" y="4762"/>
                  </a:cubicBezTo>
                  <a:cubicBezTo>
                    <a:pt x="8161" y="4762"/>
                    <a:pt x="8041" y="4634"/>
                    <a:pt x="7953" y="4378"/>
                  </a:cubicBezTo>
                  <a:cubicBezTo>
                    <a:pt x="7865" y="4122"/>
                    <a:pt x="7820" y="3768"/>
                    <a:pt x="7820" y="3318"/>
                  </a:cubicBezTo>
                  <a:cubicBezTo>
                    <a:pt x="7820" y="2868"/>
                    <a:pt x="7865" y="2515"/>
                    <a:pt x="7953" y="2258"/>
                  </a:cubicBezTo>
                  <a:cubicBezTo>
                    <a:pt x="8041" y="2002"/>
                    <a:pt x="8161" y="1874"/>
                    <a:pt x="8315" y="1874"/>
                  </a:cubicBezTo>
                  <a:close/>
                  <a:moveTo>
                    <a:pt x="853" y="1"/>
                  </a:moveTo>
                  <a:cubicBezTo>
                    <a:pt x="654" y="1"/>
                    <a:pt x="508" y="96"/>
                    <a:pt x="417" y="285"/>
                  </a:cubicBezTo>
                  <a:cubicBezTo>
                    <a:pt x="325" y="475"/>
                    <a:pt x="279" y="777"/>
                    <a:pt x="279" y="1192"/>
                  </a:cubicBezTo>
                  <a:lnTo>
                    <a:pt x="279" y="1452"/>
                  </a:lnTo>
                  <a:lnTo>
                    <a:pt x="1" y="1452"/>
                  </a:lnTo>
                  <a:lnTo>
                    <a:pt x="1" y="1927"/>
                  </a:lnTo>
                  <a:lnTo>
                    <a:pt x="279" y="1927"/>
                  </a:lnTo>
                  <a:lnTo>
                    <a:pt x="279" y="5178"/>
                  </a:lnTo>
                  <a:lnTo>
                    <a:pt x="572" y="5178"/>
                  </a:lnTo>
                  <a:lnTo>
                    <a:pt x="572" y="1927"/>
                  </a:lnTo>
                  <a:lnTo>
                    <a:pt x="1051" y="1927"/>
                  </a:lnTo>
                  <a:lnTo>
                    <a:pt x="1051" y="1452"/>
                  </a:lnTo>
                  <a:lnTo>
                    <a:pt x="572" y="1452"/>
                  </a:lnTo>
                  <a:lnTo>
                    <a:pt x="572" y="1122"/>
                  </a:lnTo>
                  <a:cubicBezTo>
                    <a:pt x="572" y="891"/>
                    <a:pt x="592" y="732"/>
                    <a:pt x="632" y="643"/>
                  </a:cubicBezTo>
                  <a:cubicBezTo>
                    <a:pt x="673" y="554"/>
                    <a:pt x="745" y="510"/>
                    <a:pt x="850" y="510"/>
                  </a:cubicBezTo>
                  <a:lnTo>
                    <a:pt x="1128" y="510"/>
                  </a:lnTo>
                  <a:lnTo>
                    <a:pt x="1128" y="1"/>
                  </a:lnTo>
                  <a:close/>
                  <a:moveTo>
                    <a:pt x="2249" y="1362"/>
                  </a:moveTo>
                  <a:cubicBezTo>
                    <a:pt x="2109" y="1362"/>
                    <a:pt x="1990" y="1417"/>
                    <a:pt x="1892" y="1526"/>
                  </a:cubicBezTo>
                  <a:cubicBezTo>
                    <a:pt x="1794" y="1636"/>
                    <a:pt x="1714" y="1804"/>
                    <a:pt x="1653" y="2030"/>
                  </a:cubicBezTo>
                  <a:lnTo>
                    <a:pt x="1653" y="1452"/>
                  </a:lnTo>
                  <a:lnTo>
                    <a:pt x="1361" y="1452"/>
                  </a:lnTo>
                  <a:lnTo>
                    <a:pt x="1361" y="5178"/>
                  </a:lnTo>
                  <a:lnTo>
                    <a:pt x="1653" y="5178"/>
                  </a:lnTo>
                  <a:lnTo>
                    <a:pt x="1653" y="3215"/>
                  </a:lnTo>
                  <a:cubicBezTo>
                    <a:pt x="1653" y="2793"/>
                    <a:pt x="1697" y="2470"/>
                    <a:pt x="1785" y="2245"/>
                  </a:cubicBezTo>
                  <a:cubicBezTo>
                    <a:pt x="1873" y="2020"/>
                    <a:pt x="1999" y="1907"/>
                    <a:pt x="2164" y="1907"/>
                  </a:cubicBezTo>
                  <a:cubicBezTo>
                    <a:pt x="2210" y="1907"/>
                    <a:pt x="2252" y="1917"/>
                    <a:pt x="2291" y="1936"/>
                  </a:cubicBezTo>
                  <a:cubicBezTo>
                    <a:pt x="2329" y="1954"/>
                    <a:pt x="2365" y="1984"/>
                    <a:pt x="2398" y="2024"/>
                  </a:cubicBezTo>
                  <a:lnTo>
                    <a:pt x="2396" y="1395"/>
                  </a:lnTo>
                  <a:cubicBezTo>
                    <a:pt x="2367" y="1384"/>
                    <a:pt x="2340" y="1376"/>
                    <a:pt x="2315" y="1370"/>
                  </a:cubicBezTo>
                  <a:cubicBezTo>
                    <a:pt x="2291" y="1364"/>
                    <a:pt x="2269" y="1362"/>
                    <a:pt x="2249" y="1362"/>
                  </a:cubicBezTo>
                  <a:close/>
                  <a:moveTo>
                    <a:pt x="2703" y="1452"/>
                  </a:moveTo>
                  <a:lnTo>
                    <a:pt x="2703" y="5178"/>
                  </a:lnTo>
                  <a:lnTo>
                    <a:pt x="2993" y="5178"/>
                  </a:lnTo>
                  <a:lnTo>
                    <a:pt x="2993" y="1452"/>
                  </a:lnTo>
                  <a:close/>
                  <a:moveTo>
                    <a:pt x="6448" y="1362"/>
                  </a:moveTo>
                  <a:cubicBezTo>
                    <a:pt x="6325" y="1362"/>
                    <a:pt x="6216" y="1417"/>
                    <a:pt x="6122" y="1528"/>
                  </a:cubicBezTo>
                  <a:cubicBezTo>
                    <a:pt x="6028" y="1639"/>
                    <a:pt x="5946" y="1806"/>
                    <a:pt x="5876" y="2030"/>
                  </a:cubicBezTo>
                  <a:lnTo>
                    <a:pt x="5876" y="1452"/>
                  </a:lnTo>
                  <a:lnTo>
                    <a:pt x="5584" y="1452"/>
                  </a:lnTo>
                  <a:lnTo>
                    <a:pt x="5584" y="5178"/>
                  </a:lnTo>
                  <a:lnTo>
                    <a:pt x="5876" y="5178"/>
                  </a:lnTo>
                  <a:lnTo>
                    <a:pt x="5876" y="3072"/>
                  </a:lnTo>
                  <a:cubicBezTo>
                    <a:pt x="5876" y="2708"/>
                    <a:pt x="5921" y="2421"/>
                    <a:pt x="6012" y="2210"/>
                  </a:cubicBezTo>
                  <a:cubicBezTo>
                    <a:pt x="6103" y="1999"/>
                    <a:pt x="6226" y="1894"/>
                    <a:pt x="6383" y="1894"/>
                  </a:cubicBezTo>
                  <a:cubicBezTo>
                    <a:pt x="6514" y="1894"/>
                    <a:pt x="6612" y="1982"/>
                    <a:pt x="6678" y="2157"/>
                  </a:cubicBezTo>
                  <a:cubicBezTo>
                    <a:pt x="6743" y="2332"/>
                    <a:pt x="6776" y="2596"/>
                    <a:pt x="6776" y="2949"/>
                  </a:cubicBezTo>
                  <a:lnTo>
                    <a:pt x="6776" y="5178"/>
                  </a:lnTo>
                  <a:lnTo>
                    <a:pt x="7066" y="5178"/>
                  </a:lnTo>
                  <a:lnTo>
                    <a:pt x="7066" y="2929"/>
                  </a:lnTo>
                  <a:cubicBezTo>
                    <a:pt x="7066" y="2414"/>
                    <a:pt x="7014" y="2024"/>
                    <a:pt x="6910" y="1759"/>
                  </a:cubicBezTo>
                  <a:cubicBezTo>
                    <a:pt x="6806" y="1494"/>
                    <a:pt x="6652" y="1362"/>
                    <a:pt x="6448" y="1362"/>
                  </a:cubicBezTo>
                  <a:close/>
                  <a:moveTo>
                    <a:pt x="4344" y="1362"/>
                  </a:moveTo>
                  <a:cubicBezTo>
                    <a:pt x="4078" y="1362"/>
                    <a:pt x="3867" y="1541"/>
                    <a:pt x="3711" y="1899"/>
                  </a:cubicBezTo>
                  <a:cubicBezTo>
                    <a:pt x="3554" y="2257"/>
                    <a:pt x="3476" y="2741"/>
                    <a:pt x="3476" y="3351"/>
                  </a:cubicBezTo>
                  <a:cubicBezTo>
                    <a:pt x="3476" y="3941"/>
                    <a:pt x="3559" y="4409"/>
                    <a:pt x="3724" y="4755"/>
                  </a:cubicBezTo>
                  <a:cubicBezTo>
                    <a:pt x="3888" y="5101"/>
                    <a:pt x="4112" y="5274"/>
                    <a:pt x="4395" y="5274"/>
                  </a:cubicBezTo>
                  <a:cubicBezTo>
                    <a:pt x="4507" y="5274"/>
                    <a:pt x="4619" y="5250"/>
                    <a:pt x="4728" y="5201"/>
                  </a:cubicBezTo>
                  <a:cubicBezTo>
                    <a:pt x="4838" y="5152"/>
                    <a:pt x="4945" y="5081"/>
                    <a:pt x="5049" y="4988"/>
                  </a:cubicBezTo>
                  <a:lnTo>
                    <a:pt x="5049" y="4409"/>
                  </a:lnTo>
                  <a:cubicBezTo>
                    <a:pt x="4946" y="4525"/>
                    <a:pt x="4842" y="4611"/>
                    <a:pt x="4737" y="4669"/>
                  </a:cubicBezTo>
                  <a:cubicBezTo>
                    <a:pt x="4632" y="4727"/>
                    <a:pt x="4524" y="4755"/>
                    <a:pt x="4412" y="4755"/>
                  </a:cubicBezTo>
                  <a:cubicBezTo>
                    <a:pt x="4219" y="4755"/>
                    <a:pt x="4069" y="4645"/>
                    <a:pt x="3961" y="4424"/>
                  </a:cubicBezTo>
                  <a:cubicBezTo>
                    <a:pt x="3853" y="4204"/>
                    <a:pt x="3792" y="3883"/>
                    <a:pt x="3780" y="3461"/>
                  </a:cubicBezTo>
                  <a:lnTo>
                    <a:pt x="5117" y="3461"/>
                  </a:lnTo>
                  <a:lnTo>
                    <a:pt x="5117" y="3162"/>
                  </a:lnTo>
                  <a:cubicBezTo>
                    <a:pt x="5117" y="2607"/>
                    <a:pt x="5048" y="2169"/>
                    <a:pt x="4909" y="1846"/>
                  </a:cubicBezTo>
                  <a:cubicBezTo>
                    <a:pt x="4771" y="1523"/>
                    <a:pt x="4582" y="1362"/>
                    <a:pt x="4344" y="1362"/>
                  </a:cubicBezTo>
                  <a:close/>
                  <a:moveTo>
                    <a:pt x="8812" y="1"/>
                  </a:moveTo>
                  <a:lnTo>
                    <a:pt x="8812" y="2017"/>
                  </a:lnTo>
                  <a:cubicBezTo>
                    <a:pt x="8751" y="1795"/>
                    <a:pt x="8673" y="1631"/>
                    <a:pt x="8580" y="1523"/>
                  </a:cubicBezTo>
                  <a:cubicBezTo>
                    <a:pt x="8487" y="1415"/>
                    <a:pt x="8375" y="1362"/>
                    <a:pt x="8244" y="1362"/>
                  </a:cubicBezTo>
                  <a:cubicBezTo>
                    <a:pt x="8030" y="1362"/>
                    <a:pt x="7856" y="1541"/>
                    <a:pt x="7722" y="1901"/>
                  </a:cubicBezTo>
                  <a:cubicBezTo>
                    <a:pt x="7587" y="2260"/>
                    <a:pt x="7520" y="2732"/>
                    <a:pt x="7520" y="3318"/>
                  </a:cubicBezTo>
                  <a:cubicBezTo>
                    <a:pt x="7520" y="3904"/>
                    <a:pt x="7587" y="4376"/>
                    <a:pt x="7722" y="4735"/>
                  </a:cubicBezTo>
                  <a:cubicBezTo>
                    <a:pt x="7856" y="5095"/>
                    <a:pt x="8030" y="5274"/>
                    <a:pt x="8244" y="5274"/>
                  </a:cubicBezTo>
                  <a:cubicBezTo>
                    <a:pt x="8375" y="5274"/>
                    <a:pt x="8487" y="5221"/>
                    <a:pt x="8580" y="5113"/>
                  </a:cubicBezTo>
                  <a:cubicBezTo>
                    <a:pt x="8673" y="5005"/>
                    <a:pt x="8751" y="4841"/>
                    <a:pt x="8812" y="4619"/>
                  </a:cubicBezTo>
                  <a:lnTo>
                    <a:pt x="8812" y="5178"/>
                  </a:lnTo>
                  <a:lnTo>
                    <a:pt x="9103" y="5178"/>
                  </a:lnTo>
                  <a:lnTo>
                    <a:pt x="9103" y="1"/>
                  </a:lnTo>
                  <a:close/>
                  <a:moveTo>
                    <a:pt x="10264" y="1362"/>
                  </a:moveTo>
                  <a:cubicBezTo>
                    <a:pt x="10047" y="1362"/>
                    <a:pt x="9880" y="1457"/>
                    <a:pt x="9762" y="1648"/>
                  </a:cubicBezTo>
                  <a:cubicBezTo>
                    <a:pt x="9644" y="1839"/>
                    <a:pt x="9585" y="2109"/>
                    <a:pt x="9585" y="2460"/>
                  </a:cubicBezTo>
                  <a:cubicBezTo>
                    <a:pt x="9585" y="2748"/>
                    <a:pt x="9625" y="2975"/>
                    <a:pt x="9705" y="3140"/>
                  </a:cubicBezTo>
                  <a:cubicBezTo>
                    <a:pt x="9785" y="3305"/>
                    <a:pt x="9915" y="3428"/>
                    <a:pt x="10095" y="3508"/>
                  </a:cubicBezTo>
                  <a:lnTo>
                    <a:pt x="10196" y="3558"/>
                  </a:lnTo>
                  <a:cubicBezTo>
                    <a:pt x="10377" y="3640"/>
                    <a:pt x="10493" y="3725"/>
                    <a:pt x="10547" y="3814"/>
                  </a:cubicBezTo>
                  <a:cubicBezTo>
                    <a:pt x="10600" y="3903"/>
                    <a:pt x="10626" y="4030"/>
                    <a:pt x="10626" y="4196"/>
                  </a:cubicBezTo>
                  <a:cubicBezTo>
                    <a:pt x="10626" y="4376"/>
                    <a:pt x="10590" y="4515"/>
                    <a:pt x="10516" y="4614"/>
                  </a:cubicBezTo>
                  <a:cubicBezTo>
                    <a:pt x="10442" y="4713"/>
                    <a:pt x="10337" y="4762"/>
                    <a:pt x="10200" y="4762"/>
                  </a:cubicBezTo>
                  <a:cubicBezTo>
                    <a:pt x="10097" y="4762"/>
                    <a:pt x="9994" y="4733"/>
                    <a:pt x="9890" y="4674"/>
                  </a:cubicBezTo>
                  <a:cubicBezTo>
                    <a:pt x="9785" y="4615"/>
                    <a:pt x="9679" y="4527"/>
                    <a:pt x="9572" y="4409"/>
                  </a:cubicBezTo>
                  <a:lnTo>
                    <a:pt x="9572" y="5042"/>
                  </a:lnTo>
                  <a:cubicBezTo>
                    <a:pt x="9686" y="5119"/>
                    <a:pt x="9794" y="5177"/>
                    <a:pt x="9897" y="5216"/>
                  </a:cubicBezTo>
                  <a:cubicBezTo>
                    <a:pt x="10000" y="5255"/>
                    <a:pt x="10098" y="5274"/>
                    <a:pt x="10193" y="5274"/>
                  </a:cubicBezTo>
                  <a:cubicBezTo>
                    <a:pt x="10421" y="5274"/>
                    <a:pt x="10600" y="5173"/>
                    <a:pt x="10730" y="4972"/>
                  </a:cubicBezTo>
                  <a:cubicBezTo>
                    <a:pt x="10860" y="4770"/>
                    <a:pt x="10925" y="4496"/>
                    <a:pt x="10925" y="4150"/>
                  </a:cubicBezTo>
                  <a:cubicBezTo>
                    <a:pt x="10925" y="3846"/>
                    <a:pt x="10882" y="3609"/>
                    <a:pt x="10795" y="3439"/>
                  </a:cubicBezTo>
                  <a:cubicBezTo>
                    <a:pt x="10708" y="3270"/>
                    <a:pt x="10561" y="3138"/>
                    <a:pt x="10355" y="3045"/>
                  </a:cubicBezTo>
                  <a:lnTo>
                    <a:pt x="10255" y="2999"/>
                  </a:lnTo>
                  <a:cubicBezTo>
                    <a:pt x="10099" y="2925"/>
                    <a:pt x="9995" y="2848"/>
                    <a:pt x="9943" y="2767"/>
                  </a:cubicBezTo>
                  <a:cubicBezTo>
                    <a:pt x="9892" y="2686"/>
                    <a:pt x="9866" y="2575"/>
                    <a:pt x="9866" y="2433"/>
                  </a:cubicBezTo>
                  <a:cubicBezTo>
                    <a:pt x="9866" y="2247"/>
                    <a:pt x="9902" y="2107"/>
                    <a:pt x="9974" y="2014"/>
                  </a:cubicBezTo>
                  <a:cubicBezTo>
                    <a:pt x="10047" y="1921"/>
                    <a:pt x="10155" y="1874"/>
                    <a:pt x="10299" y="1874"/>
                  </a:cubicBezTo>
                  <a:cubicBezTo>
                    <a:pt x="10394" y="1874"/>
                    <a:pt x="10486" y="1896"/>
                    <a:pt x="10574" y="1941"/>
                  </a:cubicBezTo>
                  <a:cubicBezTo>
                    <a:pt x="10663" y="1985"/>
                    <a:pt x="10748" y="2052"/>
                    <a:pt x="10830" y="2140"/>
                  </a:cubicBezTo>
                  <a:lnTo>
                    <a:pt x="10830" y="1561"/>
                  </a:lnTo>
                  <a:cubicBezTo>
                    <a:pt x="10750" y="1495"/>
                    <a:pt x="10663" y="1445"/>
                    <a:pt x="10568" y="1412"/>
                  </a:cubicBezTo>
                  <a:cubicBezTo>
                    <a:pt x="10473" y="1378"/>
                    <a:pt x="10372" y="1362"/>
                    <a:pt x="10264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1089400" y="2100550"/>
              <a:ext cx="2192525" cy="164875"/>
            </a:xfrm>
            <a:custGeom>
              <a:rect b="b" l="l" r="r" t="t"/>
              <a:pathLst>
                <a:path extrusionOk="0" h="6595" w="87701">
                  <a:moveTo>
                    <a:pt x="12877" y="0"/>
                  </a:moveTo>
                  <a:lnTo>
                    <a:pt x="12877" y="776"/>
                  </a:lnTo>
                  <a:lnTo>
                    <a:pt x="13168" y="776"/>
                  </a:lnTo>
                  <a:lnTo>
                    <a:pt x="13168" y="0"/>
                  </a:lnTo>
                  <a:close/>
                  <a:moveTo>
                    <a:pt x="26191" y="0"/>
                  </a:moveTo>
                  <a:lnTo>
                    <a:pt x="26191" y="776"/>
                  </a:lnTo>
                  <a:lnTo>
                    <a:pt x="26482" y="776"/>
                  </a:lnTo>
                  <a:lnTo>
                    <a:pt x="26482" y="0"/>
                  </a:lnTo>
                  <a:close/>
                  <a:moveTo>
                    <a:pt x="41501" y="0"/>
                  </a:moveTo>
                  <a:lnTo>
                    <a:pt x="41501" y="776"/>
                  </a:lnTo>
                  <a:lnTo>
                    <a:pt x="41792" y="776"/>
                  </a:lnTo>
                  <a:lnTo>
                    <a:pt x="41792" y="0"/>
                  </a:lnTo>
                  <a:close/>
                  <a:moveTo>
                    <a:pt x="56016" y="0"/>
                  </a:moveTo>
                  <a:lnTo>
                    <a:pt x="56016" y="776"/>
                  </a:lnTo>
                  <a:lnTo>
                    <a:pt x="56307" y="776"/>
                  </a:lnTo>
                  <a:lnTo>
                    <a:pt x="56307" y="0"/>
                  </a:lnTo>
                  <a:close/>
                  <a:moveTo>
                    <a:pt x="61023" y="0"/>
                  </a:moveTo>
                  <a:lnTo>
                    <a:pt x="61023" y="776"/>
                  </a:lnTo>
                  <a:lnTo>
                    <a:pt x="61314" y="776"/>
                  </a:lnTo>
                  <a:lnTo>
                    <a:pt x="61314" y="0"/>
                  </a:lnTo>
                  <a:close/>
                  <a:moveTo>
                    <a:pt x="63839" y="0"/>
                  </a:moveTo>
                  <a:lnTo>
                    <a:pt x="63839" y="776"/>
                  </a:lnTo>
                  <a:lnTo>
                    <a:pt x="64130" y="776"/>
                  </a:lnTo>
                  <a:lnTo>
                    <a:pt x="64130" y="0"/>
                  </a:lnTo>
                  <a:close/>
                  <a:moveTo>
                    <a:pt x="72759" y="0"/>
                  </a:moveTo>
                  <a:lnTo>
                    <a:pt x="72759" y="776"/>
                  </a:lnTo>
                  <a:lnTo>
                    <a:pt x="73050" y="776"/>
                  </a:lnTo>
                  <a:lnTo>
                    <a:pt x="73050" y="0"/>
                  </a:lnTo>
                  <a:close/>
                  <a:moveTo>
                    <a:pt x="6321" y="1880"/>
                  </a:moveTo>
                  <a:cubicBezTo>
                    <a:pt x="6464" y="1880"/>
                    <a:pt x="6579" y="1980"/>
                    <a:pt x="6666" y="2180"/>
                  </a:cubicBezTo>
                  <a:cubicBezTo>
                    <a:pt x="6753" y="2379"/>
                    <a:pt x="6798" y="2646"/>
                    <a:pt x="6800" y="2981"/>
                  </a:cubicBezTo>
                  <a:lnTo>
                    <a:pt x="5763" y="2985"/>
                  </a:lnTo>
                  <a:cubicBezTo>
                    <a:pt x="5777" y="2634"/>
                    <a:pt x="5834" y="2363"/>
                    <a:pt x="5931" y="2170"/>
                  </a:cubicBezTo>
                  <a:cubicBezTo>
                    <a:pt x="6029" y="1977"/>
                    <a:pt x="6158" y="1880"/>
                    <a:pt x="6321" y="1880"/>
                  </a:cubicBezTo>
                  <a:close/>
                  <a:moveTo>
                    <a:pt x="16438" y="1880"/>
                  </a:moveTo>
                  <a:cubicBezTo>
                    <a:pt x="16581" y="1880"/>
                    <a:pt x="16696" y="1980"/>
                    <a:pt x="16783" y="2180"/>
                  </a:cubicBezTo>
                  <a:cubicBezTo>
                    <a:pt x="16870" y="2379"/>
                    <a:pt x="16915" y="2646"/>
                    <a:pt x="16917" y="2981"/>
                  </a:cubicBezTo>
                  <a:lnTo>
                    <a:pt x="15880" y="2985"/>
                  </a:lnTo>
                  <a:cubicBezTo>
                    <a:pt x="15894" y="2634"/>
                    <a:pt x="15951" y="2363"/>
                    <a:pt x="16048" y="2170"/>
                  </a:cubicBezTo>
                  <a:cubicBezTo>
                    <a:pt x="16146" y="1977"/>
                    <a:pt x="16275" y="1880"/>
                    <a:pt x="16438" y="1880"/>
                  </a:cubicBezTo>
                  <a:close/>
                  <a:moveTo>
                    <a:pt x="20790" y="1880"/>
                  </a:moveTo>
                  <a:cubicBezTo>
                    <a:pt x="20933" y="1880"/>
                    <a:pt x="21048" y="1980"/>
                    <a:pt x="21135" y="2180"/>
                  </a:cubicBezTo>
                  <a:cubicBezTo>
                    <a:pt x="21222" y="2379"/>
                    <a:pt x="21267" y="2646"/>
                    <a:pt x="21269" y="2981"/>
                  </a:cubicBezTo>
                  <a:lnTo>
                    <a:pt x="20232" y="2985"/>
                  </a:lnTo>
                  <a:cubicBezTo>
                    <a:pt x="20246" y="2634"/>
                    <a:pt x="20303" y="2363"/>
                    <a:pt x="20400" y="2170"/>
                  </a:cubicBezTo>
                  <a:cubicBezTo>
                    <a:pt x="20498" y="1977"/>
                    <a:pt x="20627" y="1880"/>
                    <a:pt x="20790" y="1880"/>
                  </a:cubicBezTo>
                  <a:close/>
                  <a:moveTo>
                    <a:pt x="51685" y="1880"/>
                  </a:moveTo>
                  <a:cubicBezTo>
                    <a:pt x="51828" y="1880"/>
                    <a:pt x="51943" y="1980"/>
                    <a:pt x="52030" y="2180"/>
                  </a:cubicBezTo>
                  <a:cubicBezTo>
                    <a:pt x="52117" y="2379"/>
                    <a:pt x="52162" y="2646"/>
                    <a:pt x="52164" y="2981"/>
                  </a:cubicBezTo>
                  <a:lnTo>
                    <a:pt x="51127" y="2985"/>
                  </a:lnTo>
                  <a:cubicBezTo>
                    <a:pt x="51141" y="2634"/>
                    <a:pt x="51198" y="2363"/>
                    <a:pt x="51295" y="2170"/>
                  </a:cubicBezTo>
                  <a:cubicBezTo>
                    <a:pt x="51393" y="1977"/>
                    <a:pt x="51522" y="1880"/>
                    <a:pt x="51685" y="1880"/>
                  </a:cubicBezTo>
                  <a:close/>
                  <a:moveTo>
                    <a:pt x="79567" y="1880"/>
                  </a:moveTo>
                  <a:cubicBezTo>
                    <a:pt x="79710" y="1880"/>
                    <a:pt x="79825" y="1980"/>
                    <a:pt x="79912" y="2180"/>
                  </a:cubicBezTo>
                  <a:cubicBezTo>
                    <a:pt x="79999" y="2379"/>
                    <a:pt x="80044" y="2646"/>
                    <a:pt x="80046" y="2981"/>
                  </a:cubicBezTo>
                  <a:lnTo>
                    <a:pt x="79009" y="2985"/>
                  </a:lnTo>
                  <a:cubicBezTo>
                    <a:pt x="79023" y="2634"/>
                    <a:pt x="79080" y="2363"/>
                    <a:pt x="79177" y="2170"/>
                  </a:cubicBezTo>
                  <a:cubicBezTo>
                    <a:pt x="79275" y="1977"/>
                    <a:pt x="79404" y="1880"/>
                    <a:pt x="79567" y="1880"/>
                  </a:cubicBezTo>
                  <a:close/>
                  <a:moveTo>
                    <a:pt x="85230" y="1880"/>
                  </a:moveTo>
                  <a:cubicBezTo>
                    <a:pt x="85373" y="1880"/>
                    <a:pt x="85488" y="1980"/>
                    <a:pt x="85575" y="2180"/>
                  </a:cubicBezTo>
                  <a:cubicBezTo>
                    <a:pt x="85662" y="2379"/>
                    <a:pt x="85707" y="2646"/>
                    <a:pt x="85709" y="2981"/>
                  </a:cubicBezTo>
                  <a:lnTo>
                    <a:pt x="84672" y="2985"/>
                  </a:lnTo>
                  <a:cubicBezTo>
                    <a:pt x="84686" y="2634"/>
                    <a:pt x="84743" y="2363"/>
                    <a:pt x="84840" y="2170"/>
                  </a:cubicBezTo>
                  <a:cubicBezTo>
                    <a:pt x="84938" y="1977"/>
                    <a:pt x="85067" y="1880"/>
                    <a:pt x="85230" y="1880"/>
                  </a:cubicBezTo>
                  <a:close/>
                  <a:moveTo>
                    <a:pt x="1082" y="872"/>
                  </a:moveTo>
                  <a:lnTo>
                    <a:pt x="1516" y="3344"/>
                  </a:lnTo>
                  <a:lnTo>
                    <a:pt x="649" y="3344"/>
                  </a:lnTo>
                  <a:lnTo>
                    <a:pt x="1082" y="872"/>
                  </a:lnTo>
                  <a:close/>
                  <a:moveTo>
                    <a:pt x="8237" y="1873"/>
                  </a:moveTo>
                  <a:cubicBezTo>
                    <a:pt x="8394" y="1873"/>
                    <a:pt x="8516" y="1995"/>
                    <a:pt x="8603" y="2239"/>
                  </a:cubicBezTo>
                  <a:cubicBezTo>
                    <a:pt x="8690" y="2483"/>
                    <a:pt x="8733" y="2827"/>
                    <a:pt x="8733" y="3271"/>
                  </a:cubicBezTo>
                  <a:cubicBezTo>
                    <a:pt x="8733" y="3712"/>
                    <a:pt x="8690" y="4055"/>
                    <a:pt x="8603" y="4299"/>
                  </a:cubicBezTo>
                  <a:cubicBezTo>
                    <a:pt x="8516" y="4543"/>
                    <a:pt x="8394" y="4665"/>
                    <a:pt x="8237" y="4665"/>
                  </a:cubicBezTo>
                  <a:cubicBezTo>
                    <a:pt x="8081" y="4665"/>
                    <a:pt x="7959" y="4543"/>
                    <a:pt x="7872" y="4299"/>
                  </a:cubicBezTo>
                  <a:cubicBezTo>
                    <a:pt x="7786" y="4055"/>
                    <a:pt x="7742" y="3712"/>
                    <a:pt x="7742" y="3271"/>
                  </a:cubicBezTo>
                  <a:cubicBezTo>
                    <a:pt x="7742" y="2827"/>
                    <a:pt x="7786" y="2483"/>
                    <a:pt x="7872" y="2239"/>
                  </a:cubicBezTo>
                  <a:cubicBezTo>
                    <a:pt x="7959" y="1995"/>
                    <a:pt x="8081" y="1873"/>
                    <a:pt x="8237" y="1873"/>
                  </a:cubicBezTo>
                  <a:close/>
                  <a:moveTo>
                    <a:pt x="27777" y="1880"/>
                  </a:moveTo>
                  <a:cubicBezTo>
                    <a:pt x="27932" y="1880"/>
                    <a:pt x="28055" y="2009"/>
                    <a:pt x="28146" y="2268"/>
                  </a:cubicBezTo>
                  <a:cubicBezTo>
                    <a:pt x="28236" y="2526"/>
                    <a:pt x="28282" y="2876"/>
                    <a:pt x="28282" y="3317"/>
                  </a:cubicBezTo>
                  <a:cubicBezTo>
                    <a:pt x="28282" y="3761"/>
                    <a:pt x="28236" y="4112"/>
                    <a:pt x="28146" y="4369"/>
                  </a:cubicBezTo>
                  <a:cubicBezTo>
                    <a:pt x="28055" y="4626"/>
                    <a:pt x="27932" y="4755"/>
                    <a:pt x="27777" y="4755"/>
                  </a:cubicBezTo>
                  <a:cubicBezTo>
                    <a:pt x="27620" y="4755"/>
                    <a:pt x="27497" y="4627"/>
                    <a:pt x="27407" y="4370"/>
                  </a:cubicBezTo>
                  <a:cubicBezTo>
                    <a:pt x="27316" y="4114"/>
                    <a:pt x="27271" y="3763"/>
                    <a:pt x="27271" y="3317"/>
                  </a:cubicBezTo>
                  <a:cubicBezTo>
                    <a:pt x="27271" y="2872"/>
                    <a:pt x="27317" y="2521"/>
                    <a:pt x="27407" y="2264"/>
                  </a:cubicBezTo>
                  <a:cubicBezTo>
                    <a:pt x="27498" y="2008"/>
                    <a:pt x="27621" y="1880"/>
                    <a:pt x="27777" y="1880"/>
                  </a:cubicBezTo>
                  <a:close/>
                  <a:moveTo>
                    <a:pt x="34109" y="1880"/>
                  </a:moveTo>
                  <a:cubicBezTo>
                    <a:pt x="34264" y="1880"/>
                    <a:pt x="34387" y="2009"/>
                    <a:pt x="34478" y="2268"/>
                  </a:cubicBezTo>
                  <a:cubicBezTo>
                    <a:pt x="34568" y="2526"/>
                    <a:pt x="34614" y="2876"/>
                    <a:pt x="34614" y="3317"/>
                  </a:cubicBezTo>
                  <a:cubicBezTo>
                    <a:pt x="34614" y="3761"/>
                    <a:pt x="34568" y="4112"/>
                    <a:pt x="34478" y="4369"/>
                  </a:cubicBezTo>
                  <a:cubicBezTo>
                    <a:pt x="34387" y="4626"/>
                    <a:pt x="34264" y="4755"/>
                    <a:pt x="34109" y="4755"/>
                  </a:cubicBezTo>
                  <a:cubicBezTo>
                    <a:pt x="33952" y="4755"/>
                    <a:pt x="33829" y="4627"/>
                    <a:pt x="33739" y="4370"/>
                  </a:cubicBezTo>
                  <a:cubicBezTo>
                    <a:pt x="33648" y="4114"/>
                    <a:pt x="33603" y="3763"/>
                    <a:pt x="33603" y="3317"/>
                  </a:cubicBezTo>
                  <a:cubicBezTo>
                    <a:pt x="33603" y="2872"/>
                    <a:pt x="33649" y="2521"/>
                    <a:pt x="33739" y="2264"/>
                  </a:cubicBezTo>
                  <a:cubicBezTo>
                    <a:pt x="33830" y="2008"/>
                    <a:pt x="33953" y="1880"/>
                    <a:pt x="34109" y="1880"/>
                  </a:cubicBezTo>
                  <a:close/>
                  <a:moveTo>
                    <a:pt x="10717" y="3304"/>
                  </a:moveTo>
                  <a:lnTo>
                    <a:pt x="10717" y="3441"/>
                  </a:lnTo>
                  <a:cubicBezTo>
                    <a:pt x="10717" y="3840"/>
                    <a:pt x="10668" y="4160"/>
                    <a:pt x="10571" y="4400"/>
                  </a:cubicBezTo>
                  <a:cubicBezTo>
                    <a:pt x="10473" y="4641"/>
                    <a:pt x="10344" y="4761"/>
                    <a:pt x="10183" y="4761"/>
                  </a:cubicBezTo>
                  <a:cubicBezTo>
                    <a:pt x="10066" y="4761"/>
                    <a:pt x="9973" y="4698"/>
                    <a:pt x="9905" y="4570"/>
                  </a:cubicBezTo>
                  <a:cubicBezTo>
                    <a:pt x="9837" y="4443"/>
                    <a:pt x="9803" y="4270"/>
                    <a:pt x="9803" y="4053"/>
                  </a:cubicBezTo>
                  <a:cubicBezTo>
                    <a:pt x="9803" y="3780"/>
                    <a:pt x="9849" y="3587"/>
                    <a:pt x="9939" y="3474"/>
                  </a:cubicBezTo>
                  <a:cubicBezTo>
                    <a:pt x="10030" y="3361"/>
                    <a:pt x="10193" y="3304"/>
                    <a:pt x="10428" y="3304"/>
                  </a:cubicBezTo>
                  <a:close/>
                  <a:moveTo>
                    <a:pt x="24031" y="3304"/>
                  </a:moveTo>
                  <a:lnTo>
                    <a:pt x="24031" y="3441"/>
                  </a:lnTo>
                  <a:cubicBezTo>
                    <a:pt x="24031" y="3840"/>
                    <a:pt x="23982" y="4160"/>
                    <a:pt x="23885" y="4400"/>
                  </a:cubicBezTo>
                  <a:cubicBezTo>
                    <a:pt x="23787" y="4641"/>
                    <a:pt x="23658" y="4761"/>
                    <a:pt x="23497" y="4761"/>
                  </a:cubicBezTo>
                  <a:cubicBezTo>
                    <a:pt x="23380" y="4761"/>
                    <a:pt x="23287" y="4698"/>
                    <a:pt x="23219" y="4570"/>
                  </a:cubicBezTo>
                  <a:cubicBezTo>
                    <a:pt x="23151" y="4443"/>
                    <a:pt x="23117" y="4270"/>
                    <a:pt x="23117" y="4053"/>
                  </a:cubicBezTo>
                  <a:cubicBezTo>
                    <a:pt x="23117" y="3780"/>
                    <a:pt x="23163" y="3587"/>
                    <a:pt x="23253" y="3474"/>
                  </a:cubicBezTo>
                  <a:cubicBezTo>
                    <a:pt x="23344" y="3361"/>
                    <a:pt x="23507" y="3304"/>
                    <a:pt x="23742" y="3304"/>
                  </a:cubicBezTo>
                  <a:close/>
                  <a:moveTo>
                    <a:pt x="37527" y="3304"/>
                  </a:moveTo>
                  <a:lnTo>
                    <a:pt x="37527" y="3441"/>
                  </a:lnTo>
                  <a:cubicBezTo>
                    <a:pt x="37527" y="3840"/>
                    <a:pt x="37478" y="4160"/>
                    <a:pt x="37381" y="4400"/>
                  </a:cubicBezTo>
                  <a:cubicBezTo>
                    <a:pt x="37283" y="4641"/>
                    <a:pt x="37154" y="4761"/>
                    <a:pt x="36993" y="4761"/>
                  </a:cubicBezTo>
                  <a:cubicBezTo>
                    <a:pt x="36876" y="4761"/>
                    <a:pt x="36783" y="4698"/>
                    <a:pt x="36715" y="4570"/>
                  </a:cubicBezTo>
                  <a:cubicBezTo>
                    <a:pt x="36647" y="4443"/>
                    <a:pt x="36613" y="4270"/>
                    <a:pt x="36613" y="4053"/>
                  </a:cubicBezTo>
                  <a:cubicBezTo>
                    <a:pt x="36613" y="3780"/>
                    <a:pt x="36659" y="3587"/>
                    <a:pt x="36749" y="3474"/>
                  </a:cubicBezTo>
                  <a:cubicBezTo>
                    <a:pt x="36840" y="3361"/>
                    <a:pt x="37003" y="3304"/>
                    <a:pt x="37238" y="3304"/>
                  </a:cubicBezTo>
                  <a:close/>
                  <a:moveTo>
                    <a:pt x="40115" y="1873"/>
                  </a:moveTo>
                  <a:cubicBezTo>
                    <a:pt x="40269" y="1873"/>
                    <a:pt x="40390" y="2002"/>
                    <a:pt x="40479" y="2258"/>
                  </a:cubicBezTo>
                  <a:cubicBezTo>
                    <a:pt x="40567" y="2514"/>
                    <a:pt x="40611" y="2867"/>
                    <a:pt x="40611" y="3317"/>
                  </a:cubicBezTo>
                  <a:cubicBezTo>
                    <a:pt x="40611" y="3768"/>
                    <a:pt x="40567" y="4121"/>
                    <a:pt x="40479" y="4377"/>
                  </a:cubicBezTo>
                  <a:cubicBezTo>
                    <a:pt x="40390" y="4633"/>
                    <a:pt x="40269" y="4761"/>
                    <a:pt x="40115" y="4761"/>
                  </a:cubicBezTo>
                  <a:cubicBezTo>
                    <a:pt x="39961" y="4761"/>
                    <a:pt x="39840" y="4633"/>
                    <a:pt x="39752" y="4377"/>
                  </a:cubicBezTo>
                  <a:cubicBezTo>
                    <a:pt x="39664" y="4121"/>
                    <a:pt x="39620" y="3768"/>
                    <a:pt x="39620" y="3317"/>
                  </a:cubicBezTo>
                  <a:cubicBezTo>
                    <a:pt x="39620" y="2867"/>
                    <a:pt x="39664" y="2514"/>
                    <a:pt x="39752" y="2258"/>
                  </a:cubicBezTo>
                  <a:cubicBezTo>
                    <a:pt x="39840" y="2002"/>
                    <a:pt x="39961" y="1873"/>
                    <a:pt x="40115" y="1873"/>
                  </a:cubicBezTo>
                  <a:close/>
                  <a:moveTo>
                    <a:pt x="47098" y="3304"/>
                  </a:moveTo>
                  <a:lnTo>
                    <a:pt x="47098" y="3441"/>
                  </a:lnTo>
                  <a:cubicBezTo>
                    <a:pt x="47098" y="3840"/>
                    <a:pt x="47049" y="4160"/>
                    <a:pt x="46952" y="4400"/>
                  </a:cubicBezTo>
                  <a:cubicBezTo>
                    <a:pt x="46854" y="4641"/>
                    <a:pt x="46725" y="4761"/>
                    <a:pt x="46564" y="4761"/>
                  </a:cubicBezTo>
                  <a:cubicBezTo>
                    <a:pt x="46447" y="4761"/>
                    <a:pt x="46354" y="4698"/>
                    <a:pt x="46286" y="4570"/>
                  </a:cubicBezTo>
                  <a:cubicBezTo>
                    <a:pt x="46218" y="4443"/>
                    <a:pt x="46184" y="4270"/>
                    <a:pt x="46184" y="4053"/>
                  </a:cubicBezTo>
                  <a:cubicBezTo>
                    <a:pt x="46184" y="3780"/>
                    <a:pt x="46230" y="3587"/>
                    <a:pt x="46320" y="3474"/>
                  </a:cubicBezTo>
                  <a:cubicBezTo>
                    <a:pt x="46411" y="3361"/>
                    <a:pt x="46574" y="3304"/>
                    <a:pt x="46809" y="3304"/>
                  </a:cubicBezTo>
                  <a:close/>
                  <a:moveTo>
                    <a:pt x="53601" y="1873"/>
                  </a:moveTo>
                  <a:cubicBezTo>
                    <a:pt x="53755" y="1873"/>
                    <a:pt x="53876" y="2002"/>
                    <a:pt x="53965" y="2258"/>
                  </a:cubicBezTo>
                  <a:cubicBezTo>
                    <a:pt x="54053" y="2514"/>
                    <a:pt x="54097" y="2867"/>
                    <a:pt x="54097" y="3317"/>
                  </a:cubicBezTo>
                  <a:cubicBezTo>
                    <a:pt x="54097" y="3768"/>
                    <a:pt x="54053" y="4121"/>
                    <a:pt x="53965" y="4377"/>
                  </a:cubicBezTo>
                  <a:cubicBezTo>
                    <a:pt x="53876" y="4633"/>
                    <a:pt x="53755" y="4761"/>
                    <a:pt x="53601" y="4761"/>
                  </a:cubicBezTo>
                  <a:cubicBezTo>
                    <a:pt x="53447" y="4761"/>
                    <a:pt x="53326" y="4633"/>
                    <a:pt x="53238" y="4377"/>
                  </a:cubicBezTo>
                  <a:cubicBezTo>
                    <a:pt x="53150" y="4121"/>
                    <a:pt x="53106" y="3768"/>
                    <a:pt x="53106" y="3317"/>
                  </a:cubicBezTo>
                  <a:cubicBezTo>
                    <a:pt x="53106" y="2867"/>
                    <a:pt x="53150" y="2514"/>
                    <a:pt x="53238" y="2258"/>
                  </a:cubicBezTo>
                  <a:cubicBezTo>
                    <a:pt x="53326" y="2002"/>
                    <a:pt x="53447" y="1873"/>
                    <a:pt x="53601" y="1873"/>
                  </a:cubicBezTo>
                  <a:close/>
                  <a:moveTo>
                    <a:pt x="59637" y="1873"/>
                  </a:moveTo>
                  <a:cubicBezTo>
                    <a:pt x="59791" y="1873"/>
                    <a:pt x="59912" y="2002"/>
                    <a:pt x="60001" y="2258"/>
                  </a:cubicBezTo>
                  <a:cubicBezTo>
                    <a:pt x="60089" y="2514"/>
                    <a:pt x="60133" y="2867"/>
                    <a:pt x="60133" y="3317"/>
                  </a:cubicBezTo>
                  <a:cubicBezTo>
                    <a:pt x="60133" y="3768"/>
                    <a:pt x="60089" y="4121"/>
                    <a:pt x="60001" y="4377"/>
                  </a:cubicBezTo>
                  <a:cubicBezTo>
                    <a:pt x="59912" y="4633"/>
                    <a:pt x="59791" y="4761"/>
                    <a:pt x="59637" y="4761"/>
                  </a:cubicBezTo>
                  <a:cubicBezTo>
                    <a:pt x="59483" y="4761"/>
                    <a:pt x="59362" y="4633"/>
                    <a:pt x="59274" y="4377"/>
                  </a:cubicBezTo>
                  <a:cubicBezTo>
                    <a:pt x="59186" y="4121"/>
                    <a:pt x="59142" y="3768"/>
                    <a:pt x="59142" y="3317"/>
                  </a:cubicBezTo>
                  <a:cubicBezTo>
                    <a:pt x="59142" y="2867"/>
                    <a:pt x="59186" y="2514"/>
                    <a:pt x="59274" y="2258"/>
                  </a:cubicBezTo>
                  <a:cubicBezTo>
                    <a:pt x="59362" y="2002"/>
                    <a:pt x="59483" y="1873"/>
                    <a:pt x="59637" y="1873"/>
                  </a:cubicBezTo>
                  <a:close/>
                  <a:moveTo>
                    <a:pt x="65408" y="1873"/>
                  </a:moveTo>
                  <a:cubicBezTo>
                    <a:pt x="65562" y="1873"/>
                    <a:pt x="65683" y="2002"/>
                    <a:pt x="65772" y="2258"/>
                  </a:cubicBezTo>
                  <a:cubicBezTo>
                    <a:pt x="65860" y="2514"/>
                    <a:pt x="65904" y="2867"/>
                    <a:pt x="65904" y="3317"/>
                  </a:cubicBezTo>
                  <a:cubicBezTo>
                    <a:pt x="65904" y="3768"/>
                    <a:pt x="65860" y="4121"/>
                    <a:pt x="65772" y="4377"/>
                  </a:cubicBezTo>
                  <a:cubicBezTo>
                    <a:pt x="65683" y="4633"/>
                    <a:pt x="65562" y="4761"/>
                    <a:pt x="65408" y="4761"/>
                  </a:cubicBezTo>
                  <a:cubicBezTo>
                    <a:pt x="65254" y="4761"/>
                    <a:pt x="65133" y="4633"/>
                    <a:pt x="65045" y="4377"/>
                  </a:cubicBezTo>
                  <a:cubicBezTo>
                    <a:pt x="64957" y="4121"/>
                    <a:pt x="64913" y="3768"/>
                    <a:pt x="64913" y="3317"/>
                  </a:cubicBezTo>
                  <a:cubicBezTo>
                    <a:pt x="64913" y="2867"/>
                    <a:pt x="64957" y="2514"/>
                    <a:pt x="65045" y="2258"/>
                  </a:cubicBezTo>
                  <a:cubicBezTo>
                    <a:pt x="65133" y="2002"/>
                    <a:pt x="65254" y="1873"/>
                    <a:pt x="65408" y="1873"/>
                  </a:cubicBezTo>
                  <a:close/>
                  <a:moveTo>
                    <a:pt x="69940" y="3304"/>
                  </a:moveTo>
                  <a:lnTo>
                    <a:pt x="69940" y="3441"/>
                  </a:lnTo>
                  <a:cubicBezTo>
                    <a:pt x="69940" y="3840"/>
                    <a:pt x="69891" y="4160"/>
                    <a:pt x="69794" y="4400"/>
                  </a:cubicBezTo>
                  <a:cubicBezTo>
                    <a:pt x="69696" y="4641"/>
                    <a:pt x="69567" y="4761"/>
                    <a:pt x="69406" y="4761"/>
                  </a:cubicBezTo>
                  <a:cubicBezTo>
                    <a:pt x="69289" y="4761"/>
                    <a:pt x="69196" y="4698"/>
                    <a:pt x="69128" y="4570"/>
                  </a:cubicBezTo>
                  <a:cubicBezTo>
                    <a:pt x="69060" y="4443"/>
                    <a:pt x="69026" y="4270"/>
                    <a:pt x="69026" y="4053"/>
                  </a:cubicBezTo>
                  <a:cubicBezTo>
                    <a:pt x="69026" y="3780"/>
                    <a:pt x="69072" y="3587"/>
                    <a:pt x="69162" y="3474"/>
                  </a:cubicBezTo>
                  <a:cubicBezTo>
                    <a:pt x="69253" y="3361"/>
                    <a:pt x="69416" y="3304"/>
                    <a:pt x="69651" y="3304"/>
                  </a:cubicBezTo>
                  <a:close/>
                  <a:moveTo>
                    <a:pt x="81908" y="3304"/>
                  </a:moveTo>
                  <a:lnTo>
                    <a:pt x="81908" y="3441"/>
                  </a:lnTo>
                  <a:cubicBezTo>
                    <a:pt x="81908" y="3840"/>
                    <a:pt x="81859" y="4160"/>
                    <a:pt x="81762" y="4400"/>
                  </a:cubicBezTo>
                  <a:cubicBezTo>
                    <a:pt x="81664" y="4641"/>
                    <a:pt x="81535" y="4761"/>
                    <a:pt x="81374" y="4761"/>
                  </a:cubicBezTo>
                  <a:cubicBezTo>
                    <a:pt x="81257" y="4761"/>
                    <a:pt x="81164" y="4698"/>
                    <a:pt x="81096" y="4570"/>
                  </a:cubicBezTo>
                  <a:cubicBezTo>
                    <a:pt x="81028" y="4443"/>
                    <a:pt x="80994" y="4270"/>
                    <a:pt x="80994" y="4053"/>
                  </a:cubicBezTo>
                  <a:cubicBezTo>
                    <a:pt x="80994" y="3780"/>
                    <a:pt x="81040" y="3587"/>
                    <a:pt x="81130" y="3474"/>
                  </a:cubicBezTo>
                  <a:cubicBezTo>
                    <a:pt x="81221" y="3361"/>
                    <a:pt x="81384" y="3304"/>
                    <a:pt x="81619" y="3304"/>
                  </a:cubicBezTo>
                  <a:close/>
                  <a:moveTo>
                    <a:pt x="901" y="210"/>
                  </a:moveTo>
                  <a:lnTo>
                    <a:pt x="0" y="5177"/>
                  </a:lnTo>
                  <a:lnTo>
                    <a:pt x="337" y="5177"/>
                  </a:lnTo>
                  <a:lnTo>
                    <a:pt x="552" y="3903"/>
                  </a:lnTo>
                  <a:lnTo>
                    <a:pt x="1616" y="3903"/>
                  </a:lnTo>
                  <a:lnTo>
                    <a:pt x="1831" y="5177"/>
                  </a:lnTo>
                  <a:lnTo>
                    <a:pt x="2163" y="5177"/>
                  </a:lnTo>
                  <a:lnTo>
                    <a:pt x="1264" y="210"/>
                  </a:lnTo>
                  <a:close/>
                  <a:moveTo>
                    <a:pt x="4378" y="1361"/>
                  </a:moveTo>
                  <a:cubicBezTo>
                    <a:pt x="4255" y="1361"/>
                    <a:pt x="4146" y="1417"/>
                    <a:pt x="4051" y="1527"/>
                  </a:cubicBezTo>
                  <a:cubicBezTo>
                    <a:pt x="3957" y="1638"/>
                    <a:pt x="3875" y="1806"/>
                    <a:pt x="3806" y="2030"/>
                  </a:cubicBezTo>
                  <a:lnTo>
                    <a:pt x="3806" y="1451"/>
                  </a:lnTo>
                  <a:lnTo>
                    <a:pt x="3513" y="1451"/>
                  </a:lnTo>
                  <a:lnTo>
                    <a:pt x="3513" y="5177"/>
                  </a:lnTo>
                  <a:lnTo>
                    <a:pt x="3806" y="5177"/>
                  </a:lnTo>
                  <a:lnTo>
                    <a:pt x="3806" y="3071"/>
                  </a:lnTo>
                  <a:cubicBezTo>
                    <a:pt x="3806" y="2707"/>
                    <a:pt x="3851" y="2420"/>
                    <a:pt x="3942" y="2210"/>
                  </a:cubicBezTo>
                  <a:cubicBezTo>
                    <a:pt x="4032" y="1999"/>
                    <a:pt x="4156" y="1893"/>
                    <a:pt x="4313" y="1893"/>
                  </a:cubicBezTo>
                  <a:cubicBezTo>
                    <a:pt x="4444" y="1893"/>
                    <a:pt x="4542" y="1981"/>
                    <a:pt x="4607" y="2156"/>
                  </a:cubicBezTo>
                  <a:cubicBezTo>
                    <a:pt x="4672" y="2331"/>
                    <a:pt x="4705" y="2595"/>
                    <a:pt x="4705" y="2948"/>
                  </a:cubicBezTo>
                  <a:lnTo>
                    <a:pt x="4705" y="5177"/>
                  </a:lnTo>
                  <a:lnTo>
                    <a:pt x="4996" y="5177"/>
                  </a:lnTo>
                  <a:lnTo>
                    <a:pt x="4996" y="2928"/>
                  </a:lnTo>
                  <a:cubicBezTo>
                    <a:pt x="4996" y="2414"/>
                    <a:pt x="4944" y="2024"/>
                    <a:pt x="4839" y="1759"/>
                  </a:cubicBezTo>
                  <a:cubicBezTo>
                    <a:pt x="4735" y="1494"/>
                    <a:pt x="4581" y="1361"/>
                    <a:pt x="4378" y="1361"/>
                  </a:cubicBezTo>
                  <a:close/>
                  <a:moveTo>
                    <a:pt x="11602" y="393"/>
                  </a:moveTo>
                  <a:lnTo>
                    <a:pt x="11602" y="1451"/>
                  </a:lnTo>
                  <a:lnTo>
                    <a:pt x="11389" y="1451"/>
                  </a:lnTo>
                  <a:lnTo>
                    <a:pt x="11389" y="1927"/>
                  </a:lnTo>
                  <a:lnTo>
                    <a:pt x="11602" y="1927"/>
                  </a:lnTo>
                  <a:lnTo>
                    <a:pt x="11602" y="3950"/>
                  </a:lnTo>
                  <a:cubicBezTo>
                    <a:pt x="11602" y="4415"/>
                    <a:pt x="11645" y="4736"/>
                    <a:pt x="11730" y="4913"/>
                  </a:cubicBezTo>
                  <a:cubicBezTo>
                    <a:pt x="11816" y="5089"/>
                    <a:pt x="11971" y="5177"/>
                    <a:pt x="12195" y="5177"/>
                  </a:cubicBezTo>
                  <a:lnTo>
                    <a:pt x="12494" y="5177"/>
                  </a:lnTo>
                  <a:lnTo>
                    <a:pt x="12494" y="4665"/>
                  </a:lnTo>
                  <a:lnTo>
                    <a:pt x="12195" y="4665"/>
                  </a:lnTo>
                  <a:cubicBezTo>
                    <a:pt x="12074" y="4665"/>
                    <a:pt x="11994" y="4622"/>
                    <a:pt x="11954" y="4535"/>
                  </a:cubicBezTo>
                  <a:cubicBezTo>
                    <a:pt x="11915" y="4449"/>
                    <a:pt x="11895" y="4253"/>
                    <a:pt x="11895" y="3950"/>
                  </a:cubicBezTo>
                  <a:lnTo>
                    <a:pt x="11895" y="1927"/>
                  </a:lnTo>
                  <a:lnTo>
                    <a:pt x="12494" y="1927"/>
                  </a:lnTo>
                  <a:lnTo>
                    <a:pt x="12494" y="1451"/>
                  </a:lnTo>
                  <a:lnTo>
                    <a:pt x="11895" y="1451"/>
                  </a:lnTo>
                  <a:lnTo>
                    <a:pt x="11895" y="393"/>
                  </a:lnTo>
                  <a:close/>
                  <a:moveTo>
                    <a:pt x="12877" y="1451"/>
                  </a:moveTo>
                  <a:lnTo>
                    <a:pt x="12877" y="5177"/>
                  </a:lnTo>
                  <a:lnTo>
                    <a:pt x="13168" y="5177"/>
                  </a:lnTo>
                  <a:lnTo>
                    <a:pt x="13168" y="1451"/>
                  </a:lnTo>
                  <a:close/>
                  <a:moveTo>
                    <a:pt x="13568" y="1451"/>
                  </a:moveTo>
                  <a:lnTo>
                    <a:pt x="14232" y="5177"/>
                  </a:lnTo>
                  <a:lnTo>
                    <a:pt x="14628" y="5177"/>
                  </a:lnTo>
                  <a:lnTo>
                    <a:pt x="15292" y="1451"/>
                  </a:lnTo>
                  <a:lnTo>
                    <a:pt x="14983" y="1451"/>
                  </a:lnTo>
                  <a:lnTo>
                    <a:pt x="14430" y="4578"/>
                  </a:lnTo>
                  <a:lnTo>
                    <a:pt x="13877" y="1451"/>
                  </a:lnTo>
                  <a:close/>
                  <a:moveTo>
                    <a:pt x="19592" y="1361"/>
                  </a:moveTo>
                  <a:cubicBezTo>
                    <a:pt x="19451" y="1361"/>
                    <a:pt x="19332" y="1416"/>
                    <a:pt x="19234" y="1526"/>
                  </a:cubicBezTo>
                  <a:cubicBezTo>
                    <a:pt x="19136" y="1636"/>
                    <a:pt x="19057" y="1804"/>
                    <a:pt x="18996" y="2030"/>
                  </a:cubicBezTo>
                  <a:lnTo>
                    <a:pt x="18996" y="1451"/>
                  </a:lnTo>
                  <a:lnTo>
                    <a:pt x="18703" y="1451"/>
                  </a:lnTo>
                  <a:lnTo>
                    <a:pt x="18703" y="5177"/>
                  </a:lnTo>
                  <a:lnTo>
                    <a:pt x="18996" y="5177"/>
                  </a:lnTo>
                  <a:lnTo>
                    <a:pt x="18996" y="3214"/>
                  </a:lnTo>
                  <a:cubicBezTo>
                    <a:pt x="18996" y="2793"/>
                    <a:pt x="19040" y="2470"/>
                    <a:pt x="19128" y="2244"/>
                  </a:cubicBezTo>
                  <a:cubicBezTo>
                    <a:pt x="19216" y="2019"/>
                    <a:pt x="19342" y="1907"/>
                    <a:pt x="19506" y="1907"/>
                  </a:cubicBezTo>
                  <a:cubicBezTo>
                    <a:pt x="19553" y="1907"/>
                    <a:pt x="19595" y="1916"/>
                    <a:pt x="19633" y="1935"/>
                  </a:cubicBezTo>
                  <a:cubicBezTo>
                    <a:pt x="19672" y="1954"/>
                    <a:pt x="19708" y="1983"/>
                    <a:pt x="19740" y="2023"/>
                  </a:cubicBezTo>
                  <a:lnTo>
                    <a:pt x="19739" y="1394"/>
                  </a:lnTo>
                  <a:cubicBezTo>
                    <a:pt x="19709" y="1383"/>
                    <a:pt x="19682" y="1375"/>
                    <a:pt x="19658" y="1369"/>
                  </a:cubicBezTo>
                  <a:cubicBezTo>
                    <a:pt x="19634" y="1364"/>
                    <a:pt x="19612" y="1361"/>
                    <a:pt x="19592" y="1361"/>
                  </a:cubicBezTo>
                  <a:close/>
                  <a:moveTo>
                    <a:pt x="22037" y="0"/>
                  </a:moveTo>
                  <a:lnTo>
                    <a:pt x="22037" y="5177"/>
                  </a:lnTo>
                  <a:lnTo>
                    <a:pt x="22328" y="5177"/>
                  </a:lnTo>
                  <a:lnTo>
                    <a:pt x="22328" y="0"/>
                  </a:lnTo>
                  <a:close/>
                  <a:moveTo>
                    <a:pt x="24916" y="393"/>
                  </a:moveTo>
                  <a:lnTo>
                    <a:pt x="24916" y="1451"/>
                  </a:lnTo>
                  <a:lnTo>
                    <a:pt x="24703" y="1451"/>
                  </a:lnTo>
                  <a:lnTo>
                    <a:pt x="24703" y="1927"/>
                  </a:lnTo>
                  <a:lnTo>
                    <a:pt x="24916" y="1927"/>
                  </a:lnTo>
                  <a:lnTo>
                    <a:pt x="24916" y="3950"/>
                  </a:lnTo>
                  <a:cubicBezTo>
                    <a:pt x="24916" y="4415"/>
                    <a:pt x="24959" y="4736"/>
                    <a:pt x="25044" y="4913"/>
                  </a:cubicBezTo>
                  <a:cubicBezTo>
                    <a:pt x="25130" y="5089"/>
                    <a:pt x="25285" y="5177"/>
                    <a:pt x="25509" y="5177"/>
                  </a:cubicBezTo>
                  <a:lnTo>
                    <a:pt x="25808" y="5177"/>
                  </a:lnTo>
                  <a:lnTo>
                    <a:pt x="25808" y="4665"/>
                  </a:lnTo>
                  <a:lnTo>
                    <a:pt x="25509" y="4665"/>
                  </a:lnTo>
                  <a:cubicBezTo>
                    <a:pt x="25388" y="4665"/>
                    <a:pt x="25308" y="4622"/>
                    <a:pt x="25268" y="4535"/>
                  </a:cubicBezTo>
                  <a:cubicBezTo>
                    <a:pt x="25229" y="4449"/>
                    <a:pt x="25209" y="4253"/>
                    <a:pt x="25209" y="3950"/>
                  </a:cubicBezTo>
                  <a:lnTo>
                    <a:pt x="25209" y="1927"/>
                  </a:lnTo>
                  <a:lnTo>
                    <a:pt x="25808" y="1927"/>
                  </a:lnTo>
                  <a:lnTo>
                    <a:pt x="25808" y="1451"/>
                  </a:lnTo>
                  <a:lnTo>
                    <a:pt x="25209" y="1451"/>
                  </a:lnTo>
                  <a:lnTo>
                    <a:pt x="25209" y="393"/>
                  </a:lnTo>
                  <a:close/>
                  <a:moveTo>
                    <a:pt x="26191" y="1451"/>
                  </a:moveTo>
                  <a:lnTo>
                    <a:pt x="26191" y="5177"/>
                  </a:lnTo>
                  <a:lnTo>
                    <a:pt x="26482" y="5177"/>
                  </a:lnTo>
                  <a:lnTo>
                    <a:pt x="26482" y="1451"/>
                  </a:lnTo>
                  <a:close/>
                  <a:moveTo>
                    <a:pt x="29926" y="1361"/>
                  </a:moveTo>
                  <a:cubicBezTo>
                    <a:pt x="29803" y="1361"/>
                    <a:pt x="29694" y="1417"/>
                    <a:pt x="29599" y="1527"/>
                  </a:cubicBezTo>
                  <a:cubicBezTo>
                    <a:pt x="29505" y="1638"/>
                    <a:pt x="29423" y="1806"/>
                    <a:pt x="29354" y="2030"/>
                  </a:cubicBezTo>
                  <a:lnTo>
                    <a:pt x="29354" y="1451"/>
                  </a:lnTo>
                  <a:lnTo>
                    <a:pt x="29061" y="1451"/>
                  </a:lnTo>
                  <a:lnTo>
                    <a:pt x="29061" y="5177"/>
                  </a:lnTo>
                  <a:lnTo>
                    <a:pt x="29354" y="5177"/>
                  </a:lnTo>
                  <a:lnTo>
                    <a:pt x="29354" y="3071"/>
                  </a:lnTo>
                  <a:cubicBezTo>
                    <a:pt x="29354" y="2707"/>
                    <a:pt x="29399" y="2420"/>
                    <a:pt x="29490" y="2210"/>
                  </a:cubicBezTo>
                  <a:cubicBezTo>
                    <a:pt x="29580" y="1999"/>
                    <a:pt x="29704" y="1893"/>
                    <a:pt x="29861" y="1893"/>
                  </a:cubicBezTo>
                  <a:cubicBezTo>
                    <a:pt x="29992" y="1893"/>
                    <a:pt x="30090" y="1981"/>
                    <a:pt x="30155" y="2156"/>
                  </a:cubicBezTo>
                  <a:cubicBezTo>
                    <a:pt x="30220" y="2331"/>
                    <a:pt x="30253" y="2595"/>
                    <a:pt x="30253" y="2948"/>
                  </a:cubicBezTo>
                  <a:lnTo>
                    <a:pt x="30253" y="5177"/>
                  </a:lnTo>
                  <a:lnTo>
                    <a:pt x="30544" y="5177"/>
                  </a:lnTo>
                  <a:lnTo>
                    <a:pt x="30544" y="2928"/>
                  </a:lnTo>
                  <a:cubicBezTo>
                    <a:pt x="30544" y="2414"/>
                    <a:pt x="30492" y="2024"/>
                    <a:pt x="30387" y="1759"/>
                  </a:cubicBezTo>
                  <a:cubicBezTo>
                    <a:pt x="30283" y="1494"/>
                    <a:pt x="30129" y="1361"/>
                    <a:pt x="29926" y="1361"/>
                  </a:cubicBezTo>
                  <a:close/>
                  <a:moveTo>
                    <a:pt x="32148" y="393"/>
                  </a:moveTo>
                  <a:lnTo>
                    <a:pt x="32148" y="1451"/>
                  </a:lnTo>
                  <a:lnTo>
                    <a:pt x="31935" y="1451"/>
                  </a:lnTo>
                  <a:lnTo>
                    <a:pt x="31935" y="1927"/>
                  </a:lnTo>
                  <a:lnTo>
                    <a:pt x="32148" y="1927"/>
                  </a:lnTo>
                  <a:lnTo>
                    <a:pt x="32148" y="3950"/>
                  </a:lnTo>
                  <a:cubicBezTo>
                    <a:pt x="32148" y="4415"/>
                    <a:pt x="32191" y="4736"/>
                    <a:pt x="32276" y="4913"/>
                  </a:cubicBezTo>
                  <a:cubicBezTo>
                    <a:pt x="32362" y="5089"/>
                    <a:pt x="32517" y="5177"/>
                    <a:pt x="32741" y="5177"/>
                  </a:cubicBezTo>
                  <a:lnTo>
                    <a:pt x="33040" y="5177"/>
                  </a:lnTo>
                  <a:lnTo>
                    <a:pt x="33040" y="4665"/>
                  </a:lnTo>
                  <a:lnTo>
                    <a:pt x="32741" y="4665"/>
                  </a:lnTo>
                  <a:cubicBezTo>
                    <a:pt x="32620" y="4665"/>
                    <a:pt x="32540" y="4622"/>
                    <a:pt x="32500" y="4535"/>
                  </a:cubicBezTo>
                  <a:cubicBezTo>
                    <a:pt x="32461" y="4449"/>
                    <a:pt x="32441" y="4253"/>
                    <a:pt x="32441" y="3950"/>
                  </a:cubicBezTo>
                  <a:lnTo>
                    <a:pt x="32441" y="1927"/>
                  </a:lnTo>
                  <a:lnTo>
                    <a:pt x="33040" y="1927"/>
                  </a:lnTo>
                  <a:lnTo>
                    <a:pt x="33040" y="1451"/>
                  </a:lnTo>
                  <a:lnTo>
                    <a:pt x="32441" y="1451"/>
                  </a:lnTo>
                  <a:lnTo>
                    <a:pt x="32441" y="393"/>
                  </a:lnTo>
                  <a:close/>
                  <a:moveTo>
                    <a:pt x="41501" y="1451"/>
                  </a:moveTo>
                  <a:lnTo>
                    <a:pt x="41501" y="5177"/>
                  </a:lnTo>
                  <a:lnTo>
                    <a:pt x="41792" y="5177"/>
                  </a:lnTo>
                  <a:lnTo>
                    <a:pt x="41792" y="1451"/>
                  </a:lnTo>
                  <a:close/>
                  <a:moveTo>
                    <a:pt x="43879" y="1451"/>
                  </a:moveTo>
                  <a:lnTo>
                    <a:pt x="44543" y="5177"/>
                  </a:lnTo>
                  <a:lnTo>
                    <a:pt x="44939" y="5177"/>
                  </a:lnTo>
                  <a:lnTo>
                    <a:pt x="45603" y="1451"/>
                  </a:lnTo>
                  <a:lnTo>
                    <a:pt x="45294" y="1451"/>
                  </a:lnTo>
                  <a:lnTo>
                    <a:pt x="44741" y="4578"/>
                  </a:lnTo>
                  <a:lnTo>
                    <a:pt x="44188" y="1451"/>
                  </a:lnTo>
                  <a:close/>
                  <a:moveTo>
                    <a:pt x="47988" y="0"/>
                  </a:moveTo>
                  <a:lnTo>
                    <a:pt x="47988" y="5177"/>
                  </a:lnTo>
                  <a:lnTo>
                    <a:pt x="48279" y="5177"/>
                  </a:lnTo>
                  <a:lnTo>
                    <a:pt x="48279" y="0"/>
                  </a:lnTo>
                  <a:close/>
                  <a:moveTo>
                    <a:pt x="56016" y="1451"/>
                  </a:moveTo>
                  <a:lnTo>
                    <a:pt x="56016" y="5177"/>
                  </a:lnTo>
                  <a:lnTo>
                    <a:pt x="56307" y="5177"/>
                  </a:lnTo>
                  <a:lnTo>
                    <a:pt x="56307" y="1451"/>
                  </a:lnTo>
                  <a:close/>
                  <a:moveTo>
                    <a:pt x="57770" y="1361"/>
                  </a:moveTo>
                  <a:cubicBezTo>
                    <a:pt x="57647" y="1361"/>
                    <a:pt x="57538" y="1417"/>
                    <a:pt x="57443" y="1527"/>
                  </a:cubicBezTo>
                  <a:cubicBezTo>
                    <a:pt x="57349" y="1638"/>
                    <a:pt x="57267" y="1806"/>
                    <a:pt x="57198" y="2030"/>
                  </a:cubicBezTo>
                  <a:lnTo>
                    <a:pt x="57198" y="1451"/>
                  </a:lnTo>
                  <a:lnTo>
                    <a:pt x="56905" y="1451"/>
                  </a:lnTo>
                  <a:lnTo>
                    <a:pt x="56905" y="5177"/>
                  </a:lnTo>
                  <a:lnTo>
                    <a:pt x="57198" y="5177"/>
                  </a:lnTo>
                  <a:lnTo>
                    <a:pt x="57198" y="3071"/>
                  </a:lnTo>
                  <a:cubicBezTo>
                    <a:pt x="57198" y="2707"/>
                    <a:pt x="57243" y="2420"/>
                    <a:pt x="57334" y="2210"/>
                  </a:cubicBezTo>
                  <a:cubicBezTo>
                    <a:pt x="57424" y="1999"/>
                    <a:pt x="57548" y="1893"/>
                    <a:pt x="57705" y="1893"/>
                  </a:cubicBezTo>
                  <a:cubicBezTo>
                    <a:pt x="57836" y="1893"/>
                    <a:pt x="57934" y="1981"/>
                    <a:pt x="57999" y="2156"/>
                  </a:cubicBezTo>
                  <a:cubicBezTo>
                    <a:pt x="58064" y="2331"/>
                    <a:pt x="58097" y="2595"/>
                    <a:pt x="58097" y="2948"/>
                  </a:cubicBezTo>
                  <a:lnTo>
                    <a:pt x="58097" y="5177"/>
                  </a:lnTo>
                  <a:lnTo>
                    <a:pt x="58388" y="5177"/>
                  </a:lnTo>
                  <a:lnTo>
                    <a:pt x="58388" y="2928"/>
                  </a:lnTo>
                  <a:cubicBezTo>
                    <a:pt x="58388" y="2414"/>
                    <a:pt x="58336" y="2024"/>
                    <a:pt x="58232" y="1759"/>
                  </a:cubicBezTo>
                  <a:cubicBezTo>
                    <a:pt x="58127" y="1494"/>
                    <a:pt x="57973" y="1361"/>
                    <a:pt x="57770" y="1361"/>
                  </a:cubicBezTo>
                  <a:close/>
                  <a:moveTo>
                    <a:pt x="61023" y="1451"/>
                  </a:moveTo>
                  <a:lnTo>
                    <a:pt x="61023" y="5177"/>
                  </a:lnTo>
                  <a:lnTo>
                    <a:pt x="61314" y="5177"/>
                  </a:lnTo>
                  <a:lnTo>
                    <a:pt x="61314" y="1451"/>
                  </a:lnTo>
                  <a:close/>
                  <a:moveTo>
                    <a:pt x="61714" y="1451"/>
                  </a:moveTo>
                  <a:lnTo>
                    <a:pt x="62378" y="5177"/>
                  </a:lnTo>
                  <a:lnTo>
                    <a:pt x="62774" y="5177"/>
                  </a:lnTo>
                  <a:lnTo>
                    <a:pt x="63438" y="1451"/>
                  </a:lnTo>
                  <a:lnTo>
                    <a:pt x="63129" y="1451"/>
                  </a:lnTo>
                  <a:lnTo>
                    <a:pt x="62576" y="4578"/>
                  </a:lnTo>
                  <a:lnTo>
                    <a:pt x="62023" y="1451"/>
                  </a:lnTo>
                  <a:close/>
                  <a:moveTo>
                    <a:pt x="63839" y="1451"/>
                  </a:moveTo>
                  <a:lnTo>
                    <a:pt x="63839" y="5177"/>
                  </a:lnTo>
                  <a:lnTo>
                    <a:pt x="64130" y="5177"/>
                  </a:lnTo>
                  <a:lnTo>
                    <a:pt x="64130" y="1451"/>
                  </a:lnTo>
                  <a:close/>
                  <a:moveTo>
                    <a:pt x="70830" y="0"/>
                  </a:moveTo>
                  <a:lnTo>
                    <a:pt x="70830" y="5177"/>
                  </a:lnTo>
                  <a:lnTo>
                    <a:pt x="71121" y="5177"/>
                  </a:lnTo>
                  <a:lnTo>
                    <a:pt x="71121" y="0"/>
                  </a:lnTo>
                  <a:close/>
                  <a:moveTo>
                    <a:pt x="72759" y="1451"/>
                  </a:moveTo>
                  <a:lnTo>
                    <a:pt x="72759" y="5177"/>
                  </a:lnTo>
                  <a:lnTo>
                    <a:pt x="73050" y="5177"/>
                  </a:lnTo>
                  <a:lnTo>
                    <a:pt x="73050" y="1451"/>
                  </a:lnTo>
                  <a:close/>
                  <a:moveTo>
                    <a:pt x="74513" y="1361"/>
                  </a:moveTo>
                  <a:cubicBezTo>
                    <a:pt x="74390" y="1361"/>
                    <a:pt x="74281" y="1417"/>
                    <a:pt x="74186" y="1527"/>
                  </a:cubicBezTo>
                  <a:cubicBezTo>
                    <a:pt x="74092" y="1638"/>
                    <a:pt x="74010" y="1806"/>
                    <a:pt x="73941" y="2030"/>
                  </a:cubicBezTo>
                  <a:lnTo>
                    <a:pt x="73941" y="1451"/>
                  </a:lnTo>
                  <a:lnTo>
                    <a:pt x="73648" y="1451"/>
                  </a:lnTo>
                  <a:lnTo>
                    <a:pt x="73648" y="5177"/>
                  </a:lnTo>
                  <a:lnTo>
                    <a:pt x="73941" y="5177"/>
                  </a:lnTo>
                  <a:lnTo>
                    <a:pt x="73941" y="3071"/>
                  </a:lnTo>
                  <a:cubicBezTo>
                    <a:pt x="73941" y="2707"/>
                    <a:pt x="73986" y="2420"/>
                    <a:pt x="74077" y="2210"/>
                  </a:cubicBezTo>
                  <a:cubicBezTo>
                    <a:pt x="74167" y="1999"/>
                    <a:pt x="74291" y="1893"/>
                    <a:pt x="74448" y="1893"/>
                  </a:cubicBezTo>
                  <a:cubicBezTo>
                    <a:pt x="74579" y="1893"/>
                    <a:pt x="74677" y="1981"/>
                    <a:pt x="74742" y="2156"/>
                  </a:cubicBezTo>
                  <a:cubicBezTo>
                    <a:pt x="74807" y="2331"/>
                    <a:pt x="74840" y="2595"/>
                    <a:pt x="74840" y="2948"/>
                  </a:cubicBezTo>
                  <a:lnTo>
                    <a:pt x="74840" y="5177"/>
                  </a:lnTo>
                  <a:lnTo>
                    <a:pt x="75131" y="5177"/>
                  </a:lnTo>
                  <a:lnTo>
                    <a:pt x="75131" y="2928"/>
                  </a:lnTo>
                  <a:cubicBezTo>
                    <a:pt x="75131" y="2414"/>
                    <a:pt x="75079" y="2024"/>
                    <a:pt x="74975" y="1759"/>
                  </a:cubicBezTo>
                  <a:cubicBezTo>
                    <a:pt x="74870" y="1494"/>
                    <a:pt x="74716" y="1361"/>
                    <a:pt x="74513" y="1361"/>
                  </a:cubicBezTo>
                  <a:close/>
                  <a:moveTo>
                    <a:pt x="78369" y="1361"/>
                  </a:moveTo>
                  <a:cubicBezTo>
                    <a:pt x="78228" y="1361"/>
                    <a:pt x="78109" y="1416"/>
                    <a:pt x="78011" y="1526"/>
                  </a:cubicBezTo>
                  <a:cubicBezTo>
                    <a:pt x="77913" y="1636"/>
                    <a:pt x="77834" y="1804"/>
                    <a:pt x="77773" y="2030"/>
                  </a:cubicBezTo>
                  <a:lnTo>
                    <a:pt x="77773" y="1451"/>
                  </a:lnTo>
                  <a:lnTo>
                    <a:pt x="77480" y="1451"/>
                  </a:lnTo>
                  <a:lnTo>
                    <a:pt x="77480" y="5177"/>
                  </a:lnTo>
                  <a:lnTo>
                    <a:pt x="77773" y="5177"/>
                  </a:lnTo>
                  <a:lnTo>
                    <a:pt x="77773" y="3214"/>
                  </a:lnTo>
                  <a:cubicBezTo>
                    <a:pt x="77773" y="2793"/>
                    <a:pt x="77817" y="2470"/>
                    <a:pt x="77905" y="2244"/>
                  </a:cubicBezTo>
                  <a:cubicBezTo>
                    <a:pt x="77993" y="2019"/>
                    <a:pt x="78119" y="1907"/>
                    <a:pt x="78283" y="1907"/>
                  </a:cubicBezTo>
                  <a:cubicBezTo>
                    <a:pt x="78330" y="1907"/>
                    <a:pt x="78372" y="1916"/>
                    <a:pt x="78410" y="1935"/>
                  </a:cubicBezTo>
                  <a:cubicBezTo>
                    <a:pt x="78449" y="1954"/>
                    <a:pt x="78485" y="1983"/>
                    <a:pt x="78517" y="2023"/>
                  </a:cubicBezTo>
                  <a:lnTo>
                    <a:pt x="78516" y="1394"/>
                  </a:lnTo>
                  <a:cubicBezTo>
                    <a:pt x="78486" y="1383"/>
                    <a:pt x="78459" y="1375"/>
                    <a:pt x="78435" y="1369"/>
                  </a:cubicBezTo>
                  <a:cubicBezTo>
                    <a:pt x="78411" y="1364"/>
                    <a:pt x="78389" y="1361"/>
                    <a:pt x="78369" y="1361"/>
                  </a:cubicBezTo>
                  <a:close/>
                  <a:moveTo>
                    <a:pt x="6318" y="1361"/>
                  </a:moveTo>
                  <a:cubicBezTo>
                    <a:pt x="6052" y="1361"/>
                    <a:pt x="5841" y="1540"/>
                    <a:pt x="5684" y="1898"/>
                  </a:cubicBezTo>
                  <a:cubicBezTo>
                    <a:pt x="5528" y="2257"/>
                    <a:pt x="5450" y="2741"/>
                    <a:pt x="5450" y="3351"/>
                  </a:cubicBezTo>
                  <a:cubicBezTo>
                    <a:pt x="5450" y="3941"/>
                    <a:pt x="5532" y="4409"/>
                    <a:pt x="5697" y="4755"/>
                  </a:cubicBezTo>
                  <a:cubicBezTo>
                    <a:pt x="5862" y="5101"/>
                    <a:pt x="6086" y="5274"/>
                    <a:pt x="6368" y="5274"/>
                  </a:cubicBezTo>
                  <a:cubicBezTo>
                    <a:pt x="6481" y="5274"/>
                    <a:pt x="6592" y="5249"/>
                    <a:pt x="6702" y="5201"/>
                  </a:cubicBezTo>
                  <a:cubicBezTo>
                    <a:pt x="6811" y="5152"/>
                    <a:pt x="6918" y="5081"/>
                    <a:pt x="7023" y="4988"/>
                  </a:cubicBezTo>
                  <a:lnTo>
                    <a:pt x="7023" y="4409"/>
                  </a:lnTo>
                  <a:cubicBezTo>
                    <a:pt x="6919" y="4524"/>
                    <a:pt x="6815" y="4611"/>
                    <a:pt x="6710" y="4668"/>
                  </a:cubicBezTo>
                  <a:cubicBezTo>
                    <a:pt x="6606" y="4726"/>
                    <a:pt x="6497" y="4755"/>
                    <a:pt x="6386" y="4755"/>
                  </a:cubicBezTo>
                  <a:cubicBezTo>
                    <a:pt x="6193" y="4755"/>
                    <a:pt x="6042" y="4644"/>
                    <a:pt x="5934" y="4424"/>
                  </a:cubicBezTo>
                  <a:cubicBezTo>
                    <a:pt x="5826" y="4203"/>
                    <a:pt x="5766" y="3882"/>
                    <a:pt x="5753" y="3461"/>
                  </a:cubicBezTo>
                  <a:lnTo>
                    <a:pt x="7091" y="3461"/>
                  </a:lnTo>
                  <a:lnTo>
                    <a:pt x="7091" y="3161"/>
                  </a:lnTo>
                  <a:cubicBezTo>
                    <a:pt x="7091" y="2607"/>
                    <a:pt x="7021" y="2168"/>
                    <a:pt x="6883" y="1845"/>
                  </a:cubicBezTo>
                  <a:cubicBezTo>
                    <a:pt x="6744" y="1522"/>
                    <a:pt x="6556" y="1361"/>
                    <a:pt x="6318" y="1361"/>
                  </a:cubicBezTo>
                  <a:close/>
                  <a:moveTo>
                    <a:pt x="10244" y="1361"/>
                  </a:moveTo>
                  <a:cubicBezTo>
                    <a:pt x="10150" y="1361"/>
                    <a:pt x="10052" y="1383"/>
                    <a:pt x="9952" y="1426"/>
                  </a:cubicBezTo>
                  <a:cubicBezTo>
                    <a:pt x="9852" y="1469"/>
                    <a:pt x="9749" y="1534"/>
                    <a:pt x="9642" y="1621"/>
                  </a:cubicBezTo>
                  <a:lnTo>
                    <a:pt x="9642" y="2186"/>
                  </a:lnTo>
                  <a:cubicBezTo>
                    <a:pt x="9731" y="2084"/>
                    <a:pt x="9823" y="2008"/>
                    <a:pt x="9919" y="1957"/>
                  </a:cubicBezTo>
                  <a:cubicBezTo>
                    <a:pt x="10015" y="1906"/>
                    <a:pt x="10113" y="1880"/>
                    <a:pt x="10214" y="1880"/>
                  </a:cubicBezTo>
                  <a:cubicBezTo>
                    <a:pt x="10374" y="1880"/>
                    <a:pt x="10497" y="1957"/>
                    <a:pt x="10585" y="2111"/>
                  </a:cubicBezTo>
                  <a:cubicBezTo>
                    <a:pt x="10673" y="2266"/>
                    <a:pt x="10717" y="2483"/>
                    <a:pt x="10717" y="2765"/>
                  </a:cubicBezTo>
                  <a:lnTo>
                    <a:pt x="10717" y="2825"/>
                  </a:lnTo>
                  <a:lnTo>
                    <a:pt x="10309" y="2825"/>
                  </a:lnTo>
                  <a:cubicBezTo>
                    <a:pt x="10045" y="2825"/>
                    <a:pt x="9846" y="2931"/>
                    <a:pt x="9712" y="3144"/>
                  </a:cubicBezTo>
                  <a:cubicBezTo>
                    <a:pt x="9579" y="3357"/>
                    <a:pt x="9512" y="3673"/>
                    <a:pt x="9512" y="4093"/>
                  </a:cubicBezTo>
                  <a:cubicBezTo>
                    <a:pt x="9512" y="4452"/>
                    <a:pt x="9566" y="4739"/>
                    <a:pt x="9673" y="4953"/>
                  </a:cubicBezTo>
                  <a:cubicBezTo>
                    <a:pt x="9780" y="5167"/>
                    <a:pt x="9924" y="5274"/>
                    <a:pt x="10105" y="5274"/>
                  </a:cubicBezTo>
                  <a:cubicBezTo>
                    <a:pt x="10249" y="5274"/>
                    <a:pt x="10370" y="5220"/>
                    <a:pt x="10469" y="5112"/>
                  </a:cubicBezTo>
                  <a:cubicBezTo>
                    <a:pt x="10568" y="5005"/>
                    <a:pt x="10651" y="4838"/>
                    <a:pt x="10717" y="4612"/>
                  </a:cubicBezTo>
                  <a:lnTo>
                    <a:pt x="10717" y="5177"/>
                  </a:lnTo>
                  <a:lnTo>
                    <a:pt x="11008" y="5177"/>
                  </a:lnTo>
                  <a:lnTo>
                    <a:pt x="11008" y="3051"/>
                  </a:lnTo>
                  <a:cubicBezTo>
                    <a:pt x="11008" y="2483"/>
                    <a:pt x="10945" y="2060"/>
                    <a:pt x="10818" y="1780"/>
                  </a:cubicBezTo>
                  <a:cubicBezTo>
                    <a:pt x="10692" y="1501"/>
                    <a:pt x="10501" y="1361"/>
                    <a:pt x="10244" y="1361"/>
                  </a:cubicBezTo>
                  <a:close/>
                  <a:moveTo>
                    <a:pt x="16435" y="1361"/>
                  </a:moveTo>
                  <a:cubicBezTo>
                    <a:pt x="16169" y="1361"/>
                    <a:pt x="15958" y="1540"/>
                    <a:pt x="15801" y="1898"/>
                  </a:cubicBezTo>
                  <a:cubicBezTo>
                    <a:pt x="15645" y="2257"/>
                    <a:pt x="15567" y="2741"/>
                    <a:pt x="15567" y="3351"/>
                  </a:cubicBezTo>
                  <a:cubicBezTo>
                    <a:pt x="15567" y="3941"/>
                    <a:pt x="15649" y="4409"/>
                    <a:pt x="15814" y="4755"/>
                  </a:cubicBezTo>
                  <a:cubicBezTo>
                    <a:pt x="15979" y="5101"/>
                    <a:pt x="16203" y="5274"/>
                    <a:pt x="16485" y="5274"/>
                  </a:cubicBezTo>
                  <a:cubicBezTo>
                    <a:pt x="16598" y="5274"/>
                    <a:pt x="16709" y="5249"/>
                    <a:pt x="16819" y="5201"/>
                  </a:cubicBezTo>
                  <a:cubicBezTo>
                    <a:pt x="16928" y="5152"/>
                    <a:pt x="17035" y="5081"/>
                    <a:pt x="17140" y="4988"/>
                  </a:cubicBezTo>
                  <a:lnTo>
                    <a:pt x="17140" y="4409"/>
                  </a:lnTo>
                  <a:cubicBezTo>
                    <a:pt x="17036" y="4524"/>
                    <a:pt x="16932" y="4611"/>
                    <a:pt x="16827" y="4668"/>
                  </a:cubicBezTo>
                  <a:cubicBezTo>
                    <a:pt x="16723" y="4726"/>
                    <a:pt x="16614" y="4755"/>
                    <a:pt x="16503" y="4755"/>
                  </a:cubicBezTo>
                  <a:cubicBezTo>
                    <a:pt x="16310" y="4755"/>
                    <a:pt x="16159" y="4644"/>
                    <a:pt x="16051" y="4424"/>
                  </a:cubicBezTo>
                  <a:cubicBezTo>
                    <a:pt x="15943" y="4203"/>
                    <a:pt x="15883" y="3882"/>
                    <a:pt x="15870" y="3461"/>
                  </a:cubicBezTo>
                  <a:lnTo>
                    <a:pt x="17208" y="3461"/>
                  </a:lnTo>
                  <a:lnTo>
                    <a:pt x="17208" y="3161"/>
                  </a:lnTo>
                  <a:cubicBezTo>
                    <a:pt x="17208" y="2607"/>
                    <a:pt x="17138" y="2168"/>
                    <a:pt x="17000" y="1845"/>
                  </a:cubicBezTo>
                  <a:cubicBezTo>
                    <a:pt x="16861" y="1522"/>
                    <a:pt x="16673" y="1361"/>
                    <a:pt x="16435" y="1361"/>
                  </a:cubicBezTo>
                  <a:close/>
                  <a:moveTo>
                    <a:pt x="20787" y="1361"/>
                  </a:moveTo>
                  <a:cubicBezTo>
                    <a:pt x="20521" y="1361"/>
                    <a:pt x="20310" y="1540"/>
                    <a:pt x="20153" y="1898"/>
                  </a:cubicBezTo>
                  <a:cubicBezTo>
                    <a:pt x="19997" y="2257"/>
                    <a:pt x="19919" y="2741"/>
                    <a:pt x="19919" y="3351"/>
                  </a:cubicBezTo>
                  <a:cubicBezTo>
                    <a:pt x="19919" y="3941"/>
                    <a:pt x="20001" y="4409"/>
                    <a:pt x="20166" y="4755"/>
                  </a:cubicBezTo>
                  <a:cubicBezTo>
                    <a:pt x="20331" y="5101"/>
                    <a:pt x="20555" y="5274"/>
                    <a:pt x="20837" y="5274"/>
                  </a:cubicBezTo>
                  <a:cubicBezTo>
                    <a:pt x="20950" y="5274"/>
                    <a:pt x="21061" y="5249"/>
                    <a:pt x="21171" y="5201"/>
                  </a:cubicBezTo>
                  <a:cubicBezTo>
                    <a:pt x="21280" y="5152"/>
                    <a:pt x="21387" y="5081"/>
                    <a:pt x="21492" y="4988"/>
                  </a:cubicBezTo>
                  <a:lnTo>
                    <a:pt x="21492" y="4409"/>
                  </a:lnTo>
                  <a:cubicBezTo>
                    <a:pt x="21388" y="4524"/>
                    <a:pt x="21284" y="4611"/>
                    <a:pt x="21179" y="4668"/>
                  </a:cubicBezTo>
                  <a:cubicBezTo>
                    <a:pt x="21075" y="4726"/>
                    <a:pt x="20966" y="4755"/>
                    <a:pt x="20855" y="4755"/>
                  </a:cubicBezTo>
                  <a:cubicBezTo>
                    <a:pt x="20662" y="4755"/>
                    <a:pt x="20511" y="4644"/>
                    <a:pt x="20403" y="4424"/>
                  </a:cubicBezTo>
                  <a:cubicBezTo>
                    <a:pt x="20295" y="4203"/>
                    <a:pt x="20235" y="3882"/>
                    <a:pt x="20222" y="3461"/>
                  </a:cubicBezTo>
                  <a:lnTo>
                    <a:pt x="21560" y="3461"/>
                  </a:lnTo>
                  <a:lnTo>
                    <a:pt x="21560" y="3161"/>
                  </a:lnTo>
                  <a:cubicBezTo>
                    <a:pt x="21560" y="2607"/>
                    <a:pt x="21490" y="2168"/>
                    <a:pt x="21352" y="1845"/>
                  </a:cubicBezTo>
                  <a:cubicBezTo>
                    <a:pt x="21213" y="1522"/>
                    <a:pt x="21025" y="1361"/>
                    <a:pt x="20787" y="1361"/>
                  </a:cubicBezTo>
                  <a:close/>
                  <a:moveTo>
                    <a:pt x="23558" y="1361"/>
                  </a:moveTo>
                  <a:cubicBezTo>
                    <a:pt x="23464" y="1361"/>
                    <a:pt x="23366" y="1383"/>
                    <a:pt x="23266" y="1426"/>
                  </a:cubicBezTo>
                  <a:cubicBezTo>
                    <a:pt x="23166" y="1469"/>
                    <a:pt x="23063" y="1534"/>
                    <a:pt x="22956" y="1621"/>
                  </a:cubicBezTo>
                  <a:lnTo>
                    <a:pt x="22956" y="2186"/>
                  </a:lnTo>
                  <a:cubicBezTo>
                    <a:pt x="23045" y="2084"/>
                    <a:pt x="23137" y="2008"/>
                    <a:pt x="23233" y="1957"/>
                  </a:cubicBezTo>
                  <a:cubicBezTo>
                    <a:pt x="23329" y="1906"/>
                    <a:pt x="23427" y="1880"/>
                    <a:pt x="23528" y="1880"/>
                  </a:cubicBezTo>
                  <a:cubicBezTo>
                    <a:pt x="23688" y="1880"/>
                    <a:pt x="23811" y="1957"/>
                    <a:pt x="23899" y="2111"/>
                  </a:cubicBezTo>
                  <a:cubicBezTo>
                    <a:pt x="23987" y="2266"/>
                    <a:pt x="24031" y="2483"/>
                    <a:pt x="24031" y="2765"/>
                  </a:cubicBezTo>
                  <a:lnTo>
                    <a:pt x="24031" y="2825"/>
                  </a:lnTo>
                  <a:lnTo>
                    <a:pt x="23623" y="2825"/>
                  </a:lnTo>
                  <a:cubicBezTo>
                    <a:pt x="23359" y="2825"/>
                    <a:pt x="23160" y="2931"/>
                    <a:pt x="23026" y="3144"/>
                  </a:cubicBezTo>
                  <a:cubicBezTo>
                    <a:pt x="22893" y="3357"/>
                    <a:pt x="22826" y="3673"/>
                    <a:pt x="22826" y="4093"/>
                  </a:cubicBezTo>
                  <a:cubicBezTo>
                    <a:pt x="22826" y="4452"/>
                    <a:pt x="22880" y="4739"/>
                    <a:pt x="22987" y="4953"/>
                  </a:cubicBezTo>
                  <a:cubicBezTo>
                    <a:pt x="23094" y="5167"/>
                    <a:pt x="23238" y="5274"/>
                    <a:pt x="23419" y="5274"/>
                  </a:cubicBezTo>
                  <a:cubicBezTo>
                    <a:pt x="23563" y="5274"/>
                    <a:pt x="23684" y="5220"/>
                    <a:pt x="23783" y="5112"/>
                  </a:cubicBezTo>
                  <a:cubicBezTo>
                    <a:pt x="23882" y="5005"/>
                    <a:pt x="23965" y="4838"/>
                    <a:pt x="24031" y="4612"/>
                  </a:cubicBezTo>
                  <a:lnTo>
                    <a:pt x="24031" y="5177"/>
                  </a:lnTo>
                  <a:lnTo>
                    <a:pt x="24322" y="5177"/>
                  </a:lnTo>
                  <a:lnTo>
                    <a:pt x="24322" y="3051"/>
                  </a:lnTo>
                  <a:cubicBezTo>
                    <a:pt x="24322" y="2483"/>
                    <a:pt x="24259" y="2060"/>
                    <a:pt x="24132" y="1780"/>
                  </a:cubicBezTo>
                  <a:cubicBezTo>
                    <a:pt x="24006" y="1501"/>
                    <a:pt x="23815" y="1361"/>
                    <a:pt x="23558" y="1361"/>
                  </a:cubicBezTo>
                  <a:close/>
                  <a:moveTo>
                    <a:pt x="27777" y="1361"/>
                  </a:moveTo>
                  <a:cubicBezTo>
                    <a:pt x="27523" y="1361"/>
                    <a:pt x="27324" y="1534"/>
                    <a:pt x="27180" y="1880"/>
                  </a:cubicBezTo>
                  <a:cubicBezTo>
                    <a:pt x="27037" y="2226"/>
                    <a:pt x="26965" y="2705"/>
                    <a:pt x="26965" y="3317"/>
                  </a:cubicBezTo>
                  <a:cubicBezTo>
                    <a:pt x="26965" y="3927"/>
                    <a:pt x="27037" y="4406"/>
                    <a:pt x="27180" y="4753"/>
                  </a:cubicBezTo>
                  <a:cubicBezTo>
                    <a:pt x="27324" y="5100"/>
                    <a:pt x="27523" y="5274"/>
                    <a:pt x="27777" y="5274"/>
                  </a:cubicBezTo>
                  <a:cubicBezTo>
                    <a:pt x="28030" y="5274"/>
                    <a:pt x="28229" y="5100"/>
                    <a:pt x="28373" y="4753"/>
                  </a:cubicBezTo>
                  <a:cubicBezTo>
                    <a:pt x="28518" y="4406"/>
                    <a:pt x="28590" y="3927"/>
                    <a:pt x="28590" y="3317"/>
                  </a:cubicBezTo>
                  <a:cubicBezTo>
                    <a:pt x="28590" y="2705"/>
                    <a:pt x="28518" y="2226"/>
                    <a:pt x="28373" y="1880"/>
                  </a:cubicBezTo>
                  <a:cubicBezTo>
                    <a:pt x="28229" y="1534"/>
                    <a:pt x="28030" y="1361"/>
                    <a:pt x="27777" y="1361"/>
                  </a:cubicBezTo>
                  <a:close/>
                  <a:moveTo>
                    <a:pt x="34109" y="1361"/>
                  </a:moveTo>
                  <a:cubicBezTo>
                    <a:pt x="33855" y="1361"/>
                    <a:pt x="33656" y="1534"/>
                    <a:pt x="33512" y="1880"/>
                  </a:cubicBezTo>
                  <a:cubicBezTo>
                    <a:pt x="33369" y="2226"/>
                    <a:pt x="33297" y="2705"/>
                    <a:pt x="33297" y="3317"/>
                  </a:cubicBezTo>
                  <a:cubicBezTo>
                    <a:pt x="33297" y="3927"/>
                    <a:pt x="33369" y="4406"/>
                    <a:pt x="33512" y="4753"/>
                  </a:cubicBezTo>
                  <a:cubicBezTo>
                    <a:pt x="33656" y="5100"/>
                    <a:pt x="33855" y="5274"/>
                    <a:pt x="34109" y="5274"/>
                  </a:cubicBezTo>
                  <a:cubicBezTo>
                    <a:pt x="34362" y="5274"/>
                    <a:pt x="34561" y="5100"/>
                    <a:pt x="34705" y="4753"/>
                  </a:cubicBezTo>
                  <a:cubicBezTo>
                    <a:pt x="34850" y="4406"/>
                    <a:pt x="34922" y="3927"/>
                    <a:pt x="34922" y="3317"/>
                  </a:cubicBezTo>
                  <a:cubicBezTo>
                    <a:pt x="34922" y="2705"/>
                    <a:pt x="34850" y="2226"/>
                    <a:pt x="34705" y="1880"/>
                  </a:cubicBezTo>
                  <a:cubicBezTo>
                    <a:pt x="34561" y="1534"/>
                    <a:pt x="34362" y="1361"/>
                    <a:pt x="34109" y="1361"/>
                  </a:cubicBezTo>
                  <a:close/>
                  <a:moveTo>
                    <a:pt x="37054" y="1361"/>
                  </a:moveTo>
                  <a:cubicBezTo>
                    <a:pt x="36960" y="1361"/>
                    <a:pt x="36862" y="1383"/>
                    <a:pt x="36762" y="1426"/>
                  </a:cubicBezTo>
                  <a:cubicBezTo>
                    <a:pt x="36662" y="1469"/>
                    <a:pt x="36559" y="1534"/>
                    <a:pt x="36452" y="1621"/>
                  </a:cubicBezTo>
                  <a:lnTo>
                    <a:pt x="36452" y="2186"/>
                  </a:lnTo>
                  <a:cubicBezTo>
                    <a:pt x="36541" y="2084"/>
                    <a:pt x="36633" y="2008"/>
                    <a:pt x="36729" y="1957"/>
                  </a:cubicBezTo>
                  <a:cubicBezTo>
                    <a:pt x="36825" y="1906"/>
                    <a:pt x="36923" y="1880"/>
                    <a:pt x="37024" y="1880"/>
                  </a:cubicBezTo>
                  <a:cubicBezTo>
                    <a:pt x="37184" y="1880"/>
                    <a:pt x="37307" y="1957"/>
                    <a:pt x="37395" y="2111"/>
                  </a:cubicBezTo>
                  <a:cubicBezTo>
                    <a:pt x="37483" y="2266"/>
                    <a:pt x="37527" y="2483"/>
                    <a:pt x="37527" y="2765"/>
                  </a:cubicBezTo>
                  <a:lnTo>
                    <a:pt x="37527" y="2825"/>
                  </a:lnTo>
                  <a:lnTo>
                    <a:pt x="37119" y="2825"/>
                  </a:lnTo>
                  <a:cubicBezTo>
                    <a:pt x="36855" y="2825"/>
                    <a:pt x="36656" y="2931"/>
                    <a:pt x="36522" y="3144"/>
                  </a:cubicBezTo>
                  <a:cubicBezTo>
                    <a:pt x="36389" y="3357"/>
                    <a:pt x="36322" y="3673"/>
                    <a:pt x="36322" y="4093"/>
                  </a:cubicBezTo>
                  <a:cubicBezTo>
                    <a:pt x="36322" y="4452"/>
                    <a:pt x="36376" y="4739"/>
                    <a:pt x="36483" y="4953"/>
                  </a:cubicBezTo>
                  <a:cubicBezTo>
                    <a:pt x="36590" y="5167"/>
                    <a:pt x="36734" y="5274"/>
                    <a:pt x="36915" y="5274"/>
                  </a:cubicBezTo>
                  <a:cubicBezTo>
                    <a:pt x="37059" y="5274"/>
                    <a:pt x="37180" y="5220"/>
                    <a:pt x="37279" y="5112"/>
                  </a:cubicBezTo>
                  <a:cubicBezTo>
                    <a:pt x="37378" y="5005"/>
                    <a:pt x="37461" y="4838"/>
                    <a:pt x="37527" y="4612"/>
                  </a:cubicBezTo>
                  <a:lnTo>
                    <a:pt x="37527" y="5177"/>
                  </a:lnTo>
                  <a:lnTo>
                    <a:pt x="37818" y="5177"/>
                  </a:lnTo>
                  <a:lnTo>
                    <a:pt x="37818" y="3051"/>
                  </a:lnTo>
                  <a:cubicBezTo>
                    <a:pt x="37818" y="2483"/>
                    <a:pt x="37755" y="2060"/>
                    <a:pt x="37628" y="1780"/>
                  </a:cubicBezTo>
                  <a:cubicBezTo>
                    <a:pt x="37502" y="1501"/>
                    <a:pt x="37311" y="1361"/>
                    <a:pt x="37054" y="1361"/>
                  </a:cubicBezTo>
                  <a:close/>
                  <a:moveTo>
                    <a:pt x="40611" y="0"/>
                  </a:moveTo>
                  <a:lnTo>
                    <a:pt x="40611" y="2017"/>
                  </a:lnTo>
                  <a:cubicBezTo>
                    <a:pt x="40550" y="1795"/>
                    <a:pt x="40473" y="1630"/>
                    <a:pt x="40380" y="1522"/>
                  </a:cubicBezTo>
                  <a:cubicBezTo>
                    <a:pt x="40286" y="1415"/>
                    <a:pt x="40174" y="1361"/>
                    <a:pt x="40044" y="1361"/>
                  </a:cubicBezTo>
                  <a:cubicBezTo>
                    <a:pt x="39830" y="1361"/>
                    <a:pt x="39656" y="1541"/>
                    <a:pt x="39521" y="1900"/>
                  </a:cubicBezTo>
                  <a:cubicBezTo>
                    <a:pt x="39387" y="2259"/>
                    <a:pt x="39320" y="2732"/>
                    <a:pt x="39320" y="3317"/>
                  </a:cubicBezTo>
                  <a:cubicBezTo>
                    <a:pt x="39320" y="3903"/>
                    <a:pt x="39387" y="4375"/>
                    <a:pt x="39521" y="4735"/>
                  </a:cubicBezTo>
                  <a:cubicBezTo>
                    <a:pt x="39656" y="5094"/>
                    <a:pt x="39830" y="5274"/>
                    <a:pt x="40044" y="5274"/>
                  </a:cubicBezTo>
                  <a:cubicBezTo>
                    <a:pt x="40174" y="5274"/>
                    <a:pt x="40286" y="5220"/>
                    <a:pt x="40380" y="5112"/>
                  </a:cubicBezTo>
                  <a:cubicBezTo>
                    <a:pt x="40473" y="5005"/>
                    <a:pt x="40550" y="4840"/>
                    <a:pt x="40611" y="4618"/>
                  </a:cubicBezTo>
                  <a:lnTo>
                    <a:pt x="40611" y="5177"/>
                  </a:lnTo>
                  <a:lnTo>
                    <a:pt x="40902" y="5177"/>
                  </a:lnTo>
                  <a:lnTo>
                    <a:pt x="40902" y="0"/>
                  </a:lnTo>
                  <a:close/>
                  <a:moveTo>
                    <a:pt x="42964" y="1361"/>
                  </a:moveTo>
                  <a:cubicBezTo>
                    <a:pt x="42747" y="1361"/>
                    <a:pt x="42579" y="1456"/>
                    <a:pt x="42461" y="1647"/>
                  </a:cubicBezTo>
                  <a:cubicBezTo>
                    <a:pt x="42343" y="1838"/>
                    <a:pt x="42284" y="2109"/>
                    <a:pt x="42284" y="2459"/>
                  </a:cubicBezTo>
                  <a:cubicBezTo>
                    <a:pt x="42284" y="2747"/>
                    <a:pt x="42324" y="2974"/>
                    <a:pt x="42404" y="3139"/>
                  </a:cubicBezTo>
                  <a:cubicBezTo>
                    <a:pt x="42484" y="3305"/>
                    <a:pt x="42615" y="3427"/>
                    <a:pt x="42795" y="3507"/>
                  </a:cubicBezTo>
                  <a:lnTo>
                    <a:pt x="42896" y="3557"/>
                  </a:lnTo>
                  <a:cubicBezTo>
                    <a:pt x="43076" y="3639"/>
                    <a:pt x="43193" y="3724"/>
                    <a:pt x="43246" y="3813"/>
                  </a:cubicBezTo>
                  <a:cubicBezTo>
                    <a:pt x="43299" y="3902"/>
                    <a:pt x="43326" y="4029"/>
                    <a:pt x="43326" y="4196"/>
                  </a:cubicBezTo>
                  <a:cubicBezTo>
                    <a:pt x="43326" y="4375"/>
                    <a:pt x="43289" y="4515"/>
                    <a:pt x="43215" y="4613"/>
                  </a:cubicBezTo>
                  <a:cubicBezTo>
                    <a:pt x="43142" y="4712"/>
                    <a:pt x="43036" y="4761"/>
                    <a:pt x="42899" y="4761"/>
                  </a:cubicBezTo>
                  <a:cubicBezTo>
                    <a:pt x="42797" y="4761"/>
                    <a:pt x="42694" y="4732"/>
                    <a:pt x="42589" y="4673"/>
                  </a:cubicBezTo>
                  <a:cubicBezTo>
                    <a:pt x="42485" y="4614"/>
                    <a:pt x="42379" y="4526"/>
                    <a:pt x="42271" y="4409"/>
                  </a:cubicBezTo>
                  <a:lnTo>
                    <a:pt x="42271" y="5041"/>
                  </a:lnTo>
                  <a:cubicBezTo>
                    <a:pt x="42385" y="5119"/>
                    <a:pt x="42494" y="5177"/>
                    <a:pt x="42596" y="5216"/>
                  </a:cubicBezTo>
                  <a:cubicBezTo>
                    <a:pt x="42699" y="5254"/>
                    <a:pt x="42798" y="5274"/>
                    <a:pt x="42893" y="5274"/>
                  </a:cubicBezTo>
                  <a:cubicBezTo>
                    <a:pt x="43120" y="5274"/>
                    <a:pt x="43299" y="5173"/>
                    <a:pt x="43430" y="4971"/>
                  </a:cubicBezTo>
                  <a:cubicBezTo>
                    <a:pt x="43560" y="4769"/>
                    <a:pt x="43625" y="4495"/>
                    <a:pt x="43625" y="4149"/>
                  </a:cubicBezTo>
                  <a:cubicBezTo>
                    <a:pt x="43625" y="3845"/>
                    <a:pt x="43581" y="3609"/>
                    <a:pt x="43494" y="3439"/>
                  </a:cubicBezTo>
                  <a:cubicBezTo>
                    <a:pt x="43407" y="3269"/>
                    <a:pt x="43261" y="3138"/>
                    <a:pt x="43054" y="3045"/>
                  </a:cubicBezTo>
                  <a:lnTo>
                    <a:pt x="42954" y="2998"/>
                  </a:lnTo>
                  <a:cubicBezTo>
                    <a:pt x="42798" y="2925"/>
                    <a:pt x="42695" y="2848"/>
                    <a:pt x="42643" y="2767"/>
                  </a:cubicBezTo>
                  <a:cubicBezTo>
                    <a:pt x="42591" y="2686"/>
                    <a:pt x="42566" y="2574"/>
                    <a:pt x="42566" y="2432"/>
                  </a:cubicBezTo>
                  <a:cubicBezTo>
                    <a:pt x="42566" y="2246"/>
                    <a:pt x="42602" y="2106"/>
                    <a:pt x="42674" y="2013"/>
                  </a:cubicBezTo>
                  <a:cubicBezTo>
                    <a:pt x="42746" y="1920"/>
                    <a:pt x="42854" y="1873"/>
                    <a:pt x="42999" y="1873"/>
                  </a:cubicBezTo>
                  <a:cubicBezTo>
                    <a:pt x="43094" y="1873"/>
                    <a:pt x="43185" y="1896"/>
                    <a:pt x="43274" y="1940"/>
                  </a:cubicBezTo>
                  <a:cubicBezTo>
                    <a:pt x="43362" y="1984"/>
                    <a:pt x="43448" y="2051"/>
                    <a:pt x="43530" y="2140"/>
                  </a:cubicBezTo>
                  <a:lnTo>
                    <a:pt x="43530" y="1561"/>
                  </a:lnTo>
                  <a:cubicBezTo>
                    <a:pt x="43450" y="1494"/>
                    <a:pt x="43362" y="1444"/>
                    <a:pt x="43268" y="1411"/>
                  </a:cubicBezTo>
                  <a:cubicBezTo>
                    <a:pt x="43173" y="1378"/>
                    <a:pt x="43071" y="1361"/>
                    <a:pt x="42964" y="1361"/>
                  </a:cubicBezTo>
                  <a:close/>
                  <a:moveTo>
                    <a:pt x="46625" y="1361"/>
                  </a:moveTo>
                  <a:cubicBezTo>
                    <a:pt x="46531" y="1361"/>
                    <a:pt x="46433" y="1383"/>
                    <a:pt x="46333" y="1426"/>
                  </a:cubicBezTo>
                  <a:cubicBezTo>
                    <a:pt x="46233" y="1469"/>
                    <a:pt x="46130" y="1534"/>
                    <a:pt x="46023" y="1621"/>
                  </a:cubicBezTo>
                  <a:lnTo>
                    <a:pt x="46023" y="2186"/>
                  </a:lnTo>
                  <a:cubicBezTo>
                    <a:pt x="46112" y="2084"/>
                    <a:pt x="46204" y="2008"/>
                    <a:pt x="46300" y="1957"/>
                  </a:cubicBezTo>
                  <a:cubicBezTo>
                    <a:pt x="46396" y="1906"/>
                    <a:pt x="46494" y="1880"/>
                    <a:pt x="46595" y="1880"/>
                  </a:cubicBezTo>
                  <a:cubicBezTo>
                    <a:pt x="46755" y="1880"/>
                    <a:pt x="46878" y="1957"/>
                    <a:pt x="46966" y="2111"/>
                  </a:cubicBezTo>
                  <a:cubicBezTo>
                    <a:pt x="47054" y="2266"/>
                    <a:pt x="47098" y="2483"/>
                    <a:pt x="47098" y="2765"/>
                  </a:cubicBezTo>
                  <a:lnTo>
                    <a:pt x="47098" y="2825"/>
                  </a:lnTo>
                  <a:lnTo>
                    <a:pt x="46690" y="2825"/>
                  </a:lnTo>
                  <a:cubicBezTo>
                    <a:pt x="46426" y="2825"/>
                    <a:pt x="46227" y="2931"/>
                    <a:pt x="46093" y="3144"/>
                  </a:cubicBezTo>
                  <a:cubicBezTo>
                    <a:pt x="45960" y="3357"/>
                    <a:pt x="45893" y="3673"/>
                    <a:pt x="45893" y="4093"/>
                  </a:cubicBezTo>
                  <a:cubicBezTo>
                    <a:pt x="45893" y="4452"/>
                    <a:pt x="45947" y="4739"/>
                    <a:pt x="46054" y="4953"/>
                  </a:cubicBezTo>
                  <a:cubicBezTo>
                    <a:pt x="46161" y="5167"/>
                    <a:pt x="46305" y="5274"/>
                    <a:pt x="46486" y="5274"/>
                  </a:cubicBezTo>
                  <a:cubicBezTo>
                    <a:pt x="46630" y="5274"/>
                    <a:pt x="46751" y="5220"/>
                    <a:pt x="46850" y="5112"/>
                  </a:cubicBezTo>
                  <a:cubicBezTo>
                    <a:pt x="46949" y="5005"/>
                    <a:pt x="47032" y="4838"/>
                    <a:pt x="47098" y="4612"/>
                  </a:cubicBezTo>
                  <a:lnTo>
                    <a:pt x="47098" y="5177"/>
                  </a:lnTo>
                  <a:lnTo>
                    <a:pt x="47389" y="5177"/>
                  </a:lnTo>
                  <a:lnTo>
                    <a:pt x="47389" y="3051"/>
                  </a:lnTo>
                  <a:cubicBezTo>
                    <a:pt x="47389" y="2483"/>
                    <a:pt x="47326" y="2060"/>
                    <a:pt x="47199" y="1780"/>
                  </a:cubicBezTo>
                  <a:cubicBezTo>
                    <a:pt x="47073" y="1501"/>
                    <a:pt x="46882" y="1361"/>
                    <a:pt x="46625" y="1361"/>
                  </a:cubicBezTo>
                  <a:close/>
                  <a:moveTo>
                    <a:pt x="48858" y="1451"/>
                  </a:moveTo>
                  <a:lnTo>
                    <a:pt x="48858" y="3707"/>
                  </a:lnTo>
                  <a:cubicBezTo>
                    <a:pt x="48858" y="4219"/>
                    <a:pt x="48911" y="4608"/>
                    <a:pt x="49016" y="4875"/>
                  </a:cubicBezTo>
                  <a:cubicBezTo>
                    <a:pt x="49122" y="5141"/>
                    <a:pt x="49276" y="5274"/>
                    <a:pt x="49479" y="5274"/>
                  </a:cubicBezTo>
                  <a:cubicBezTo>
                    <a:pt x="49603" y="5274"/>
                    <a:pt x="49711" y="5219"/>
                    <a:pt x="49804" y="5109"/>
                  </a:cubicBezTo>
                  <a:cubicBezTo>
                    <a:pt x="49898" y="4999"/>
                    <a:pt x="49980" y="4831"/>
                    <a:pt x="50050" y="4605"/>
                  </a:cubicBezTo>
                  <a:lnTo>
                    <a:pt x="50050" y="5177"/>
                  </a:lnTo>
                  <a:lnTo>
                    <a:pt x="50341" y="5177"/>
                  </a:lnTo>
                  <a:lnTo>
                    <a:pt x="50341" y="1451"/>
                  </a:lnTo>
                  <a:lnTo>
                    <a:pt x="50050" y="1451"/>
                  </a:lnTo>
                  <a:lnTo>
                    <a:pt x="50050" y="3564"/>
                  </a:lnTo>
                  <a:cubicBezTo>
                    <a:pt x="50050" y="3927"/>
                    <a:pt x="50005" y="4215"/>
                    <a:pt x="49913" y="4425"/>
                  </a:cubicBezTo>
                  <a:cubicBezTo>
                    <a:pt x="49822" y="4636"/>
                    <a:pt x="49698" y="4741"/>
                    <a:pt x="49541" y="4741"/>
                  </a:cubicBezTo>
                  <a:cubicBezTo>
                    <a:pt x="49410" y="4741"/>
                    <a:pt x="49312" y="4653"/>
                    <a:pt x="49247" y="4477"/>
                  </a:cubicBezTo>
                  <a:cubicBezTo>
                    <a:pt x="49182" y="4301"/>
                    <a:pt x="49149" y="4036"/>
                    <a:pt x="49149" y="3683"/>
                  </a:cubicBezTo>
                  <a:lnTo>
                    <a:pt x="49149" y="1451"/>
                  </a:lnTo>
                  <a:close/>
                  <a:moveTo>
                    <a:pt x="51682" y="1361"/>
                  </a:moveTo>
                  <a:cubicBezTo>
                    <a:pt x="51416" y="1361"/>
                    <a:pt x="51205" y="1540"/>
                    <a:pt x="51048" y="1898"/>
                  </a:cubicBezTo>
                  <a:cubicBezTo>
                    <a:pt x="50892" y="2257"/>
                    <a:pt x="50814" y="2741"/>
                    <a:pt x="50814" y="3351"/>
                  </a:cubicBezTo>
                  <a:cubicBezTo>
                    <a:pt x="50814" y="3941"/>
                    <a:pt x="50896" y="4409"/>
                    <a:pt x="51061" y="4755"/>
                  </a:cubicBezTo>
                  <a:cubicBezTo>
                    <a:pt x="51226" y="5101"/>
                    <a:pt x="51450" y="5274"/>
                    <a:pt x="51732" y="5274"/>
                  </a:cubicBezTo>
                  <a:cubicBezTo>
                    <a:pt x="51845" y="5274"/>
                    <a:pt x="51956" y="5249"/>
                    <a:pt x="52066" y="5201"/>
                  </a:cubicBezTo>
                  <a:cubicBezTo>
                    <a:pt x="52175" y="5152"/>
                    <a:pt x="52282" y="5081"/>
                    <a:pt x="52387" y="4988"/>
                  </a:cubicBezTo>
                  <a:lnTo>
                    <a:pt x="52387" y="4409"/>
                  </a:lnTo>
                  <a:cubicBezTo>
                    <a:pt x="52283" y="4524"/>
                    <a:pt x="52179" y="4611"/>
                    <a:pt x="52074" y="4668"/>
                  </a:cubicBezTo>
                  <a:cubicBezTo>
                    <a:pt x="51970" y="4726"/>
                    <a:pt x="51861" y="4755"/>
                    <a:pt x="51750" y="4755"/>
                  </a:cubicBezTo>
                  <a:cubicBezTo>
                    <a:pt x="51557" y="4755"/>
                    <a:pt x="51406" y="4644"/>
                    <a:pt x="51298" y="4424"/>
                  </a:cubicBezTo>
                  <a:cubicBezTo>
                    <a:pt x="51190" y="4203"/>
                    <a:pt x="51130" y="3882"/>
                    <a:pt x="51117" y="3461"/>
                  </a:cubicBezTo>
                  <a:lnTo>
                    <a:pt x="52455" y="3461"/>
                  </a:lnTo>
                  <a:lnTo>
                    <a:pt x="52455" y="3161"/>
                  </a:lnTo>
                  <a:cubicBezTo>
                    <a:pt x="52455" y="2607"/>
                    <a:pt x="52385" y="2168"/>
                    <a:pt x="52247" y="1845"/>
                  </a:cubicBezTo>
                  <a:cubicBezTo>
                    <a:pt x="52108" y="1522"/>
                    <a:pt x="51920" y="1361"/>
                    <a:pt x="51682" y="1361"/>
                  </a:cubicBezTo>
                  <a:close/>
                  <a:moveTo>
                    <a:pt x="54097" y="0"/>
                  </a:moveTo>
                  <a:lnTo>
                    <a:pt x="54097" y="2017"/>
                  </a:lnTo>
                  <a:cubicBezTo>
                    <a:pt x="54036" y="1795"/>
                    <a:pt x="53959" y="1630"/>
                    <a:pt x="53866" y="1522"/>
                  </a:cubicBezTo>
                  <a:cubicBezTo>
                    <a:pt x="53772" y="1415"/>
                    <a:pt x="53660" y="1361"/>
                    <a:pt x="53530" y="1361"/>
                  </a:cubicBezTo>
                  <a:cubicBezTo>
                    <a:pt x="53316" y="1361"/>
                    <a:pt x="53142" y="1541"/>
                    <a:pt x="53007" y="1900"/>
                  </a:cubicBezTo>
                  <a:cubicBezTo>
                    <a:pt x="52873" y="2259"/>
                    <a:pt x="52806" y="2732"/>
                    <a:pt x="52806" y="3317"/>
                  </a:cubicBezTo>
                  <a:cubicBezTo>
                    <a:pt x="52806" y="3903"/>
                    <a:pt x="52873" y="4375"/>
                    <a:pt x="53007" y="4735"/>
                  </a:cubicBezTo>
                  <a:cubicBezTo>
                    <a:pt x="53142" y="5094"/>
                    <a:pt x="53316" y="5274"/>
                    <a:pt x="53530" y="5274"/>
                  </a:cubicBezTo>
                  <a:cubicBezTo>
                    <a:pt x="53660" y="5274"/>
                    <a:pt x="53772" y="5220"/>
                    <a:pt x="53866" y="5112"/>
                  </a:cubicBezTo>
                  <a:cubicBezTo>
                    <a:pt x="53959" y="5005"/>
                    <a:pt x="54036" y="4840"/>
                    <a:pt x="54097" y="4618"/>
                  </a:cubicBezTo>
                  <a:lnTo>
                    <a:pt x="54097" y="5177"/>
                  </a:lnTo>
                  <a:lnTo>
                    <a:pt x="54388" y="5177"/>
                  </a:lnTo>
                  <a:lnTo>
                    <a:pt x="54388" y="0"/>
                  </a:lnTo>
                  <a:close/>
                  <a:moveTo>
                    <a:pt x="60133" y="0"/>
                  </a:moveTo>
                  <a:lnTo>
                    <a:pt x="60133" y="2017"/>
                  </a:lnTo>
                  <a:cubicBezTo>
                    <a:pt x="60072" y="1795"/>
                    <a:pt x="59995" y="1630"/>
                    <a:pt x="59902" y="1522"/>
                  </a:cubicBezTo>
                  <a:cubicBezTo>
                    <a:pt x="59808" y="1415"/>
                    <a:pt x="59696" y="1361"/>
                    <a:pt x="59566" y="1361"/>
                  </a:cubicBezTo>
                  <a:cubicBezTo>
                    <a:pt x="59352" y="1361"/>
                    <a:pt x="59178" y="1541"/>
                    <a:pt x="59043" y="1900"/>
                  </a:cubicBezTo>
                  <a:cubicBezTo>
                    <a:pt x="58909" y="2259"/>
                    <a:pt x="58842" y="2732"/>
                    <a:pt x="58842" y="3317"/>
                  </a:cubicBezTo>
                  <a:cubicBezTo>
                    <a:pt x="58842" y="3903"/>
                    <a:pt x="58909" y="4375"/>
                    <a:pt x="59043" y="4735"/>
                  </a:cubicBezTo>
                  <a:cubicBezTo>
                    <a:pt x="59178" y="5094"/>
                    <a:pt x="59352" y="5274"/>
                    <a:pt x="59566" y="5274"/>
                  </a:cubicBezTo>
                  <a:cubicBezTo>
                    <a:pt x="59696" y="5274"/>
                    <a:pt x="59808" y="5220"/>
                    <a:pt x="59902" y="5112"/>
                  </a:cubicBezTo>
                  <a:cubicBezTo>
                    <a:pt x="59995" y="5005"/>
                    <a:pt x="60072" y="4840"/>
                    <a:pt x="60133" y="4618"/>
                  </a:cubicBezTo>
                  <a:lnTo>
                    <a:pt x="60133" y="5177"/>
                  </a:lnTo>
                  <a:lnTo>
                    <a:pt x="60424" y="5177"/>
                  </a:lnTo>
                  <a:lnTo>
                    <a:pt x="60424" y="0"/>
                  </a:lnTo>
                  <a:close/>
                  <a:moveTo>
                    <a:pt x="65904" y="0"/>
                  </a:moveTo>
                  <a:lnTo>
                    <a:pt x="65904" y="2017"/>
                  </a:lnTo>
                  <a:cubicBezTo>
                    <a:pt x="65843" y="1795"/>
                    <a:pt x="65766" y="1630"/>
                    <a:pt x="65673" y="1522"/>
                  </a:cubicBezTo>
                  <a:cubicBezTo>
                    <a:pt x="65579" y="1415"/>
                    <a:pt x="65467" y="1361"/>
                    <a:pt x="65337" y="1361"/>
                  </a:cubicBezTo>
                  <a:cubicBezTo>
                    <a:pt x="65123" y="1361"/>
                    <a:pt x="64949" y="1541"/>
                    <a:pt x="64814" y="1900"/>
                  </a:cubicBezTo>
                  <a:cubicBezTo>
                    <a:pt x="64680" y="2259"/>
                    <a:pt x="64613" y="2732"/>
                    <a:pt x="64613" y="3317"/>
                  </a:cubicBezTo>
                  <a:cubicBezTo>
                    <a:pt x="64613" y="3903"/>
                    <a:pt x="64680" y="4375"/>
                    <a:pt x="64814" y="4735"/>
                  </a:cubicBezTo>
                  <a:cubicBezTo>
                    <a:pt x="64949" y="5094"/>
                    <a:pt x="65123" y="5274"/>
                    <a:pt x="65337" y="5274"/>
                  </a:cubicBezTo>
                  <a:cubicBezTo>
                    <a:pt x="65467" y="5274"/>
                    <a:pt x="65579" y="5220"/>
                    <a:pt x="65673" y="5112"/>
                  </a:cubicBezTo>
                  <a:cubicBezTo>
                    <a:pt x="65766" y="5005"/>
                    <a:pt x="65843" y="4840"/>
                    <a:pt x="65904" y="4618"/>
                  </a:cubicBezTo>
                  <a:lnTo>
                    <a:pt x="65904" y="5177"/>
                  </a:lnTo>
                  <a:lnTo>
                    <a:pt x="66195" y="5177"/>
                  </a:lnTo>
                  <a:lnTo>
                    <a:pt x="66195" y="0"/>
                  </a:lnTo>
                  <a:close/>
                  <a:moveTo>
                    <a:pt x="66764" y="1451"/>
                  </a:moveTo>
                  <a:lnTo>
                    <a:pt x="66764" y="3707"/>
                  </a:lnTo>
                  <a:cubicBezTo>
                    <a:pt x="66764" y="4219"/>
                    <a:pt x="66817" y="4608"/>
                    <a:pt x="66922" y="4875"/>
                  </a:cubicBezTo>
                  <a:cubicBezTo>
                    <a:pt x="67028" y="5141"/>
                    <a:pt x="67182" y="5274"/>
                    <a:pt x="67385" y="5274"/>
                  </a:cubicBezTo>
                  <a:cubicBezTo>
                    <a:pt x="67509" y="5274"/>
                    <a:pt x="67617" y="5219"/>
                    <a:pt x="67710" y="5109"/>
                  </a:cubicBezTo>
                  <a:cubicBezTo>
                    <a:pt x="67804" y="4999"/>
                    <a:pt x="67886" y="4831"/>
                    <a:pt x="67956" y="4605"/>
                  </a:cubicBezTo>
                  <a:lnTo>
                    <a:pt x="67956" y="5177"/>
                  </a:lnTo>
                  <a:lnTo>
                    <a:pt x="68247" y="5177"/>
                  </a:lnTo>
                  <a:lnTo>
                    <a:pt x="68247" y="1451"/>
                  </a:lnTo>
                  <a:lnTo>
                    <a:pt x="67956" y="1451"/>
                  </a:lnTo>
                  <a:lnTo>
                    <a:pt x="67956" y="3564"/>
                  </a:lnTo>
                  <a:cubicBezTo>
                    <a:pt x="67956" y="3927"/>
                    <a:pt x="67911" y="4215"/>
                    <a:pt x="67819" y="4425"/>
                  </a:cubicBezTo>
                  <a:cubicBezTo>
                    <a:pt x="67728" y="4636"/>
                    <a:pt x="67604" y="4741"/>
                    <a:pt x="67447" y="4741"/>
                  </a:cubicBezTo>
                  <a:cubicBezTo>
                    <a:pt x="67316" y="4741"/>
                    <a:pt x="67218" y="4653"/>
                    <a:pt x="67153" y="4477"/>
                  </a:cubicBezTo>
                  <a:cubicBezTo>
                    <a:pt x="67088" y="4301"/>
                    <a:pt x="67055" y="4036"/>
                    <a:pt x="67055" y="3683"/>
                  </a:cubicBezTo>
                  <a:lnTo>
                    <a:pt x="67055" y="1451"/>
                  </a:lnTo>
                  <a:close/>
                  <a:moveTo>
                    <a:pt x="69467" y="1361"/>
                  </a:moveTo>
                  <a:cubicBezTo>
                    <a:pt x="69373" y="1361"/>
                    <a:pt x="69275" y="1383"/>
                    <a:pt x="69175" y="1426"/>
                  </a:cubicBezTo>
                  <a:cubicBezTo>
                    <a:pt x="69075" y="1469"/>
                    <a:pt x="68972" y="1534"/>
                    <a:pt x="68865" y="1621"/>
                  </a:cubicBezTo>
                  <a:lnTo>
                    <a:pt x="68865" y="2186"/>
                  </a:lnTo>
                  <a:cubicBezTo>
                    <a:pt x="68954" y="2084"/>
                    <a:pt x="69046" y="2008"/>
                    <a:pt x="69142" y="1957"/>
                  </a:cubicBezTo>
                  <a:cubicBezTo>
                    <a:pt x="69238" y="1906"/>
                    <a:pt x="69336" y="1880"/>
                    <a:pt x="69437" y="1880"/>
                  </a:cubicBezTo>
                  <a:cubicBezTo>
                    <a:pt x="69597" y="1880"/>
                    <a:pt x="69720" y="1957"/>
                    <a:pt x="69808" y="2111"/>
                  </a:cubicBezTo>
                  <a:cubicBezTo>
                    <a:pt x="69896" y="2266"/>
                    <a:pt x="69940" y="2483"/>
                    <a:pt x="69940" y="2765"/>
                  </a:cubicBezTo>
                  <a:lnTo>
                    <a:pt x="69940" y="2825"/>
                  </a:lnTo>
                  <a:lnTo>
                    <a:pt x="69532" y="2825"/>
                  </a:lnTo>
                  <a:cubicBezTo>
                    <a:pt x="69268" y="2825"/>
                    <a:pt x="69069" y="2931"/>
                    <a:pt x="68935" y="3144"/>
                  </a:cubicBezTo>
                  <a:cubicBezTo>
                    <a:pt x="68802" y="3357"/>
                    <a:pt x="68735" y="3673"/>
                    <a:pt x="68735" y="4093"/>
                  </a:cubicBezTo>
                  <a:cubicBezTo>
                    <a:pt x="68735" y="4452"/>
                    <a:pt x="68789" y="4739"/>
                    <a:pt x="68896" y="4953"/>
                  </a:cubicBezTo>
                  <a:cubicBezTo>
                    <a:pt x="69003" y="5167"/>
                    <a:pt x="69147" y="5274"/>
                    <a:pt x="69328" y="5274"/>
                  </a:cubicBezTo>
                  <a:cubicBezTo>
                    <a:pt x="69472" y="5274"/>
                    <a:pt x="69593" y="5220"/>
                    <a:pt x="69692" y="5112"/>
                  </a:cubicBezTo>
                  <a:cubicBezTo>
                    <a:pt x="69791" y="5005"/>
                    <a:pt x="69874" y="4838"/>
                    <a:pt x="69940" y="4612"/>
                  </a:cubicBezTo>
                  <a:lnTo>
                    <a:pt x="69940" y="5177"/>
                  </a:lnTo>
                  <a:lnTo>
                    <a:pt x="70231" y="5177"/>
                  </a:lnTo>
                  <a:lnTo>
                    <a:pt x="70231" y="3051"/>
                  </a:lnTo>
                  <a:cubicBezTo>
                    <a:pt x="70231" y="2483"/>
                    <a:pt x="70168" y="2060"/>
                    <a:pt x="70041" y="1780"/>
                  </a:cubicBezTo>
                  <a:cubicBezTo>
                    <a:pt x="69915" y="1501"/>
                    <a:pt x="69724" y="1361"/>
                    <a:pt x="69467" y="1361"/>
                  </a:cubicBezTo>
                  <a:close/>
                  <a:moveTo>
                    <a:pt x="76475" y="1361"/>
                  </a:moveTo>
                  <a:cubicBezTo>
                    <a:pt x="76199" y="1361"/>
                    <a:pt x="75981" y="1535"/>
                    <a:pt x="75823" y="1883"/>
                  </a:cubicBezTo>
                  <a:cubicBezTo>
                    <a:pt x="75664" y="2232"/>
                    <a:pt x="75585" y="2710"/>
                    <a:pt x="75585" y="3317"/>
                  </a:cubicBezTo>
                  <a:cubicBezTo>
                    <a:pt x="75585" y="3916"/>
                    <a:pt x="75663" y="4392"/>
                    <a:pt x="75820" y="4745"/>
                  </a:cubicBezTo>
                  <a:cubicBezTo>
                    <a:pt x="75977" y="5097"/>
                    <a:pt x="76189" y="5274"/>
                    <a:pt x="76456" y="5274"/>
                  </a:cubicBezTo>
                  <a:cubicBezTo>
                    <a:pt x="76554" y="5274"/>
                    <a:pt x="76646" y="5254"/>
                    <a:pt x="76733" y="5214"/>
                  </a:cubicBezTo>
                  <a:cubicBezTo>
                    <a:pt x="76820" y="5174"/>
                    <a:pt x="76904" y="5114"/>
                    <a:pt x="76985" y="5034"/>
                  </a:cubicBezTo>
                  <a:lnTo>
                    <a:pt x="76985" y="4469"/>
                  </a:lnTo>
                  <a:cubicBezTo>
                    <a:pt x="76903" y="4564"/>
                    <a:pt x="76821" y="4636"/>
                    <a:pt x="76738" y="4683"/>
                  </a:cubicBezTo>
                  <a:cubicBezTo>
                    <a:pt x="76655" y="4731"/>
                    <a:pt x="76572" y="4755"/>
                    <a:pt x="76487" y="4755"/>
                  </a:cubicBezTo>
                  <a:cubicBezTo>
                    <a:pt x="76299" y="4755"/>
                    <a:pt x="76152" y="4629"/>
                    <a:pt x="76048" y="4377"/>
                  </a:cubicBezTo>
                  <a:cubicBezTo>
                    <a:pt x="75944" y="4125"/>
                    <a:pt x="75891" y="3772"/>
                    <a:pt x="75891" y="3317"/>
                  </a:cubicBezTo>
                  <a:cubicBezTo>
                    <a:pt x="75891" y="2863"/>
                    <a:pt x="75944" y="2510"/>
                    <a:pt x="76048" y="2258"/>
                  </a:cubicBezTo>
                  <a:cubicBezTo>
                    <a:pt x="76152" y="2006"/>
                    <a:pt x="76299" y="1880"/>
                    <a:pt x="76487" y="1880"/>
                  </a:cubicBezTo>
                  <a:cubicBezTo>
                    <a:pt x="76572" y="1880"/>
                    <a:pt x="76655" y="1904"/>
                    <a:pt x="76738" y="1952"/>
                  </a:cubicBezTo>
                  <a:cubicBezTo>
                    <a:pt x="76821" y="1999"/>
                    <a:pt x="76903" y="2071"/>
                    <a:pt x="76985" y="2166"/>
                  </a:cubicBezTo>
                  <a:lnTo>
                    <a:pt x="76985" y="1594"/>
                  </a:lnTo>
                  <a:cubicBezTo>
                    <a:pt x="76905" y="1516"/>
                    <a:pt x="76823" y="1458"/>
                    <a:pt x="76737" y="1419"/>
                  </a:cubicBezTo>
                  <a:cubicBezTo>
                    <a:pt x="76652" y="1380"/>
                    <a:pt x="76564" y="1361"/>
                    <a:pt x="76475" y="1361"/>
                  </a:cubicBezTo>
                  <a:close/>
                  <a:moveTo>
                    <a:pt x="79564" y="1361"/>
                  </a:moveTo>
                  <a:cubicBezTo>
                    <a:pt x="79298" y="1361"/>
                    <a:pt x="79087" y="1540"/>
                    <a:pt x="78930" y="1898"/>
                  </a:cubicBezTo>
                  <a:cubicBezTo>
                    <a:pt x="78774" y="2257"/>
                    <a:pt x="78696" y="2741"/>
                    <a:pt x="78696" y="3351"/>
                  </a:cubicBezTo>
                  <a:cubicBezTo>
                    <a:pt x="78696" y="3941"/>
                    <a:pt x="78778" y="4409"/>
                    <a:pt x="78943" y="4755"/>
                  </a:cubicBezTo>
                  <a:cubicBezTo>
                    <a:pt x="79108" y="5101"/>
                    <a:pt x="79332" y="5274"/>
                    <a:pt x="79614" y="5274"/>
                  </a:cubicBezTo>
                  <a:cubicBezTo>
                    <a:pt x="79727" y="5274"/>
                    <a:pt x="79838" y="5249"/>
                    <a:pt x="79948" y="5201"/>
                  </a:cubicBezTo>
                  <a:cubicBezTo>
                    <a:pt x="80057" y="5152"/>
                    <a:pt x="80164" y="5081"/>
                    <a:pt x="80269" y="4988"/>
                  </a:cubicBezTo>
                  <a:lnTo>
                    <a:pt x="80269" y="4409"/>
                  </a:lnTo>
                  <a:cubicBezTo>
                    <a:pt x="80165" y="4524"/>
                    <a:pt x="80061" y="4611"/>
                    <a:pt x="79956" y="4668"/>
                  </a:cubicBezTo>
                  <a:cubicBezTo>
                    <a:pt x="79852" y="4726"/>
                    <a:pt x="79743" y="4755"/>
                    <a:pt x="79632" y="4755"/>
                  </a:cubicBezTo>
                  <a:cubicBezTo>
                    <a:pt x="79439" y="4755"/>
                    <a:pt x="79288" y="4644"/>
                    <a:pt x="79180" y="4424"/>
                  </a:cubicBezTo>
                  <a:cubicBezTo>
                    <a:pt x="79072" y="4203"/>
                    <a:pt x="79012" y="3882"/>
                    <a:pt x="78999" y="3461"/>
                  </a:cubicBezTo>
                  <a:lnTo>
                    <a:pt x="80337" y="3461"/>
                  </a:lnTo>
                  <a:lnTo>
                    <a:pt x="80337" y="3161"/>
                  </a:lnTo>
                  <a:cubicBezTo>
                    <a:pt x="80337" y="2607"/>
                    <a:pt x="80267" y="2168"/>
                    <a:pt x="80129" y="1845"/>
                  </a:cubicBezTo>
                  <a:cubicBezTo>
                    <a:pt x="79990" y="1522"/>
                    <a:pt x="79802" y="1361"/>
                    <a:pt x="79564" y="1361"/>
                  </a:cubicBezTo>
                  <a:close/>
                  <a:moveTo>
                    <a:pt x="81435" y="1361"/>
                  </a:moveTo>
                  <a:cubicBezTo>
                    <a:pt x="81341" y="1361"/>
                    <a:pt x="81243" y="1383"/>
                    <a:pt x="81143" y="1426"/>
                  </a:cubicBezTo>
                  <a:cubicBezTo>
                    <a:pt x="81043" y="1469"/>
                    <a:pt x="80940" y="1534"/>
                    <a:pt x="80833" y="1621"/>
                  </a:cubicBezTo>
                  <a:lnTo>
                    <a:pt x="80833" y="2186"/>
                  </a:lnTo>
                  <a:cubicBezTo>
                    <a:pt x="80922" y="2084"/>
                    <a:pt x="81014" y="2008"/>
                    <a:pt x="81110" y="1957"/>
                  </a:cubicBezTo>
                  <a:cubicBezTo>
                    <a:pt x="81206" y="1906"/>
                    <a:pt x="81304" y="1880"/>
                    <a:pt x="81405" y="1880"/>
                  </a:cubicBezTo>
                  <a:cubicBezTo>
                    <a:pt x="81565" y="1880"/>
                    <a:pt x="81688" y="1957"/>
                    <a:pt x="81776" y="2111"/>
                  </a:cubicBezTo>
                  <a:cubicBezTo>
                    <a:pt x="81864" y="2266"/>
                    <a:pt x="81908" y="2483"/>
                    <a:pt x="81908" y="2765"/>
                  </a:cubicBezTo>
                  <a:lnTo>
                    <a:pt x="81908" y="2825"/>
                  </a:lnTo>
                  <a:lnTo>
                    <a:pt x="81500" y="2825"/>
                  </a:lnTo>
                  <a:cubicBezTo>
                    <a:pt x="81236" y="2825"/>
                    <a:pt x="81037" y="2931"/>
                    <a:pt x="80903" y="3144"/>
                  </a:cubicBezTo>
                  <a:cubicBezTo>
                    <a:pt x="80770" y="3357"/>
                    <a:pt x="80703" y="3673"/>
                    <a:pt x="80703" y="4093"/>
                  </a:cubicBezTo>
                  <a:cubicBezTo>
                    <a:pt x="80703" y="4452"/>
                    <a:pt x="80757" y="4739"/>
                    <a:pt x="80864" y="4953"/>
                  </a:cubicBezTo>
                  <a:cubicBezTo>
                    <a:pt x="80971" y="5167"/>
                    <a:pt x="81115" y="5274"/>
                    <a:pt x="81296" y="5274"/>
                  </a:cubicBezTo>
                  <a:cubicBezTo>
                    <a:pt x="81440" y="5274"/>
                    <a:pt x="81561" y="5220"/>
                    <a:pt x="81660" y="5112"/>
                  </a:cubicBezTo>
                  <a:cubicBezTo>
                    <a:pt x="81759" y="5005"/>
                    <a:pt x="81842" y="4838"/>
                    <a:pt x="81908" y="4612"/>
                  </a:cubicBezTo>
                  <a:lnTo>
                    <a:pt x="81908" y="5177"/>
                  </a:lnTo>
                  <a:lnTo>
                    <a:pt x="82199" y="5177"/>
                  </a:lnTo>
                  <a:lnTo>
                    <a:pt x="82199" y="3051"/>
                  </a:lnTo>
                  <a:cubicBezTo>
                    <a:pt x="82199" y="2483"/>
                    <a:pt x="82136" y="2060"/>
                    <a:pt x="82009" y="1780"/>
                  </a:cubicBezTo>
                  <a:cubicBezTo>
                    <a:pt x="81883" y="1501"/>
                    <a:pt x="81692" y="1361"/>
                    <a:pt x="81435" y="1361"/>
                  </a:cubicBezTo>
                  <a:close/>
                  <a:moveTo>
                    <a:pt x="83361" y="1361"/>
                  </a:moveTo>
                  <a:cubicBezTo>
                    <a:pt x="83144" y="1361"/>
                    <a:pt x="82976" y="1456"/>
                    <a:pt x="82858" y="1647"/>
                  </a:cubicBezTo>
                  <a:cubicBezTo>
                    <a:pt x="82740" y="1838"/>
                    <a:pt x="82681" y="2109"/>
                    <a:pt x="82681" y="2459"/>
                  </a:cubicBezTo>
                  <a:cubicBezTo>
                    <a:pt x="82681" y="2747"/>
                    <a:pt x="82721" y="2974"/>
                    <a:pt x="82801" y="3139"/>
                  </a:cubicBezTo>
                  <a:cubicBezTo>
                    <a:pt x="82881" y="3305"/>
                    <a:pt x="83012" y="3427"/>
                    <a:pt x="83192" y="3507"/>
                  </a:cubicBezTo>
                  <a:lnTo>
                    <a:pt x="83293" y="3557"/>
                  </a:lnTo>
                  <a:cubicBezTo>
                    <a:pt x="83473" y="3639"/>
                    <a:pt x="83590" y="3724"/>
                    <a:pt x="83643" y="3813"/>
                  </a:cubicBezTo>
                  <a:cubicBezTo>
                    <a:pt x="83696" y="3902"/>
                    <a:pt x="83723" y="4029"/>
                    <a:pt x="83723" y="4196"/>
                  </a:cubicBezTo>
                  <a:cubicBezTo>
                    <a:pt x="83723" y="4375"/>
                    <a:pt x="83686" y="4515"/>
                    <a:pt x="83612" y="4613"/>
                  </a:cubicBezTo>
                  <a:cubicBezTo>
                    <a:pt x="83539" y="4712"/>
                    <a:pt x="83433" y="4761"/>
                    <a:pt x="83296" y="4761"/>
                  </a:cubicBezTo>
                  <a:cubicBezTo>
                    <a:pt x="83194" y="4761"/>
                    <a:pt x="83091" y="4732"/>
                    <a:pt x="82986" y="4673"/>
                  </a:cubicBezTo>
                  <a:cubicBezTo>
                    <a:pt x="82882" y="4614"/>
                    <a:pt x="82776" y="4526"/>
                    <a:pt x="82668" y="4409"/>
                  </a:cubicBezTo>
                  <a:lnTo>
                    <a:pt x="82668" y="5041"/>
                  </a:lnTo>
                  <a:cubicBezTo>
                    <a:pt x="82782" y="5119"/>
                    <a:pt x="82891" y="5177"/>
                    <a:pt x="82993" y="5216"/>
                  </a:cubicBezTo>
                  <a:cubicBezTo>
                    <a:pt x="83096" y="5254"/>
                    <a:pt x="83195" y="5274"/>
                    <a:pt x="83290" y="5274"/>
                  </a:cubicBezTo>
                  <a:cubicBezTo>
                    <a:pt x="83517" y="5274"/>
                    <a:pt x="83696" y="5173"/>
                    <a:pt x="83827" y="4971"/>
                  </a:cubicBezTo>
                  <a:cubicBezTo>
                    <a:pt x="83957" y="4769"/>
                    <a:pt x="84022" y="4495"/>
                    <a:pt x="84022" y="4149"/>
                  </a:cubicBezTo>
                  <a:cubicBezTo>
                    <a:pt x="84022" y="3845"/>
                    <a:pt x="83978" y="3609"/>
                    <a:pt x="83891" y="3439"/>
                  </a:cubicBezTo>
                  <a:cubicBezTo>
                    <a:pt x="83804" y="3269"/>
                    <a:pt x="83658" y="3138"/>
                    <a:pt x="83451" y="3045"/>
                  </a:cubicBezTo>
                  <a:lnTo>
                    <a:pt x="83351" y="2998"/>
                  </a:lnTo>
                  <a:cubicBezTo>
                    <a:pt x="83195" y="2925"/>
                    <a:pt x="83092" y="2848"/>
                    <a:pt x="83040" y="2767"/>
                  </a:cubicBezTo>
                  <a:cubicBezTo>
                    <a:pt x="82988" y="2686"/>
                    <a:pt x="82963" y="2574"/>
                    <a:pt x="82963" y="2432"/>
                  </a:cubicBezTo>
                  <a:cubicBezTo>
                    <a:pt x="82963" y="2246"/>
                    <a:pt x="82999" y="2106"/>
                    <a:pt x="83071" y="2013"/>
                  </a:cubicBezTo>
                  <a:cubicBezTo>
                    <a:pt x="83143" y="1920"/>
                    <a:pt x="83251" y="1873"/>
                    <a:pt x="83396" y="1873"/>
                  </a:cubicBezTo>
                  <a:cubicBezTo>
                    <a:pt x="83491" y="1873"/>
                    <a:pt x="83582" y="1896"/>
                    <a:pt x="83671" y="1940"/>
                  </a:cubicBezTo>
                  <a:cubicBezTo>
                    <a:pt x="83759" y="1984"/>
                    <a:pt x="83845" y="2051"/>
                    <a:pt x="83927" y="2140"/>
                  </a:cubicBezTo>
                  <a:lnTo>
                    <a:pt x="83927" y="1561"/>
                  </a:lnTo>
                  <a:cubicBezTo>
                    <a:pt x="83847" y="1494"/>
                    <a:pt x="83759" y="1444"/>
                    <a:pt x="83665" y="1411"/>
                  </a:cubicBezTo>
                  <a:cubicBezTo>
                    <a:pt x="83570" y="1378"/>
                    <a:pt x="83468" y="1361"/>
                    <a:pt x="83361" y="1361"/>
                  </a:cubicBezTo>
                  <a:close/>
                  <a:moveTo>
                    <a:pt x="85227" y="1361"/>
                  </a:moveTo>
                  <a:cubicBezTo>
                    <a:pt x="84961" y="1361"/>
                    <a:pt x="84750" y="1540"/>
                    <a:pt x="84593" y="1898"/>
                  </a:cubicBezTo>
                  <a:cubicBezTo>
                    <a:pt x="84437" y="2257"/>
                    <a:pt x="84359" y="2741"/>
                    <a:pt x="84359" y="3351"/>
                  </a:cubicBezTo>
                  <a:cubicBezTo>
                    <a:pt x="84359" y="3941"/>
                    <a:pt x="84441" y="4409"/>
                    <a:pt x="84606" y="4755"/>
                  </a:cubicBezTo>
                  <a:cubicBezTo>
                    <a:pt x="84771" y="5101"/>
                    <a:pt x="84995" y="5274"/>
                    <a:pt x="85277" y="5274"/>
                  </a:cubicBezTo>
                  <a:cubicBezTo>
                    <a:pt x="85390" y="5274"/>
                    <a:pt x="85501" y="5249"/>
                    <a:pt x="85611" y="5201"/>
                  </a:cubicBezTo>
                  <a:cubicBezTo>
                    <a:pt x="85720" y="5152"/>
                    <a:pt x="85827" y="5081"/>
                    <a:pt x="85932" y="4988"/>
                  </a:cubicBezTo>
                  <a:lnTo>
                    <a:pt x="85932" y="4409"/>
                  </a:lnTo>
                  <a:cubicBezTo>
                    <a:pt x="85828" y="4524"/>
                    <a:pt x="85724" y="4611"/>
                    <a:pt x="85619" y="4668"/>
                  </a:cubicBezTo>
                  <a:cubicBezTo>
                    <a:pt x="85515" y="4726"/>
                    <a:pt x="85406" y="4755"/>
                    <a:pt x="85295" y="4755"/>
                  </a:cubicBezTo>
                  <a:cubicBezTo>
                    <a:pt x="85102" y="4755"/>
                    <a:pt x="84951" y="4644"/>
                    <a:pt x="84843" y="4424"/>
                  </a:cubicBezTo>
                  <a:cubicBezTo>
                    <a:pt x="84735" y="4203"/>
                    <a:pt x="84675" y="3882"/>
                    <a:pt x="84662" y="3461"/>
                  </a:cubicBezTo>
                  <a:lnTo>
                    <a:pt x="86000" y="3461"/>
                  </a:lnTo>
                  <a:lnTo>
                    <a:pt x="86000" y="3161"/>
                  </a:lnTo>
                  <a:cubicBezTo>
                    <a:pt x="86000" y="2607"/>
                    <a:pt x="85930" y="2168"/>
                    <a:pt x="85792" y="1845"/>
                  </a:cubicBezTo>
                  <a:cubicBezTo>
                    <a:pt x="85653" y="1522"/>
                    <a:pt x="85465" y="1361"/>
                    <a:pt x="85227" y="1361"/>
                  </a:cubicBezTo>
                  <a:close/>
                  <a:moveTo>
                    <a:pt x="87040" y="1361"/>
                  </a:moveTo>
                  <a:cubicBezTo>
                    <a:pt x="86823" y="1361"/>
                    <a:pt x="86655" y="1456"/>
                    <a:pt x="86537" y="1647"/>
                  </a:cubicBezTo>
                  <a:cubicBezTo>
                    <a:pt x="86419" y="1838"/>
                    <a:pt x="86360" y="2109"/>
                    <a:pt x="86360" y="2459"/>
                  </a:cubicBezTo>
                  <a:cubicBezTo>
                    <a:pt x="86360" y="2747"/>
                    <a:pt x="86400" y="2974"/>
                    <a:pt x="86480" y="3139"/>
                  </a:cubicBezTo>
                  <a:cubicBezTo>
                    <a:pt x="86560" y="3305"/>
                    <a:pt x="86691" y="3427"/>
                    <a:pt x="86871" y="3507"/>
                  </a:cubicBezTo>
                  <a:lnTo>
                    <a:pt x="86972" y="3557"/>
                  </a:lnTo>
                  <a:cubicBezTo>
                    <a:pt x="87152" y="3639"/>
                    <a:pt x="87269" y="3724"/>
                    <a:pt x="87322" y="3813"/>
                  </a:cubicBezTo>
                  <a:cubicBezTo>
                    <a:pt x="87375" y="3902"/>
                    <a:pt x="87402" y="4029"/>
                    <a:pt x="87402" y="4196"/>
                  </a:cubicBezTo>
                  <a:cubicBezTo>
                    <a:pt x="87402" y="4375"/>
                    <a:pt x="87365" y="4515"/>
                    <a:pt x="87291" y="4613"/>
                  </a:cubicBezTo>
                  <a:cubicBezTo>
                    <a:pt x="87218" y="4712"/>
                    <a:pt x="87112" y="4761"/>
                    <a:pt x="86975" y="4761"/>
                  </a:cubicBezTo>
                  <a:cubicBezTo>
                    <a:pt x="86873" y="4761"/>
                    <a:pt x="86770" y="4732"/>
                    <a:pt x="86665" y="4673"/>
                  </a:cubicBezTo>
                  <a:cubicBezTo>
                    <a:pt x="86561" y="4614"/>
                    <a:pt x="86455" y="4526"/>
                    <a:pt x="86347" y="4409"/>
                  </a:cubicBezTo>
                  <a:lnTo>
                    <a:pt x="86347" y="5041"/>
                  </a:lnTo>
                  <a:cubicBezTo>
                    <a:pt x="86461" y="5119"/>
                    <a:pt x="86570" y="5177"/>
                    <a:pt x="86672" y="5216"/>
                  </a:cubicBezTo>
                  <a:cubicBezTo>
                    <a:pt x="86775" y="5254"/>
                    <a:pt x="86874" y="5274"/>
                    <a:pt x="86969" y="5274"/>
                  </a:cubicBezTo>
                  <a:cubicBezTo>
                    <a:pt x="87196" y="5274"/>
                    <a:pt x="87375" y="5173"/>
                    <a:pt x="87506" y="4971"/>
                  </a:cubicBezTo>
                  <a:cubicBezTo>
                    <a:pt x="87636" y="4769"/>
                    <a:pt x="87701" y="4495"/>
                    <a:pt x="87701" y="4149"/>
                  </a:cubicBezTo>
                  <a:cubicBezTo>
                    <a:pt x="87701" y="3845"/>
                    <a:pt x="87657" y="3609"/>
                    <a:pt x="87570" y="3439"/>
                  </a:cubicBezTo>
                  <a:cubicBezTo>
                    <a:pt x="87483" y="3269"/>
                    <a:pt x="87337" y="3138"/>
                    <a:pt x="87130" y="3045"/>
                  </a:cubicBezTo>
                  <a:lnTo>
                    <a:pt x="87030" y="2998"/>
                  </a:lnTo>
                  <a:cubicBezTo>
                    <a:pt x="86874" y="2925"/>
                    <a:pt x="86771" y="2848"/>
                    <a:pt x="86719" y="2767"/>
                  </a:cubicBezTo>
                  <a:cubicBezTo>
                    <a:pt x="86667" y="2686"/>
                    <a:pt x="86642" y="2574"/>
                    <a:pt x="86642" y="2432"/>
                  </a:cubicBezTo>
                  <a:cubicBezTo>
                    <a:pt x="86642" y="2246"/>
                    <a:pt x="86678" y="2106"/>
                    <a:pt x="86750" y="2013"/>
                  </a:cubicBezTo>
                  <a:cubicBezTo>
                    <a:pt x="86822" y="1920"/>
                    <a:pt x="86930" y="1873"/>
                    <a:pt x="87075" y="1873"/>
                  </a:cubicBezTo>
                  <a:cubicBezTo>
                    <a:pt x="87170" y="1873"/>
                    <a:pt x="87261" y="1896"/>
                    <a:pt x="87350" y="1940"/>
                  </a:cubicBezTo>
                  <a:cubicBezTo>
                    <a:pt x="87438" y="1984"/>
                    <a:pt x="87524" y="2051"/>
                    <a:pt x="87606" y="2140"/>
                  </a:cubicBezTo>
                  <a:lnTo>
                    <a:pt x="87606" y="1561"/>
                  </a:lnTo>
                  <a:cubicBezTo>
                    <a:pt x="87526" y="1494"/>
                    <a:pt x="87438" y="1444"/>
                    <a:pt x="87344" y="1411"/>
                  </a:cubicBezTo>
                  <a:cubicBezTo>
                    <a:pt x="87249" y="1378"/>
                    <a:pt x="87147" y="1361"/>
                    <a:pt x="87040" y="1361"/>
                  </a:cubicBezTo>
                  <a:close/>
                  <a:moveTo>
                    <a:pt x="8166" y="1361"/>
                  </a:moveTo>
                  <a:cubicBezTo>
                    <a:pt x="7949" y="1361"/>
                    <a:pt x="7774" y="1535"/>
                    <a:pt x="7641" y="1883"/>
                  </a:cubicBezTo>
                  <a:cubicBezTo>
                    <a:pt x="7508" y="2232"/>
                    <a:pt x="7442" y="2694"/>
                    <a:pt x="7442" y="3271"/>
                  </a:cubicBezTo>
                  <a:cubicBezTo>
                    <a:pt x="7442" y="3845"/>
                    <a:pt x="7508" y="4307"/>
                    <a:pt x="7641" y="4655"/>
                  </a:cubicBezTo>
                  <a:cubicBezTo>
                    <a:pt x="7774" y="5003"/>
                    <a:pt x="7949" y="5177"/>
                    <a:pt x="8166" y="5177"/>
                  </a:cubicBezTo>
                  <a:cubicBezTo>
                    <a:pt x="8296" y="5177"/>
                    <a:pt x="8409" y="5123"/>
                    <a:pt x="8502" y="5014"/>
                  </a:cubicBezTo>
                  <a:cubicBezTo>
                    <a:pt x="8596" y="4906"/>
                    <a:pt x="8673" y="4741"/>
                    <a:pt x="8733" y="4522"/>
                  </a:cubicBezTo>
                  <a:lnTo>
                    <a:pt x="8733" y="4825"/>
                  </a:lnTo>
                  <a:cubicBezTo>
                    <a:pt x="8733" y="5248"/>
                    <a:pt x="8686" y="5565"/>
                    <a:pt x="8591" y="5775"/>
                  </a:cubicBezTo>
                  <a:cubicBezTo>
                    <a:pt x="8496" y="5984"/>
                    <a:pt x="8353" y="6089"/>
                    <a:pt x="8163" y="6089"/>
                  </a:cubicBezTo>
                  <a:cubicBezTo>
                    <a:pt x="8076" y="6089"/>
                    <a:pt x="7991" y="6066"/>
                    <a:pt x="7908" y="6019"/>
                  </a:cubicBezTo>
                  <a:cubicBezTo>
                    <a:pt x="7825" y="5973"/>
                    <a:pt x="7740" y="5900"/>
                    <a:pt x="7655" y="5803"/>
                  </a:cubicBezTo>
                  <a:lnTo>
                    <a:pt x="7655" y="6398"/>
                  </a:lnTo>
                  <a:cubicBezTo>
                    <a:pt x="7740" y="6465"/>
                    <a:pt x="7828" y="6514"/>
                    <a:pt x="7919" y="6546"/>
                  </a:cubicBezTo>
                  <a:cubicBezTo>
                    <a:pt x="8010" y="6579"/>
                    <a:pt x="8106" y="6595"/>
                    <a:pt x="8208" y="6595"/>
                  </a:cubicBezTo>
                  <a:cubicBezTo>
                    <a:pt x="8485" y="6595"/>
                    <a:pt x="8690" y="6440"/>
                    <a:pt x="8823" y="6131"/>
                  </a:cubicBezTo>
                  <a:cubicBezTo>
                    <a:pt x="8957" y="5821"/>
                    <a:pt x="9024" y="5349"/>
                    <a:pt x="9024" y="4715"/>
                  </a:cubicBezTo>
                  <a:lnTo>
                    <a:pt x="9024" y="1451"/>
                  </a:lnTo>
                  <a:lnTo>
                    <a:pt x="8733" y="1451"/>
                  </a:lnTo>
                  <a:lnTo>
                    <a:pt x="8733" y="2017"/>
                  </a:lnTo>
                  <a:cubicBezTo>
                    <a:pt x="8673" y="1797"/>
                    <a:pt x="8596" y="1633"/>
                    <a:pt x="8502" y="1524"/>
                  </a:cubicBezTo>
                  <a:cubicBezTo>
                    <a:pt x="8409" y="1415"/>
                    <a:pt x="8296" y="1361"/>
                    <a:pt x="8166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1093225" y="2319900"/>
              <a:ext cx="416700" cy="122050"/>
            </a:xfrm>
            <a:custGeom>
              <a:rect b="b" l="l" r="r" t="t"/>
              <a:pathLst>
                <a:path extrusionOk="0" h="4882" w="16668">
                  <a:moveTo>
                    <a:pt x="4905" y="1488"/>
                  </a:moveTo>
                  <a:cubicBezTo>
                    <a:pt x="5048" y="1488"/>
                    <a:pt x="5163" y="1588"/>
                    <a:pt x="5250" y="1787"/>
                  </a:cubicBezTo>
                  <a:cubicBezTo>
                    <a:pt x="5337" y="1987"/>
                    <a:pt x="5382" y="2254"/>
                    <a:pt x="5384" y="2589"/>
                  </a:cubicBezTo>
                  <a:lnTo>
                    <a:pt x="4347" y="2592"/>
                  </a:lnTo>
                  <a:cubicBezTo>
                    <a:pt x="4361" y="2242"/>
                    <a:pt x="4418" y="1970"/>
                    <a:pt x="4515" y="1777"/>
                  </a:cubicBezTo>
                  <a:cubicBezTo>
                    <a:pt x="4613" y="1584"/>
                    <a:pt x="4742" y="1488"/>
                    <a:pt x="4905" y="1488"/>
                  </a:cubicBezTo>
                  <a:close/>
                  <a:moveTo>
                    <a:pt x="813" y="1488"/>
                  </a:moveTo>
                  <a:cubicBezTo>
                    <a:pt x="968" y="1488"/>
                    <a:pt x="1091" y="1617"/>
                    <a:pt x="1182" y="1875"/>
                  </a:cubicBezTo>
                  <a:cubicBezTo>
                    <a:pt x="1272" y="2134"/>
                    <a:pt x="1318" y="2484"/>
                    <a:pt x="1318" y="2925"/>
                  </a:cubicBezTo>
                  <a:cubicBezTo>
                    <a:pt x="1318" y="3369"/>
                    <a:pt x="1272" y="3719"/>
                    <a:pt x="1182" y="3976"/>
                  </a:cubicBezTo>
                  <a:cubicBezTo>
                    <a:pt x="1091" y="4234"/>
                    <a:pt x="968" y="4362"/>
                    <a:pt x="813" y="4362"/>
                  </a:cubicBezTo>
                  <a:cubicBezTo>
                    <a:pt x="656" y="4362"/>
                    <a:pt x="533" y="4234"/>
                    <a:pt x="443" y="3978"/>
                  </a:cubicBezTo>
                  <a:cubicBezTo>
                    <a:pt x="352" y="3722"/>
                    <a:pt x="307" y="3371"/>
                    <a:pt x="307" y="2925"/>
                  </a:cubicBezTo>
                  <a:cubicBezTo>
                    <a:pt x="307" y="2479"/>
                    <a:pt x="353" y="2128"/>
                    <a:pt x="443" y="1872"/>
                  </a:cubicBezTo>
                  <a:cubicBezTo>
                    <a:pt x="534" y="1616"/>
                    <a:pt x="657" y="1488"/>
                    <a:pt x="813" y="1488"/>
                  </a:cubicBezTo>
                  <a:close/>
                  <a:moveTo>
                    <a:pt x="11232" y="2912"/>
                  </a:moveTo>
                  <a:lnTo>
                    <a:pt x="11232" y="3048"/>
                  </a:lnTo>
                  <a:cubicBezTo>
                    <a:pt x="11232" y="3447"/>
                    <a:pt x="11183" y="3767"/>
                    <a:pt x="11086" y="4008"/>
                  </a:cubicBezTo>
                  <a:cubicBezTo>
                    <a:pt x="10988" y="4249"/>
                    <a:pt x="10859" y="4369"/>
                    <a:pt x="10698" y="4369"/>
                  </a:cubicBezTo>
                  <a:cubicBezTo>
                    <a:pt x="10581" y="4369"/>
                    <a:pt x="10488" y="4305"/>
                    <a:pt x="10420" y="4178"/>
                  </a:cubicBezTo>
                  <a:cubicBezTo>
                    <a:pt x="10352" y="4050"/>
                    <a:pt x="10318" y="3878"/>
                    <a:pt x="10318" y="3660"/>
                  </a:cubicBezTo>
                  <a:cubicBezTo>
                    <a:pt x="10318" y="3388"/>
                    <a:pt x="10364" y="3195"/>
                    <a:pt x="10454" y="3081"/>
                  </a:cubicBezTo>
                  <a:cubicBezTo>
                    <a:pt x="10545" y="2968"/>
                    <a:pt x="10708" y="2912"/>
                    <a:pt x="10943" y="2912"/>
                  </a:cubicBezTo>
                  <a:close/>
                  <a:moveTo>
                    <a:pt x="2962" y="969"/>
                  </a:moveTo>
                  <a:cubicBezTo>
                    <a:pt x="2839" y="969"/>
                    <a:pt x="2730" y="1024"/>
                    <a:pt x="2635" y="1135"/>
                  </a:cubicBezTo>
                  <a:cubicBezTo>
                    <a:pt x="2541" y="1246"/>
                    <a:pt x="2459" y="1413"/>
                    <a:pt x="2390" y="1637"/>
                  </a:cubicBezTo>
                  <a:lnTo>
                    <a:pt x="2390" y="1059"/>
                  </a:lnTo>
                  <a:lnTo>
                    <a:pt x="2097" y="1059"/>
                  </a:lnTo>
                  <a:lnTo>
                    <a:pt x="2097" y="4785"/>
                  </a:lnTo>
                  <a:lnTo>
                    <a:pt x="2390" y="4785"/>
                  </a:lnTo>
                  <a:lnTo>
                    <a:pt x="2390" y="2679"/>
                  </a:lnTo>
                  <a:cubicBezTo>
                    <a:pt x="2390" y="2315"/>
                    <a:pt x="2435" y="2028"/>
                    <a:pt x="2526" y="1817"/>
                  </a:cubicBezTo>
                  <a:cubicBezTo>
                    <a:pt x="2616" y="1606"/>
                    <a:pt x="2740" y="1501"/>
                    <a:pt x="2897" y="1501"/>
                  </a:cubicBezTo>
                  <a:cubicBezTo>
                    <a:pt x="3028" y="1501"/>
                    <a:pt x="3126" y="1589"/>
                    <a:pt x="3191" y="1764"/>
                  </a:cubicBezTo>
                  <a:cubicBezTo>
                    <a:pt x="3256" y="1939"/>
                    <a:pt x="3289" y="2203"/>
                    <a:pt x="3289" y="2556"/>
                  </a:cubicBezTo>
                  <a:lnTo>
                    <a:pt x="3289" y="4785"/>
                  </a:lnTo>
                  <a:lnTo>
                    <a:pt x="3580" y="4785"/>
                  </a:lnTo>
                  <a:lnTo>
                    <a:pt x="3580" y="2536"/>
                  </a:lnTo>
                  <a:cubicBezTo>
                    <a:pt x="3580" y="2021"/>
                    <a:pt x="3528" y="1631"/>
                    <a:pt x="3424" y="1366"/>
                  </a:cubicBezTo>
                  <a:cubicBezTo>
                    <a:pt x="3319" y="1101"/>
                    <a:pt x="3165" y="969"/>
                    <a:pt x="2962" y="969"/>
                  </a:cubicBezTo>
                  <a:close/>
                  <a:moveTo>
                    <a:pt x="8863" y="0"/>
                  </a:moveTo>
                  <a:lnTo>
                    <a:pt x="8863" y="1059"/>
                  </a:lnTo>
                  <a:lnTo>
                    <a:pt x="8650" y="1059"/>
                  </a:lnTo>
                  <a:lnTo>
                    <a:pt x="8650" y="1534"/>
                  </a:lnTo>
                  <a:lnTo>
                    <a:pt x="8863" y="1534"/>
                  </a:lnTo>
                  <a:lnTo>
                    <a:pt x="8863" y="3557"/>
                  </a:lnTo>
                  <a:cubicBezTo>
                    <a:pt x="8863" y="4023"/>
                    <a:pt x="8906" y="4344"/>
                    <a:pt x="8991" y="4520"/>
                  </a:cubicBezTo>
                  <a:cubicBezTo>
                    <a:pt x="9077" y="4697"/>
                    <a:pt x="9232" y="4785"/>
                    <a:pt x="9456" y="4785"/>
                  </a:cubicBezTo>
                  <a:lnTo>
                    <a:pt x="9755" y="4785"/>
                  </a:lnTo>
                  <a:lnTo>
                    <a:pt x="9755" y="4273"/>
                  </a:lnTo>
                  <a:lnTo>
                    <a:pt x="9456" y="4273"/>
                  </a:lnTo>
                  <a:cubicBezTo>
                    <a:pt x="9335" y="4273"/>
                    <a:pt x="9255" y="4229"/>
                    <a:pt x="9215" y="4143"/>
                  </a:cubicBezTo>
                  <a:cubicBezTo>
                    <a:pt x="9176" y="4056"/>
                    <a:pt x="9156" y="3861"/>
                    <a:pt x="9156" y="3557"/>
                  </a:cubicBezTo>
                  <a:lnTo>
                    <a:pt x="9156" y="1534"/>
                  </a:lnTo>
                  <a:lnTo>
                    <a:pt x="9755" y="1534"/>
                  </a:lnTo>
                  <a:lnTo>
                    <a:pt x="9755" y="1059"/>
                  </a:lnTo>
                  <a:lnTo>
                    <a:pt x="9156" y="1059"/>
                  </a:lnTo>
                  <a:lnTo>
                    <a:pt x="9156" y="0"/>
                  </a:lnTo>
                  <a:close/>
                  <a:moveTo>
                    <a:pt x="12117" y="0"/>
                  </a:moveTo>
                  <a:lnTo>
                    <a:pt x="12117" y="1059"/>
                  </a:lnTo>
                  <a:lnTo>
                    <a:pt x="11904" y="1059"/>
                  </a:lnTo>
                  <a:lnTo>
                    <a:pt x="11904" y="1534"/>
                  </a:lnTo>
                  <a:lnTo>
                    <a:pt x="12117" y="1534"/>
                  </a:lnTo>
                  <a:lnTo>
                    <a:pt x="12117" y="3557"/>
                  </a:lnTo>
                  <a:cubicBezTo>
                    <a:pt x="12117" y="4023"/>
                    <a:pt x="12160" y="4344"/>
                    <a:pt x="12245" y="4520"/>
                  </a:cubicBezTo>
                  <a:cubicBezTo>
                    <a:pt x="12331" y="4697"/>
                    <a:pt x="12486" y="4785"/>
                    <a:pt x="12710" y="4785"/>
                  </a:cubicBezTo>
                  <a:lnTo>
                    <a:pt x="13009" y="4785"/>
                  </a:lnTo>
                  <a:lnTo>
                    <a:pt x="13009" y="4273"/>
                  </a:lnTo>
                  <a:lnTo>
                    <a:pt x="12710" y="4273"/>
                  </a:lnTo>
                  <a:cubicBezTo>
                    <a:pt x="12589" y="4273"/>
                    <a:pt x="12509" y="4229"/>
                    <a:pt x="12469" y="4143"/>
                  </a:cubicBezTo>
                  <a:cubicBezTo>
                    <a:pt x="12430" y="4056"/>
                    <a:pt x="12410" y="3861"/>
                    <a:pt x="12410" y="3557"/>
                  </a:cubicBezTo>
                  <a:lnTo>
                    <a:pt x="12410" y="1534"/>
                  </a:lnTo>
                  <a:lnTo>
                    <a:pt x="13009" y="1534"/>
                  </a:lnTo>
                  <a:lnTo>
                    <a:pt x="13009" y="1059"/>
                  </a:lnTo>
                  <a:lnTo>
                    <a:pt x="12410" y="1059"/>
                  </a:lnTo>
                  <a:lnTo>
                    <a:pt x="12410" y="0"/>
                  </a:lnTo>
                  <a:close/>
                  <a:moveTo>
                    <a:pt x="813" y="969"/>
                  </a:moveTo>
                  <a:cubicBezTo>
                    <a:pt x="559" y="969"/>
                    <a:pt x="360" y="1142"/>
                    <a:pt x="216" y="1488"/>
                  </a:cubicBezTo>
                  <a:cubicBezTo>
                    <a:pt x="73" y="1834"/>
                    <a:pt x="1" y="2313"/>
                    <a:pt x="1" y="2925"/>
                  </a:cubicBezTo>
                  <a:cubicBezTo>
                    <a:pt x="1" y="3535"/>
                    <a:pt x="73" y="4014"/>
                    <a:pt x="216" y="4361"/>
                  </a:cubicBezTo>
                  <a:cubicBezTo>
                    <a:pt x="360" y="4708"/>
                    <a:pt x="559" y="4881"/>
                    <a:pt x="813" y="4881"/>
                  </a:cubicBezTo>
                  <a:cubicBezTo>
                    <a:pt x="1066" y="4881"/>
                    <a:pt x="1265" y="4708"/>
                    <a:pt x="1409" y="4361"/>
                  </a:cubicBezTo>
                  <a:cubicBezTo>
                    <a:pt x="1554" y="4014"/>
                    <a:pt x="1626" y="3535"/>
                    <a:pt x="1626" y="2925"/>
                  </a:cubicBezTo>
                  <a:cubicBezTo>
                    <a:pt x="1626" y="2313"/>
                    <a:pt x="1554" y="1834"/>
                    <a:pt x="1409" y="1488"/>
                  </a:cubicBezTo>
                  <a:cubicBezTo>
                    <a:pt x="1265" y="1142"/>
                    <a:pt x="1066" y="969"/>
                    <a:pt x="813" y="969"/>
                  </a:cubicBezTo>
                  <a:close/>
                  <a:moveTo>
                    <a:pt x="4902" y="969"/>
                  </a:moveTo>
                  <a:cubicBezTo>
                    <a:pt x="4636" y="969"/>
                    <a:pt x="4425" y="1148"/>
                    <a:pt x="4268" y="1506"/>
                  </a:cubicBezTo>
                  <a:cubicBezTo>
                    <a:pt x="4112" y="1864"/>
                    <a:pt x="4034" y="2348"/>
                    <a:pt x="4034" y="2958"/>
                  </a:cubicBezTo>
                  <a:cubicBezTo>
                    <a:pt x="4034" y="3548"/>
                    <a:pt x="4116" y="4016"/>
                    <a:pt x="4281" y="4362"/>
                  </a:cubicBezTo>
                  <a:cubicBezTo>
                    <a:pt x="4446" y="4708"/>
                    <a:pt x="4670" y="4881"/>
                    <a:pt x="4952" y="4881"/>
                  </a:cubicBezTo>
                  <a:cubicBezTo>
                    <a:pt x="5065" y="4881"/>
                    <a:pt x="5176" y="4857"/>
                    <a:pt x="5286" y="4808"/>
                  </a:cubicBezTo>
                  <a:cubicBezTo>
                    <a:pt x="5395" y="4759"/>
                    <a:pt x="5502" y="4688"/>
                    <a:pt x="5607" y="4595"/>
                  </a:cubicBezTo>
                  <a:lnTo>
                    <a:pt x="5607" y="4016"/>
                  </a:lnTo>
                  <a:cubicBezTo>
                    <a:pt x="5503" y="4132"/>
                    <a:pt x="5399" y="4218"/>
                    <a:pt x="5294" y="4276"/>
                  </a:cubicBezTo>
                  <a:cubicBezTo>
                    <a:pt x="5190" y="4334"/>
                    <a:pt x="5081" y="4362"/>
                    <a:pt x="4970" y="4362"/>
                  </a:cubicBezTo>
                  <a:cubicBezTo>
                    <a:pt x="4777" y="4362"/>
                    <a:pt x="4626" y="4252"/>
                    <a:pt x="4518" y="4031"/>
                  </a:cubicBezTo>
                  <a:cubicBezTo>
                    <a:pt x="4410" y="3811"/>
                    <a:pt x="4350" y="3490"/>
                    <a:pt x="4337" y="3068"/>
                  </a:cubicBezTo>
                  <a:lnTo>
                    <a:pt x="5675" y="3068"/>
                  </a:lnTo>
                  <a:lnTo>
                    <a:pt x="5675" y="2769"/>
                  </a:lnTo>
                  <a:cubicBezTo>
                    <a:pt x="5675" y="2214"/>
                    <a:pt x="5605" y="1776"/>
                    <a:pt x="5467" y="1453"/>
                  </a:cubicBezTo>
                  <a:cubicBezTo>
                    <a:pt x="5328" y="1130"/>
                    <a:pt x="5140" y="969"/>
                    <a:pt x="4902" y="969"/>
                  </a:cubicBezTo>
                  <a:close/>
                  <a:moveTo>
                    <a:pt x="7744" y="969"/>
                  </a:moveTo>
                  <a:cubicBezTo>
                    <a:pt x="7527" y="969"/>
                    <a:pt x="7359" y="1064"/>
                    <a:pt x="7241" y="1255"/>
                  </a:cubicBezTo>
                  <a:cubicBezTo>
                    <a:pt x="7123" y="1446"/>
                    <a:pt x="7064" y="1716"/>
                    <a:pt x="7064" y="2067"/>
                  </a:cubicBezTo>
                  <a:cubicBezTo>
                    <a:pt x="7064" y="2355"/>
                    <a:pt x="7104" y="2582"/>
                    <a:pt x="7184" y="2747"/>
                  </a:cubicBezTo>
                  <a:cubicBezTo>
                    <a:pt x="7264" y="2912"/>
                    <a:pt x="7395" y="3035"/>
                    <a:pt x="7575" y="3115"/>
                  </a:cubicBezTo>
                  <a:lnTo>
                    <a:pt x="7676" y="3165"/>
                  </a:lnTo>
                  <a:cubicBezTo>
                    <a:pt x="7856" y="3247"/>
                    <a:pt x="7973" y="3332"/>
                    <a:pt x="8026" y="3421"/>
                  </a:cubicBezTo>
                  <a:cubicBezTo>
                    <a:pt x="8079" y="3510"/>
                    <a:pt x="8106" y="3637"/>
                    <a:pt x="8106" y="3803"/>
                  </a:cubicBezTo>
                  <a:cubicBezTo>
                    <a:pt x="8106" y="3983"/>
                    <a:pt x="8069" y="4122"/>
                    <a:pt x="7995" y="4221"/>
                  </a:cubicBezTo>
                  <a:cubicBezTo>
                    <a:pt x="7922" y="4320"/>
                    <a:pt x="7816" y="4369"/>
                    <a:pt x="7679" y="4369"/>
                  </a:cubicBezTo>
                  <a:cubicBezTo>
                    <a:pt x="7577" y="4369"/>
                    <a:pt x="7474" y="4340"/>
                    <a:pt x="7369" y="4281"/>
                  </a:cubicBezTo>
                  <a:cubicBezTo>
                    <a:pt x="7265" y="4222"/>
                    <a:pt x="7159" y="4134"/>
                    <a:pt x="7051" y="4016"/>
                  </a:cubicBezTo>
                  <a:lnTo>
                    <a:pt x="7051" y="4649"/>
                  </a:lnTo>
                  <a:cubicBezTo>
                    <a:pt x="7165" y="4726"/>
                    <a:pt x="7274" y="4784"/>
                    <a:pt x="7376" y="4823"/>
                  </a:cubicBezTo>
                  <a:cubicBezTo>
                    <a:pt x="7479" y="4862"/>
                    <a:pt x="7578" y="4881"/>
                    <a:pt x="7673" y="4881"/>
                  </a:cubicBezTo>
                  <a:cubicBezTo>
                    <a:pt x="7900" y="4881"/>
                    <a:pt x="8079" y="4780"/>
                    <a:pt x="8210" y="4579"/>
                  </a:cubicBezTo>
                  <a:cubicBezTo>
                    <a:pt x="8340" y="4377"/>
                    <a:pt x="8405" y="4103"/>
                    <a:pt x="8405" y="3757"/>
                  </a:cubicBezTo>
                  <a:cubicBezTo>
                    <a:pt x="8405" y="3453"/>
                    <a:pt x="8361" y="3216"/>
                    <a:pt x="8274" y="3046"/>
                  </a:cubicBezTo>
                  <a:cubicBezTo>
                    <a:pt x="8187" y="2877"/>
                    <a:pt x="8041" y="2745"/>
                    <a:pt x="7834" y="2652"/>
                  </a:cubicBezTo>
                  <a:lnTo>
                    <a:pt x="7734" y="2606"/>
                  </a:lnTo>
                  <a:cubicBezTo>
                    <a:pt x="7578" y="2532"/>
                    <a:pt x="7475" y="2455"/>
                    <a:pt x="7423" y="2374"/>
                  </a:cubicBezTo>
                  <a:cubicBezTo>
                    <a:pt x="7371" y="2293"/>
                    <a:pt x="7346" y="2182"/>
                    <a:pt x="7346" y="2040"/>
                  </a:cubicBezTo>
                  <a:cubicBezTo>
                    <a:pt x="7346" y="1854"/>
                    <a:pt x="7382" y="1714"/>
                    <a:pt x="7454" y="1621"/>
                  </a:cubicBezTo>
                  <a:cubicBezTo>
                    <a:pt x="7526" y="1528"/>
                    <a:pt x="7634" y="1481"/>
                    <a:pt x="7779" y="1481"/>
                  </a:cubicBezTo>
                  <a:cubicBezTo>
                    <a:pt x="7874" y="1481"/>
                    <a:pt x="7965" y="1503"/>
                    <a:pt x="8054" y="1548"/>
                  </a:cubicBezTo>
                  <a:cubicBezTo>
                    <a:pt x="8142" y="1592"/>
                    <a:pt x="8228" y="1659"/>
                    <a:pt x="8310" y="1747"/>
                  </a:cubicBezTo>
                  <a:lnTo>
                    <a:pt x="8310" y="1168"/>
                  </a:lnTo>
                  <a:cubicBezTo>
                    <a:pt x="8230" y="1102"/>
                    <a:pt x="8142" y="1052"/>
                    <a:pt x="8048" y="1019"/>
                  </a:cubicBezTo>
                  <a:cubicBezTo>
                    <a:pt x="7953" y="985"/>
                    <a:pt x="7851" y="969"/>
                    <a:pt x="7744" y="969"/>
                  </a:cubicBezTo>
                  <a:close/>
                  <a:moveTo>
                    <a:pt x="10759" y="969"/>
                  </a:moveTo>
                  <a:cubicBezTo>
                    <a:pt x="10665" y="969"/>
                    <a:pt x="10567" y="990"/>
                    <a:pt x="10467" y="1034"/>
                  </a:cubicBezTo>
                  <a:cubicBezTo>
                    <a:pt x="10367" y="1077"/>
                    <a:pt x="10264" y="1142"/>
                    <a:pt x="10157" y="1228"/>
                  </a:cubicBezTo>
                  <a:lnTo>
                    <a:pt x="10157" y="1794"/>
                  </a:lnTo>
                  <a:cubicBezTo>
                    <a:pt x="10246" y="1692"/>
                    <a:pt x="10338" y="1615"/>
                    <a:pt x="10434" y="1564"/>
                  </a:cubicBezTo>
                  <a:cubicBezTo>
                    <a:pt x="10530" y="1513"/>
                    <a:pt x="10628" y="1488"/>
                    <a:pt x="10729" y="1488"/>
                  </a:cubicBezTo>
                  <a:cubicBezTo>
                    <a:pt x="10889" y="1488"/>
                    <a:pt x="11012" y="1565"/>
                    <a:pt x="11100" y="1719"/>
                  </a:cubicBezTo>
                  <a:cubicBezTo>
                    <a:pt x="11188" y="1873"/>
                    <a:pt x="11232" y="2091"/>
                    <a:pt x="11232" y="2373"/>
                  </a:cubicBezTo>
                  <a:lnTo>
                    <a:pt x="11232" y="2433"/>
                  </a:lnTo>
                  <a:lnTo>
                    <a:pt x="10824" y="2433"/>
                  </a:lnTo>
                  <a:cubicBezTo>
                    <a:pt x="10560" y="2433"/>
                    <a:pt x="10361" y="2539"/>
                    <a:pt x="10227" y="2752"/>
                  </a:cubicBezTo>
                  <a:cubicBezTo>
                    <a:pt x="10094" y="2965"/>
                    <a:pt x="10027" y="3281"/>
                    <a:pt x="10027" y="3700"/>
                  </a:cubicBezTo>
                  <a:cubicBezTo>
                    <a:pt x="10027" y="4060"/>
                    <a:pt x="10081" y="4346"/>
                    <a:pt x="10188" y="4560"/>
                  </a:cubicBezTo>
                  <a:cubicBezTo>
                    <a:pt x="10295" y="4774"/>
                    <a:pt x="10439" y="4881"/>
                    <a:pt x="10620" y="4881"/>
                  </a:cubicBezTo>
                  <a:cubicBezTo>
                    <a:pt x="10764" y="4881"/>
                    <a:pt x="10885" y="4828"/>
                    <a:pt x="10984" y="4720"/>
                  </a:cubicBezTo>
                  <a:cubicBezTo>
                    <a:pt x="11083" y="4612"/>
                    <a:pt x="11166" y="4446"/>
                    <a:pt x="11232" y="4219"/>
                  </a:cubicBezTo>
                  <a:lnTo>
                    <a:pt x="11232" y="4785"/>
                  </a:lnTo>
                  <a:lnTo>
                    <a:pt x="11523" y="4785"/>
                  </a:lnTo>
                  <a:lnTo>
                    <a:pt x="11523" y="2659"/>
                  </a:lnTo>
                  <a:cubicBezTo>
                    <a:pt x="11523" y="2091"/>
                    <a:pt x="11460" y="1667"/>
                    <a:pt x="11333" y="1388"/>
                  </a:cubicBezTo>
                  <a:cubicBezTo>
                    <a:pt x="11207" y="1108"/>
                    <a:pt x="11016" y="969"/>
                    <a:pt x="10759" y="969"/>
                  </a:cubicBezTo>
                  <a:close/>
                  <a:moveTo>
                    <a:pt x="13362" y="1059"/>
                  </a:moveTo>
                  <a:lnTo>
                    <a:pt x="13362" y="3314"/>
                  </a:lnTo>
                  <a:cubicBezTo>
                    <a:pt x="13362" y="3827"/>
                    <a:pt x="13415" y="4216"/>
                    <a:pt x="13520" y="4482"/>
                  </a:cubicBezTo>
                  <a:cubicBezTo>
                    <a:pt x="13626" y="4748"/>
                    <a:pt x="13780" y="4881"/>
                    <a:pt x="13983" y="4881"/>
                  </a:cubicBezTo>
                  <a:cubicBezTo>
                    <a:pt x="14107" y="4881"/>
                    <a:pt x="14215" y="4827"/>
                    <a:pt x="14308" y="4717"/>
                  </a:cubicBezTo>
                  <a:cubicBezTo>
                    <a:pt x="14402" y="4607"/>
                    <a:pt x="14484" y="4439"/>
                    <a:pt x="14554" y="4213"/>
                  </a:cubicBezTo>
                  <a:lnTo>
                    <a:pt x="14554" y="4785"/>
                  </a:lnTo>
                  <a:lnTo>
                    <a:pt x="14845" y="4785"/>
                  </a:lnTo>
                  <a:lnTo>
                    <a:pt x="14845" y="1059"/>
                  </a:lnTo>
                  <a:lnTo>
                    <a:pt x="14554" y="1059"/>
                  </a:lnTo>
                  <a:lnTo>
                    <a:pt x="14554" y="3171"/>
                  </a:lnTo>
                  <a:cubicBezTo>
                    <a:pt x="14554" y="3535"/>
                    <a:pt x="14509" y="3822"/>
                    <a:pt x="14417" y="4033"/>
                  </a:cubicBezTo>
                  <a:cubicBezTo>
                    <a:pt x="14326" y="4244"/>
                    <a:pt x="14202" y="4349"/>
                    <a:pt x="14045" y="4349"/>
                  </a:cubicBezTo>
                  <a:cubicBezTo>
                    <a:pt x="13914" y="4349"/>
                    <a:pt x="13816" y="4261"/>
                    <a:pt x="13751" y="4085"/>
                  </a:cubicBezTo>
                  <a:cubicBezTo>
                    <a:pt x="13686" y="3908"/>
                    <a:pt x="13653" y="3644"/>
                    <a:pt x="13653" y="3291"/>
                  </a:cubicBezTo>
                  <a:lnTo>
                    <a:pt x="13653" y="1059"/>
                  </a:lnTo>
                  <a:close/>
                  <a:moveTo>
                    <a:pt x="16007" y="969"/>
                  </a:moveTo>
                  <a:cubicBezTo>
                    <a:pt x="15790" y="969"/>
                    <a:pt x="15622" y="1064"/>
                    <a:pt x="15504" y="1255"/>
                  </a:cubicBezTo>
                  <a:cubicBezTo>
                    <a:pt x="15386" y="1446"/>
                    <a:pt x="15327" y="1716"/>
                    <a:pt x="15327" y="2067"/>
                  </a:cubicBezTo>
                  <a:cubicBezTo>
                    <a:pt x="15327" y="2355"/>
                    <a:pt x="15367" y="2582"/>
                    <a:pt x="15447" y="2747"/>
                  </a:cubicBezTo>
                  <a:cubicBezTo>
                    <a:pt x="15527" y="2912"/>
                    <a:pt x="15658" y="3035"/>
                    <a:pt x="15838" y="3115"/>
                  </a:cubicBezTo>
                  <a:lnTo>
                    <a:pt x="15939" y="3165"/>
                  </a:lnTo>
                  <a:cubicBezTo>
                    <a:pt x="16119" y="3247"/>
                    <a:pt x="16236" y="3332"/>
                    <a:pt x="16289" y="3421"/>
                  </a:cubicBezTo>
                  <a:cubicBezTo>
                    <a:pt x="16342" y="3510"/>
                    <a:pt x="16369" y="3637"/>
                    <a:pt x="16369" y="3803"/>
                  </a:cubicBezTo>
                  <a:cubicBezTo>
                    <a:pt x="16369" y="3983"/>
                    <a:pt x="16332" y="4122"/>
                    <a:pt x="16258" y="4221"/>
                  </a:cubicBezTo>
                  <a:cubicBezTo>
                    <a:pt x="16185" y="4320"/>
                    <a:pt x="16079" y="4369"/>
                    <a:pt x="15942" y="4369"/>
                  </a:cubicBezTo>
                  <a:cubicBezTo>
                    <a:pt x="15840" y="4369"/>
                    <a:pt x="15737" y="4340"/>
                    <a:pt x="15632" y="4281"/>
                  </a:cubicBezTo>
                  <a:cubicBezTo>
                    <a:pt x="15528" y="4222"/>
                    <a:pt x="15422" y="4134"/>
                    <a:pt x="15314" y="4016"/>
                  </a:cubicBezTo>
                  <a:lnTo>
                    <a:pt x="15314" y="4649"/>
                  </a:lnTo>
                  <a:cubicBezTo>
                    <a:pt x="15428" y="4726"/>
                    <a:pt x="15537" y="4784"/>
                    <a:pt x="15639" y="4823"/>
                  </a:cubicBezTo>
                  <a:cubicBezTo>
                    <a:pt x="15742" y="4862"/>
                    <a:pt x="15841" y="4881"/>
                    <a:pt x="15936" y="4881"/>
                  </a:cubicBezTo>
                  <a:cubicBezTo>
                    <a:pt x="16163" y="4881"/>
                    <a:pt x="16342" y="4780"/>
                    <a:pt x="16473" y="4579"/>
                  </a:cubicBezTo>
                  <a:cubicBezTo>
                    <a:pt x="16603" y="4377"/>
                    <a:pt x="16668" y="4103"/>
                    <a:pt x="16668" y="3757"/>
                  </a:cubicBezTo>
                  <a:cubicBezTo>
                    <a:pt x="16668" y="3453"/>
                    <a:pt x="16624" y="3216"/>
                    <a:pt x="16537" y="3046"/>
                  </a:cubicBezTo>
                  <a:cubicBezTo>
                    <a:pt x="16450" y="2877"/>
                    <a:pt x="16304" y="2745"/>
                    <a:pt x="16097" y="2652"/>
                  </a:cubicBezTo>
                  <a:lnTo>
                    <a:pt x="15997" y="2606"/>
                  </a:lnTo>
                  <a:cubicBezTo>
                    <a:pt x="15841" y="2532"/>
                    <a:pt x="15738" y="2455"/>
                    <a:pt x="15686" y="2374"/>
                  </a:cubicBezTo>
                  <a:cubicBezTo>
                    <a:pt x="15634" y="2293"/>
                    <a:pt x="15609" y="2182"/>
                    <a:pt x="15609" y="2040"/>
                  </a:cubicBezTo>
                  <a:cubicBezTo>
                    <a:pt x="15609" y="1854"/>
                    <a:pt x="15645" y="1714"/>
                    <a:pt x="15717" y="1621"/>
                  </a:cubicBezTo>
                  <a:cubicBezTo>
                    <a:pt x="15789" y="1528"/>
                    <a:pt x="15897" y="1481"/>
                    <a:pt x="16042" y="1481"/>
                  </a:cubicBezTo>
                  <a:cubicBezTo>
                    <a:pt x="16137" y="1481"/>
                    <a:pt x="16228" y="1503"/>
                    <a:pt x="16317" y="1548"/>
                  </a:cubicBezTo>
                  <a:cubicBezTo>
                    <a:pt x="16405" y="1592"/>
                    <a:pt x="16491" y="1659"/>
                    <a:pt x="16573" y="1747"/>
                  </a:cubicBezTo>
                  <a:lnTo>
                    <a:pt x="16573" y="1168"/>
                  </a:lnTo>
                  <a:cubicBezTo>
                    <a:pt x="16493" y="1102"/>
                    <a:pt x="16405" y="1052"/>
                    <a:pt x="16311" y="1019"/>
                  </a:cubicBezTo>
                  <a:cubicBezTo>
                    <a:pt x="16216" y="985"/>
                    <a:pt x="16114" y="969"/>
                    <a:pt x="16007" y="9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0" y="2630300"/>
              <a:ext cx="122250" cy="20475"/>
            </a:xfrm>
            <a:custGeom>
              <a:rect b="b" l="l" r="r" t="t"/>
              <a:pathLst>
                <a:path extrusionOk="0" h="819" w="4890">
                  <a:moveTo>
                    <a:pt x="0" y="1"/>
                  </a:moveTo>
                  <a:lnTo>
                    <a:pt x="0" y="819"/>
                  </a:lnTo>
                  <a:lnTo>
                    <a:pt x="4889" y="819"/>
                  </a:lnTo>
                  <a:lnTo>
                    <a:pt x="4889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117375" y="2630300"/>
              <a:ext cx="9725" cy="20475"/>
            </a:xfrm>
            <a:custGeom>
              <a:rect b="b" l="l" r="r" t="t"/>
              <a:pathLst>
                <a:path extrusionOk="0" h="819" w="389">
                  <a:moveTo>
                    <a:pt x="0" y="1"/>
                  </a:moveTo>
                  <a:lnTo>
                    <a:pt x="0" y="819"/>
                  </a:lnTo>
                  <a:lnTo>
                    <a:pt x="389" y="81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127075" y="2630300"/>
              <a:ext cx="925275" cy="20475"/>
            </a:xfrm>
            <a:custGeom>
              <a:rect b="b" l="l" r="r" t="t"/>
              <a:pathLst>
                <a:path extrusionOk="0" h="819" w="37011">
                  <a:moveTo>
                    <a:pt x="1" y="1"/>
                  </a:moveTo>
                  <a:lnTo>
                    <a:pt x="1" y="819"/>
                  </a:lnTo>
                  <a:lnTo>
                    <a:pt x="37011" y="819"/>
                  </a:lnTo>
                  <a:lnTo>
                    <a:pt x="3701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1047475" y="2630300"/>
              <a:ext cx="9750" cy="20475"/>
            </a:xfrm>
            <a:custGeom>
              <a:rect b="b" l="l" r="r" t="t"/>
              <a:pathLst>
                <a:path extrusionOk="0" h="819" w="390">
                  <a:moveTo>
                    <a:pt x="1" y="1"/>
                  </a:moveTo>
                  <a:lnTo>
                    <a:pt x="1" y="819"/>
                  </a:lnTo>
                  <a:lnTo>
                    <a:pt x="389" y="81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1057200" y="2630300"/>
              <a:ext cx="1934725" cy="20475"/>
            </a:xfrm>
            <a:custGeom>
              <a:rect b="b" l="l" r="r" t="t"/>
              <a:pathLst>
                <a:path extrusionOk="0" h="819" w="77389">
                  <a:moveTo>
                    <a:pt x="0" y="1"/>
                  </a:moveTo>
                  <a:lnTo>
                    <a:pt x="0" y="819"/>
                  </a:lnTo>
                  <a:lnTo>
                    <a:pt x="77388" y="819"/>
                  </a:lnTo>
                  <a:lnTo>
                    <a:pt x="77388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reason why SVD is your friend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 1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eigenvector of a balanced symmetric matrix of affective relations reveals the clique structure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4"/>
          <p:cNvGrpSpPr/>
          <p:nvPr/>
        </p:nvGrpSpPr>
        <p:grpSpPr>
          <a:xfrm>
            <a:off x="3437727" y="533400"/>
            <a:ext cx="2146588" cy="5970093"/>
            <a:chOff x="12725" y="0"/>
            <a:chExt cx="3130050" cy="3000000"/>
          </a:xfrm>
        </p:grpSpPr>
        <p:sp>
          <p:nvSpPr>
            <p:cNvPr id="267" name="Google Shape;267;p34"/>
            <p:cNvSpPr/>
            <p:nvPr/>
          </p:nvSpPr>
          <p:spPr>
            <a:xfrm>
              <a:off x="12725" y="146800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4"/>
            <p:cNvSpPr/>
            <p:nvPr/>
          </p:nvSpPr>
          <p:spPr>
            <a:xfrm>
              <a:off x="12725" y="431700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1"/>
                  </a:lnTo>
                  <a:lnTo>
                    <a:pt x="119236" y="5741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4"/>
            <p:cNvSpPr/>
            <p:nvPr/>
          </p:nvSpPr>
          <p:spPr>
            <a:xfrm>
              <a:off x="12725" y="716575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12725" y="1001450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4"/>
            <p:cNvSpPr/>
            <p:nvPr/>
          </p:nvSpPr>
          <p:spPr>
            <a:xfrm>
              <a:off x="12725" y="1286325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4"/>
            <p:cNvSpPr/>
            <p:nvPr/>
          </p:nvSpPr>
          <p:spPr>
            <a:xfrm>
              <a:off x="12725" y="1571200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12725" y="1856075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12725" y="2140975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12725" y="2425850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12725" y="2710725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99175" y="37350"/>
              <a:ext cx="983700" cy="81450"/>
            </a:xfrm>
            <a:custGeom>
              <a:rect b="b" l="l" r="r" t="t"/>
              <a:pathLst>
                <a:path extrusionOk="0" h="3258" w="39348">
                  <a:moveTo>
                    <a:pt x="35725" y="1250"/>
                  </a:moveTo>
                  <a:cubicBezTo>
                    <a:pt x="36122" y="1250"/>
                    <a:pt x="36445" y="1295"/>
                    <a:pt x="36691" y="1384"/>
                  </a:cubicBezTo>
                  <a:cubicBezTo>
                    <a:pt x="36938" y="1473"/>
                    <a:pt x="37061" y="1590"/>
                    <a:pt x="37061" y="1736"/>
                  </a:cubicBezTo>
                  <a:lnTo>
                    <a:pt x="34171" y="1736"/>
                  </a:lnTo>
                  <a:cubicBezTo>
                    <a:pt x="34238" y="1579"/>
                    <a:pt x="34405" y="1459"/>
                    <a:pt x="34675" y="1375"/>
                  </a:cubicBezTo>
                  <a:cubicBezTo>
                    <a:pt x="34944" y="1292"/>
                    <a:pt x="35294" y="1250"/>
                    <a:pt x="35725" y="1250"/>
                  </a:cubicBezTo>
                  <a:close/>
                  <a:moveTo>
                    <a:pt x="14826" y="2117"/>
                  </a:moveTo>
                  <a:lnTo>
                    <a:pt x="14826" y="2205"/>
                  </a:lnTo>
                  <a:cubicBezTo>
                    <a:pt x="14826" y="2360"/>
                    <a:pt x="14684" y="2490"/>
                    <a:pt x="14398" y="2593"/>
                  </a:cubicBezTo>
                  <a:cubicBezTo>
                    <a:pt x="14112" y="2697"/>
                    <a:pt x="13760" y="2748"/>
                    <a:pt x="13341" y="2748"/>
                  </a:cubicBezTo>
                  <a:cubicBezTo>
                    <a:pt x="13006" y="2748"/>
                    <a:pt x="12744" y="2721"/>
                    <a:pt x="12555" y="2666"/>
                  </a:cubicBezTo>
                  <a:cubicBezTo>
                    <a:pt x="12367" y="2611"/>
                    <a:pt x="12273" y="2535"/>
                    <a:pt x="12273" y="2438"/>
                  </a:cubicBezTo>
                  <a:cubicBezTo>
                    <a:pt x="12273" y="2332"/>
                    <a:pt x="12390" y="2252"/>
                    <a:pt x="12624" y="2198"/>
                  </a:cubicBezTo>
                  <a:cubicBezTo>
                    <a:pt x="12858" y="2144"/>
                    <a:pt x="13207" y="2117"/>
                    <a:pt x="13671" y="2117"/>
                  </a:cubicBezTo>
                  <a:close/>
                  <a:moveTo>
                    <a:pt x="1" y="0"/>
                  </a:moveTo>
                  <a:lnTo>
                    <a:pt x="1" y="3196"/>
                  </a:lnTo>
                  <a:lnTo>
                    <a:pt x="2269" y="3196"/>
                  </a:lnTo>
                  <a:lnTo>
                    <a:pt x="2269" y="1004"/>
                  </a:lnTo>
                  <a:lnTo>
                    <a:pt x="5643" y="3196"/>
                  </a:lnTo>
                  <a:lnTo>
                    <a:pt x="8315" y="3196"/>
                  </a:lnTo>
                  <a:lnTo>
                    <a:pt x="8315" y="0"/>
                  </a:lnTo>
                  <a:lnTo>
                    <a:pt x="6047" y="0"/>
                  </a:lnTo>
                  <a:lnTo>
                    <a:pt x="6047" y="2192"/>
                  </a:lnTo>
                  <a:lnTo>
                    <a:pt x="2673" y="0"/>
                  </a:lnTo>
                  <a:close/>
                  <a:moveTo>
                    <a:pt x="23478" y="741"/>
                  </a:moveTo>
                  <a:cubicBezTo>
                    <a:pt x="23051" y="741"/>
                    <a:pt x="22661" y="775"/>
                    <a:pt x="22306" y="844"/>
                  </a:cubicBezTo>
                  <a:cubicBezTo>
                    <a:pt x="21952" y="912"/>
                    <a:pt x="21638" y="1014"/>
                    <a:pt x="21365" y="1150"/>
                  </a:cubicBezTo>
                  <a:lnTo>
                    <a:pt x="21365" y="799"/>
                  </a:lnTo>
                  <a:lnTo>
                    <a:pt x="19128" y="799"/>
                  </a:lnTo>
                  <a:lnTo>
                    <a:pt x="19128" y="3196"/>
                  </a:lnTo>
                  <a:lnTo>
                    <a:pt x="21365" y="3196"/>
                  </a:lnTo>
                  <a:lnTo>
                    <a:pt x="21365" y="2016"/>
                  </a:lnTo>
                  <a:cubicBezTo>
                    <a:pt x="21365" y="1792"/>
                    <a:pt x="21481" y="1620"/>
                    <a:pt x="21713" y="1499"/>
                  </a:cubicBezTo>
                  <a:cubicBezTo>
                    <a:pt x="21945" y="1379"/>
                    <a:pt x="22274" y="1319"/>
                    <a:pt x="22701" y="1319"/>
                  </a:cubicBezTo>
                  <a:cubicBezTo>
                    <a:pt x="23041" y="1319"/>
                    <a:pt x="23277" y="1357"/>
                    <a:pt x="23409" y="1433"/>
                  </a:cubicBezTo>
                  <a:cubicBezTo>
                    <a:pt x="23542" y="1509"/>
                    <a:pt x="23608" y="1680"/>
                    <a:pt x="23608" y="1946"/>
                  </a:cubicBezTo>
                  <a:lnTo>
                    <a:pt x="23608" y="3196"/>
                  </a:lnTo>
                  <a:lnTo>
                    <a:pt x="25845" y="3196"/>
                  </a:lnTo>
                  <a:lnTo>
                    <a:pt x="25845" y="2018"/>
                  </a:lnTo>
                  <a:cubicBezTo>
                    <a:pt x="25853" y="1792"/>
                    <a:pt x="25972" y="1618"/>
                    <a:pt x="26202" y="1498"/>
                  </a:cubicBezTo>
                  <a:cubicBezTo>
                    <a:pt x="26432" y="1379"/>
                    <a:pt x="26759" y="1319"/>
                    <a:pt x="27181" y="1319"/>
                  </a:cubicBezTo>
                  <a:cubicBezTo>
                    <a:pt x="27504" y="1319"/>
                    <a:pt x="27738" y="1357"/>
                    <a:pt x="27883" y="1433"/>
                  </a:cubicBezTo>
                  <a:cubicBezTo>
                    <a:pt x="28028" y="1509"/>
                    <a:pt x="28101" y="1633"/>
                    <a:pt x="28101" y="1802"/>
                  </a:cubicBezTo>
                  <a:cubicBezTo>
                    <a:pt x="28101" y="1839"/>
                    <a:pt x="28100" y="1868"/>
                    <a:pt x="28098" y="1888"/>
                  </a:cubicBezTo>
                  <a:cubicBezTo>
                    <a:pt x="28096" y="1908"/>
                    <a:pt x="28092" y="1927"/>
                    <a:pt x="28088" y="1946"/>
                  </a:cubicBezTo>
                  <a:lnTo>
                    <a:pt x="28088" y="3196"/>
                  </a:lnTo>
                  <a:lnTo>
                    <a:pt x="30325" y="3196"/>
                  </a:lnTo>
                  <a:lnTo>
                    <a:pt x="30325" y="1736"/>
                  </a:lnTo>
                  <a:cubicBezTo>
                    <a:pt x="30325" y="1412"/>
                    <a:pt x="30116" y="1165"/>
                    <a:pt x="29698" y="995"/>
                  </a:cubicBezTo>
                  <a:cubicBezTo>
                    <a:pt x="29279" y="826"/>
                    <a:pt x="28670" y="741"/>
                    <a:pt x="27871" y="741"/>
                  </a:cubicBezTo>
                  <a:cubicBezTo>
                    <a:pt x="27407" y="741"/>
                    <a:pt x="26981" y="780"/>
                    <a:pt x="26594" y="857"/>
                  </a:cubicBezTo>
                  <a:cubicBezTo>
                    <a:pt x="26207" y="935"/>
                    <a:pt x="25872" y="1048"/>
                    <a:pt x="25590" y="1197"/>
                  </a:cubicBezTo>
                  <a:cubicBezTo>
                    <a:pt x="25400" y="1053"/>
                    <a:pt x="25120" y="941"/>
                    <a:pt x="24751" y="861"/>
                  </a:cubicBezTo>
                  <a:cubicBezTo>
                    <a:pt x="24383" y="781"/>
                    <a:pt x="23958" y="741"/>
                    <a:pt x="23478" y="741"/>
                  </a:cubicBezTo>
                  <a:close/>
                  <a:moveTo>
                    <a:pt x="13515" y="741"/>
                  </a:moveTo>
                  <a:cubicBezTo>
                    <a:pt x="13035" y="741"/>
                    <a:pt x="12554" y="751"/>
                    <a:pt x="12074" y="772"/>
                  </a:cubicBezTo>
                  <a:cubicBezTo>
                    <a:pt x="11593" y="793"/>
                    <a:pt x="11115" y="823"/>
                    <a:pt x="10638" y="863"/>
                  </a:cubicBezTo>
                  <a:lnTo>
                    <a:pt x="10638" y="1447"/>
                  </a:lnTo>
                  <a:cubicBezTo>
                    <a:pt x="10990" y="1381"/>
                    <a:pt x="11372" y="1332"/>
                    <a:pt x="11782" y="1299"/>
                  </a:cubicBezTo>
                  <a:cubicBezTo>
                    <a:pt x="12192" y="1267"/>
                    <a:pt x="12635" y="1250"/>
                    <a:pt x="13111" y="1250"/>
                  </a:cubicBezTo>
                  <a:cubicBezTo>
                    <a:pt x="13700" y="1250"/>
                    <a:pt x="14133" y="1278"/>
                    <a:pt x="14410" y="1335"/>
                  </a:cubicBezTo>
                  <a:cubicBezTo>
                    <a:pt x="14688" y="1391"/>
                    <a:pt x="14826" y="1480"/>
                    <a:pt x="14826" y="1601"/>
                  </a:cubicBezTo>
                  <a:lnTo>
                    <a:pt x="14826" y="1661"/>
                  </a:lnTo>
                  <a:lnTo>
                    <a:pt x="13515" y="1661"/>
                  </a:lnTo>
                  <a:cubicBezTo>
                    <a:pt x="12314" y="1661"/>
                    <a:pt x="11433" y="1727"/>
                    <a:pt x="10871" y="1858"/>
                  </a:cubicBezTo>
                  <a:cubicBezTo>
                    <a:pt x="10310" y="1989"/>
                    <a:pt x="10029" y="2195"/>
                    <a:pt x="10029" y="2476"/>
                  </a:cubicBezTo>
                  <a:cubicBezTo>
                    <a:pt x="10029" y="2708"/>
                    <a:pt x="10254" y="2896"/>
                    <a:pt x="10704" y="3040"/>
                  </a:cubicBezTo>
                  <a:cubicBezTo>
                    <a:pt x="11153" y="3185"/>
                    <a:pt x="11738" y="3258"/>
                    <a:pt x="12459" y="3258"/>
                  </a:cubicBezTo>
                  <a:cubicBezTo>
                    <a:pt x="12993" y="3258"/>
                    <a:pt x="13447" y="3224"/>
                    <a:pt x="13820" y="3158"/>
                  </a:cubicBezTo>
                  <a:cubicBezTo>
                    <a:pt x="14193" y="3092"/>
                    <a:pt x="14528" y="2986"/>
                    <a:pt x="14826" y="2840"/>
                  </a:cubicBezTo>
                  <a:lnTo>
                    <a:pt x="14826" y="3196"/>
                  </a:lnTo>
                  <a:lnTo>
                    <a:pt x="17070" y="3196"/>
                  </a:lnTo>
                  <a:lnTo>
                    <a:pt x="17070" y="1828"/>
                  </a:lnTo>
                  <a:cubicBezTo>
                    <a:pt x="17070" y="1444"/>
                    <a:pt x="16791" y="1167"/>
                    <a:pt x="16234" y="997"/>
                  </a:cubicBezTo>
                  <a:cubicBezTo>
                    <a:pt x="15677" y="826"/>
                    <a:pt x="14771" y="741"/>
                    <a:pt x="13515" y="741"/>
                  </a:cubicBezTo>
                  <a:close/>
                  <a:moveTo>
                    <a:pt x="35737" y="741"/>
                  </a:moveTo>
                  <a:cubicBezTo>
                    <a:pt x="34536" y="741"/>
                    <a:pt x="33592" y="853"/>
                    <a:pt x="32907" y="1077"/>
                  </a:cubicBezTo>
                  <a:cubicBezTo>
                    <a:pt x="32221" y="1301"/>
                    <a:pt x="31878" y="1608"/>
                    <a:pt x="31878" y="1999"/>
                  </a:cubicBezTo>
                  <a:cubicBezTo>
                    <a:pt x="31878" y="2397"/>
                    <a:pt x="32227" y="2707"/>
                    <a:pt x="32925" y="2927"/>
                  </a:cubicBezTo>
                  <a:cubicBezTo>
                    <a:pt x="33623" y="3147"/>
                    <a:pt x="34602" y="3258"/>
                    <a:pt x="35861" y="3258"/>
                  </a:cubicBezTo>
                  <a:cubicBezTo>
                    <a:pt x="36388" y="3258"/>
                    <a:pt x="36914" y="3240"/>
                    <a:pt x="37440" y="3205"/>
                  </a:cubicBezTo>
                  <a:cubicBezTo>
                    <a:pt x="37966" y="3170"/>
                    <a:pt x="38492" y="3119"/>
                    <a:pt x="39018" y="3050"/>
                  </a:cubicBezTo>
                  <a:lnTo>
                    <a:pt x="39018" y="2459"/>
                  </a:lnTo>
                  <a:cubicBezTo>
                    <a:pt x="38500" y="2556"/>
                    <a:pt x="37996" y="2629"/>
                    <a:pt x="37505" y="2677"/>
                  </a:cubicBezTo>
                  <a:cubicBezTo>
                    <a:pt x="37014" y="2724"/>
                    <a:pt x="36535" y="2748"/>
                    <a:pt x="36067" y="2748"/>
                  </a:cubicBezTo>
                  <a:cubicBezTo>
                    <a:pt x="35487" y="2748"/>
                    <a:pt x="35035" y="2703"/>
                    <a:pt x="34712" y="2613"/>
                  </a:cubicBezTo>
                  <a:cubicBezTo>
                    <a:pt x="34389" y="2524"/>
                    <a:pt x="34200" y="2389"/>
                    <a:pt x="34146" y="2209"/>
                  </a:cubicBezTo>
                  <a:lnTo>
                    <a:pt x="39347" y="2209"/>
                  </a:lnTo>
                  <a:lnTo>
                    <a:pt x="39347" y="1991"/>
                  </a:lnTo>
                  <a:cubicBezTo>
                    <a:pt x="39347" y="1611"/>
                    <a:pt x="39019" y="1308"/>
                    <a:pt x="38363" y="1081"/>
                  </a:cubicBezTo>
                  <a:cubicBezTo>
                    <a:pt x="37706" y="854"/>
                    <a:pt x="36831" y="741"/>
                    <a:pt x="35737" y="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1581675" y="35900"/>
              <a:ext cx="1126000" cy="82900"/>
            </a:xfrm>
            <a:custGeom>
              <a:rect b="b" l="l" r="r" t="t"/>
              <a:pathLst>
                <a:path extrusionOk="0" h="3316" w="45040">
                  <a:moveTo>
                    <a:pt x="19680" y="2175"/>
                  </a:moveTo>
                  <a:lnTo>
                    <a:pt x="19680" y="2263"/>
                  </a:lnTo>
                  <a:cubicBezTo>
                    <a:pt x="19680" y="2418"/>
                    <a:pt x="19537" y="2548"/>
                    <a:pt x="19251" y="2651"/>
                  </a:cubicBezTo>
                  <a:cubicBezTo>
                    <a:pt x="18966" y="2755"/>
                    <a:pt x="18613" y="2806"/>
                    <a:pt x="18195" y="2806"/>
                  </a:cubicBezTo>
                  <a:cubicBezTo>
                    <a:pt x="17859" y="2806"/>
                    <a:pt x="17597" y="2779"/>
                    <a:pt x="17409" y="2724"/>
                  </a:cubicBezTo>
                  <a:cubicBezTo>
                    <a:pt x="17220" y="2669"/>
                    <a:pt x="17126" y="2593"/>
                    <a:pt x="17126" y="2496"/>
                  </a:cubicBezTo>
                  <a:cubicBezTo>
                    <a:pt x="17126" y="2390"/>
                    <a:pt x="17243" y="2310"/>
                    <a:pt x="17477" y="2256"/>
                  </a:cubicBezTo>
                  <a:cubicBezTo>
                    <a:pt x="17711" y="2202"/>
                    <a:pt x="18060" y="2175"/>
                    <a:pt x="18524" y="2175"/>
                  </a:cubicBezTo>
                  <a:close/>
                  <a:moveTo>
                    <a:pt x="9527" y="176"/>
                  </a:moveTo>
                  <a:lnTo>
                    <a:pt x="9527" y="857"/>
                  </a:lnTo>
                  <a:lnTo>
                    <a:pt x="8421" y="857"/>
                  </a:lnTo>
                  <a:lnTo>
                    <a:pt x="8421" y="1404"/>
                  </a:lnTo>
                  <a:lnTo>
                    <a:pt x="9527" y="1404"/>
                  </a:lnTo>
                  <a:lnTo>
                    <a:pt x="9527" y="2421"/>
                  </a:lnTo>
                  <a:cubicBezTo>
                    <a:pt x="9527" y="2724"/>
                    <a:pt x="9710" y="2938"/>
                    <a:pt x="10077" y="3064"/>
                  </a:cubicBezTo>
                  <a:cubicBezTo>
                    <a:pt x="10444" y="3190"/>
                    <a:pt x="11066" y="3254"/>
                    <a:pt x="11944" y="3254"/>
                  </a:cubicBezTo>
                  <a:lnTo>
                    <a:pt x="13852" y="3254"/>
                  </a:lnTo>
                  <a:lnTo>
                    <a:pt x="13852" y="2706"/>
                  </a:lnTo>
                  <a:lnTo>
                    <a:pt x="12709" y="2706"/>
                  </a:lnTo>
                  <a:cubicBezTo>
                    <a:pt x="12327" y="2706"/>
                    <a:pt x="12073" y="2686"/>
                    <a:pt x="11944" y="2647"/>
                  </a:cubicBezTo>
                  <a:cubicBezTo>
                    <a:pt x="11816" y="2608"/>
                    <a:pt x="11752" y="2532"/>
                    <a:pt x="11752" y="2421"/>
                  </a:cubicBezTo>
                  <a:lnTo>
                    <a:pt x="11752" y="1404"/>
                  </a:lnTo>
                  <a:lnTo>
                    <a:pt x="14045" y="1404"/>
                  </a:lnTo>
                  <a:lnTo>
                    <a:pt x="14045" y="857"/>
                  </a:lnTo>
                  <a:lnTo>
                    <a:pt x="11752" y="857"/>
                  </a:lnTo>
                  <a:lnTo>
                    <a:pt x="11752" y="176"/>
                  </a:lnTo>
                  <a:close/>
                  <a:moveTo>
                    <a:pt x="24199" y="176"/>
                  </a:moveTo>
                  <a:lnTo>
                    <a:pt x="24199" y="857"/>
                  </a:lnTo>
                  <a:lnTo>
                    <a:pt x="23093" y="857"/>
                  </a:lnTo>
                  <a:lnTo>
                    <a:pt x="23093" y="1404"/>
                  </a:lnTo>
                  <a:lnTo>
                    <a:pt x="24199" y="1404"/>
                  </a:lnTo>
                  <a:lnTo>
                    <a:pt x="24199" y="2421"/>
                  </a:lnTo>
                  <a:cubicBezTo>
                    <a:pt x="24199" y="2724"/>
                    <a:pt x="24382" y="2938"/>
                    <a:pt x="24749" y="3064"/>
                  </a:cubicBezTo>
                  <a:cubicBezTo>
                    <a:pt x="25116" y="3190"/>
                    <a:pt x="25738" y="3254"/>
                    <a:pt x="26616" y="3254"/>
                  </a:cubicBezTo>
                  <a:lnTo>
                    <a:pt x="28524" y="3254"/>
                  </a:lnTo>
                  <a:lnTo>
                    <a:pt x="28524" y="2706"/>
                  </a:lnTo>
                  <a:lnTo>
                    <a:pt x="27381" y="2706"/>
                  </a:lnTo>
                  <a:cubicBezTo>
                    <a:pt x="26999" y="2706"/>
                    <a:pt x="26745" y="2686"/>
                    <a:pt x="26616" y="2647"/>
                  </a:cubicBezTo>
                  <a:cubicBezTo>
                    <a:pt x="26488" y="2608"/>
                    <a:pt x="26424" y="2532"/>
                    <a:pt x="26424" y="2421"/>
                  </a:cubicBezTo>
                  <a:lnTo>
                    <a:pt x="26424" y="1404"/>
                  </a:lnTo>
                  <a:lnTo>
                    <a:pt x="28717" y="1404"/>
                  </a:lnTo>
                  <a:lnTo>
                    <a:pt x="28717" y="857"/>
                  </a:lnTo>
                  <a:lnTo>
                    <a:pt x="26424" y="857"/>
                  </a:lnTo>
                  <a:lnTo>
                    <a:pt x="26424" y="176"/>
                  </a:lnTo>
                  <a:close/>
                  <a:moveTo>
                    <a:pt x="3468" y="1"/>
                  </a:moveTo>
                  <a:cubicBezTo>
                    <a:pt x="2349" y="1"/>
                    <a:pt x="1492" y="86"/>
                    <a:pt x="895" y="257"/>
                  </a:cubicBezTo>
                  <a:cubicBezTo>
                    <a:pt x="299" y="429"/>
                    <a:pt x="1" y="673"/>
                    <a:pt x="1" y="991"/>
                  </a:cubicBezTo>
                  <a:cubicBezTo>
                    <a:pt x="1" y="1245"/>
                    <a:pt x="215" y="1447"/>
                    <a:pt x="644" y="1597"/>
                  </a:cubicBezTo>
                  <a:cubicBezTo>
                    <a:pt x="1073" y="1747"/>
                    <a:pt x="1751" y="1856"/>
                    <a:pt x="2679" y="1925"/>
                  </a:cubicBezTo>
                  <a:lnTo>
                    <a:pt x="3605" y="1995"/>
                  </a:lnTo>
                  <a:cubicBezTo>
                    <a:pt x="4168" y="2038"/>
                    <a:pt x="4544" y="2086"/>
                    <a:pt x="4732" y="2141"/>
                  </a:cubicBezTo>
                  <a:cubicBezTo>
                    <a:pt x="4921" y="2195"/>
                    <a:pt x="5015" y="2272"/>
                    <a:pt x="5015" y="2372"/>
                  </a:cubicBezTo>
                  <a:cubicBezTo>
                    <a:pt x="5015" y="2483"/>
                    <a:pt x="4876" y="2569"/>
                    <a:pt x="4599" y="2629"/>
                  </a:cubicBezTo>
                  <a:cubicBezTo>
                    <a:pt x="4321" y="2689"/>
                    <a:pt x="3922" y="2719"/>
                    <a:pt x="3400" y="2719"/>
                  </a:cubicBezTo>
                  <a:cubicBezTo>
                    <a:pt x="2886" y="2719"/>
                    <a:pt x="2353" y="2691"/>
                    <a:pt x="1800" y="2636"/>
                  </a:cubicBezTo>
                  <a:cubicBezTo>
                    <a:pt x="1247" y="2581"/>
                    <a:pt x="674" y="2500"/>
                    <a:pt x="81" y="2391"/>
                  </a:cubicBezTo>
                  <a:lnTo>
                    <a:pt x="81" y="3087"/>
                  </a:lnTo>
                  <a:cubicBezTo>
                    <a:pt x="674" y="3162"/>
                    <a:pt x="1266" y="3219"/>
                    <a:pt x="1859" y="3258"/>
                  </a:cubicBezTo>
                  <a:cubicBezTo>
                    <a:pt x="2451" y="3296"/>
                    <a:pt x="3041" y="3316"/>
                    <a:pt x="3630" y="3316"/>
                  </a:cubicBezTo>
                  <a:cubicBezTo>
                    <a:pt x="4876" y="3316"/>
                    <a:pt x="5803" y="3230"/>
                    <a:pt x="6410" y="3058"/>
                  </a:cubicBezTo>
                  <a:cubicBezTo>
                    <a:pt x="7017" y="2886"/>
                    <a:pt x="7321" y="2624"/>
                    <a:pt x="7321" y="2271"/>
                  </a:cubicBezTo>
                  <a:cubicBezTo>
                    <a:pt x="7321" y="2003"/>
                    <a:pt x="7103" y="1796"/>
                    <a:pt x="6668" y="1651"/>
                  </a:cubicBezTo>
                  <a:cubicBezTo>
                    <a:pt x="6233" y="1505"/>
                    <a:pt x="5500" y="1397"/>
                    <a:pt x="4468" y="1325"/>
                  </a:cubicBezTo>
                  <a:lnTo>
                    <a:pt x="3449" y="1255"/>
                  </a:lnTo>
                  <a:cubicBezTo>
                    <a:pt x="2965" y="1220"/>
                    <a:pt x="2630" y="1179"/>
                    <a:pt x="2446" y="1132"/>
                  </a:cubicBezTo>
                  <a:cubicBezTo>
                    <a:pt x="2261" y="1084"/>
                    <a:pt x="2169" y="1017"/>
                    <a:pt x="2169" y="932"/>
                  </a:cubicBezTo>
                  <a:cubicBezTo>
                    <a:pt x="2169" y="817"/>
                    <a:pt x="2306" y="733"/>
                    <a:pt x="2579" y="679"/>
                  </a:cubicBezTo>
                  <a:cubicBezTo>
                    <a:pt x="2853" y="625"/>
                    <a:pt x="3275" y="598"/>
                    <a:pt x="3847" y="598"/>
                  </a:cubicBezTo>
                  <a:cubicBezTo>
                    <a:pt x="4278" y="598"/>
                    <a:pt x="4736" y="618"/>
                    <a:pt x="5220" y="658"/>
                  </a:cubicBezTo>
                  <a:cubicBezTo>
                    <a:pt x="5705" y="698"/>
                    <a:pt x="6202" y="757"/>
                    <a:pt x="6712" y="835"/>
                  </a:cubicBezTo>
                  <a:lnTo>
                    <a:pt x="6712" y="159"/>
                  </a:lnTo>
                  <a:cubicBezTo>
                    <a:pt x="6136" y="106"/>
                    <a:pt x="5579" y="67"/>
                    <a:pt x="5040" y="40"/>
                  </a:cubicBezTo>
                  <a:cubicBezTo>
                    <a:pt x="4502" y="14"/>
                    <a:pt x="3978" y="1"/>
                    <a:pt x="3468" y="1"/>
                  </a:cubicBezTo>
                  <a:close/>
                  <a:moveTo>
                    <a:pt x="18369" y="799"/>
                  </a:moveTo>
                  <a:cubicBezTo>
                    <a:pt x="17888" y="799"/>
                    <a:pt x="17408" y="809"/>
                    <a:pt x="16927" y="830"/>
                  </a:cubicBezTo>
                  <a:cubicBezTo>
                    <a:pt x="16447" y="851"/>
                    <a:pt x="15968" y="881"/>
                    <a:pt x="15492" y="921"/>
                  </a:cubicBezTo>
                  <a:lnTo>
                    <a:pt x="15492" y="1505"/>
                  </a:lnTo>
                  <a:cubicBezTo>
                    <a:pt x="15844" y="1439"/>
                    <a:pt x="16225" y="1390"/>
                    <a:pt x="16635" y="1357"/>
                  </a:cubicBezTo>
                  <a:cubicBezTo>
                    <a:pt x="17045" y="1325"/>
                    <a:pt x="17489" y="1308"/>
                    <a:pt x="17965" y="1308"/>
                  </a:cubicBezTo>
                  <a:cubicBezTo>
                    <a:pt x="18553" y="1308"/>
                    <a:pt x="18986" y="1336"/>
                    <a:pt x="19264" y="1393"/>
                  </a:cubicBezTo>
                  <a:cubicBezTo>
                    <a:pt x="19541" y="1449"/>
                    <a:pt x="19680" y="1538"/>
                    <a:pt x="19680" y="1659"/>
                  </a:cubicBezTo>
                  <a:lnTo>
                    <a:pt x="19680" y="1719"/>
                  </a:lnTo>
                  <a:lnTo>
                    <a:pt x="18369" y="1719"/>
                  </a:lnTo>
                  <a:cubicBezTo>
                    <a:pt x="17168" y="1719"/>
                    <a:pt x="16286" y="1785"/>
                    <a:pt x="15725" y="1916"/>
                  </a:cubicBezTo>
                  <a:cubicBezTo>
                    <a:pt x="15164" y="2047"/>
                    <a:pt x="14883" y="2253"/>
                    <a:pt x="14883" y="2534"/>
                  </a:cubicBezTo>
                  <a:cubicBezTo>
                    <a:pt x="14883" y="2766"/>
                    <a:pt x="15108" y="2954"/>
                    <a:pt x="15557" y="3098"/>
                  </a:cubicBezTo>
                  <a:cubicBezTo>
                    <a:pt x="16007" y="3243"/>
                    <a:pt x="16592" y="3316"/>
                    <a:pt x="17313" y="3316"/>
                  </a:cubicBezTo>
                  <a:cubicBezTo>
                    <a:pt x="17847" y="3316"/>
                    <a:pt x="18301" y="3282"/>
                    <a:pt x="18673" y="3216"/>
                  </a:cubicBezTo>
                  <a:cubicBezTo>
                    <a:pt x="19046" y="3150"/>
                    <a:pt x="19382" y="3044"/>
                    <a:pt x="19680" y="2898"/>
                  </a:cubicBezTo>
                  <a:lnTo>
                    <a:pt x="19680" y="3254"/>
                  </a:lnTo>
                  <a:lnTo>
                    <a:pt x="21923" y="3254"/>
                  </a:lnTo>
                  <a:lnTo>
                    <a:pt x="21923" y="1886"/>
                  </a:lnTo>
                  <a:cubicBezTo>
                    <a:pt x="21923" y="1502"/>
                    <a:pt x="21645" y="1225"/>
                    <a:pt x="21088" y="1055"/>
                  </a:cubicBezTo>
                  <a:cubicBezTo>
                    <a:pt x="20530" y="884"/>
                    <a:pt x="19624" y="799"/>
                    <a:pt x="18369" y="799"/>
                  </a:cubicBezTo>
                  <a:close/>
                  <a:moveTo>
                    <a:pt x="30002" y="857"/>
                  </a:moveTo>
                  <a:lnTo>
                    <a:pt x="30002" y="2320"/>
                  </a:lnTo>
                  <a:cubicBezTo>
                    <a:pt x="30002" y="2644"/>
                    <a:pt x="30213" y="2891"/>
                    <a:pt x="30633" y="3061"/>
                  </a:cubicBezTo>
                  <a:cubicBezTo>
                    <a:pt x="31054" y="3231"/>
                    <a:pt x="31666" y="3316"/>
                    <a:pt x="32469" y="3316"/>
                  </a:cubicBezTo>
                  <a:cubicBezTo>
                    <a:pt x="32921" y="3316"/>
                    <a:pt x="33334" y="3282"/>
                    <a:pt x="33709" y="3216"/>
                  </a:cubicBezTo>
                  <a:cubicBezTo>
                    <a:pt x="34084" y="3150"/>
                    <a:pt x="34439" y="3047"/>
                    <a:pt x="34775" y="2907"/>
                  </a:cubicBezTo>
                  <a:lnTo>
                    <a:pt x="34775" y="3254"/>
                  </a:lnTo>
                  <a:lnTo>
                    <a:pt x="36999" y="3254"/>
                  </a:lnTo>
                  <a:lnTo>
                    <a:pt x="36999" y="857"/>
                  </a:lnTo>
                  <a:lnTo>
                    <a:pt x="34775" y="857"/>
                  </a:lnTo>
                  <a:lnTo>
                    <a:pt x="34775" y="2040"/>
                  </a:lnTo>
                  <a:cubicBezTo>
                    <a:pt x="34775" y="2258"/>
                    <a:pt x="34642" y="2429"/>
                    <a:pt x="34377" y="2552"/>
                  </a:cubicBezTo>
                  <a:cubicBezTo>
                    <a:pt x="34112" y="2674"/>
                    <a:pt x="33747" y="2736"/>
                    <a:pt x="33283" y="2736"/>
                  </a:cubicBezTo>
                  <a:cubicBezTo>
                    <a:pt x="33093" y="2736"/>
                    <a:pt x="32924" y="2722"/>
                    <a:pt x="32777" y="2695"/>
                  </a:cubicBezTo>
                  <a:cubicBezTo>
                    <a:pt x="32630" y="2668"/>
                    <a:pt x="32511" y="2629"/>
                    <a:pt x="32420" y="2579"/>
                  </a:cubicBezTo>
                  <a:cubicBezTo>
                    <a:pt x="32349" y="2541"/>
                    <a:pt x="32299" y="2479"/>
                    <a:pt x="32270" y="2394"/>
                  </a:cubicBezTo>
                  <a:cubicBezTo>
                    <a:pt x="32241" y="2309"/>
                    <a:pt x="32227" y="2171"/>
                    <a:pt x="32227" y="1978"/>
                  </a:cubicBezTo>
                  <a:cubicBezTo>
                    <a:pt x="32227" y="1912"/>
                    <a:pt x="32229" y="1781"/>
                    <a:pt x="32233" y="1585"/>
                  </a:cubicBezTo>
                  <a:cubicBezTo>
                    <a:pt x="32237" y="1389"/>
                    <a:pt x="32239" y="1226"/>
                    <a:pt x="32239" y="1096"/>
                  </a:cubicBezTo>
                  <a:lnTo>
                    <a:pt x="32239" y="857"/>
                  </a:lnTo>
                  <a:close/>
                  <a:moveTo>
                    <a:pt x="41808" y="799"/>
                  </a:moveTo>
                  <a:cubicBezTo>
                    <a:pt x="40764" y="799"/>
                    <a:pt x="39989" y="860"/>
                    <a:pt x="39484" y="983"/>
                  </a:cubicBezTo>
                  <a:cubicBezTo>
                    <a:pt x="38979" y="1106"/>
                    <a:pt x="38726" y="1294"/>
                    <a:pt x="38726" y="1548"/>
                  </a:cubicBezTo>
                  <a:cubicBezTo>
                    <a:pt x="38726" y="1783"/>
                    <a:pt x="38925" y="1959"/>
                    <a:pt x="39322" y="2074"/>
                  </a:cubicBezTo>
                  <a:cubicBezTo>
                    <a:pt x="39720" y="2190"/>
                    <a:pt x="40414" y="2269"/>
                    <a:pt x="41404" y="2312"/>
                  </a:cubicBezTo>
                  <a:lnTo>
                    <a:pt x="41796" y="2329"/>
                  </a:lnTo>
                  <a:cubicBezTo>
                    <a:pt x="42247" y="2348"/>
                    <a:pt x="42548" y="2374"/>
                    <a:pt x="42700" y="2407"/>
                  </a:cubicBezTo>
                  <a:cubicBezTo>
                    <a:pt x="42851" y="2441"/>
                    <a:pt x="42926" y="2492"/>
                    <a:pt x="42926" y="2560"/>
                  </a:cubicBezTo>
                  <a:cubicBezTo>
                    <a:pt x="42926" y="2641"/>
                    <a:pt x="42817" y="2703"/>
                    <a:pt x="42597" y="2744"/>
                  </a:cubicBezTo>
                  <a:cubicBezTo>
                    <a:pt x="42378" y="2786"/>
                    <a:pt x="42050" y="2806"/>
                    <a:pt x="41615" y="2806"/>
                  </a:cubicBezTo>
                  <a:cubicBezTo>
                    <a:pt x="41135" y="2806"/>
                    <a:pt x="40661" y="2788"/>
                    <a:pt x="40195" y="2751"/>
                  </a:cubicBezTo>
                  <a:cubicBezTo>
                    <a:pt x="39729" y="2714"/>
                    <a:pt x="39275" y="2658"/>
                    <a:pt x="38831" y="2584"/>
                  </a:cubicBezTo>
                  <a:lnTo>
                    <a:pt x="38831" y="3166"/>
                  </a:lnTo>
                  <a:cubicBezTo>
                    <a:pt x="39349" y="3216"/>
                    <a:pt x="39854" y="3253"/>
                    <a:pt x="40345" y="3278"/>
                  </a:cubicBezTo>
                  <a:cubicBezTo>
                    <a:pt x="40835" y="3303"/>
                    <a:pt x="41311" y="3316"/>
                    <a:pt x="41771" y="3316"/>
                  </a:cubicBezTo>
                  <a:cubicBezTo>
                    <a:pt x="42856" y="3316"/>
                    <a:pt x="43672" y="3251"/>
                    <a:pt x="44219" y="3123"/>
                  </a:cubicBezTo>
                  <a:cubicBezTo>
                    <a:pt x="44766" y="2995"/>
                    <a:pt x="45039" y="2803"/>
                    <a:pt x="45039" y="2547"/>
                  </a:cubicBezTo>
                  <a:cubicBezTo>
                    <a:pt x="45039" y="2303"/>
                    <a:pt x="44842" y="2124"/>
                    <a:pt x="44449" y="2010"/>
                  </a:cubicBezTo>
                  <a:cubicBezTo>
                    <a:pt x="44055" y="1896"/>
                    <a:pt x="43289" y="1814"/>
                    <a:pt x="42150" y="1764"/>
                  </a:cubicBezTo>
                  <a:lnTo>
                    <a:pt x="41758" y="1745"/>
                  </a:lnTo>
                  <a:cubicBezTo>
                    <a:pt x="41356" y="1729"/>
                    <a:pt x="41078" y="1705"/>
                    <a:pt x="40922" y="1672"/>
                  </a:cubicBezTo>
                  <a:cubicBezTo>
                    <a:pt x="40767" y="1639"/>
                    <a:pt x="40689" y="1592"/>
                    <a:pt x="40689" y="1531"/>
                  </a:cubicBezTo>
                  <a:cubicBezTo>
                    <a:pt x="40689" y="1455"/>
                    <a:pt x="40792" y="1399"/>
                    <a:pt x="40997" y="1363"/>
                  </a:cubicBezTo>
                  <a:cubicBezTo>
                    <a:pt x="41202" y="1326"/>
                    <a:pt x="41516" y="1308"/>
                    <a:pt x="41938" y="1308"/>
                  </a:cubicBezTo>
                  <a:cubicBezTo>
                    <a:pt x="42332" y="1308"/>
                    <a:pt x="42750" y="1325"/>
                    <a:pt x="43194" y="1360"/>
                  </a:cubicBezTo>
                  <a:cubicBezTo>
                    <a:pt x="43637" y="1394"/>
                    <a:pt x="44097" y="1445"/>
                    <a:pt x="44573" y="1514"/>
                  </a:cubicBezTo>
                  <a:lnTo>
                    <a:pt x="44573" y="932"/>
                  </a:lnTo>
                  <a:cubicBezTo>
                    <a:pt x="44043" y="886"/>
                    <a:pt x="43552" y="852"/>
                    <a:pt x="43100" y="831"/>
                  </a:cubicBezTo>
                  <a:cubicBezTo>
                    <a:pt x="42649" y="810"/>
                    <a:pt x="42218" y="799"/>
                    <a:pt x="41808" y="7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84650" y="176425"/>
              <a:ext cx="963500" cy="106050"/>
            </a:xfrm>
            <a:custGeom>
              <a:rect b="b" l="l" r="r" t="t"/>
              <a:pathLst>
                <a:path extrusionOk="0" h="4242" w="38540">
                  <a:moveTo>
                    <a:pt x="12907" y="0"/>
                  </a:moveTo>
                  <a:lnTo>
                    <a:pt x="12907" y="499"/>
                  </a:lnTo>
                  <a:lnTo>
                    <a:pt x="14050" y="499"/>
                  </a:lnTo>
                  <a:lnTo>
                    <a:pt x="14050" y="0"/>
                  </a:lnTo>
                  <a:close/>
                  <a:moveTo>
                    <a:pt x="35513" y="1209"/>
                  </a:moveTo>
                  <a:cubicBezTo>
                    <a:pt x="36077" y="1209"/>
                    <a:pt x="36529" y="1273"/>
                    <a:pt x="36871" y="1402"/>
                  </a:cubicBezTo>
                  <a:cubicBezTo>
                    <a:pt x="37213" y="1530"/>
                    <a:pt x="37388" y="1702"/>
                    <a:pt x="37396" y="1918"/>
                  </a:cubicBezTo>
                  <a:lnTo>
                    <a:pt x="33320" y="1920"/>
                  </a:lnTo>
                  <a:cubicBezTo>
                    <a:pt x="33378" y="1694"/>
                    <a:pt x="33598" y="1520"/>
                    <a:pt x="33982" y="1395"/>
                  </a:cubicBezTo>
                  <a:cubicBezTo>
                    <a:pt x="34365" y="1271"/>
                    <a:pt x="34875" y="1209"/>
                    <a:pt x="35513" y="1209"/>
                  </a:cubicBezTo>
                  <a:close/>
                  <a:moveTo>
                    <a:pt x="19071" y="1205"/>
                  </a:moveTo>
                  <a:cubicBezTo>
                    <a:pt x="19676" y="1205"/>
                    <a:pt x="20152" y="1287"/>
                    <a:pt x="20500" y="1452"/>
                  </a:cubicBezTo>
                  <a:cubicBezTo>
                    <a:pt x="20848" y="1617"/>
                    <a:pt x="21022" y="1844"/>
                    <a:pt x="21022" y="2134"/>
                  </a:cubicBezTo>
                  <a:cubicBezTo>
                    <a:pt x="21022" y="2423"/>
                    <a:pt x="20848" y="2651"/>
                    <a:pt x="20500" y="2815"/>
                  </a:cubicBezTo>
                  <a:cubicBezTo>
                    <a:pt x="20152" y="2980"/>
                    <a:pt x="19676" y="3063"/>
                    <a:pt x="19071" y="3063"/>
                  </a:cubicBezTo>
                  <a:cubicBezTo>
                    <a:pt x="18466" y="3063"/>
                    <a:pt x="17991" y="2980"/>
                    <a:pt x="17645" y="2815"/>
                  </a:cubicBezTo>
                  <a:cubicBezTo>
                    <a:pt x="17299" y="2651"/>
                    <a:pt x="17126" y="2423"/>
                    <a:pt x="17126" y="2134"/>
                  </a:cubicBezTo>
                  <a:cubicBezTo>
                    <a:pt x="17126" y="1844"/>
                    <a:pt x="17299" y="1617"/>
                    <a:pt x="17645" y="1452"/>
                  </a:cubicBezTo>
                  <a:cubicBezTo>
                    <a:pt x="17991" y="1287"/>
                    <a:pt x="18466" y="1205"/>
                    <a:pt x="19071" y="1205"/>
                  </a:cubicBezTo>
                  <a:close/>
                  <a:moveTo>
                    <a:pt x="9371" y="0"/>
                  </a:moveTo>
                  <a:lnTo>
                    <a:pt x="9371" y="3330"/>
                  </a:lnTo>
                  <a:lnTo>
                    <a:pt x="10514" y="3330"/>
                  </a:lnTo>
                  <a:lnTo>
                    <a:pt x="10514" y="0"/>
                  </a:lnTo>
                  <a:close/>
                  <a:moveTo>
                    <a:pt x="12907" y="933"/>
                  </a:moveTo>
                  <a:lnTo>
                    <a:pt x="12907" y="3330"/>
                  </a:lnTo>
                  <a:lnTo>
                    <a:pt x="14050" y="3330"/>
                  </a:lnTo>
                  <a:lnTo>
                    <a:pt x="14050" y="933"/>
                  </a:lnTo>
                  <a:close/>
                  <a:moveTo>
                    <a:pt x="4531" y="77"/>
                  </a:moveTo>
                  <a:cubicBezTo>
                    <a:pt x="3126" y="77"/>
                    <a:pt x="2020" y="225"/>
                    <a:pt x="1213" y="521"/>
                  </a:cubicBezTo>
                  <a:cubicBezTo>
                    <a:pt x="405" y="817"/>
                    <a:pt x="1" y="1222"/>
                    <a:pt x="1" y="1736"/>
                  </a:cubicBezTo>
                  <a:cubicBezTo>
                    <a:pt x="1" y="2248"/>
                    <a:pt x="405" y="2652"/>
                    <a:pt x="1213" y="2948"/>
                  </a:cubicBezTo>
                  <a:cubicBezTo>
                    <a:pt x="2020" y="3244"/>
                    <a:pt x="3126" y="3392"/>
                    <a:pt x="4531" y="3392"/>
                  </a:cubicBezTo>
                  <a:cubicBezTo>
                    <a:pt x="5078" y="3392"/>
                    <a:pt x="5597" y="3367"/>
                    <a:pt x="6087" y="3315"/>
                  </a:cubicBezTo>
                  <a:cubicBezTo>
                    <a:pt x="6578" y="3264"/>
                    <a:pt x="7043" y="3187"/>
                    <a:pt x="7482" y="3084"/>
                  </a:cubicBezTo>
                  <a:lnTo>
                    <a:pt x="7482" y="2632"/>
                  </a:lnTo>
                  <a:cubicBezTo>
                    <a:pt x="7060" y="2768"/>
                    <a:pt x="6609" y="2869"/>
                    <a:pt x="6131" y="2936"/>
                  </a:cubicBezTo>
                  <a:cubicBezTo>
                    <a:pt x="5652" y="3003"/>
                    <a:pt x="5144" y="3037"/>
                    <a:pt x="4605" y="3037"/>
                  </a:cubicBezTo>
                  <a:cubicBezTo>
                    <a:pt x="3545" y="3037"/>
                    <a:pt x="2733" y="2925"/>
                    <a:pt x="2170" y="2702"/>
                  </a:cubicBezTo>
                  <a:cubicBezTo>
                    <a:pt x="1606" y="2479"/>
                    <a:pt x="1324" y="2157"/>
                    <a:pt x="1324" y="1736"/>
                  </a:cubicBezTo>
                  <a:cubicBezTo>
                    <a:pt x="1324" y="1313"/>
                    <a:pt x="1606" y="991"/>
                    <a:pt x="2170" y="767"/>
                  </a:cubicBezTo>
                  <a:cubicBezTo>
                    <a:pt x="2733" y="544"/>
                    <a:pt x="3545" y="432"/>
                    <a:pt x="4605" y="432"/>
                  </a:cubicBezTo>
                  <a:cubicBezTo>
                    <a:pt x="5144" y="432"/>
                    <a:pt x="5652" y="466"/>
                    <a:pt x="6131" y="533"/>
                  </a:cubicBezTo>
                  <a:cubicBezTo>
                    <a:pt x="6609" y="600"/>
                    <a:pt x="7060" y="701"/>
                    <a:pt x="7482" y="837"/>
                  </a:cubicBezTo>
                  <a:lnTo>
                    <a:pt x="7482" y="381"/>
                  </a:lnTo>
                  <a:cubicBezTo>
                    <a:pt x="7052" y="280"/>
                    <a:pt x="6591" y="204"/>
                    <a:pt x="6100" y="153"/>
                  </a:cubicBezTo>
                  <a:cubicBezTo>
                    <a:pt x="5609" y="102"/>
                    <a:pt x="5086" y="77"/>
                    <a:pt x="4531" y="77"/>
                  </a:cubicBezTo>
                  <a:close/>
                  <a:moveTo>
                    <a:pt x="24403" y="933"/>
                  </a:moveTo>
                  <a:lnTo>
                    <a:pt x="24403" y="2384"/>
                  </a:lnTo>
                  <a:cubicBezTo>
                    <a:pt x="24403" y="2714"/>
                    <a:pt x="24610" y="2964"/>
                    <a:pt x="25024" y="3135"/>
                  </a:cubicBezTo>
                  <a:cubicBezTo>
                    <a:pt x="25438" y="3307"/>
                    <a:pt x="26045" y="3392"/>
                    <a:pt x="26845" y="3392"/>
                  </a:cubicBezTo>
                  <a:cubicBezTo>
                    <a:pt x="27329" y="3392"/>
                    <a:pt x="27755" y="3357"/>
                    <a:pt x="28122" y="3286"/>
                  </a:cubicBezTo>
                  <a:cubicBezTo>
                    <a:pt x="28488" y="3216"/>
                    <a:pt x="28810" y="3108"/>
                    <a:pt x="29088" y="2962"/>
                  </a:cubicBezTo>
                  <a:lnTo>
                    <a:pt x="29088" y="3330"/>
                  </a:lnTo>
                  <a:lnTo>
                    <a:pt x="30231" y="3330"/>
                  </a:lnTo>
                  <a:lnTo>
                    <a:pt x="30231" y="933"/>
                  </a:lnTo>
                  <a:lnTo>
                    <a:pt x="29088" y="933"/>
                  </a:lnTo>
                  <a:lnTo>
                    <a:pt x="29088" y="2292"/>
                  </a:lnTo>
                  <a:cubicBezTo>
                    <a:pt x="29088" y="2526"/>
                    <a:pt x="28909" y="2711"/>
                    <a:pt x="28550" y="2846"/>
                  </a:cubicBezTo>
                  <a:cubicBezTo>
                    <a:pt x="28192" y="2982"/>
                    <a:pt x="27704" y="3050"/>
                    <a:pt x="27087" y="3050"/>
                  </a:cubicBezTo>
                  <a:cubicBezTo>
                    <a:pt x="26573" y="3050"/>
                    <a:pt x="26188" y="2993"/>
                    <a:pt x="25931" y="2880"/>
                  </a:cubicBezTo>
                  <a:cubicBezTo>
                    <a:pt x="25674" y="2766"/>
                    <a:pt x="25546" y="2596"/>
                    <a:pt x="25546" y="2369"/>
                  </a:cubicBezTo>
                  <a:lnTo>
                    <a:pt x="25546" y="933"/>
                  </a:lnTo>
                  <a:close/>
                  <a:moveTo>
                    <a:pt x="35501" y="875"/>
                  </a:moveTo>
                  <a:cubicBezTo>
                    <a:pt x="34457" y="875"/>
                    <a:pt x="33627" y="991"/>
                    <a:pt x="33012" y="1221"/>
                  </a:cubicBezTo>
                  <a:cubicBezTo>
                    <a:pt x="32397" y="1451"/>
                    <a:pt x="32089" y="1763"/>
                    <a:pt x="32089" y="2155"/>
                  </a:cubicBezTo>
                  <a:cubicBezTo>
                    <a:pt x="32089" y="2535"/>
                    <a:pt x="32414" y="2836"/>
                    <a:pt x="33062" y="3058"/>
                  </a:cubicBezTo>
                  <a:cubicBezTo>
                    <a:pt x="33710" y="3281"/>
                    <a:pt x="34590" y="3392"/>
                    <a:pt x="35700" y="3392"/>
                  </a:cubicBezTo>
                  <a:cubicBezTo>
                    <a:pt x="36143" y="3392"/>
                    <a:pt x="36580" y="3377"/>
                    <a:pt x="37011" y="3345"/>
                  </a:cubicBezTo>
                  <a:cubicBezTo>
                    <a:pt x="37442" y="3314"/>
                    <a:pt x="37862" y="3268"/>
                    <a:pt x="38272" y="3208"/>
                  </a:cubicBezTo>
                  <a:lnTo>
                    <a:pt x="38272" y="2836"/>
                  </a:lnTo>
                  <a:cubicBezTo>
                    <a:pt x="37866" y="2910"/>
                    <a:pt x="37457" y="2966"/>
                    <a:pt x="37045" y="3003"/>
                  </a:cubicBezTo>
                  <a:cubicBezTo>
                    <a:pt x="36633" y="3040"/>
                    <a:pt x="36207" y="3058"/>
                    <a:pt x="35768" y="3058"/>
                  </a:cubicBezTo>
                  <a:cubicBezTo>
                    <a:pt x="35010" y="3058"/>
                    <a:pt x="34419" y="2987"/>
                    <a:pt x="33994" y="2845"/>
                  </a:cubicBezTo>
                  <a:cubicBezTo>
                    <a:pt x="33569" y="2703"/>
                    <a:pt x="33332" y="2497"/>
                    <a:pt x="33283" y="2226"/>
                  </a:cubicBezTo>
                  <a:lnTo>
                    <a:pt x="38539" y="2226"/>
                  </a:lnTo>
                  <a:lnTo>
                    <a:pt x="38539" y="2033"/>
                  </a:lnTo>
                  <a:cubicBezTo>
                    <a:pt x="38539" y="1677"/>
                    <a:pt x="38267" y="1394"/>
                    <a:pt x="37722" y="1187"/>
                  </a:cubicBezTo>
                  <a:cubicBezTo>
                    <a:pt x="37178" y="979"/>
                    <a:pt x="36437" y="875"/>
                    <a:pt x="35501" y="875"/>
                  </a:cubicBezTo>
                  <a:close/>
                  <a:moveTo>
                    <a:pt x="18791" y="875"/>
                  </a:moveTo>
                  <a:cubicBezTo>
                    <a:pt x="17951" y="875"/>
                    <a:pt x="17266" y="991"/>
                    <a:pt x="16738" y="1222"/>
                  </a:cubicBezTo>
                  <a:cubicBezTo>
                    <a:pt x="16210" y="1453"/>
                    <a:pt x="15945" y="1757"/>
                    <a:pt x="15945" y="2134"/>
                  </a:cubicBezTo>
                  <a:cubicBezTo>
                    <a:pt x="15945" y="2510"/>
                    <a:pt x="16210" y="2814"/>
                    <a:pt x="16738" y="3046"/>
                  </a:cubicBezTo>
                  <a:cubicBezTo>
                    <a:pt x="17266" y="3277"/>
                    <a:pt x="17951" y="3392"/>
                    <a:pt x="18791" y="3392"/>
                  </a:cubicBezTo>
                  <a:cubicBezTo>
                    <a:pt x="19305" y="3392"/>
                    <a:pt x="19745" y="3358"/>
                    <a:pt x="20112" y="3288"/>
                  </a:cubicBezTo>
                  <a:cubicBezTo>
                    <a:pt x="20479" y="3219"/>
                    <a:pt x="20782" y="3113"/>
                    <a:pt x="21022" y="2971"/>
                  </a:cubicBezTo>
                  <a:lnTo>
                    <a:pt x="21022" y="4242"/>
                  </a:lnTo>
                  <a:lnTo>
                    <a:pt x="22166" y="4242"/>
                  </a:lnTo>
                  <a:lnTo>
                    <a:pt x="22166" y="933"/>
                  </a:lnTo>
                  <a:lnTo>
                    <a:pt x="21022" y="933"/>
                  </a:lnTo>
                  <a:lnTo>
                    <a:pt x="21022" y="1297"/>
                  </a:lnTo>
                  <a:cubicBezTo>
                    <a:pt x="20782" y="1154"/>
                    <a:pt x="20479" y="1048"/>
                    <a:pt x="20112" y="979"/>
                  </a:cubicBezTo>
                  <a:cubicBezTo>
                    <a:pt x="19745" y="910"/>
                    <a:pt x="19305" y="875"/>
                    <a:pt x="18791" y="8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1558150" y="179775"/>
              <a:ext cx="212525" cy="79925"/>
            </a:xfrm>
            <a:custGeom>
              <a:rect b="b" l="l" r="r" t="t"/>
              <a:pathLst>
                <a:path extrusionOk="0" h="3197" w="8501">
                  <a:moveTo>
                    <a:pt x="4251" y="427"/>
                  </a:moveTo>
                  <a:lnTo>
                    <a:pt x="5959" y="2017"/>
                  </a:lnTo>
                  <a:lnTo>
                    <a:pt x="2548" y="2017"/>
                  </a:lnTo>
                  <a:lnTo>
                    <a:pt x="4251" y="427"/>
                  </a:lnTo>
                  <a:close/>
                  <a:moveTo>
                    <a:pt x="3542" y="1"/>
                  </a:moveTo>
                  <a:lnTo>
                    <a:pt x="0" y="3196"/>
                  </a:lnTo>
                  <a:lnTo>
                    <a:pt x="1324" y="3196"/>
                  </a:lnTo>
                  <a:lnTo>
                    <a:pt x="2169" y="2376"/>
                  </a:lnTo>
                  <a:lnTo>
                    <a:pt x="6351" y="2376"/>
                  </a:lnTo>
                  <a:lnTo>
                    <a:pt x="7196" y="3196"/>
                  </a:lnTo>
                  <a:lnTo>
                    <a:pt x="8501" y="3196"/>
                  </a:lnTo>
                  <a:lnTo>
                    <a:pt x="49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98025" y="318850"/>
              <a:ext cx="954650" cy="84825"/>
            </a:xfrm>
            <a:custGeom>
              <a:rect b="b" l="l" r="r" t="t"/>
              <a:pathLst>
                <a:path extrusionOk="0" h="3393" w="38186">
                  <a:moveTo>
                    <a:pt x="2834" y="491"/>
                  </a:moveTo>
                  <a:cubicBezTo>
                    <a:pt x="3439" y="491"/>
                    <a:pt x="3895" y="538"/>
                    <a:pt x="4204" y="633"/>
                  </a:cubicBezTo>
                  <a:cubicBezTo>
                    <a:pt x="4513" y="728"/>
                    <a:pt x="4667" y="869"/>
                    <a:pt x="4667" y="1056"/>
                  </a:cubicBezTo>
                  <a:cubicBezTo>
                    <a:pt x="4667" y="1243"/>
                    <a:pt x="4513" y="1384"/>
                    <a:pt x="4204" y="1481"/>
                  </a:cubicBezTo>
                  <a:cubicBezTo>
                    <a:pt x="3895" y="1577"/>
                    <a:pt x="3439" y="1625"/>
                    <a:pt x="2834" y="1625"/>
                  </a:cubicBezTo>
                  <a:lnTo>
                    <a:pt x="1255" y="1625"/>
                  </a:lnTo>
                  <a:lnTo>
                    <a:pt x="1255" y="491"/>
                  </a:lnTo>
                  <a:close/>
                  <a:moveTo>
                    <a:pt x="11488" y="1210"/>
                  </a:moveTo>
                  <a:cubicBezTo>
                    <a:pt x="12097" y="1210"/>
                    <a:pt x="12580" y="1293"/>
                    <a:pt x="12936" y="1459"/>
                  </a:cubicBezTo>
                  <a:cubicBezTo>
                    <a:pt x="13292" y="1625"/>
                    <a:pt x="13471" y="1850"/>
                    <a:pt x="13471" y="2134"/>
                  </a:cubicBezTo>
                  <a:cubicBezTo>
                    <a:pt x="13471" y="2420"/>
                    <a:pt x="13292" y="2645"/>
                    <a:pt x="12936" y="2811"/>
                  </a:cubicBezTo>
                  <a:cubicBezTo>
                    <a:pt x="12580" y="2976"/>
                    <a:pt x="12097" y="3059"/>
                    <a:pt x="11488" y="3059"/>
                  </a:cubicBezTo>
                  <a:cubicBezTo>
                    <a:pt x="10871" y="3059"/>
                    <a:pt x="10385" y="2977"/>
                    <a:pt x="10031" y="2812"/>
                  </a:cubicBezTo>
                  <a:cubicBezTo>
                    <a:pt x="9677" y="2647"/>
                    <a:pt x="9500" y="2421"/>
                    <a:pt x="9500" y="2134"/>
                  </a:cubicBezTo>
                  <a:cubicBezTo>
                    <a:pt x="9500" y="1848"/>
                    <a:pt x="9678" y="1622"/>
                    <a:pt x="10034" y="1457"/>
                  </a:cubicBezTo>
                  <a:cubicBezTo>
                    <a:pt x="10391" y="1292"/>
                    <a:pt x="10875" y="1210"/>
                    <a:pt x="11488" y="1210"/>
                  </a:cubicBezTo>
                  <a:close/>
                  <a:moveTo>
                    <a:pt x="0" y="136"/>
                  </a:moveTo>
                  <a:lnTo>
                    <a:pt x="0" y="3331"/>
                  </a:lnTo>
                  <a:lnTo>
                    <a:pt x="1255" y="3331"/>
                  </a:lnTo>
                  <a:lnTo>
                    <a:pt x="1255" y="1980"/>
                  </a:lnTo>
                  <a:lnTo>
                    <a:pt x="2623" y="1980"/>
                  </a:lnTo>
                  <a:cubicBezTo>
                    <a:pt x="3120" y="1980"/>
                    <a:pt x="3512" y="2015"/>
                    <a:pt x="3800" y="2085"/>
                  </a:cubicBezTo>
                  <a:cubicBezTo>
                    <a:pt x="4088" y="2155"/>
                    <a:pt x="4385" y="2297"/>
                    <a:pt x="4692" y="2511"/>
                  </a:cubicBezTo>
                  <a:lnTo>
                    <a:pt x="5879" y="3331"/>
                  </a:lnTo>
                  <a:lnTo>
                    <a:pt x="7227" y="3331"/>
                  </a:lnTo>
                  <a:lnTo>
                    <a:pt x="5953" y="2458"/>
                  </a:lnTo>
                  <a:cubicBezTo>
                    <a:pt x="5696" y="2278"/>
                    <a:pt x="5441" y="2137"/>
                    <a:pt x="5186" y="2034"/>
                  </a:cubicBezTo>
                  <a:cubicBezTo>
                    <a:pt x="4931" y="1931"/>
                    <a:pt x="4669" y="1864"/>
                    <a:pt x="4400" y="1833"/>
                  </a:cubicBezTo>
                  <a:cubicBezTo>
                    <a:pt x="4918" y="1781"/>
                    <a:pt x="5312" y="1689"/>
                    <a:pt x="5583" y="1557"/>
                  </a:cubicBezTo>
                  <a:cubicBezTo>
                    <a:pt x="5855" y="1424"/>
                    <a:pt x="5990" y="1257"/>
                    <a:pt x="5990" y="1056"/>
                  </a:cubicBezTo>
                  <a:cubicBezTo>
                    <a:pt x="5990" y="748"/>
                    <a:pt x="5730" y="517"/>
                    <a:pt x="5208" y="365"/>
                  </a:cubicBezTo>
                  <a:cubicBezTo>
                    <a:pt x="4686" y="212"/>
                    <a:pt x="3894" y="136"/>
                    <a:pt x="2834" y="136"/>
                  </a:cubicBezTo>
                  <a:close/>
                  <a:moveTo>
                    <a:pt x="19922" y="876"/>
                  </a:moveTo>
                  <a:cubicBezTo>
                    <a:pt x="19420" y="876"/>
                    <a:pt x="18988" y="911"/>
                    <a:pt x="18623" y="981"/>
                  </a:cubicBezTo>
                  <a:cubicBezTo>
                    <a:pt x="18258" y="1051"/>
                    <a:pt x="17946" y="1159"/>
                    <a:pt x="17685" y="1306"/>
                  </a:cubicBezTo>
                  <a:lnTo>
                    <a:pt x="17685" y="934"/>
                  </a:lnTo>
                  <a:lnTo>
                    <a:pt x="16535" y="934"/>
                  </a:lnTo>
                  <a:lnTo>
                    <a:pt x="16535" y="3331"/>
                  </a:lnTo>
                  <a:lnTo>
                    <a:pt x="17685" y="3331"/>
                  </a:lnTo>
                  <a:lnTo>
                    <a:pt x="17685" y="1976"/>
                  </a:lnTo>
                  <a:cubicBezTo>
                    <a:pt x="17685" y="1743"/>
                    <a:pt x="17857" y="1559"/>
                    <a:pt x="18200" y="1423"/>
                  </a:cubicBezTo>
                  <a:cubicBezTo>
                    <a:pt x="18544" y="1287"/>
                    <a:pt x="19008" y="1218"/>
                    <a:pt x="19592" y="1218"/>
                  </a:cubicBezTo>
                  <a:cubicBezTo>
                    <a:pt x="20085" y="1218"/>
                    <a:pt x="20450" y="1274"/>
                    <a:pt x="20686" y="1384"/>
                  </a:cubicBezTo>
                  <a:cubicBezTo>
                    <a:pt x="20922" y="1495"/>
                    <a:pt x="21040" y="1666"/>
                    <a:pt x="21040" y="1897"/>
                  </a:cubicBezTo>
                  <a:lnTo>
                    <a:pt x="21040" y="3331"/>
                  </a:lnTo>
                  <a:lnTo>
                    <a:pt x="22190" y="3331"/>
                  </a:lnTo>
                  <a:lnTo>
                    <a:pt x="22190" y="1976"/>
                  </a:lnTo>
                  <a:cubicBezTo>
                    <a:pt x="22190" y="1742"/>
                    <a:pt x="22362" y="1557"/>
                    <a:pt x="22705" y="1422"/>
                  </a:cubicBezTo>
                  <a:cubicBezTo>
                    <a:pt x="23049" y="1286"/>
                    <a:pt x="23517" y="1218"/>
                    <a:pt x="24110" y="1218"/>
                  </a:cubicBezTo>
                  <a:cubicBezTo>
                    <a:pt x="24594" y="1218"/>
                    <a:pt x="24955" y="1274"/>
                    <a:pt x="25191" y="1385"/>
                  </a:cubicBezTo>
                  <a:cubicBezTo>
                    <a:pt x="25427" y="1497"/>
                    <a:pt x="25545" y="1667"/>
                    <a:pt x="25545" y="1897"/>
                  </a:cubicBezTo>
                  <a:lnTo>
                    <a:pt x="25545" y="3331"/>
                  </a:lnTo>
                  <a:lnTo>
                    <a:pt x="26695" y="3331"/>
                  </a:lnTo>
                  <a:lnTo>
                    <a:pt x="26695" y="1884"/>
                  </a:lnTo>
                  <a:cubicBezTo>
                    <a:pt x="26695" y="1562"/>
                    <a:pt x="26498" y="1313"/>
                    <a:pt x="26104" y="1138"/>
                  </a:cubicBezTo>
                  <a:cubicBezTo>
                    <a:pt x="25711" y="963"/>
                    <a:pt x="25152" y="876"/>
                    <a:pt x="24427" y="876"/>
                  </a:cubicBezTo>
                  <a:cubicBezTo>
                    <a:pt x="23888" y="876"/>
                    <a:pt x="23420" y="918"/>
                    <a:pt x="23022" y="1002"/>
                  </a:cubicBezTo>
                  <a:cubicBezTo>
                    <a:pt x="22625" y="1086"/>
                    <a:pt x="22283" y="1217"/>
                    <a:pt x="21997" y="1394"/>
                  </a:cubicBezTo>
                  <a:cubicBezTo>
                    <a:pt x="21827" y="1226"/>
                    <a:pt x="21565" y="1097"/>
                    <a:pt x="21211" y="1009"/>
                  </a:cubicBezTo>
                  <a:cubicBezTo>
                    <a:pt x="20857" y="920"/>
                    <a:pt x="20427" y="876"/>
                    <a:pt x="19922" y="876"/>
                  </a:cubicBezTo>
                  <a:close/>
                  <a:moveTo>
                    <a:pt x="37043" y="1"/>
                  </a:moveTo>
                  <a:lnTo>
                    <a:pt x="37043" y="3331"/>
                  </a:lnTo>
                  <a:lnTo>
                    <a:pt x="38186" y="3331"/>
                  </a:lnTo>
                  <a:lnTo>
                    <a:pt x="38186" y="1"/>
                  </a:lnTo>
                  <a:close/>
                  <a:moveTo>
                    <a:pt x="11488" y="876"/>
                  </a:moveTo>
                  <a:cubicBezTo>
                    <a:pt x="10490" y="876"/>
                    <a:pt x="9708" y="987"/>
                    <a:pt x="9143" y="1210"/>
                  </a:cubicBezTo>
                  <a:cubicBezTo>
                    <a:pt x="8577" y="1432"/>
                    <a:pt x="8294" y="1741"/>
                    <a:pt x="8294" y="2134"/>
                  </a:cubicBezTo>
                  <a:cubicBezTo>
                    <a:pt x="8294" y="2527"/>
                    <a:pt x="8577" y="2835"/>
                    <a:pt x="9143" y="3058"/>
                  </a:cubicBezTo>
                  <a:cubicBezTo>
                    <a:pt x="9708" y="3281"/>
                    <a:pt x="10490" y="3393"/>
                    <a:pt x="11488" y="3393"/>
                  </a:cubicBezTo>
                  <a:cubicBezTo>
                    <a:pt x="12483" y="3393"/>
                    <a:pt x="13264" y="3281"/>
                    <a:pt x="13831" y="3058"/>
                  </a:cubicBezTo>
                  <a:cubicBezTo>
                    <a:pt x="14399" y="2835"/>
                    <a:pt x="14682" y="2527"/>
                    <a:pt x="14682" y="2134"/>
                  </a:cubicBezTo>
                  <a:cubicBezTo>
                    <a:pt x="14682" y="1741"/>
                    <a:pt x="14399" y="1432"/>
                    <a:pt x="13831" y="1210"/>
                  </a:cubicBezTo>
                  <a:cubicBezTo>
                    <a:pt x="13264" y="987"/>
                    <a:pt x="12483" y="876"/>
                    <a:pt x="11488" y="876"/>
                  </a:cubicBezTo>
                  <a:close/>
                  <a:moveTo>
                    <a:pt x="28859" y="934"/>
                  </a:moveTo>
                  <a:lnTo>
                    <a:pt x="28859" y="2385"/>
                  </a:lnTo>
                  <a:cubicBezTo>
                    <a:pt x="28859" y="2714"/>
                    <a:pt x="29066" y="2965"/>
                    <a:pt x="29480" y="3136"/>
                  </a:cubicBezTo>
                  <a:cubicBezTo>
                    <a:pt x="29894" y="3307"/>
                    <a:pt x="30501" y="3393"/>
                    <a:pt x="31301" y="3393"/>
                  </a:cubicBezTo>
                  <a:cubicBezTo>
                    <a:pt x="31785" y="3393"/>
                    <a:pt x="32211" y="3357"/>
                    <a:pt x="32578" y="3287"/>
                  </a:cubicBezTo>
                  <a:cubicBezTo>
                    <a:pt x="32944" y="3216"/>
                    <a:pt x="33266" y="3108"/>
                    <a:pt x="33544" y="2963"/>
                  </a:cubicBezTo>
                  <a:lnTo>
                    <a:pt x="33544" y="3331"/>
                  </a:lnTo>
                  <a:lnTo>
                    <a:pt x="34687" y="3331"/>
                  </a:lnTo>
                  <a:lnTo>
                    <a:pt x="34687" y="934"/>
                  </a:lnTo>
                  <a:lnTo>
                    <a:pt x="33544" y="934"/>
                  </a:lnTo>
                  <a:lnTo>
                    <a:pt x="33544" y="2293"/>
                  </a:lnTo>
                  <a:cubicBezTo>
                    <a:pt x="33544" y="2527"/>
                    <a:pt x="33365" y="2712"/>
                    <a:pt x="33006" y="2847"/>
                  </a:cubicBezTo>
                  <a:cubicBezTo>
                    <a:pt x="32648" y="2983"/>
                    <a:pt x="32160" y="3050"/>
                    <a:pt x="31543" y="3050"/>
                  </a:cubicBezTo>
                  <a:cubicBezTo>
                    <a:pt x="31029" y="3050"/>
                    <a:pt x="30644" y="2994"/>
                    <a:pt x="30387" y="2880"/>
                  </a:cubicBezTo>
                  <a:cubicBezTo>
                    <a:pt x="30130" y="2767"/>
                    <a:pt x="30002" y="2597"/>
                    <a:pt x="30002" y="2370"/>
                  </a:cubicBezTo>
                  <a:lnTo>
                    <a:pt x="30002" y="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2266975" y="320775"/>
              <a:ext cx="872100" cy="82900"/>
            </a:xfrm>
            <a:custGeom>
              <a:rect b="b" l="l" r="r" t="t"/>
              <a:pathLst>
                <a:path extrusionOk="0" h="3316" w="34884">
                  <a:moveTo>
                    <a:pt x="32310" y="435"/>
                  </a:moveTo>
                  <a:lnTo>
                    <a:pt x="32310" y="2141"/>
                  </a:lnTo>
                  <a:lnTo>
                    <a:pt x="29141" y="2141"/>
                  </a:lnTo>
                  <a:lnTo>
                    <a:pt x="32310" y="435"/>
                  </a:lnTo>
                  <a:close/>
                  <a:moveTo>
                    <a:pt x="3207" y="343"/>
                  </a:moveTo>
                  <a:cubicBezTo>
                    <a:pt x="3858" y="343"/>
                    <a:pt x="4345" y="453"/>
                    <a:pt x="4671" y="672"/>
                  </a:cubicBezTo>
                  <a:cubicBezTo>
                    <a:pt x="4996" y="891"/>
                    <a:pt x="5158" y="1220"/>
                    <a:pt x="5158" y="1659"/>
                  </a:cubicBezTo>
                  <a:cubicBezTo>
                    <a:pt x="5158" y="2097"/>
                    <a:pt x="4996" y="2426"/>
                    <a:pt x="4671" y="2645"/>
                  </a:cubicBezTo>
                  <a:cubicBezTo>
                    <a:pt x="4345" y="2864"/>
                    <a:pt x="3858" y="2973"/>
                    <a:pt x="3207" y="2973"/>
                  </a:cubicBezTo>
                  <a:cubicBezTo>
                    <a:pt x="2561" y="2973"/>
                    <a:pt x="2075" y="2864"/>
                    <a:pt x="1750" y="2645"/>
                  </a:cubicBezTo>
                  <a:cubicBezTo>
                    <a:pt x="1425" y="2426"/>
                    <a:pt x="1262" y="2097"/>
                    <a:pt x="1262" y="1659"/>
                  </a:cubicBezTo>
                  <a:cubicBezTo>
                    <a:pt x="1262" y="1220"/>
                    <a:pt x="1425" y="891"/>
                    <a:pt x="1750" y="672"/>
                  </a:cubicBezTo>
                  <a:cubicBezTo>
                    <a:pt x="2075" y="453"/>
                    <a:pt x="2561" y="343"/>
                    <a:pt x="3207" y="343"/>
                  </a:cubicBezTo>
                  <a:close/>
                  <a:moveTo>
                    <a:pt x="8621" y="2710"/>
                  </a:moveTo>
                  <a:lnTo>
                    <a:pt x="8621" y="3254"/>
                  </a:lnTo>
                  <a:lnTo>
                    <a:pt x="9932" y="3254"/>
                  </a:lnTo>
                  <a:lnTo>
                    <a:pt x="9932" y="2710"/>
                  </a:lnTo>
                  <a:close/>
                  <a:moveTo>
                    <a:pt x="14921" y="59"/>
                  </a:moveTo>
                  <a:lnTo>
                    <a:pt x="12703" y="213"/>
                  </a:lnTo>
                  <a:lnTo>
                    <a:pt x="12703" y="606"/>
                  </a:lnTo>
                  <a:lnTo>
                    <a:pt x="14934" y="452"/>
                  </a:lnTo>
                  <a:lnTo>
                    <a:pt x="14934" y="2890"/>
                  </a:lnTo>
                  <a:lnTo>
                    <a:pt x="12883" y="2890"/>
                  </a:lnTo>
                  <a:lnTo>
                    <a:pt x="12883" y="3254"/>
                  </a:lnTo>
                  <a:lnTo>
                    <a:pt x="18227" y="3254"/>
                  </a:lnTo>
                  <a:lnTo>
                    <a:pt x="18227" y="2890"/>
                  </a:lnTo>
                  <a:lnTo>
                    <a:pt x="16177" y="2890"/>
                  </a:lnTo>
                  <a:lnTo>
                    <a:pt x="16177" y="59"/>
                  </a:lnTo>
                  <a:close/>
                  <a:moveTo>
                    <a:pt x="20447" y="59"/>
                  </a:moveTo>
                  <a:lnTo>
                    <a:pt x="20447" y="422"/>
                  </a:lnTo>
                  <a:lnTo>
                    <a:pt x="24902" y="422"/>
                  </a:lnTo>
                  <a:lnTo>
                    <a:pt x="21733" y="3254"/>
                  </a:lnTo>
                  <a:lnTo>
                    <a:pt x="23044" y="3254"/>
                  </a:lnTo>
                  <a:lnTo>
                    <a:pt x="26412" y="243"/>
                  </a:lnTo>
                  <a:lnTo>
                    <a:pt x="26412" y="59"/>
                  </a:lnTo>
                  <a:close/>
                  <a:moveTo>
                    <a:pt x="31981" y="59"/>
                  </a:moveTo>
                  <a:lnTo>
                    <a:pt x="28122" y="2083"/>
                  </a:lnTo>
                  <a:lnTo>
                    <a:pt x="28122" y="2500"/>
                  </a:lnTo>
                  <a:lnTo>
                    <a:pt x="32310" y="2500"/>
                  </a:lnTo>
                  <a:lnTo>
                    <a:pt x="32310" y="3254"/>
                  </a:lnTo>
                  <a:lnTo>
                    <a:pt x="33559" y="3254"/>
                  </a:lnTo>
                  <a:lnTo>
                    <a:pt x="33559" y="2500"/>
                  </a:lnTo>
                  <a:lnTo>
                    <a:pt x="34883" y="2500"/>
                  </a:lnTo>
                  <a:lnTo>
                    <a:pt x="34883" y="2141"/>
                  </a:lnTo>
                  <a:lnTo>
                    <a:pt x="33559" y="2141"/>
                  </a:lnTo>
                  <a:lnTo>
                    <a:pt x="33559" y="59"/>
                  </a:lnTo>
                  <a:close/>
                  <a:moveTo>
                    <a:pt x="3207" y="1"/>
                  </a:moveTo>
                  <a:cubicBezTo>
                    <a:pt x="2167" y="1"/>
                    <a:pt x="1373" y="142"/>
                    <a:pt x="824" y="426"/>
                  </a:cubicBezTo>
                  <a:cubicBezTo>
                    <a:pt x="275" y="709"/>
                    <a:pt x="1" y="1120"/>
                    <a:pt x="1" y="1659"/>
                  </a:cubicBezTo>
                  <a:cubicBezTo>
                    <a:pt x="1" y="2197"/>
                    <a:pt x="275" y="2608"/>
                    <a:pt x="824" y="2891"/>
                  </a:cubicBezTo>
                  <a:cubicBezTo>
                    <a:pt x="1373" y="3174"/>
                    <a:pt x="2167" y="3316"/>
                    <a:pt x="3207" y="3316"/>
                  </a:cubicBezTo>
                  <a:cubicBezTo>
                    <a:pt x="4247" y="3316"/>
                    <a:pt x="5041" y="3174"/>
                    <a:pt x="5590" y="2891"/>
                  </a:cubicBezTo>
                  <a:cubicBezTo>
                    <a:pt x="6139" y="2608"/>
                    <a:pt x="6414" y="2197"/>
                    <a:pt x="6414" y="1659"/>
                  </a:cubicBezTo>
                  <a:cubicBezTo>
                    <a:pt x="6414" y="1120"/>
                    <a:pt x="6139" y="709"/>
                    <a:pt x="5590" y="426"/>
                  </a:cubicBezTo>
                  <a:cubicBezTo>
                    <a:pt x="5041" y="142"/>
                    <a:pt x="4247" y="1"/>
                    <a:pt x="3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98025" y="464675"/>
              <a:ext cx="2000125" cy="81450"/>
            </a:xfrm>
            <a:custGeom>
              <a:rect b="b" l="l" r="r" t="t"/>
              <a:pathLst>
                <a:path extrusionOk="0" h="3258" w="80005">
                  <a:moveTo>
                    <a:pt x="3113" y="355"/>
                  </a:moveTo>
                  <a:cubicBezTo>
                    <a:pt x="3727" y="355"/>
                    <a:pt x="4183" y="395"/>
                    <a:pt x="4484" y="475"/>
                  </a:cubicBezTo>
                  <a:cubicBezTo>
                    <a:pt x="4784" y="555"/>
                    <a:pt x="4934" y="676"/>
                    <a:pt x="4934" y="837"/>
                  </a:cubicBezTo>
                  <a:cubicBezTo>
                    <a:pt x="4934" y="1000"/>
                    <a:pt x="4784" y="1120"/>
                    <a:pt x="4484" y="1200"/>
                  </a:cubicBezTo>
                  <a:cubicBezTo>
                    <a:pt x="4183" y="1279"/>
                    <a:pt x="3727" y="1318"/>
                    <a:pt x="3113" y="1318"/>
                  </a:cubicBezTo>
                  <a:lnTo>
                    <a:pt x="1255" y="1318"/>
                  </a:lnTo>
                  <a:lnTo>
                    <a:pt x="1255" y="355"/>
                  </a:lnTo>
                  <a:close/>
                  <a:moveTo>
                    <a:pt x="42792" y="1074"/>
                  </a:moveTo>
                  <a:cubicBezTo>
                    <a:pt x="43356" y="1074"/>
                    <a:pt x="43808" y="1139"/>
                    <a:pt x="44150" y="1267"/>
                  </a:cubicBezTo>
                  <a:cubicBezTo>
                    <a:pt x="44492" y="1395"/>
                    <a:pt x="44667" y="1567"/>
                    <a:pt x="44675" y="1783"/>
                  </a:cubicBezTo>
                  <a:lnTo>
                    <a:pt x="40599" y="1785"/>
                  </a:lnTo>
                  <a:cubicBezTo>
                    <a:pt x="40657" y="1560"/>
                    <a:pt x="40877" y="1385"/>
                    <a:pt x="41261" y="1261"/>
                  </a:cubicBezTo>
                  <a:cubicBezTo>
                    <a:pt x="41644" y="1137"/>
                    <a:pt x="42154" y="1074"/>
                    <a:pt x="42792" y="1074"/>
                  </a:cubicBezTo>
                  <a:close/>
                  <a:moveTo>
                    <a:pt x="76978" y="1074"/>
                  </a:moveTo>
                  <a:cubicBezTo>
                    <a:pt x="77542" y="1074"/>
                    <a:pt x="77994" y="1139"/>
                    <a:pt x="78336" y="1267"/>
                  </a:cubicBezTo>
                  <a:cubicBezTo>
                    <a:pt x="78678" y="1395"/>
                    <a:pt x="78853" y="1567"/>
                    <a:pt x="78861" y="1783"/>
                  </a:cubicBezTo>
                  <a:lnTo>
                    <a:pt x="74785" y="1785"/>
                  </a:lnTo>
                  <a:cubicBezTo>
                    <a:pt x="74843" y="1560"/>
                    <a:pt x="75063" y="1385"/>
                    <a:pt x="75447" y="1261"/>
                  </a:cubicBezTo>
                  <a:cubicBezTo>
                    <a:pt x="75830" y="1137"/>
                    <a:pt x="76340" y="1074"/>
                    <a:pt x="76978" y="1074"/>
                  </a:cubicBezTo>
                  <a:close/>
                  <a:moveTo>
                    <a:pt x="3269" y="1669"/>
                  </a:moveTo>
                  <a:cubicBezTo>
                    <a:pt x="3944" y="1669"/>
                    <a:pt x="4444" y="1717"/>
                    <a:pt x="4769" y="1812"/>
                  </a:cubicBezTo>
                  <a:cubicBezTo>
                    <a:pt x="5095" y="1907"/>
                    <a:pt x="5257" y="2054"/>
                    <a:pt x="5257" y="2254"/>
                  </a:cubicBezTo>
                  <a:cubicBezTo>
                    <a:pt x="5257" y="2452"/>
                    <a:pt x="5095" y="2599"/>
                    <a:pt x="4769" y="2696"/>
                  </a:cubicBezTo>
                  <a:cubicBezTo>
                    <a:pt x="4444" y="2792"/>
                    <a:pt x="3944" y="2840"/>
                    <a:pt x="3269" y="2840"/>
                  </a:cubicBezTo>
                  <a:lnTo>
                    <a:pt x="1255" y="2840"/>
                  </a:lnTo>
                  <a:lnTo>
                    <a:pt x="1255" y="1669"/>
                  </a:lnTo>
                  <a:close/>
                  <a:moveTo>
                    <a:pt x="11378" y="1074"/>
                  </a:moveTo>
                  <a:cubicBezTo>
                    <a:pt x="11987" y="1074"/>
                    <a:pt x="12470" y="1158"/>
                    <a:pt x="12826" y="1324"/>
                  </a:cubicBezTo>
                  <a:cubicBezTo>
                    <a:pt x="13182" y="1490"/>
                    <a:pt x="13361" y="1715"/>
                    <a:pt x="13361" y="1999"/>
                  </a:cubicBezTo>
                  <a:cubicBezTo>
                    <a:pt x="13361" y="2284"/>
                    <a:pt x="13182" y="2510"/>
                    <a:pt x="12826" y="2675"/>
                  </a:cubicBezTo>
                  <a:cubicBezTo>
                    <a:pt x="12470" y="2841"/>
                    <a:pt x="11987" y="2924"/>
                    <a:pt x="11378" y="2924"/>
                  </a:cubicBezTo>
                  <a:cubicBezTo>
                    <a:pt x="10761" y="2924"/>
                    <a:pt x="10275" y="2841"/>
                    <a:pt x="9921" y="2676"/>
                  </a:cubicBezTo>
                  <a:cubicBezTo>
                    <a:pt x="9567" y="2512"/>
                    <a:pt x="9390" y="2286"/>
                    <a:pt x="9390" y="1999"/>
                  </a:cubicBezTo>
                  <a:cubicBezTo>
                    <a:pt x="9390" y="1712"/>
                    <a:pt x="9568" y="1486"/>
                    <a:pt x="9924" y="1322"/>
                  </a:cubicBezTo>
                  <a:cubicBezTo>
                    <a:pt x="10281" y="1157"/>
                    <a:pt x="10765" y="1074"/>
                    <a:pt x="11378" y="1074"/>
                  </a:cubicBezTo>
                  <a:close/>
                  <a:moveTo>
                    <a:pt x="28835" y="1990"/>
                  </a:moveTo>
                  <a:lnTo>
                    <a:pt x="28835" y="2078"/>
                  </a:lnTo>
                  <a:cubicBezTo>
                    <a:pt x="28835" y="2335"/>
                    <a:pt x="28643" y="2541"/>
                    <a:pt x="28260" y="2696"/>
                  </a:cubicBezTo>
                  <a:cubicBezTo>
                    <a:pt x="27877" y="2850"/>
                    <a:pt x="27368" y="2928"/>
                    <a:pt x="26734" y="2928"/>
                  </a:cubicBezTo>
                  <a:cubicBezTo>
                    <a:pt x="26274" y="2928"/>
                    <a:pt x="25911" y="2887"/>
                    <a:pt x="25644" y="2805"/>
                  </a:cubicBezTo>
                  <a:cubicBezTo>
                    <a:pt x="25377" y="2723"/>
                    <a:pt x="25243" y="2612"/>
                    <a:pt x="25243" y="2472"/>
                  </a:cubicBezTo>
                  <a:cubicBezTo>
                    <a:pt x="25243" y="2296"/>
                    <a:pt x="25421" y="2172"/>
                    <a:pt x="25777" y="2100"/>
                  </a:cubicBezTo>
                  <a:cubicBezTo>
                    <a:pt x="26134" y="2027"/>
                    <a:pt x="26774" y="1990"/>
                    <a:pt x="27697" y="1990"/>
                  </a:cubicBezTo>
                  <a:close/>
                  <a:moveTo>
                    <a:pt x="0" y="0"/>
                  </a:moveTo>
                  <a:lnTo>
                    <a:pt x="0" y="3195"/>
                  </a:lnTo>
                  <a:lnTo>
                    <a:pt x="3331" y="3195"/>
                  </a:lnTo>
                  <a:cubicBezTo>
                    <a:pt x="4371" y="3195"/>
                    <a:pt x="5172" y="3118"/>
                    <a:pt x="5736" y="2962"/>
                  </a:cubicBezTo>
                  <a:cubicBezTo>
                    <a:pt x="6299" y="2807"/>
                    <a:pt x="6581" y="2586"/>
                    <a:pt x="6581" y="2301"/>
                  </a:cubicBezTo>
                  <a:cubicBezTo>
                    <a:pt x="6581" y="2084"/>
                    <a:pt x="6410" y="1903"/>
                    <a:pt x="6068" y="1758"/>
                  </a:cubicBezTo>
                  <a:cubicBezTo>
                    <a:pt x="5726" y="1613"/>
                    <a:pt x="5247" y="1518"/>
                    <a:pt x="4630" y="1473"/>
                  </a:cubicBezTo>
                  <a:cubicBezTo>
                    <a:pt x="5143" y="1444"/>
                    <a:pt x="5533" y="1372"/>
                    <a:pt x="5798" y="1256"/>
                  </a:cubicBezTo>
                  <a:cubicBezTo>
                    <a:pt x="6063" y="1141"/>
                    <a:pt x="6196" y="985"/>
                    <a:pt x="6196" y="790"/>
                  </a:cubicBezTo>
                  <a:cubicBezTo>
                    <a:pt x="6196" y="537"/>
                    <a:pt x="5937" y="343"/>
                    <a:pt x="5419" y="206"/>
                  </a:cubicBezTo>
                  <a:cubicBezTo>
                    <a:pt x="4901" y="69"/>
                    <a:pt x="4164" y="0"/>
                    <a:pt x="3207" y="0"/>
                  </a:cubicBezTo>
                  <a:close/>
                  <a:moveTo>
                    <a:pt x="19824" y="741"/>
                  </a:moveTo>
                  <a:cubicBezTo>
                    <a:pt x="19339" y="741"/>
                    <a:pt x="18912" y="776"/>
                    <a:pt x="18541" y="848"/>
                  </a:cubicBezTo>
                  <a:cubicBezTo>
                    <a:pt x="18170" y="919"/>
                    <a:pt x="17848" y="1027"/>
                    <a:pt x="17575" y="1171"/>
                  </a:cubicBezTo>
                  <a:lnTo>
                    <a:pt x="17575" y="798"/>
                  </a:lnTo>
                  <a:lnTo>
                    <a:pt x="16425" y="798"/>
                  </a:lnTo>
                  <a:lnTo>
                    <a:pt x="16425" y="3195"/>
                  </a:lnTo>
                  <a:lnTo>
                    <a:pt x="17575" y="3195"/>
                  </a:lnTo>
                  <a:lnTo>
                    <a:pt x="17575" y="1841"/>
                  </a:lnTo>
                  <a:cubicBezTo>
                    <a:pt x="17575" y="1607"/>
                    <a:pt x="17753" y="1422"/>
                    <a:pt x="18109" y="1286"/>
                  </a:cubicBezTo>
                  <a:cubicBezTo>
                    <a:pt x="18465" y="1151"/>
                    <a:pt x="18952" y="1083"/>
                    <a:pt x="19569" y="1083"/>
                  </a:cubicBezTo>
                  <a:cubicBezTo>
                    <a:pt x="20083" y="1083"/>
                    <a:pt x="20468" y="1139"/>
                    <a:pt x="20725" y="1252"/>
                  </a:cubicBezTo>
                  <a:cubicBezTo>
                    <a:pt x="20982" y="1365"/>
                    <a:pt x="21110" y="1535"/>
                    <a:pt x="21110" y="1761"/>
                  </a:cubicBezTo>
                  <a:lnTo>
                    <a:pt x="21110" y="3195"/>
                  </a:lnTo>
                  <a:lnTo>
                    <a:pt x="22254" y="3195"/>
                  </a:lnTo>
                  <a:lnTo>
                    <a:pt x="22254" y="1749"/>
                  </a:lnTo>
                  <a:cubicBezTo>
                    <a:pt x="22254" y="1418"/>
                    <a:pt x="22049" y="1167"/>
                    <a:pt x="21639" y="996"/>
                  </a:cubicBezTo>
                  <a:cubicBezTo>
                    <a:pt x="21228" y="826"/>
                    <a:pt x="20624" y="741"/>
                    <a:pt x="19824" y="741"/>
                  </a:cubicBezTo>
                  <a:close/>
                  <a:moveTo>
                    <a:pt x="31513" y="798"/>
                  </a:moveTo>
                  <a:lnTo>
                    <a:pt x="34123" y="3195"/>
                  </a:lnTo>
                  <a:lnTo>
                    <a:pt x="35677" y="3195"/>
                  </a:lnTo>
                  <a:lnTo>
                    <a:pt x="38286" y="798"/>
                  </a:lnTo>
                  <a:lnTo>
                    <a:pt x="37075" y="798"/>
                  </a:lnTo>
                  <a:lnTo>
                    <a:pt x="34900" y="2810"/>
                  </a:lnTo>
                  <a:lnTo>
                    <a:pt x="32725" y="798"/>
                  </a:lnTo>
                  <a:close/>
                  <a:moveTo>
                    <a:pt x="51052" y="741"/>
                  </a:moveTo>
                  <a:cubicBezTo>
                    <a:pt x="50567" y="741"/>
                    <a:pt x="50140" y="776"/>
                    <a:pt x="49769" y="848"/>
                  </a:cubicBezTo>
                  <a:cubicBezTo>
                    <a:pt x="49398" y="919"/>
                    <a:pt x="49076" y="1027"/>
                    <a:pt x="48803" y="1171"/>
                  </a:cubicBezTo>
                  <a:lnTo>
                    <a:pt x="48803" y="798"/>
                  </a:lnTo>
                  <a:lnTo>
                    <a:pt x="47653" y="798"/>
                  </a:lnTo>
                  <a:lnTo>
                    <a:pt x="47653" y="3195"/>
                  </a:lnTo>
                  <a:lnTo>
                    <a:pt x="48803" y="3195"/>
                  </a:lnTo>
                  <a:lnTo>
                    <a:pt x="48803" y="1841"/>
                  </a:lnTo>
                  <a:cubicBezTo>
                    <a:pt x="48803" y="1607"/>
                    <a:pt x="48981" y="1422"/>
                    <a:pt x="49337" y="1286"/>
                  </a:cubicBezTo>
                  <a:cubicBezTo>
                    <a:pt x="49693" y="1151"/>
                    <a:pt x="50180" y="1083"/>
                    <a:pt x="50797" y="1083"/>
                  </a:cubicBezTo>
                  <a:cubicBezTo>
                    <a:pt x="51311" y="1083"/>
                    <a:pt x="51696" y="1139"/>
                    <a:pt x="51953" y="1252"/>
                  </a:cubicBezTo>
                  <a:cubicBezTo>
                    <a:pt x="52210" y="1365"/>
                    <a:pt x="52338" y="1535"/>
                    <a:pt x="52338" y="1761"/>
                  </a:cubicBezTo>
                  <a:lnTo>
                    <a:pt x="52338" y="3195"/>
                  </a:lnTo>
                  <a:lnTo>
                    <a:pt x="53482" y="3195"/>
                  </a:lnTo>
                  <a:lnTo>
                    <a:pt x="53482" y="1749"/>
                  </a:lnTo>
                  <a:cubicBezTo>
                    <a:pt x="53482" y="1418"/>
                    <a:pt x="53277" y="1167"/>
                    <a:pt x="52867" y="996"/>
                  </a:cubicBezTo>
                  <a:cubicBezTo>
                    <a:pt x="52456" y="826"/>
                    <a:pt x="51852" y="741"/>
                    <a:pt x="51052" y="741"/>
                  </a:cubicBezTo>
                  <a:close/>
                  <a:moveTo>
                    <a:pt x="55744" y="118"/>
                  </a:moveTo>
                  <a:lnTo>
                    <a:pt x="55744" y="798"/>
                  </a:lnTo>
                  <a:lnTo>
                    <a:pt x="54905" y="798"/>
                  </a:lnTo>
                  <a:lnTo>
                    <a:pt x="54905" y="1104"/>
                  </a:lnTo>
                  <a:lnTo>
                    <a:pt x="55744" y="1104"/>
                  </a:lnTo>
                  <a:lnTo>
                    <a:pt x="55744" y="2406"/>
                  </a:lnTo>
                  <a:cubicBezTo>
                    <a:pt x="55744" y="2705"/>
                    <a:pt x="55912" y="2912"/>
                    <a:pt x="56247" y="3025"/>
                  </a:cubicBezTo>
                  <a:cubicBezTo>
                    <a:pt x="56583" y="3139"/>
                    <a:pt x="57192" y="3195"/>
                    <a:pt x="58074" y="3195"/>
                  </a:cubicBezTo>
                  <a:lnTo>
                    <a:pt x="59249" y="3195"/>
                  </a:lnTo>
                  <a:lnTo>
                    <a:pt x="59249" y="2866"/>
                  </a:lnTo>
                  <a:lnTo>
                    <a:pt x="58074" y="2866"/>
                  </a:lnTo>
                  <a:cubicBezTo>
                    <a:pt x="57598" y="2866"/>
                    <a:pt x="57282" y="2838"/>
                    <a:pt x="57127" y="2782"/>
                  </a:cubicBezTo>
                  <a:cubicBezTo>
                    <a:pt x="56971" y="2727"/>
                    <a:pt x="56894" y="2601"/>
                    <a:pt x="56894" y="2406"/>
                  </a:cubicBezTo>
                  <a:lnTo>
                    <a:pt x="56894" y="1104"/>
                  </a:lnTo>
                  <a:lnTo>
                    <a:pt x="59249" y="1104"/>
                  </a:lnTo>
                  <a:lnTo>
                    <a:pt x="59249" y="798"/>
                  </a:lnTo>
                  <a:lnTo>
                    <a:pt x="56894" y="798"/>
                  </a:lnTo>
                  <a:lnTo>
                    <a:pt x="56894" y="118"/>
                  </a:lnTo>
                  <a:close/>
                  <a:moveTo>
                    <a:pt x="72268" y="741"/>
                  </a:moveTo>
                  <a:cubicBezTo>
                    <a:pt x="71717" y="741"/>
                    <a:pt x="71249" y="776"/>
                    <a:pt x="70864" y="847"/>
                  </a:cubicBezTo>
                  <a:cubicBezTo>
                    <a:pt x="70479" y="917"/>
                    <a:pt x="70166" y="1025"/>
                    <a:pt x="69926" y="1171"/>
                  </a:cubicBezTo>
                  <a:lnTo>
                    <a:pt x="69926" y="798"/>
                  </a:lnTo>
                  <a:lnTo>
                    <a:pt x="68776" y="798"/>
                  </a:lnTo>
                  <a:lnTo>
                    <a:pt x="68776" y="3195"/>
                  </a:lnTo>
                  <a:lnTo>
                    <a:pt x="69926" y="3195"/>
                  </a:lnTo>
                  <a:lnTo>
                    <a:pt x="69926" y="1933"/>
                  </a:lnTo>
                  <a:cubicBezTo>
                    <a:pt x="69926" y="1662"/>
                    <a:pt x="70099" y="1454"/>
                    <a:pt x="70445" y="1309"/>
                  </a:cubicBezTo>
                  <a:cubicBezTo>
                    <a:pt x="70790" y="1164"/>
                    <a:pt x="71286" y="1092"/>
                    <a:pt x="71933" y="1092"/>
                  </a:cubicBezTo>
                  <a:cubicBezTo>
                    <a:pt x="72115" y="1092"/>
                    <a:pt x="72282" y="1098"/>
                    <a:pt x="72433" y="1110"/>
                  </a:cubicBezTo>
                  <a:cubicBezTo>
                    <a:pt x="72584" y="1122"/>
                    <a:pt x="72724" y="1141"/>
                    <a:pt x="72852" y="1166"/>
                  </a:cubicBezTo>
                  <a:lnTo>
                    <a:pt x="72846" y="762"/>
                  </a:lnTo>
                  <a:cubicBezTo>
                    <a:pt x="72730" y="755"/>
                    <a:pt x="72625" y="750"/>
                    <a:pt x="72529" y="746"/>
                  </a:cubicBezTo>
                  <a:cubicBezTo>
                    <a:pt x="72434" y="742"/>
                    <a:pt x="72347" y="741"/>
                    <a:pt x="72268" y="741"/>
                  </a:cubicBezTo>
                  <a:close/>
                  <a:moveTo>
                    <a:pt x="11378" y="741"/>
                  </a:moveTo>
                  <a:cubicBezTo>
                    <a:pt x="10380" y="741"/>
                    <a:pt x="9598" y="852"/>
                    <a:pt x="9033" y="1074"/>
                  </a:cubicBezTo>
                  <a:cubicBezTo>
                    <a:pt x="8467" y="1297"/>
                    <a:pt x="8184" y="1605"/>
                    <a:pt x="8184" y="1999"/>
                  </a:cubicBezTo>
                  <a:cubicBezTo>
                    <a:pt x="8184" y="2391"/>
                    <a:pt x="8467" y="2699"/>
                    <a:pt x="9033" y="2922"/>
                  </a:cubicBezTo>
                  <a:cubicBezTo>
                    <a:pt x="9598" y="3146"/>
                    <a:pt x="10380" y="3257"/>
                    <a:pt x="11378" y="3257"/>
                  </a:cubicBezTo>
                  <a:cubicBezTo>
                    <a:pt x="12373" y="3257"/>
                    <a:pt x="13154" y="3146"/>
                    <a:pt x="13721" y="2922"/>
                  </a:cubicBezTo>
                  <a:cubicBezTo>
                    <a:pt x="14289" y="2699"/>
                    <a:pt x="14572" y="2391"/>
                    <a:pt x="14572" y="1999"/>
                  </a:cubicBezTo>
                  <a:cubicBezTo>
                    <a:pt x="14572" y="1605"/>
                    <a:pt x="14289" y="1297"/>
                    <a:pt x="13721" y="1074"/>
                  </a:cubicBezTo>
                  <a:cubicBezTo>
                    <a:pt x="13154" y="852"/>
                    <a:pt x="12373" y="741"/>
                    <a:pt x="11378" y="741"/>
                  </a:cubicBezTo>
                  <a:close/>
                  <a:moveTo>
                    <a:pt x="26977" y="741"/>
                  </a:moveTo>
                  <a:cubicBezTo>
                    <a:pt x="26604" y="741"/>
                    <a:pt x="26221" y="754"/>
                    <a:pt x="25827" y="782"/>
                  </a:cubicBezTo>
                  <a:cubicBezTo>
                    <a:pt x="25434" y="810"/>
                    <a:pt x="25028" y="852"/>
                    <a:pt x="24609" y="908"/>
                  </a:cubicBezTo>
                  <a:lnTo>
                    <a:pt x="24609" y="1271"/>
                  </a:lnTo>
                  <a:cubicBezTo>
                    <a:pt x="24957" y="1206"/>
                    <a:pt x="25320" y="1156"/>
                    <a:pt x="25697" y="1124"/>
                  </a:cubicBezTo>
                  <a:cubicBezTo>
                    <a:pt x="26074" y="1091"/>
                    <a:pt x="26461" y="1074"/>
                    <a:pt x="26859" y="1074"/>
                  </a:cubicBezTo>
                  <a:cubicBezTo>
                    <a:pt x="27484" y="1074"/>
                    <a:pt x="27970" y="1124"/>
                    <a:pt x="28316" y="1223"/>
                  </a:cubicBezTo>
                  <a:cubicBezTo>
                    <a:pt x="28662" y="1322"/>
                    <a:pt x="28835" y="1463"/>
                    <a:pt x="28835" y="1644"/>
                  </a:cubicBezTo>
                  <a:lnTo>
                    <a:pt x="28835" y="1682"/>
                  </a:lnTo>
                  <a:lnTo>
                    <a:pt x="27231" y="1682"/>
                  </a:lnTo>
                  <a:cubicBezTo>
                    <a:pt x="26192" y="1682"/>
                    <a:pt x="25410" y="1751"/>
                    <a:pt x="24886" y="1888"/>
                  </a:cubicBezTo>
                  <a:cubicBezTo>
                    <a:pt x="24362" y="2025"/>
                    <a:pt x="24100" y="2228"/>
                    <a:pt x="24100" y="2498"/>
                  </a:cubicBezTo>
                  <a:cubicBezTo>
                    <a:pt x="24100" y="2729"/>
                    <a:pt x="24310" y="2913"/>
                    <a:pt x="24730" y="3051"/>
                  </a:cubicBezTo>
                  <a:cubicBezTo>
                    <a:pt x="25151" y="3189"/>
                    <a:pt x="25717" y="3257"/>
                    <a:pt x="26430" y="3257"/>
                  </a:cubicBezTo>
                  <a:cubicBezTo>
                    <a:pt x="26993" y="3257"/>
                    <a:pt x="27470" y="3223"/>
                    <a:pt x="27859" y="3154"/>
                  </a:cubicBezTo>
                  <a:cubicBezTo>
                    <a:pt x="28248" y="3084"/>
                    <a:pt x="28574" y="2977"/>
                    <a:pt x="28835" y="2831"/>
                  </a:cubicBezTo>
                  <a:lnTo>
                    <a:pt x="28835" y="3195"/>
                  </a:lnTo>
                  <a:lnTo>
                    <a:pt x="29978" y="3195"/>
                  </a:lnTo>
                  <a:lnTo>
                    <a:pt x="29978" y="1828"/>
                  </a:lnTo>
                  <a:cubicBezTo>
                    <a:pt x="29978" y="1463"/>
                    <a:pt x="29729" y="1190"/>
                    <a:pt x="29232" y="1010"/>
                  </a:cubicBezTo>
                  <a:cubicBezTo>
                    <a:pt x="28735" y="830"/>
                    <a:pt x="27983" y="741"/>
                    <a:pt x="26977" y="741"/>
                  </a:cubicBezTo>
                  <a:close/>
                  <a:moveTo>
                    <a:pt x="42780" y="741"/>
                  </a:moveTo>
                  <a:cubicBezTo>
                    <a:pt x="41736" y="741"/>
                    <a:pt x="40906" y="856"/>
                    <a:pt x="40291" y="1086"/>
                  </a:cubicBezTo>
                  <a:cubicBezTo>
                    <a:pt x="39676" y="1317"/>
                    <a:pt x="39368" y="1628"/>
                    <a:pt x="39368" y="2020"/>
                  </a:cubicBezTo>
                  <a:cubicBezTo>
                    <a:pt x="39368" y="2400"/>
                    <a:pt x="39693" y="2701"/>
                    <a:pt x="40341" y="2924"/>
                  </a:cubicBezTo>
                  <a:cubicBezTo>
                    <a:pt x="40989" y="3146"/>
                    <a:pt x="41869" y="3257"/>
                    <a:pt x="42979" y="3257"/>
                  </a:cubicBezTo>
                  <a:cubicBezTo>
                    <a:pt x="43422" y="3257"/>
                    <a:pt x="43859" y="3242"/>
                    <a:pt x="44290" y="3210"/>
                  </a:cubicBezTo>
                  <a:cubicBezTo>
                    <a:pt x="44721" y="3179"/>
                    <a:pt x="45141" y="3133"/>
                    <a:pt x="45551" y="3073"/>
                  </a:cubicBezTo>
                  <a:lnTo>
                    <a:pt x="45551" y="2701"/>
                  </a:lnTo>
                  <a:cubicBezTo>
                    <a:pt x="45145" y="2775"/>
                    <a:pt x="44736" y="2831"/>
                    <a:pt x="44324" y="2868"/>
                  </a:cubicBezTo>
                  <a:cubicBezTo>
                    <a:pt x="43912" y="2905"/>
                    <a:pt x="43486" y="2924"/>
                    <a:pt x="43047" y="2924"/>
                  </a:cubicBezTo>
                  <a:cubicBezTo>
                    <a:pt x="42289" y="2924"/>
                    <a:pt x="41698" y="2853"/>
                    <a:pt x="41273" y="2711"/>
                  </a:cubicBezTo>
                  <a:cubicBezTo>
                    <a:pt x="40848" y="2569"/>
                    <a:pt x="40611" y="2362"/>
                    <a:pt x="40562" y="2091"/>
                  </a:cubicBezTo>
                  <a:lnTo>
                    <a:pt x="45818" y="2091"/>
                  </a:lnTo>
                  <a:lnTo>
                    <a:pt x="45818" y="1898"/>
                  </a:lnTo>
                  <a:cubicBezTo>
                    <a:pt x="45818" y="1542"/>
                    <a:pt x="45546" y="1260"/>
                    <a:pt x="45001" y="1052"/>
                  </a:cubicBezTo>
                  <a:cubicBezTo>
                    <a:pt x="44457" y="844"/>
                    <a:pt x="43716" y="741"/>
                    <a:pt x="42780" y="741"/>
                  </a:cubicBezTo>
                  <a:close/>
                  <a:moveTo>
                    <a:pt x="60636" y="798"/>
                  </a:moveTo>
                  <a:lnTo>
                    <a:pt x="60636" y="2249"/>
                  </a:lnTo>
                  <a:cubicBezTo>
                    <a:pt x="60636" y="2579"/>
                    <a:pt x="60843" y="2829"/>
                    <a:pt x="61257" y="3001"/>
                  </a:cubicBezTo>
                  <a:cubicBezTo>
                    <a:pt x="61671" y="3172"/>
                    <a:pt x="62278" y="3257"/>
                    <a:pt x="63078" y="3257"/>
                  </a:cubicBezTo>
                  <a:cubicBezTo>
                    <a:pt x="63562" y="3257"/>
                    <a:pt x="63988" y="3222"/>
                    <a:pt x="64355" y="3151"/>
                  </a:cubicBezTo>
                  <a:cubicBezTo>
                    <a:pt x="64721" y="3081"/>
                    <a:pt x="65043" y="2973"/>
                    <a:pt x="65321" y="2827"/>
                  </a:cubicBezTo>
                  <a:lnTo>
                    <a:pt x="65321" y="3195"/>
                  </a:lnTo>
                  <a:lnTo>
                    <a:pt x="66464" y="3195"/>
                  </a:lnTo>
                  <a:lnTo>
                    <a:pt x="66464" y="798"/>
                  </a:lnTo>
                  <a:lnTo>
                    <a:pt x="65321" y="798"/>
                  </a:lnTo>
                  <a:lnTo>
                    <a:pt x="65321" y="2157"/>
                  </a:lnTo>
                  <a:cubicBezTo>
                    <a:pt x="65321" y="2391"/>
                    <a:pt x="65142" y="2576"/>
                    <a:pt x="64783" y="2712"/>
                  </a:cubicBezTo>
                  <a:cubicBezTo>
                    <a:pt x="64425" y="2847"/>
                    <a:pt x="63937" y="2915"/>
                    <a:pt x="63320" y="2915"/>
                  </a:cubicBezTo>
                  <a:cubicBezTo>
                    <a:pt x="62806" y="2915"/>
                    <a:pt x="62421" y="2858"/>
                    <a:pt x="62164" y="2745"/>
                  </a:cubicBezTo>
                  <a:cubicBezTo>
                    <a:pt x="61907" y="2631"/>
                    <a:pt x="61779" y="2461"/>
                    <a:pt x="61779" y="2234"/>
                  </a:cubicBezTo>
                  <a:lnTo>
                    <a:pt x="61779" y="798"/>
                  </a:lnTo>
                  <a:close/>
                  <a:moveTo>
                    <a:pt x="76966" y="741"/>
                  </a:moveTo>
                  <a:cubicBezTo>
                    <a:pt x="75922" y="741"/>
                    <a:pt x="75092" y="856"/>
                    <a:pt x="74477" y="1086"/>
                  </a:cubicBezTo>
                  <a:cubicBezTo>
                    <a:pt x="73862" y="1317"/>
                    <a:pt x="73554" y="1628"/>
                    <a:pt x="73554" y="2020"/>
                  </a:cubicBezTo>
                  <a:cubicBezTo>
                    <a:pt x="73554" y="2400"/>
                    <a:pt x="73879" y="2701"/>
                    <a:pt x="74527" y="2924"/>
                  </a:cubicBezTo>
                  <a:cubicBezTo>
                    <a:pt x="75175" y="3146"/>
                    <a:pt x="76055" y="3257"/>
                    <a:pt x="77165" y="3257"/>
                  </a:cubicBezTo>
                  <a:cubicBezTo>
                    <a:pt x="77608" y="3257"/>
                    <a:pt x="78045" y="3242"/>
                    <a:pt x="78476" y="3210"/>
                  </a:cubicBezTo>
                  <a:cubicBezTo>
                    <a:pt x="78907" y="3179"/>
                    <a:pt x="79327" y="3133"/>
                    <a:pt x="79737" y="3073"/>
                  </a:cubicBezTo>
                  <a:lnTo>
                    <a:pt x="79737" y="2701"/>
                  </a:lnTo>
                  <a:cubicBezTo>
                    <a:pt x="79331" y="2775"/>
                    <a:pt x="78922" y="2831"/>
                    <a:pt x="78510" y="2868"/>
                  </a:cubicBezTo>
                  <a:cubicBezTo>
                    <a:pt x="78098" y="2905"/>
                    <a:pt x="77672" y="2924"/>
                    <a:pt x="77233" y="2924"/>
                  </a:cubicBezTo>
                  <a:cubicBezTo>
                    <a:pt x="76475" y="2924"/>
                    <a:pt x="75884" y="2853"/>
                    <a:pt x="75459" y="2711"/>
                  </a:cubicBezTo>
                  <a:cubicBezTo>
                    <a:pt x="75034" y="2569"/>
                    <a:pt x="74797" y="2362"/>
                    <a:pt x="74748" y="2091"/>
                  </a:cubicBezTo>
                  <a:lnTo>
                    <a:pt x="80004" y="2091"/>
                  </a:lnTo>
                  <a:lnTo>
                    <a:pt x="80004" y="1898"/>
                  </a:lnTo>
                  <a:cubicBezTo>
                    <a:pt x="80004" y="1542"/>
                    <a:pt x="79732" y="1260"/>
                    <a:pt x="79187" y="1052"/>
                  </a:cubicBezTo>
                  <a:cubicBezTo>
                    <a:pt x="78643" y="844"/>
                    <a:pt x="77902" y="741"/>
                    <a:pt x="76966" y="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244725" y="463225"/>
              <a:ext cx="868175" cy="82900"/>
            </a:xfrm>
            <a:custGeom>
              <a:rect b="b" l="l" r="r" t="t"/>
              <a:pathLst>
                <a:path extrusionOk="0" h="3316" w="34727">
                  <a:moveTo>
                    <a:pt x="23447" y="343"/>
                  </a:moveTo>
                  <a:cubicBezTo>
                    <a:pt x="23986" y="343"/>
                    <a:pt x="24407" y="389"/>
                    <a:pt x="24712" y="482"/>
                  </a:cubicBezTo>
                  <a:cubicBezTo>
                    <a:pt x="25016" y="575"/>
                    <a:pt x="25169" y="704"/>
                    <a:pt x="25169" y="869"/>
                  </a:cubicBezTo>
                  <a:cubicBezTo>
                    <a:pt x="25169" y="1035"/>
                    <a:pt x="25016" y="1164"/>
                    <a:pt x="24712" y="1257"/>
                  </a:cubicBezTo>
                  <a:cubicBezTo>
                    <a:pt x="24407" y="1349"/>
                    <a:pt x="23986" y="1396"/>
                    <a:pt x="23447" y="1396"/>
                  </a:cubicBezTo>
                  <a:cubicBezTo>
                    <a:pt x="22905" y="1396"/>
                    <a:pt x="22483" y="1349"/>
                    <a:pt x="22183" y="1257"/>
                  </a:cubicBezTo>
                  <a:cubicBezTo>
                    <a:pt x="21883" y="1164"/>
                    <a:pt x="21732" y="1035"/>
                    <a:pt x="21732" y="869"/>
                  </a:cubicBezTo>
                  <a:cubicBezTo>
                    <a:pt x="21732" y="704"/>
                    <a:pt x="21883" y="575"/>
                    <a:pt x="22183" y="482"/>
                  </a:cubicBezTo>
                  <a:cubicBezTo>
                    <a:pt x="22483" y="389"/>
                    <a:pt x="22905" y="343"/>
                    <a:pt x="23447" y="343"/>
                  </a:cubicBezTo>
                  <a:close/>
                  <a:moveTo>
                    <a:pt x="31545" y="343"/>
                  </a:moveTo>
                  <a:cubicBezTo>
                    <a:pt x="32084" y="343"/>
                    <a:pt x="32505" y="389"/>
                    <a:pt x="32810" y="482"/>
                  </a:cubicBezTo>
                  <a:cubicBezTo>
                    <a:pt x="33114" y="575"/>
                    <a:pt x="33267" y="704"/>
                    <a:pt x="33267" y="869"/>
                  </a:cubicBezTo>
                  <a:cubicBezTo>
                    <a:pt x="33267" y="1035"/>
                    <a:pt x="33114" y="1164"/>
                    <a:pt x="32810" y="1257"/>
                  </a:cubicBezTo>
                  <a:cubicBezTo>
                    <a:pt x="32505" y="1349"/>
                    <a:pt x="32084" y="1396"/>
                    <a:pt x="31545" y="1396"/>
                  </a:cubicBezTo>
                  <a:cubicBezTo>
                    <a:pt x="31003" y="1396"/>
                    <a:pt x="30581" y="1349"/>
                    <a:pt x="30281" y="1257"/>
                  </a:cubicBezTo>
                  <a:cubicBezTo>
                    <a:pt x="29981" y="1164"/>
                    <a:pt x="29830" y="1035"/>
                    <a:pt x="29830" y="869"/>
                  </a:cubicBezTo>
                  <a:cubicBezTo>
                    <a:pt x="29830" y="704"/>
                    <a:pt x="29981" y="575"/>
                    <a:pt x="30281" y="482"/>
                  </a:cubicBezTo>
                  <a:cubicBezTo>
                    <a:pt x="30581" y="389"/>
                    <a:pt x="31003" y="343"/>
                    <a:pt x="31545" y="343"/>
                  </a:cubicBezTo>
                  <a:close/>
                  <a:moveTo>
                    <a:pt x="3206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19"/>
                    <a:pt x="5158" y="1659"/>
                  </a:cubicBezTo>
                  <a:cubicBezTo>
                    <a:pt x="5158" y="2097"/>
                    <a:pt x="4995" y="2425"/>
                    <a:pt x="4670" y="2644"/>
                  </a:cubicBezTo>
                  <a:cubicBezTo>
                    <a:pt x="4345" y="2863"/>
                    <a:pt x="3857" y="2973"/>
                    <a:pt x="3206" y="2973"/>
                  </a:cubicBezTo>
                  <a:cubicBezTo>
                    <a:pt x="2560" y="2973"/>
                    <a:pt x="2074" y="2863"/>
                    <a:pt x="1749" y="2644"/>
                  </a:cubicBezTo>
                  <a:cubicBezTo>
                    <a:pt x="1424" y="2425"/>
                    <a:pt x="1261" y="2097"/>
                    <a:pt x="1261" y="1659"/>
                  </a:cubicBezTo>
                  <a:cubicBezTo>
                    <a:pt x="1261" y="1219"/>
                    <a:pt x="1424" y="890"/>
                    <a:pt x="1749" y="671"/>
                  </a:cubicBezTo>
                  <a:cubicBezTo>
                    <a:pt x="2074" y="452"/>
                    <a:pt x="2560" y="343"/>
                    <a:pt x="3206" y="343"/>
                  </a:cubicBezTo>
                  <a:close/>
                  <a:moveTo>
                    <a:pt x="23447" y="1736"/>
                  </a:moveTo>
                  <a:cubicBezTo>
                    <a:pt x="24048" y="1736"/>
                    <a:pt x="24519" y="1791"/>
                    <a:pt x="24861" y="1901"/>
                  </a:cubicBezTo>
                  <a:cubicBezTo>
                    <a:pt x="25203" y="2011"/>
                    <a:pt x="25374" y="2162"/>
                    <a:pt x="25374" y="2354"/>
                  </a:cubicBezTo>
                  <a:cubicBezTo>
                    <a:pt x="25374" y="2546"/>
                    <a:pt x="25202" y="2697"/>
                    <a:pt x="24858" y="2807"/>
                  </a:cubicBezTo>
                  <a:cubicBezTo>
                    <a:pt x="24514" y="2918"/>
                    <a:pt x="24044" y="2973"/>
                    <a:pt x="23447" y="2973"/>
                  </a:cubicBezTo>
                  <a:cubicBezTo>
                    <a:pt x="22851" y="2973"/>
                    <a:pt x="22382" y="2918"/>
                    <a:pt x="22040" y="2808"/>
                  </a:cubicBezTo>
                  <a:cubicBezTo>
                    <a:pt x="21698" y="2698"/>
                    <a:pt x="21527" y="2547"/>
                    <a:pt x="21527" y="2354"/>
                  </a:cubicBezTo>
                  <a:cubicBezTo>
                    <a:pt x="21527" y="2162"/>
                    <a:pt x="21698" y="2011"/>
                    <a:pt x="22040" y="1901"/>
                  </a:cubicBezTo>
                  <a:cubicBezTo>
                    <a:pt x="22382" y="1791"/>
                    <a:pt x="22851" y="1736"/>
                    <a:pt x="23447" y="1736"/>
                  </a:cubicBezTo>
                  <a:close/>
                  <a:moveTo>
                    <a:pt x="31545" y="1736"/>
                  </a:moveTo>
                  <a:cubicBezTo>
                    <a:pt x="32146" y="1736"/>
                    <a:pt x="32617" y="1791"/>
                    <a:pt x="32959" y="1901"/>
                  </a:cubicBezTo>
                  <a:cubicBezTo>
                    <a:pt x="33301" y="2011"/>
                    <a:pt x="33472" y="2162"/>
                    <a:pt x="33472" y="2354"/>
                  </a:cubicBezTo>
                  <a:cubicBezTo>
                    <a:pt x="33472" y="2546"/>
                    <a:pt x="33300" y="2697"/>
                    <a:pt x="32956" y="2807"/>
                  </a:cubicBezTo>
                  <a:cubicBezTo>
                    <a:pt x="32612" y="2918"/>
                    <a:pt x="32142" y="2973"/>
                    <a:pt x="31545" y="2973"/>
                  </a:cubicBezTo>
                  <a:cubicBezTo>
                    <a:pt x="30949" y="2973"/>
                    <a:pt x="30480" y="2918"/>
                    <a:pt x="30138" y="2808"/>
                  </a:cubicBezTo>
                  <a:cubicBezTo>
                    <a:pt x="29796" y="2698"/>
                    <a:pt x="29625" y="2547"/>
                    <a:pt x="29625" y="2354"/>
                  </a:cubicBezTo>
                  <a:cubicBezTo>
                    <a:pt x="29625" y="2162"/>
                    <a:pt x="29796" y="2011"/>
                    <a:pt x="30138" y="1901"/>
                  </a:cubicBezTo>
                  <a:cubicBezTo>
                    <a:pt x="30480" y="1791"/>
                    <a:pt x="30949" y="1736"/>
                    <a:pt x="31545" y="1736"/>
                  </a:cubicBezTo>
                  <a:close/>
                  <a:moveTo>
                    <a:pt x="8620" y="2710"/>
                  </a:moveTo>
                  <a:lnTo>
                    <a:pt x="8620" y="3253"/>
                  </a:lnTo>
                  <a:lnTo>
                    <a:pt x="9931" y="3253"/>
                  </a:lnTo>
                  <a:lnTo>
                    <a:pt x="9931" y="2710"/>
                  </a:lnTo>
                  <a:close/>
                  <a:moveTo>
                    <a:pt x="14921" y="58"/>
                  </a:moveTo>
                  <a:lnTo>
                    <a:pt x="12702" y="212"/>
                  </a:lnTo>
                  <a:lnTo>
                    <a:pt x="12702" y="606"/>
                  </a:lnTo>
                  <a:lnTo>
                    <a:pt x="14933" y="452"/>
                  </a:lnTo>
                  <a:lnTo>
                    <a:pt x="14933" y="2889"/>
                  </a:lnTo>
                  <a:lnTo>
                    <a:pt x="12882" y="2889"/>
                  </a:lnTo>
                  <a:lnTo>
                    <a:pt x="12882" y="3253"/>
                  </a:lnTo>
                  <a:lnTo>
                    <a:pt x="18226" y="3253"/>
                  </a:lnTo>
                  <a:lnTo>
                    <a:pt x="18226" y="2889"/>
                  </a:lnTo>
                  <a:lnTo>
                    <a:pt x="16176" y="2889"/>
                  </a:lnTo>
                  <a:lnTo>
                    <a:pt x="16176" y="58"/>
                  </a:lnTo>
                  <a:close/>
                  <a:moveTo>
                    <a:pt x="3206" y="0"/>
                  </a:moveTo>
                  <a:cubicBezTo>
                    <a:pt x="2167" y="0"/>
                    <a:pt x="1372" y="142"/>
                    <a:pt x="823" y="425"/>
                  </a:cubicBezTo>
                  <a:cubicBezTo>
                    <a:pt x="274" y="708"/>
                    <a:pt x="0" y="1120"/>
                    <a:pt x="0" y="1659"/>
                  </a:cubicBezTo>
                  <a:cubicBezTo>
                    <a:pt x="0" y="2197"/>
                    <a:pt x="274" y="2607"/>
                    <a:pt x="823" y="2891"/>
                  </a:cubicBezTo>
                  <a:cubicBezTo>
                    <a:pt x="1372" y="3174"/>
                    <a:pt x="2167" y="3315"/>
                    <a:pt x="3206" y="3315"/>
                  </a:cubicBezTo>
                  <a:cubicBezTo>
                    <a:pt x="4246" y="3315"/>
                    <a:pt x="5041" y="3174"/>
                    <a:pt x="5589" y="2891"/>
                  </a:cubicBezTo>
                  <a:cubicBezTo>
                    <a:pt x="6138" y="2607"/>
                    <a:pt x="6413" y="2197"/>
                    <a:pt x="6413" y="1659"/>
                  </a:cubicBezTo>
                  <a:cubicBezTo>
                    <a:pt x="6413" y="1120"/>
                    <a:pt x="6138" y="708"/>
                    <a:pt x="5589" y="425"/>
                  </a:cubicBezTo>
                  <a:cubicBezTo>
                    <a:pt x="5041" y="142"/>
                    <a:pt x="4246" y="0"/>
                    <a:pt x="3206" y="0"/>
                  </a:cubicBezTo>
                  <a:close/>
                  <a:moveTo>
                    <a:pt x="23447" y="0"/>
                  </a:moveTo>
                  <a:cubicBezTo>
                    <a:pt x="22528" y="0"/>
                    <a:pt x="21804" y="75"/>
                    <a:pt x="21276" y="223"/>
                  </a:cubicBezTo>
                  <a:cubicBezTo>
                    <a:pt x="20747" y="371"/>
                    <a:pt x="20483" y="573"/>
                    <a:pt x="20483" y="829"/>
                  </a:cubicBezTo>
                  <a:cubicBezTo>
                    <a:pt x="20483" y="1011"/>
                    <a:pt x="20634" y="1166"/>
                    <a:pt x="20934" y="1293"/>
                  </a:cubicBezTo>
                  <a:cubicBezTo>
                    <a:pt x="21234" y="1420"/>
                    <a:pt x="21654" y="1506"/>
                    <a:pt x="22192" y="1552"/>
                  </a:cubicBezTo>
                  <a:cubicBezTo>
                    <a:pt x="21587" y="1600"/>
                    <a:pt x="21115" y="1695"/>
                    <a:pt x="20775" y="1837"/>
                  </a:cubicBezTo>
                  <a:cubicBezTo>
                    <a:pt x="20436" y="1978"/>
                    <a:pt x="20266" y="2150"/>
                    <a:pt x="20266" y="2354"/>
                  </a:cubicBezTo>
                  <a:cubicBezTo>
                    <a:pt x="20266" y="2664"/>
                    <a:pt x="20540" y="2902"/>
                    <a:pt x="21089" y="3067"/>
                  </a:cubicBezTo>
                  <a:cubicBezTo>
                    <a:pt x="21638" y="3233"/>
                    <a:pt x="22424" y="3315"/>
                    <a:pt x="23447" y="3315"/>
                  </a:cubicBezTo>
                  <a:cubicBezTo>
                    <a:pt x="24471" y="3315"/>
                    <a:pt x="25257" y="3233"/>
                    <a:pt x="25806" y="3067"/>
                  </a:cubicBezTo>
                  <a:cubicBezTo>
                    <a:pt x="26354" y="2902"/>
                    <a:pt x="26629" y="2664"/>
                    <a:pt x="26629" y="2354"/>
                  </a:cubicBezTo>
                  <a:cubicBezTo>
                    <a:pt x="26629" y="2150"/>
                    <a:pt x="26460" y="1978"/>
                    <a:pt x="26122" y="1837"/>
                  </a:cubicBezTo>
                  <a:cubicBezTo>
                    <a:pt x="25785" y="1695"/>
                    <a:pt x="25314" y="1600"/>
                    <a:pt x="24709" y="1552"/>
                  </a:cubicBezTo>
                  <a:cubicBezTo>
                    <a:pt x="25243" y="1506"/>
                    <a:pt x="25661" y="1420"/>
                    <a:pt x="25961" y="1293"/>
                  </a:cubicBezTo>
                  <a:cubicBezTo>
                    <a:pt x="26261" y="1166"/>
                    <a:pt x="26411" y="1011"/>
                    <a:pt x="26411" y="829"/>
                  </a:cubicBezTo>
                  <a:cubicBezTo>
                    <a:pt x="26411" y="573"/>
                    <a:pt x="26148" y="371"/>
                    <a:pt x="25622" y="223"/>
                  </a:cubicBezTo>
                  <a:cubicBezTo>
                    <a:pt x="25096" y="75"/>
                    <a:pt x="24371" y="0"/>
                    <a:pt x="23447" y="0"/>
                  </a:cubicBezTo>
                  <a:close/>
                  <a:moveTo>
                    <a:pt x="31545" y="0"/>
                  </a:moveTo>
                  <a:cubicBezTo>
                    <a:pt x="30626" y="0"/>
                    <a:pt x="29902" y="75"/>
                    <a:pt x="29374" y="223"/>
                  </a:cubicBezTo>
                  <a:cubicBezTo>
                    <a:pt x="28845" y="371"/>
                    <a:pt x="28581" y="573"/>
                    <a:pt x="28581" y="829"/>
                  </a:cubicBezTo>
                  <a:cubicBezTo>
                    <a:pt x="28581" y="1011"/>
                    <a:pt x="28732" y="1166"/>
                    <a:pt x="29032" y="1293"/>
                  </a:cubicBezTo>
                  <a:cubicBezTo>
                    <a:pt x="29332" y="1420"/>
                    <a:pt x="29752" y="1506"/>
                    <a:pt x="30290" y="1552"/>
                  </a:cubicBezTo>
                  <a:cubicBezTo>
                    <a:pt x="29685" y="1600"/>
                    <a:pt x="29213" y="1695"/>
                    <a:pt x="28873" y="1837"/>
                  </a:cubicBezTo>
                  <a:cubicBezTo>
                    <a:pt x="28534" y="1978"/>
                    <a:pt x="28364" y="2150"/>
                    <a:pt x="28364" y="2354"/>
                  </a:cubicBezTo>
                  <a:cubicBezTo>
                    <a:pt x="28364" y="2664"/>
                    <a:pt x="28638" y="2902"/>
                    <a:pt x="29187" y="3067"/>
                  </a:cubicBezTo>
                  <a:cubicBezTo>
                    <a:pt x="29736" y="3233"/>
                    <a:pt x="30522" y="3315"/>
                    <a:pt x="31545" y="3315"/>
                  </a:cubicBezTo>
                  <a:cubicBezTo>
                    <a:pt x="32569" y="3315"/>
                    <a:pt x="33355" y="3233"/>
                    <a:pt x="33904" y="3067"/>
                  </a:cubicBezTo>
                  <a:cubicBezTo>
                    <a:pt x="34452" y="2902"/>
                    <a:pt x="34727" y="2664"/>
                    <a:pt x="34727" y="2354"/>
                  </a:cubicBezTo>
                  <a:cubicBezTo>
                    <a:pt x="34727" y="2150"/>
                    <a:pt x="34558" y="1978"/>
                    <a:pt x="34220" y="1837"/>
                  </a:cubicBezTo>
                  <a:cubicBezTo>
                    <a:pt x="33883" y="1695"/>
                    <a:pt x="33412" y="1600"/>
                    <a:pt x="32807" y="1552"/>
                  </a:cubicBezTo>
                  <a:cubicBezTo>
                    <a:pt x="33341" y="1506"/>
                    <a:pt x="33759" y="1420"/>
                    <a:pt x="34059" y="1293"/>
                  </a:cubicBezTo>
                  <a:cubicBezTo>
                    <a:pt x="34359" y="1166"/>
                    <a:pt x="34509" y="1011"/>
                    <a:pt x="34509" y="829"/>
                  </a:cubicBezTo>
                  <a:cubicBezTo>
                    <a:pt x="34509" y="573"/>
                    <a:pt x="34246" y="371"/>
                    <a:pt x="33720" y="223"/>
                  </a:cubicBezTo>
                  <a:cubicBezTo>
                    <a:pt x="33194" y="75"/>
                    <a:pt x="32469" y="0"/>
                    <a:pt x="315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69275" y="603725"/>
              <a:ext cx="1397150" cy="84825"/>
            </a:xfrm>
            <a:custGeom>
              <a:rect b="b" l="l" r="r" t="t"/>
              <a:pathLst>
                <a:path extrusionOk="0" h="3393" w="55886">
                  <a:moveTo>
                    <a:pt x="52859" y="1210"/>
                  </a:moveTo>
                  <a:cubicBezTo>
                    <a:pt x="53423" y="1210"/>
                    <a:pt x="53875" y="1274"/>
                    <a:pt x="54217" y="1403"/>
                  </a:cubicBezTo>
                  <a:cubicBezTo>
                    <a:pt x="54559" y="1531"/>
                    <a:pt x="54734" y="1703"/>
                    <a:pt x="54742" y="1918"/>
                  </a:cubicBezTo>
                  <a:lnTo>
                    <a:pt x="50666" y="1921"/>
                  </a:lnTo>
                  <a:cubicBezTo>
                    <a:pt x="50724" y="1695"/>
                    <a:pt x="50944" y="1520"/>
                    <a:pt x="51328" y="1396"/>
                  </a:cubicBezTo>
                  <a:cubicBezTo>
                    <a:pt x="51711" y="1272"/>
                    <a:pt x="52221" y="1210"/>
                    <a:pt x="52859" y="1210"/>
                  </a:cubicBezTo>
                  <a:close/>
                  <a:moveTo>
                    <a:pt x="4251" y="562"/>
                  </a:moveTo>
                  <a:lnTo>
                    <a:pt x="5960" y="2152"/>
                  </a:lnTo>
                  <a:lnTo>
                    <a:pt x="2548" y="2152"/>
                  </a:lnTo>
                  <a:lnTo>
                    <a:pt x="4251" y="562"/>
                  </a:lnTo>
                  <a:close/>
                  <a:moveTo>
                    <a:pt x="38210" y="1210"/>
                  </a:moveTo>
                  <a:cubicBezTo>
                    <a:pt x="38819" y="1210"/>
                    <a:pt x="39302" y="1293"/>
                    <a:pt x="39658" y="1459"/>
                  </a:cubicBezTo>
                  <a:cubicBezTo>
                    <a:pt x="40014" y="1626"/>
                    <a:pt x="40193" y="1851"/>
                    <a:pt x="40193" y="2135"/>
                  </a:cubicBezTo>
                  <a:cubicBezTo>
                    <a:pt x="40193" y="2420"/>
                    <a:pt x="40014" y="2645"/>
                    <a:pt x="39658" y="2811"/>
                  </a:cubicBezTo>
                  <a:cubicBezTo>
                    <a:pt x="39302" y="2976"/>
                    <a:pt x="38819" y="3059"/>
                    <a:pt x="38210" y="3059"/>
                  </a:cubicBezTo>
                  <a:cubicBezTo>
                    <a:pt x="37593" y="3059"/>
                    <a:pt x="37107" y="2977"/>
                    <a:pt x="36753" y="2812"/>
                  </a:cubicBezTo>
                  <a:cubicBezTo>
                    <a:pt x="36399" y="2647"/>
                    <a:pt x="36222" y="2421"/>
                    <a:pt x="36222" y="2135"/>
                  </a:cubicBezTo>
                  <a:cubicBezTo>
                    <a:pt x="36222" y="1848"/>
                    <a:pt x="36400" y="1622"/>
                    <a:pt x="36756" y="1457"/>
                  </a:cubicBezTo>
                  <a:cubicBezTo>
                    <a:pt x="37113" y="1292"/>
                    <a:pt x="37597" y="1210"/>
                    <a:pt x="38210" y="1210"/>
                  </a:cubicBezTo>
                  <a:close/>
                  <a:moveTo>
                    <a:pt x="25255" y="1206"/>
                  </a:moveTo>
                  <a:cubicBezTo>
                    <a:pt x="25859" y="1206"/>
                    <a:pt x="26335" y="1288"/>
                    <a:pt x="26681" y="1453"/>
                  </a:cubicBezTo>
                  <a:cubicBezTo>
                    <a:pt x="27027" y="1618"/>
                    <a:pt x="27200" y="1845"/>
                    <a:pt x="27200" y="2135"/>
                  </a:cubicBezTo>
                  <a:cubicBezTo>
                    <a:pt x="27200" y="2424"/>
                    <a:pt x="27027" y="2651"/>
                    <a:pt x="26681" y="2816"/>
                  </a:cubicBezTo>
                  <a:cubicBezTo>
                    <a:pt x="26335" y="2981"/>
                    <a:pt x="25859" y="3063"/>
                    <a:pt x="25255" y="3063"/>
                  </a:cubicBezTo>
                  <a:cubicBezTo>
                    <a:pt x="24650" y="3063"/>
                    <a:pt x="24174" y="2981"/>
                    <a:pt x="23829" y="2816"/>
                  </a:cubicBezTo>
                  <a:cubicBezTo>
                    <a:pt x="23483" y="2651"/>
                    <a:pt x="23310" y="2424"/>
                    <a:pt x="23310" y="2135"/>
                  </a:cubicBezTo>
                  <a:cubicBezTo>
                    <a:pt x="23310" y="1845"/>
                    <a:pt x="23483" y="1618"/>
                    <a:pt x="23829" y="1453"/>
                  </a:cubicBezTo>
                  <a:cubicBezTo>
                    <a:pt x="24174" y="1288"/>
                    <a:pt x="24650" y="1206"/>
                    <a:pt x="25255" y="1206"/>
                  </a:cubicBezTo>
                  <a:close/>
                  <a:moveTo>
                    <a:pt x="3543" y="136"/>
                  </a:moveTo>
                  <a:lnTo>
                    <a:pt x="1" y="3331"/>
                  </a:lnTo>
                  <a:lnTo>
                    <a:pt x="1324" y="3331"/>
                  </a:lnTo>
                  <a:lnTo>
                    <a:pt x="2169" y="2511"/>
                  </a:lnTo>
                  <a:lnTo>
                    <a:pt x="6351" y="2511"/>
                  </a:lnTo>
                  <a:lnTo>
                    <a:pt x="7196" y="3331"/>
                  </a:lnTo>
                  <a:lnTo>
                    <a:pt x="8501" y="3331"/>
                  </a:lnTo>
                  <a:lnTo>
                    <a:pt x="4966" y="136"/>
                  </a:lnTo>
                  <a:close/>
                  <a:moveTo>
                    <a:pt x="13149" y="876"/>
                  </a:moveTo>
                  <a:cubicBezTo>
                    <a:pt x="12647" y="876"/>
                    <a:pt x="12214" y="911"/>
                    <a:pt x="11850" y="981"/>
                  </a:cubicBezTo>
                  <a:cubicBezTo>
                    <a:pt x="11485" y="1051"/>
                    <a:pt x="11173" y="1159"/>
                    <a:pt x="10912" y="1306"/>
                  </a:cubicBezTo>
                  <a:lnTo>
                    <a:pt x="10912" y="934"/>
                  </a:lnTo>
                  <a:lnTo>
                    <a:pt x="9762" y="934"/>
                  </a:lnTo>
                  <a:lnTo>
                    <a:pt x="9762" y="3331"/>
                  </a:lnTo>
                  <a:lnTo>
                    <a:pt x="10912" y="3331"/>
                  </a:lnTo>
                  <a:lnTo>
                    <a:pt x="10912" y="1976"/>
                  </a:lnTo>
                  <a:cubicBezTo>
                    <a:pt x="10912" y="1744"/>
                    <a:pt x="11084" y="1559"/>
                    <a:pt x="11427" y="1423"/>
                  </a:cubicBezTo>
                  <a:cubicBezTo>
                    <a:pt x="11771" y="1287"/>
                    <a:pt x="12235" y="1219"/>
                    <a:pt x="12819" y="1219"/>
                  </a:cubicBezTo>
                  <a:cubicBezTo>
                    <a:pt x="13312" y="1219"/>
                    <a:pt x="13677" y="1274"/>
                    <a:pt x="13913" y="1384"/>
                  </a:cubicBezTo>
                  <a:cubicBezTo>
                    <a:pt x="14149" y="1495"/>
                    <a:pt x="14267" y="1666"/>
                    <a:pt x="14267" y="1897"/>
                  </a:cubicBezTo>
                  <a:lnTo>
                    <a:pt x="14267" y="3331"/>
                  </a:lnTo>
                  <a:lnTo>
                    <a:pt x="15417" y="3331"/>
                  </a:lnTo>
                  <a:lnTo>
                    <a:pt x="15417" y="1976"/>
                  </a:lnTo>
                  <a:cubicBezTo>
                    <a:pt x="15417" y="1742"/>
                    <a:pt x="15589" y="1557"/>
                    <a:pt x="15932" y="1422"/>
                  </a:cubicBezTo>
                  <a:cubicBezTo>
                    <a:pt x="16276" y="1286"/>
                    <a:pt x="16744" y="1219"/>
                    <a:pt x="17337" y="1219"/>
                  </a:cubicBezTo>
                  <a:cubicBezTo>
                    <a:pt x="17821" y="1219"/>
                    <a:pt x="18182" y="1274"/>
                    <a:pt x="18418" y="1386"/>
                  </a:cubicBezTo>
                  <a:cubicBezTo>
                    <a:pt x="18654" y="1497"/>
                    <a:pt x="18772" y="1667"/>
                    <a:pt x="18772" y="1897"/>
                  </a:cubicBezTo>
                  <a:lnTo>
                    <a:pt x="18772" y="3331"/>
                  </a:lnTo>
                  <a:lnTo>
                    <a:pt x="19922" y="3331"/>
                  </a:lnTo>
                  <a:lnTo>
                    <a:pt x="19922" y="1884"/>
                  </a:lnTo>
                  <a:cubicBezTo>
                    <a:pt x="19922" y="1562"/>
                    <a:pt x="19725" y="1313"/>
                    <a:pt x="19331" y="1138"/>
                  </a:cubicBezTo>
                  <a:cubicBezTo>
                    <a:pt x="18938" y="964"/>
                    <a:pt x="18379" y="876"/>
                    <a:pt x="17654" y="876"/>
                  </a:cubicBezTo>
                  <a:cubicBezTo>
                    <a:pt x="17115" y="876"/>
                    <a:pt x="16647" y="918"/>
                    <a:pt x="16249" y="1002"/>
                  </a:cubicBezTo>
                  <a:cubicBezTo>
                    <a:pt x="15852" y="1087"/>
                    <a:pt x="15510" y="1217"/>
                    <a:pt x="15224" y="1394"/>
                  </a:cubicBezTo>
                  <a:cubicBezTo>
                    <a:pt x="15054" y="1226"/>
                    <a:pt x="14792" y="1097"/>
                    <a:pt x="14438" y="1009"/>
                  </a:cubicBezTo>
                  <a:cubicBezTo>
                    <a:pt x="14084" y="920"/>
                    <a:pt x="13654" y="876"/>
                    <a:pt x="13149" y="876"/>
                  </a:cubicBezTo>
                  <a:close/>
                  <a:moveTo>
                    <a:pt x="33730" y="876"/>
                  </a:moveTo>
                  <a:cubicBezTo>
                    <a:pt x="33179" y="876"/>
                    <a:pt x="32711" y="911"/>
                    <a:pt x="32326" y="982"/>
                  </a:cubicBezTo>
                  <a:cubicBezTo>
                    <a:pt x="31941" y="1053"/>
                    <a:pt x="31628" y="1161"/>
                    <a:pt x="31388" y="1306"/>
                  </a:cubicBezTo>
                  <a:lnTo>
                    <a:pt x="31388" y="934"/>
                  </a:lnTo>
                  <a:lnTo>
                    <a:pt x="30238" y="934"/>
                  </a:lnTo>
                  <a:lnTo>
                    <a:pt x="30238" y="3331"/>
                  </a:lnTo>
                  <a:lnTo>
                    <a:pt x="31388" y="3331"/>
                  </a:lnTo>
                  <a:lnTo>
                    <a:pt x="31388" y="2068"/>
                  </a:lnTo>
                  <a:cubicBezTo>
                    <a:pt x="31388" y="1797"/>
                    <a:pt x="31561" y="1589"/>
                    <a:pt x="31907" y="1444"/>
                  </a:cubicBezTo>
                  <a:cubicBezTo>
                    <a:pt x="32252" y="1300"/>
                    <a:pt x="32748" y="1227"/>
                    <a:pt x="33395" y="1227"/>
                  </a:cubicBezTo>
                  <a:cubicBezTo>
                    <a:pt x="33577" y="1227"/>
                    <a:pt x="33744" y="1233"/>
                    <a:pt x="33895" y="1245"/>
                  </a:cubicBezTo>
                  <a:cubicBezTo>
                    <a:pt x="34046" y="1257"/>
                    <a:pt x="34186" y="1276"/>
                    <a:pt x="34314" y="1302"/>
                  </a:cubicBezTo>
                  <a:lnTo>
                    <a:pt x="34308" y="898"/>
                  </a:lnTo>
                  <a:cubicBezTo>
                    <a:pt x="34192" y="890"/>
                    <a:pt x="34087" y="885"/>
                    <a:pt x="33991" y="882"/>
                  </a:cubicBezTo>
                  <a:cubicBezTo>
                    <a:pt x="33896" y="878"/>
                    <a:pt x="33809" y="876"/>
                    <a:pt x="33730" y="876"/>
                  </a:cubicBezTo>
                  <a:close/>
                  <a:moveTo>
                    <a:pt x="22160" y="1"/>
                  </a:moveTo>
                  <a:lnTo>
                    <a:pt x="22160" y="3331"/>
                  </a:lnTo>
                  <a:lnTo>
                    <a:pt x="23310" y="3331"/>
                  </a:lnTo>
                  <a:lnTo>
                    <a:pt x="23310" y="2971"/>
                  </a:lnTo>
                  <a:cubicBezTo>
                    <a:pt x="23550" y="3114"/>
                    <a:pt x="23853" y="3220"/>
                    <a:pt x="24220" y="3289"/>
                  </a:cubicBezTo>
                  <a:cubicBezTo>
                    <a:pt x="24587" y="3358"/>
                    <a:pt x="25025" y="3393"/>
                    <a:pt x="25534" y="3393"/>
                  </a:cubicBezTo>
                  <a:cubicBezTo>
                    <a:pt x="26379" y="3393"/>
                    <a:pt x="27066" y="3277"/>
                    <a:pt x="27594" y="3046"/>
                  </a:cubicBezTo>
                  <a:cubicBezTo>
                    <a:pt x="28122" y="2815"/>
                    <a:pt x="28386" y="2511"/>
                    <a:pt x="28386" y="2135"/>
                  </a:cubicBezTo>
                  <a:cubicBezTo>
                    <a:pt x="28386" y="1758"/>
                    <a:pt x="28122" y="1454"/>
                    <a:pt x="27594" y="1223"/>
                  </a:cubicBezTo>
                  <a:cubicBezTo>
                    <a:pt x="27066" y="992"/>
                    <a:pt x="26379" y="876"/>
                    <a:pt x="25534" y="876"/>
                  </a:cubicBezTo>
                  <a:cubicBezTo>
                    <a:pt x="25025" y="876"/>
                    <a:pt x="24587" y="911"/>
                    <a:pt x="24220" y="980"/>
                  </a:cubicBezTo>
                  <a:cubicBezTo>
                    <a:pt x="23853" y="1049"/>
                    <a:pt x="23550" y="1155"/>
                    <a:pt x="23310" y="1298"/>
                  </a:cubicBezTo>
                  <a:lnTo>
                    <a:pt x="23310" y="1"/>
                  </a:lnTo>
                  <a:close/>
                  <a:moveTo>
                    <a:pt x="38210" y="876"/>
                  </a:moveTo>
                  <a:cubicBezTo>
                    <a:pt x="37212" y="876"/>
                    <a:pt x="36430" y="987"/>
                    <a:pt x="35865" y="1210"/>
                  </a:cubicBezTo>
                  <a:cubicBezTo>
                    <a:pt x="35299" y="1433"/>
                    <a:pt x="35016" y="1741"/>
                    <a:pt x="35016" y="2135"/>
                  </a:cubicBezTo>
                  <a:cubicBezTo>
                    <a:pt x="35016" y="2527"/>
                    <a:pt x="35299" y="2835"/>
                    <a:pt x="35865" y="3058"/>
                  </a:cubicBezTo>
                  <a:cubicBezTo>
                    <a:pt x="36430" y="3281"/>
                    <a:pt x="37212" y="3393"/>
                    <a:pt x="38210" y="3393"/>
                  </a:cubicBezTo>
                  <a:cubicBezTo>
                    <a:pt x="39205" y="3393"/>
                    <a:pt x="39986" y="3281"/>
                    <a:pt x="40553" y="3058"/>
                  </a:cubicBezTo>
                  <a:cubicBezTo>
                    <a:pt x="41121" y="2835"/>
                    <a:pt x="41404" y="2527"/>
                    <a:pt x="41404" y="2135"/>
                  </a:cubicBezTo>
                  <a:cubicBezTo>
                    <a:pt x="41404" y="1741"/>
                    <a:pt x="41121" y="1433"/>
                    <a:pt x="40553" y="1210"/>
                  </a:cubicBezTo>
                  <a:cubicBezTo>
                    <a:pt x="39986" y="987"/>
                    <a:pt x="39205" y="876"/>
                    <a:pt x="38210" y="876"/>
                  </a:cubicBezTo>
                  <a:close/>
                  <a:moveTo>
                    <a:pt x="45513" y="876"/>
                  </a:moveTo>
                  <a:cubicBezTo>
                    <a:pt x="44659" y="876"/>
                    <a:pt x="44001" y="938"/>
                    <a:pt x="43537" y="1060"/>
                  </a:cubicBezTo>
                  <a:cubicBezTo>
                    <a:pt x="43073" y="1183"/>
                    <a:pt x="42841" y="1357"/>
                    <a:pt x="42841" y="1582"/>
                  </a:cubicBezTo>
                  <a:cubicBezTo>
                    <a:pt x="42841" y="1768"/>
                    <a:pt x="42998" y="1914"/>
                    <a:pt x="43313" y="2020"/>
                  </a:cubicBezTo>
                  <a:cubicBezTo>
                    <a:pt x="43628" y="2126"/>
                    <a:pt x="44139" y="2205"/>
                    <a:pt x="44848" y="2257"/>
                  </a:cubicBezTo>
                  <a:lnTo>
                    <a:pt x="45246" y="2289"/>
                  </a:lnTo>
                  <a:cubicBezTo>
                    <a:pt x="45954" y="2341"/>
                    <a:pt x="46413" y="2396"/>
                    <a:pt x="46622" y="2453"/>
                  </a:cubicBezTo>
                  <a:cubicBezTo>
                    <a:pt x="46831" y="2511"/>
                    <a:pt x="46936" y="2593"/>
                    <a:pt x="46936" y="2700"/>
                  </a:cubicBezTo>
                  <a:cubicBezTo>
                    <a:pt x="46936" y="2815"/>
                    <a:pt x="46791" y="2905"/>
                    <a:pt x="46501" y="2968"/>
                  </a:cubicBezTo>
                  <a:cubicBezTo>
                    <a:pt x="46211" y="3032"/>
                    <a:pt x="45796" y="3063"/>
                    <a:pt x="45258" y="3063"/>
                  </a:cubicBezTo>
                  <a:cubicBezTo>
                    <a:pt x="44856" y="3063"/>
                    <a:pt x="44450" y="3044"/>
                    <a:pt x="44040" y="3007"/>
                  </a:cubicBezTo>
                  <a:cubicBezTo>
                    <a:pt x="43630" y="2969"/>
                    <a:pt x="43214" y="2912"/>
                    <a:pt x="42791" y="2837"/>
                  </a:cubicBezTo>
                  <a:lnTo>
                    <a:pt x="42791" y="3243"/>
                  </a:lnTo>
                  <a:cubicBezTo>
                    <a:pt x="43238" y="3293"/>
                    <a:pt x="43664" y="3331"/>
                    <a:pt x="44068" y="3356"/>
                  </a:cubicBezTo>
                  <a:cubicBezTo>
                    <a:pt x="44472" y="3380"/>
                    <a:pt x="44860" y="3393"/>
                    <a:pt x="45233" y="3393"/>
                  </a:cubicBezTo>
                  <a:cubicBezTo>
                    <a:pt x="46128" y="3393"/>
                    <a:pt x="46831" y="3328"/>
                    <a:pt x="47343" y="3198"/>
                  </a:cubicBezTo>
                  <a:cubicBezTo>
                    <a:pt x="47854" y="3068"/>
                    <a:pt x="48110" y="2892"/>
                    <a:pt x="48110" y="2670"/>
                  </a:cubicBezTo>
                  <a:cubicBezTo>
                    <a:pt x="48110" y="2474"/>
                    <a:pt x="47939" y="2322"/>
                    <a:pt x="47597" y="2213"/>
                  </a:cubicBezTo>
                  <a:cubicBezTo>
                    <a:pt x="47256" y="2104"/>
                    <a:pt x="46679" y="2019"/>
                    <a:pt x="45867" y="1959"/>
                  </a:cubicBezTo>
                  <a:lnTo>
                    <a:pt x="45475" y="1929"/>
                  </a:lnTo>
                  <a:cubicBezTo>
                    <a:pt x="44862" y="1882"/>
                    <a:pt x="44454" y="1832"/>
                    <a:pt x="44251" y="1780"/>
                  </a:cubicBezTo>
                  <a:cubicBezTo>
                    <a:pt x="44048" y="1728"/>
                    <a:pt x="43947" y="1657"/>
                    <a:pt x="43947" y="1565"/>
                  </a:cubicBezTo>
                  <a:cubicBezTo>
                    <a:pt x="43947" y="1445"/>
                    <a:pt x="44089" y="1356"/>
                    <a:pt x="44372" y="1296"/>
                  </a:cubicBezTo>
                  <a:cubicBezTo>
                    <a:pt x="44656" y="1236"/>
                    <a:pt x="45082" y="1206"/>
                    <a:pt x="45649" y="1206"/>
                  </a:cubicBezTo>
                  <a:cubicBezTo>
                    <a:pt x="46022" y="1206"/>
                    <a:pt x="46383" y="1220"/>
                    <a:pt x="46731" y="1249"/>
                  </a:cubicBezTo>
                  <a:cubicBezTo>
                    <a:pt x="47079" y="1277"/>
                    <a:pt x="47414" y="1320"/>
                    <a:pt x="47737" y="1377"/>
                  </a:cubicBezTo>
                  <a:lnTo>
                    <a:pt x="47737" y="1005"/>
                  </a:lnTo>
                  <a:cubicBezTo>
                    <a:pt x="47422" y="962"/>
                    <a:pt x="47079" y="930"/>
                    <a:pt x="46706" y="908"/>
                  </a:cubicBezTo>
                  <a:cubicBezTo>
                    <a:pt x="46333" y="887"/>
                    <a:pt x="45935" y="876"/>
                    <a:pt x="45513" y="876"/>
                  </a:cubicBezTo>
                  <a:close/>
                  <a:moveTo>
                    <a:pt x="52847" y="876"/>
                  </a:moveTo>
                  <a:cubicBezTo>
                    <a:pt x="51803" y="876"/>
                    <a:pt x="50973" y="991"/>
                    <a:pt x="50358" y="1222"/>
                  </a:cubicBezTo>
                  <a:cubicBezTo>
                    <a:pt x="49743" y="1452"/>
                    <a:pt x="49435" y="1764"/>
                    <a:pt x="49435" y="2156"/>
                  </a:cubicBezTo>
                  <a:cubicBezTo>
                    <a:pt x="49435" y="2535"/>
                    <a:pt x="49760" y="2837"/>
                    <a:pt x="50408" y="3059"/>
                  </a:cubicBezTo>
                  <a:cubicBezTo>
                    <a:pt x="51056" y="3282"/>
                    <a:pt x="51936" y="3393"/>
                    <a:pt x="53046" y="3393"/>
                  </a:cubicBezTo>
                  <a:cubicBezTo>
                    <a:pt x="53489" y="3393"/>
                    <a:pt x="53926" y="3377"/>
                    <a:pt x="54357" y="3346"/>
                  </a:cubicBezTo>
                  <a:cubicBezTo>
                    <a:pt x="54788" y="3314"/>
                    <a:pt x="55208" y="3269"/>
                    <a:pt x="55618" y="3209"/>
                  </a:cubicBezTo>
                  <a:lnTo>
                    <a:pt x="55618" y="2837"/>
                  </a:lnTo>
                  <a:cubicBezTo>
                    <a:pt x="55212" y="2911"/>
                    <a:pt x="54803" y="2966"/>
                    <a:pt x="54391" y="3003"/>
                  </a:cubicBezTo>
                  <a:cubicBezTo>
                    <a:pt x="53979" y="3041"/>
                    <a:pt x="53553" y="3059"/>
                    <a:pt x="53114" y="3059"/>
                  </a:cubicBezTo>
                  <a:cubicBezTo>
                    <a:pt x="52356" y="3059"/>
                    <a:pt x="51765" y="2988"/>
                    <a:pt x="51340" y="2846"/>
                  </a:cubicBezTo>
                  <a:cubicBezTo>
                    <a:pt x="50915" y="2704"/>
                    <a:pt x="50678" y="2498"/>
                    <a:pt x="50629" y="2227"/>
                  </a:cubicBezTo>
                  <a:lnTo>
                    <a:pt x="55885" y="2227"/>
                  </a:lnTo>
                  <a:lnTo>
                    <a:pt x="55885" y="2034"/>
                  </a:lnTo>
                  <a:cubicBezTo>
                    <a:pt x="55885" y="1677"/>
                    <a:pt x="55613" y="1395"/>
                    <a:pt x="55068" y="1188"/>
                  </a:cubicBezTo>
                  <a:cubicBezTo>
                    <a:pt x="54524" y="980"/>
                    <a:pt x="53783" y="876"/>
                    <a:pt x="52847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2222450" y="605650"/>
              <a:ext cx="868200" cy="82900"/>
            </a:xfrm>
            <a:custGeom>
              <a:rect b="b" l="l" r="r" t="t"/>
              <a:pathLst>
                <a:path extrusionOk="0" h="3316" w="34728">
                  <a:moveTo>
                    <a:pt x="31546" y="343"/>
                  </a:moveTo>
                  <a:cubicBezTo>
                    <a:pt x="32084" y="343"/>
                    <a:pt x="32506" y="390"/>
                    <a:pt x="32810" y="482"/>
                  </a:cubicBezTo>
                  <a:cubicBezTo>
                    <a:pt x="33115" y="575"/>
                    <a:pt x="33267" y="704"/>
                    <a:pt x="33267" y="870"/>
                  </a:cubicBezTo>
                  <a:cubicBezTo>
                    <a:pt x="33267" y="1035"/>
                    <a:pt x="33115" y="1164"/>
                    <a:pt x="32810" y="1257"/>
                  </a:cubicBezTo>
                  <a:cubicBezTo>
                    <a:pt x="32506" y="1350"/>
                    <a:pt x="32084" y="1396"/>
                    <a:pt x="31546" y="1396"/>
                  </a:cubicBezTo>
                  <a:cubicBezTo>
                    <a:pt x="31003" y="1396"/>
                    <a:pt x="30581" y="1350"/>
                    <a:pt x="30281" y="1257"/>
                  </a:cubicBezTo>
                  <a:cubicBezTo>
                    <a:pt x="29981" y="1164"/>
                    <a:pt x="29831" y="1035"/>
                    <a:pt x="29831" y="870"/>
                  </a:cubicBezTo>
                  <a:cubicBezTo>
                    <a:pt x="29831" y="704"/>
                    <a:pt x="29981" y="575"/>
                    <a:pt x="30281" y="482"/>
                  </a:cubicBezTo>
                  <a:cubicBezTo>
                    <a:pt x="30581" y="390"/>
                    <a:pt x="31003" y="343"/>
                    <a:pt x="31546" y="343"/>
                  </a:cubicBezTo>
                  <a:close/>
                  <a:moveTo>
                    <a:pt x="24212" y="435"/>
                  </a:moveTo>
                  <a:lnTo>
                    <a:pt x="24212" y="2141"/>
                  </a:lnTo>
                  <a:lnTo>
                    <a:pt x="21043" y="2141"/>
                  </a:lnTo>
                  <a:lnTo>
                    <a:pt x="24212" y="435"/>
                  </a:lnTo>
                  <a:close/>
                  <a:moveTo>
                    <a:pt x="3207" y="343"/>
                  </a:moveTo>
                  <a:cubicBezTo>
                    <a:pt x="3857" y="343"/>
                    <a:pt x="4345" y="453"/>
                    <a:pt x="4670" y="672"/>
                  </a:cubicBezTo>
                  <a:cubicBezTo>
                    <a:pt x="4995" y="891"/>
                    <a:pt x="5158" y="1220"/>
                    <a:pt x="5158" y="1660"/>
                  </a:cubicBezTo>
                  <a:cubicBezTo>
                    <a:pt x="5158" y="2098"/>
                    <a:pt x="4995" y="2426"/>
                    <a:pt x="4670" y="2645"/>
                  </a:cubicBezTo>
                  <a:cubicBezTo>
                    <a:pt x="4345" y="2864"/>
                    <a:pt x="3857" y="2974"/>
                    <a:pt x="3207" y="2974"/>
                  </a:cubicBezTo>
                  <a:cubicBezTo>
                    <a:pt x="2560" y="2974"/>
                    <a:pt x="2075" y="2864"/>
                    <a:pt x="1749" y="2645"/>
                  </a:cubicBezTo>
                  <a:cubicBezTo>
                    <a:pt x="1424" y="2426"/>
                    <a:pt x="1262" y="2098"/>
                    <a:pt x="1262" y="1660"/>
                  </a:cubicBezTo>
                  <a:cubicBezTo>
                    <a:pt x="1262" y="1220"/>
                    <a:pt x="1424" y="891"/>
                    <a:pt x="1749" y="672"/>
                  </a:cubicBezTo>
                  <a:cubicBezTo>
                    <a:pt x="2075" y="453"/>
                    <a:pt x="2560" y="343"/>
                    <a:pt x="3207" y="343"/>
                  </a:cubicBezTo>
                  <a:close/>
                  <a:moveTo>
                    <a:pt x="31546" y="1737"/>
                  </a:moveTo>
                  <a:cubicBezTo>
                    <a:pt x="32146" y="1737"/>
                    <a:pt x="32617" y="1791"/>
                    <a:pt x="32959" y="1901"/>
                  </a:cubicBezTo>
                  <a:cubicBezTo>
                    <a:pt x="33301" y="2011"/>
                    <a:pt x="33472" y="2162"/>
                    <a:pt x="33472" y="2355"/>
                  </a:cubicBezTo>
                  <a:cubicBezTo>
                    <a:pt x="33472" y="2546"/>
                    <a:pt x="33300" y="2697"/>
                    <a:pt x="32956" y="2808"/>
                  </a:cubicBezTo>
                  <a:cubicBezTo>
                    <a:pt x="32612" y="2918"/>
                    <a:pt x="32142" y="2974"/>
                    <a:pt x="31546" y="2974"/>
                  </a:cubicBezTo>
                  <a:cubicBezTo>
                    <a:pt x="30949" y="2974"/>
                    <a:pt x="30480" y="2919"/>
                    <a:pt x="30138" y="2809"/>
                  </a:cubicBezTo>
                  <a:cubicBezTo>
                    <a:pt x="29796" y="2699"/>
                    <a:pt x="29626" y="2548"/>
                    <a:pt x="29626" y="2355"/>
                  </a:cubicBezTo>
                  <a:cubicBezTo>
                    <a:pt x="29626" y="2162"/>
                    <a:pt x="29796" y="2011"/>
                    <a:pt x="30138" y="1901"/>
                  </a:cubicBezTo>
                  <a:cubicBezTo>
                    <a:pt x="30480" y="1791"/>
                    <a:pt x="30949" y="1737"/>
                    <a:pt x="31546" y="1737"/>
                  </a:cubicBezTo>
                  <a:close/>
                  <a:moveTo>
                    <a:pt x="8620" y="2710"/>
                  </a:moveTo>
                  <a:lnTo>
                    <a:pt x="8620" y="3254"/>
                  </a:lnTo>
                  <a:lnTo>
                    <a:pt x="9931" y="3254"/>
                  </a:lnTo>
                  <a:lnTo>
                    <a:pt x="9931" y="2710"/>
                  </a:lnTo>
                  <a:close/>
                  <a:moveTo>
                    <a:pt x="14921" y="1"/>
                  </a:moveTo>
                  <a:cubicBezTo>
                    <a:pt x="14556" y="1"/>
                    <a:pt x="14155" y="19"/>
                    <a:pt x="13715" y="54"/>
                  </a:cubicBezTo>
                  <a:cubicBezTo>
                    <a:pt x="13276" y="90"/>
                    <a:pt x="12804" y="143"/>
                    <a:pt x="12299" y="213"/>
                  </a:cubicBezTo>
                  <a:lnTo>
                    <a:pt x="12299" y="649"/>
                  </a:lnTo>
                  <a:cubicBezTo>
                    <a:pt x="12796" y="554"/>
                    <a:pt x="13263" y="482"/>
                    <a:pt x="13700" y="435"/>
                  </a:cubicBezTo>
                  <a:cubicBezTo>
                    <a:pt x="14137" y="388"/>
                    <a:pt x="14552" y="365"/>
                    <a:pt x="14946" y="365"/>
                  </a:cubicBezTo>
                  <a:cubicBezTo>
                    <a:pt x="15501" y="365"/>
                    <a:pt x="15951" y="418"/>
                    <a:pt x="16297" y="525"/>
                  </a:cubicBezTo>
                  <a:cubicBezTo>
                    <a:pt x="16643" y="632"/>
                    <a:pt x="16816" y="771"/>
                    <a:pt x="16816" y="940"/>
                  </a:cubicBezTo>
                  <a:cubicBezTo>
                    <a:pt x="16816" y="1045"/>
                    <a:pt x="16736" y="1151"/>
                    <a:pt x="16577" y="1258"/>
                  </a:cubicBezTo>
                  <a:cubicBezTo>
                    <a:pt x="16417" y="1366"/>
                    <a:pt x="16137" y="1498"/>
                    <a:pt x="15735" y="1653"/>
                  </a:cubicBezTo>
                  <a:cubicBezTo>
                    <a:pt x="15524" y="1736"/>
                    <a:pt x="15007" y="1920"/>
                    <a:pt x="14185" y="2206"/>
                  </a:cubicBezTo>
                  <a:cubicBezTo>
                    <a:pt x="13362" y="2492"/>
                    <a:pt x="12713" y="2720"/>
                    <a:pt x="12236" y="2890"/>
                  </a:cubicBezTo>
                  <a:lnTo>
                    <a:pt x="12236" y="3254"/>
                  </a:lnTo>
                  <a:lnTo>
                    <a:pt x="18127" y="3254"/>
                  </a:lnTo>
                  <a:lnTo>
                    <a:pt x="18127" y="2890"/>
                  </a:lnTo>
                  <a:lnTo>
                    <a:pt x="13746" y="2890"/>
                  </a:lnTo>
                  <a:cubicBezTo>
                    <a:pt x="14757" y="2535"/>
                    <a:pt x="15540" y="2258"/>
                    <a:pt x="16095" y="2061"/>
                  </a:cubicBezTo>
                  <a:cubicBezTo>
                    <a:pt x="16650" y="1863"/>
                    <a:pt x="16980" y="1744"/>
                    <a:pt x="17083" y="1702"/>
                  </a:cubicBezTo>
                  <a:cubicBezTo>
                    <a:pt x="17460" y="1543"/>
                    <a:pt x="17720" y="1404"/>
                    <a:pt x="17863" y="1286"/>
                  </a:cubicBezTo>
                  <a:cubicBezTo>
                    <a:pt x="18006" y="1168"/>
                    <a:pt x="18078" y="1044"/>
                    <a:pt x="18078" y="913"/>
                  </a:cubicBezTo>
                  <a:cubicBezTo>
                    <a:pt x="18078" y="636"/>
                    <a:pt x="17792" y="415"/>
                    <a:pt x="17220" y="249"/>
                  </a:cubicBezTo>
                  <a:cubicBezTo>
                    <a:pt x="16648" y="84"/>
                    <a:pt x="15882" y="1"/>
                    <a:pt x="14921" y="1"/>
                  </a:cubicBezTo>
                  <a:close/>
                  <a:moveTo>
                    <a:pt x="23883" y="59"/>
                  </a:moveTo>
                  <a:lnTo>
                    <a:pt x="20024" y="2083"/>
                  </a:lnTo>
                  <a:lnTo>
                    <a:pt x="20024" y="2501"/>
                  </a:lnTo>
                  <a:lnTo>
                    <a:pt x="24212" y="2501"/>
                  </a:lnTo>
                  <a:lnTo>
                    <a:pt x="24212" y="3254"/>
                  </a:lnTo>
                  <a:lnTo>
                    <a:pt x="25461" y="3254"/>
                  </a:lnTo>
                  <a:lnTo>
                    <a:pt x="25461" y="2501"/>
                  </a:lnTo>
                  <a:lnTo>
                    <a:pt x="26784" y="2501"/>
                  </a:lnTo>
                  <a:lnTo>
                    <a:pt x="26784" y="2141"/>
                  </a:lnTo>
                  <a:lnTo>
                    <a:pt x="25461" y="2141"/>
                  </a:lnTo>
                  <a:lnTo>
                    <a:pt x="25461" y="59"/>
                  </a:lnTo>
                  <a:close/>
                  <a:moveTo>
                    <a:pt x="3207" y="1"/>
                  </a:moveTo>
                  <a:cubicBezTo>
                    <a:pt x="2167" y="1"/>
                    <a:pt x="1372" y="143"/>
                    <a:pt x="824" y="426"/>
                  </a:cubicBezTo>
                  <a:cubicBezTo>
                    <a:pt x="275" y="709"/>
                    <a:pt x="0" y="1120"/>
                    <a:pt x="0" y="1660"/>
                  </a:cubicBezTo>
                  <a:cubicBezTo>
                    <a:pt x="0" y="2197"/>
                    <a:pt x="275" y="2608"/>
                    <a:pt x="824" y="2891"/>
                  </a:cubicBezTo>
                  <a:cubicBezTo>
                    <a:pt x="1372" y="3174"/>
                    <a:pt x="2167" y="3316"/>
                    <a:pt x="3207" y="3316"/>
                  </a:cubicBezTo>
                  <a:cubicBezTo>
                    <a:pt x="4246" y="3316"/>
                    <a:pt x="5041" y="3174"/>
                    <a:pt x="5590" y="2891"/>
                  </a:cubicBezTo>
                  <a:cubicBezTo>
                    <a:pt x="6139" y="2608"/>
                    <a:pt x="6413" y="2197"/>
                    <a:pt x="6413" y="1660"/>
                  </a:cubicBezTo>
                  <a:cubicBezTo>
                    <a:pt x="6413" y="1120"/>
                    <a:pt x="6139" y="709"/>
                    <a:pt x="5590" y="426"/>
                  </a:cubicBezTo>
                  <a:cubicBezTo>
                    <a:pt x="5041" y="143"/>
                    <a:pt x="4246" y="1"/>
                    <a:pt x="3207" y="1"/>
                  </a:cubicBezTo>
                  <a:close/>
                  <a:moveTo>
                    <a:pt x="31546" y="1"/>
                  </a:moveTo>
                  <a:cubicBezTo>
                    <a:pt x="30626" y="1"/>
                    <a:pt x="29902" y="75"/>
                    <a:pt x="29374" y="223"/>
                  </a:cubicBezTo>
                  <a:cubicBezTo>
                    <a:pt x="28846" y="372"/>
                    <a:pt x="28582" y="574"/>
                    <a:pt x="28582" y="829"/>
                  </a:cubicBezTo>
                  <a:cubicBezTo>
                    <a:pt x="28582" y="1012"/>
                    <a:pt x="28732" y="1167"/>
                    <a:pt x="29032" y="1294"/>
                  </a:cubicBezTo>
                  <a:cubicBezTo>
                    <a:pt x="29332" y="1421"/>
                    <a:pt x="29752" y="1507"/>
                    <a:pt x="30290" y="1553"/>
                  </a:cubicBezTo>
                  <a:cubicBezTo>
                    <a:pt x="29686" y="1601"/>
                    <a:pt x="29213" y="1696"/>
                    <a:pt x="28874" y="1837"/>
                  </a:cubicBezTo>
                  <a:cubicBezTo>
                    <a:pt x="28534" y="1978"/>
                    <a:pt x="28364" y="2151"/>
                    <a:pt x="28364" y="2355"/>
                  </a:cubicBezTo>
                  <a:cubicBezTo>
                    <a:pt x="28364" y="2665"/>
                    <a:pt x="28639" y="2902"/>
                    <a:pt x="29187" y="3068"/>
                  </a:cubicBezTo>
                  <a:cubicBezTo>
                    <a:pt x="29736" y="3233"/>
                    <a:pt x="30522" y="3316"/>
                    <a:pt x="31546" y="3316"/>
                  </a:cubicBezTo>
                  <a:cubicBezTo>
                    <a:pt x="32569" y="3316"/>
                    <a:pt x="33355" y="3233"/>
                    <a:pt x="33904" y="3068"/>
                  </a:cubicBezTo>
                  <a:cubicBezTo>
                    <a:pt x="34453" y="2902"/>
                    <a:pt x="34727" y="2665"/>
                    <a:pt x="34727" y="2355"/>
                  </a:cubicBezTo>
                  <a:cubicBezTo>
                    <a:pt x="34727" y="2151"/>
                    <a:pt x="34558" y="1978"/>
                    <a:pt x="34221" y="1837"/>
                  </a:cubicBezTo>
                  <a:cubicBezTo>
                    <a:pt x="33883" y="1696"/>
                    <a:pt x="33412" y="1601"/>
                    <a:pt x="32807" y="1553"/>
                  </a:cubicBezTo>
                  <a:cubicBezTo>
                    <a:pt x="33341" y="1507"/>
                    <a:pt x="33759" y="1421"/>
                    <a:pt x="34059" y="1294"/>
                  </a:cubicBezTo>
                  <a:cubicBezTo>
                    <a:pt x="34359" y="1167"/>
                    <a:pt x="34510" y="1012"/>
                    <a:pt x="34510" y="829"/>
                  </a:cubicBezTo>
                  <a:cubicBezTo>
                    <a:pt x="34510" y="574"/>
                    <a:pt x="34247" y="372"/>
                    <a:pt x="33720" y="223"/>
                  </a:cubicBezTo>
                  <a:cubicBezTo>
                    <a:pt x="33194" y="75"/>
                    <a:pt x="32469" y="1"/>
                    <a:pt x="315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98025" y="746175"/>
              <a:ext cx="1296200" cy="84825"/>
            </a:xfrm>
            <a:custGeom>
              <a:rect b="b" l="l" r="r" t="t"/>
              <a:pathLst>
                <a:path extrusionOk="0" h="3393" w="51848">
                  <a:moveTo>
                    <a:pt x="3113" y="491"/>
                  </a:moveTo>
                  <a:cubicBezTo>
                    <a:pt x="3727" y="491"/>
                    <a:pt x="4183" y="530"/>
                    <a:pt x="4484" y="610"/>
                  </a:cubicBezTo>
                  <a:cubicBezTo>
                    <a:pt x="4784" y="690"/>
                    <a:pt x="4934" y="811"/>
                    <a:pt x="4934" y="972"/>
                  </a:cubicBezTo>
                  <a:cubicBezTo>
                    <a:pt x="4934" y="1135"/>
                    <a:pt x="4784" y="1256"/>
                    <a:pt x="4484" y="1335"/>
                  </a:cubicBezTo>
                  <a:cubicBezTo>
                    <a:pt x="4183" y="1414"/>
                    <a:pt x="3727" y="1454"/>
                    <a:pt x="3113" y="1454"/>
                  </a:cubicBezTo>
                  <a:lnTo>
                    <a:pt x="1255" y="1454"/>
                  </a:lnTo>
                  <a:lnTo>
                    <a:pt x="1255" y="491"/>
                  </a:lnTo>
                  <a:close/>
                  <a:moveTo>
                    <a:pt x="11608" y="1210"/>
                  </a:moveTo>
                  <a:cubicBezTo>
                    <a:pt x="12172" y="1210"/>
                    <a:pt x="12624" y="1274"/>
                    <a:pt x="12966" y="1402"/>
                  </a:cubicBezTo>
                  <a:cubicBezTo>
                    <a:pt x="13308" y="1531"/>
                    <a:pt x="13483" y="1703"/>
                    <a:pt x="13491" y="1918"/>
                  </a:cubicBezTo>
                  <a:lnTo>
                    <a:pt x="9415" y="1920"/>
                  </a:lnTo>
                  <a:cubicBezTo>
                    <a:pt x="9473" y="1695"/>
                    <a:pt x="9693" y="1520"/>
                    <a:pt x="10077" y="1396"/>
                  </a:cubicBezTo>
                  <a:cubicBezTo>
                    <a:pt x="10460" y="1272"/>
                    <a:pt x="10970" y="1210"/>
                    <a:pt x="11608" y="1210"/>
                  </a:cubicBezTo>
                  <a:close/>
                  <a:moveTo>
                    <a:pt x="3269" y="1805"/>
                  </a:moveTo>
                  <a:cubicBezTo>
                    <a:pt x="3944" y="1805"/>
                    <a:pt x="4444" y="1852"/>
                    <a:pt x="4769" y="1947"/>
                  </a:cubicBezTo>
                  <a:cubicBezTo>
                    <a:pt x="5095" y="2042"/>
                    <a:pt x="5257" y="2189"/>
                    <a:pt x="5257" y="2389"/>
                  </a:cubicBezTo>
                  <a:cubicBezTo>
                    <a:pt x="5257" y="2587"/>
                    <a:pt x="5095" y="2734"/>
                    <a:pt x="4769" y="2831"/>
                  </a:cubicBezTo>
                  <a:cubicBezTo>
                    <a:pt x="4444" y="2927"/>
                    <a:pt x="3944" y="2975"/>
                    <a:pt x="3269" y="2975"/>
                  </a:cubicBezTo>
                  <a:lnTo>
                    <a:pt x="1255" y="2975"/>
                  </a:lnTo>
                  <a:lnTo>
                    <a:pt x="1255" y="1805"/>
                  </a:lnTo>
                  <a:close/>
                  <a:moveTo>
                    <a:pt x="37498" y="1210"/>
                  </a:moveTo>
                  <a:cubicBezTo>
                    <a:pt x="38107" y="1210"/>
                    <a:pt x="38590" y="1293"/>
                    <a:pt x="38946" y="1459"/>
                  </a:cubicBezTo>
                  <a:cubicBezTo>
                    <a:pt x="39302" y="1625"/>
                    <a:pt x="39481" y="1850"/>
                    <a:pt x="39481" y="2134"/>
                  </a:cubicBezTo>
                  <a:cubicBezTo>
                    <a:pt x="39481" y="2420"/>
                    <a:pt x="39302" y="2645"/>
                    <a:pt x="38946" y="2810"/>
                  </a:cubicBezTo>
                  <a:cubicBezTo>
                    <a:pt x="38590" y="2976"/>
                    <a:pt x="38107" y="3059"/>
                    <a:pt x="37498" y="3059"/>
                  </a:cubicBezTo>
                  <a:cubicBezTo>
                    <a:pt x="36881" y="3059"/>
                    <a:pt x="36395" y="2976"/>
                    <a:pt x="36041" y="2812"/>
                  </a:cubicBezTo>
                  <a:cubicBezTo>
                    <a:pt x="35687" y="2647"/>
                    <a:pt x="35510" y="2421"/>
                    <a:pt x="35510" y="2134"/>
                  </a:cubicBezTo>
                  <a:cubicBezTo>
                    <a:pt x="35510" y="1847"/>
                    <a:pt x="35688" y="1622"/>
                    <a:pt x="36044" y="1457"/>
                  </a:cubicBezTo>
                  <a:cubicBezTo>
                    <a:pt x="36401" y="1292"/>
                    <a:pt x="36885" y="1210"/>
                    <a:pt x="37498" y="1210"/>
                  </a:cubicBezTo>
                  <a:close/>
                  <a:moveTo>
                    <a:pt x="48753" y="1205"/>
                  </a:moveTo>
                  <a:cubicBezTo>
                    <a:pt x="49358" y="1205"/>
                    <a:pt x="49834" y="1288"/>
                    <a:pt x="50182" y="1453"/>
                  </a:cubicBezTo>
                  <a:cubicBezTo>
                    <a:pt x="50530" y="1617"/>
                    <a:pt x="50704" y="1845"/>
                    <a:pt x="50704" y="2134"/>
                  </a:cubicBezTo>
                  <a:cubicBezTo>
                    <a:pt x="50704" y="2424"/>
                    <a:pt x="50530" y="2651"/>
                    <a:pt x="50182" y="2816"/>
                  </a:cubicBezTo>
                  <a:cubicBezTo>
                    <a:pt x="49834" y="2981"/>
                    <a:pt x="49358" y="3063"/>
                    <a:pt x="48753" y="3063"/>
                  </a:cubicBezTo>
                  <a:cubicBezTo>
                    <a:pt x="48148" y="3063"/>
                    <a:pt x="47673" y="2981"/>
                    <a:pt x="47327" y="2816"/>
                  </a:cubicBezTo>
                  <a:cubicBezTo>
                    <a:pt x="46981" y="2651"/>
                    <a:pt x="46808" y="2424"/>
                    <a:pt x="46808" y="2134"/>
                  </a:cubicBezTo>
                  <a:cubicBezTo>
                    <a:pt x="46808" y="1845"/>
                    <a:pt x="46981" y="1617"/>
                    <a:pt x="47327" y="1453"/>
                  </a:cubicBezTo>
                  <a:cubicBezTo>
                    <a:pt x="47673" y="1288"/>
                    <a:pt x="48148" y="1205"/>
                    <a:pt x="48753" y="1205"/>
                  </a:cubicBezTo>
                  <a:close/>
                  <a:moveTo>
                    <a:pt x="0" y="135"/>
                  </a:moveTo>
                  <a:lnTo>
                    <a:pt x="0" y="3331"/>
                  </a:lnTo>
                  <a:lnTo>
                    <a:pt x="3331" y="3331"/>
                  </a:lnTo>
                  <a:cubicBezTo>
                    <a:pt x="4371" y="3331"/>
                    <a:pt x="5172" y="3253"/>
                    <a:pt x="5736" y="3097"/>
                  </a:cubicBezTo>
                  <a:cubicBezTo>
                    <a:pt x="6299" y="2942"/>
                    <a:pt x="6581" y="2721"/>
                    <a:pt x="6581" y="2436"/>
                  </a:cubicBezTo>
                  <a:cubicBezTo>
                    <a:pt x="6581" y="2219"/>
                    <a:pt x="6410" y="2038"/>
                    <a:pt x="6068" y="1893"/>
                  </a:cubicBezTo>
                  <a:cubicBezTo>
                    <a:pt x="5726" y="1749"/>
                    <a:pt x="5247" y="1653"/>
                    <a:pt x="4630" y="1608"/>
                  </a:cubicBezTo>
                  <a:cubicBezTo>
                    <a:pt x="5143" y="1579"/>
                    <a:pt x="5533" y="1507"/>
                    <a:pt x="5798" y="1392"/>
                  </a:cubicBezTo>
                  <a:cubicBezTo>
                    <a:pt x="6063" y="1276"/>
                    <a:pt x="6196" y="1120"/>
                    <a:pt x="6196" y="925"/>
                  </a:cubicBezTo>
                  <a:cubicBezTo>
                    <a:pt x="6196" y="672"/>
                    <a:pt x="5937" y="478"/>
                    <a:pt x="5419" y="341"/>
                  </a:cubicBezTo>
                  <a:cubicBezTo>
                    <a:pt x="4901" y="204"/>
                    <a:pt x="4164" y="135"/>
                    <a:pt x="3207" y="135"/>
                  </a:cubicBezTo>
                  <a:close/>
                  <a:moveTo>
                    <a:pt x="19961" y="876"/>
                  </a:moveTo>
                  <a:cubicBezTo>
                    <a:pt x="19410" y="876"/>
                    <a:pt x="18942" y="911"/>
                    <a:pt x="18557" y="982"/>
                  </a:cubicBezTo>
                  <a:cubicBezTo>
                    <a:pt x="18172" y="1052"/>
                    <a:pt x="17859" y="1160"/>
                    <a:pt x="17619" y="1306"/>
                  </a:cubicBezTo>
                  <a:lnTo>
                    <a:pt x="17619" y="934"/>
                  </a:lnTo>
                  <a:lnTo>
                    <a:pt x="16469" y="934"/>
                  </a:lnTo>
                  <a:lnTo>
                    <a:pt x="16469" y="3331"/>
                  </a:lnTo>
                  <a:lnTo>
                    <a:pt x="17619" y="3331"/>
                  </a:lnTo>
                  <a:lnTo>
                    <a:pt x="17619" y="2068"/>
                  </a:lnTo>
                  <a:cubicBezTo>
                    <a:pt x="17619" y="1797"/>
                    <a:pt x="17792" y="1589"/>
                    <a:pt x="18138" y="1444"/>
                  </a:cubicBezTo>
                  <a:cubicBezTo>
                    <a:pt x="18483" y="1299"/>
                    <a:pt x="18979" y="1227"/>
                    <a:pt x="19626" y="1227"/>
                  </a:cubicBezTo>
                  <a:cubicBezTo>
                    <a:pt x="19808" y="1227"/>
                    <a:pt x="19975" y="1233"/>
                    <a:pt x="20126" y="1245"/>
                  </a:cubicBezTo>
                  <a:cubicBezTo>
                    <a:pt x="20277" y="1257"/>
                    <a:pt x="20417" y="1276"/>
                    <a:pt x="20545" y="1302"/>
                  </a:cubicBezTo>
                  <a:lnTo>
                    <a:pt x="20539" y="897"/>
                  </a:lnTo>
                  <a:cubicBezTo>
                    <a:pt x="20423" y="890"/>
                    <a:pt x="20318" y="885"/>
                    <a:pt x="20222" y="881"/>
                  </a:cubicBezTo>
                  <a:cubicBezTo>
                    <a:pt x="20127" y="878"/>
                    <a:pt x="20040" y="876"/>
                    <a:pt x="19961" y="876"/>
                  </a:cubicBezTo>
                  <a:close/>
                  <a:moveTo>
                    <a:pt x="21726" y="253"/>
                  </a:moveTo>
                  <a:lnTo>
                    <a:pt x="21726" y="934"/>
                  </a:lnTo>
                  <a:lnTo>
                    <a:pt x="20887" y="934"/>
                  </a:lnTo>
                  <a:lnTo>
                    <a:pt x="20887" y="1240"/>
                  </a:lnTo>
                  <a:lnTo>
                    <a:pt x="21726" y="1240"/>
                  </a:lnTo>
                  <a:lnTo>
                    <a:pt x="21726" y="2541"/>
                  </a:lnTo>
                  <a:cubicBezTo>
                    <a:pt x="21726" y="2840"/>
                    <a:pt x="21894" y="3047"/>
                    <a:pt x="22229" y="3160"/>
                  </a:cubicBezTo>
                  <a:cubicBezTo>
                    <a:pt x="22565" y="3274"/>
                    <a:pt x="23174" y="3331"/>
                    <a:pt x="24056" y="3331"/>
                  </a:cubicBezTo>
                  <a:lnTo>
                    <a:pt x="25231" y="3331"/>
                  </a:lnTo>
                  <a:lnTo>
                    <a:pt x="25231" y="3001"/>
                  </a:lnTo>
                  <a:lnTo>
                    <a:pt x="24056" y="3001"/>
                  </a:lnTo>
                  <a:cubicBezTo>
                    <a:pt x="23580" y="3001"/>
                    <a:pt x="23264" y="2973"/>
                    <a:pt x="23109" y="2917"/>
                  </a:cubicBezTo>
                  <a:cubicBezTo>
                    <a:pt x="22953" y="2862"/>
                    <a:pt x="22876" y="2736"/>
                    <a:pt x="22876" y="2541"/>
                  </a:cubicBezTo>
                  <a:lnTo>
                    <a:pt x="22876" y="1240"/>
                  </a:lnTo>
                  <a:lnTo>
                    <a:pt x="25231" y="1240"/>
                  </a:lnTo>
                  <a:lnTo>
                    <a:pt x="25231" y="934"/>
                  </a:lnTo>
                  <a:lnTo>
                    <a:pt x="22876" y="934"/>
                  </a:lnTo>
                  <a:lnTo>
                    <a:pt x="22876" y="253"/>
                  </a:lnTo>
                  <a:close/>
                  <a:moveTo>
                    <a:pt x="26692" y="0"/>
                  </a:moveTo>
                  <a:lnTo>
                    <a:pt x="26692" y="3331"/>
                  </a:lnTo>
                  <a:lnTo>
                    <a:pt x="27842" y="3331"/>
                  </a:lnTo>
                  <a:lnTo>
                    <a:pt x="27842" y="1976"/>
                  </a:lnTo>
                  <a:cubicBezTo>
                    <a:pt x="27842" y="1742"/>
                    <a:pt x="28020" y="1557"/>
                    <a:pt x="28376" y="1422"/>
                  </a:cubicBezTo>
                  <a:cubicBezTo>
                    <a:pt x="28732" y="1286"/>
                    <a:pt x="29219" y="1218"/>
                    <a:pt x="29836" y="1218"/>
                  </a:cubicBezTo>
                  <a:cubicBezTo>
                    <a:pt x="30350" y="1218"/>
                    <a:pt x="30735" y="1275"/>
                    <a:pt x="30992" y="1387"/>
                  </a:cubicBezTo>
                  <a:cubicBezTo>
                    <a:pt x="31249" y="1500"/>
                    <a:pt x="31377" y="1670"/>
                    <a:pt x="31377" y="1897"/>
                  </a:cubicBezTo>
                  <a:lnTo>
                    <a:pt x="31377" y="3331"/>
                  </a:lnTo>
                  <a:lnTo>
                    <a:pt x="32521" y="3331"/>
                  </a:lnTo>
                  <a:lnTo>
                    <a:pt x="32521" y="1884"/>
                  </a:lnTo>
                  <a:cubicBezTo>
                    <a:pt x="32521" y="1553"/>
                    <a:pt x="32316" y="1302"/>
                    <a:pt x="31906" y="1132"/>
                  </a:cubicBezTo>
                  <a:cubicBezTo>
                    <a:pt x="31495" y="961"/>
                    <a:pt x="30891" y="876"/>
                    <a:pt x="30091" y="876"/>
                  </a:cubicBezTo>
                  <a:cubicBezTo>
                    <a:pt x="29606" y="876"/>
                    <a:pt x="29179" y="911"/>
                    <a:pt x="28808" y="983"/>
                  </a:cubicBezTo>
                  <a:cubicBezTo>
                    <a:pt x="28437" y="1054"/>
                    <a:pt x="28115" y="1162"/>
                    <a:pt x="27842" y="1306"/>
                  </a:cubicBezTo>
                  <a:lnTo>
                    <a:pt x="27842" y="0"/>
                  </a:lnTo>
                  <a:close/>
                  <a:moveTo>
                    <a:pt x="42589" y="0"/>
                  </a:moveTo>
                  <a:lnTo>
                    <a:pt x="42589" y="3331"/>
                  </a:lnTo>
                  <a:lnTo>
                    <a:pt x="43732" y="3331"/>
                  </a:lnTo>
                  <a:lnTo>
                    <a:pt x="43732" y="0"/>
                  </a:lnTo>
                  <a:close/>
                  <a:moveTo>
                    <a:pt x="11596" y="876"/>
                  </a:moveTo>
                  <a:cubicBezTo>
                    <a:pt x="10552" y="876"/>
                    <a:pt x="9722" y="991"/>
                    <a:pt x="9107" y="1221"/>
                  </a:cubicBezTo>
                  <a:cubicBezTo>
                    <a:pt x="8492" y="1452"/>
                    <a:pt x="8184" y="1763"/>
                    <a:pt x="8184" y="2156"/>
                  </a:cubicBezTo>
                  <a:cubicBezTo>
                    <a:pt x="8184" y="2535"/>
                    <a:pt x="8509" y="2836"/>
                    <a:pt x="9157" y="3059"/>
                  </a:cubicBezTo>
                  <a:cubicBezTo>
                    <a:pt x="9805" y="3281"/>
                    <a:pt x="10685" y="3393"/>
                    <a:pt x="11795" y="3393"/>
                  </a:cubicBezTo>
                  <a:cubicBezTo>
                    <a:pt x="12238" y="3393"/>
                    <a:pt x="12675" y="3377"/>
                    <a:pt x="13106" y="3345"/>
                  </a:cubicBezTo>
                  <a:cubicBezTo>
                    <a:pt x="13537" y="3314"/>
                    <a:pt x="13957" y="3268"/>
                    <a:pt x="14367" y="3209"/>
                  </a:cubicBezTo>
                  <a:lnTo>
                    <a:pt x="14367" y="2836"/>
                  </a:lnTo>
                  <a:cubicBezTo>
                    <a:pt x="13961" y="2910"/>
                    <a:pt x="13552" y="2966"/>
                    <a:pt x="13140" y="3003"/>
                  </a:cubicBezTo>
                  <a:cubicBezTo>
                    <a:pt x="12728" y="3040"/>
                    <a:pt x="12302" y="3059"/>
                    <a:pt x="11863" y="3059"/>
                  </a:cubicBezTo>
                  <a:cubicBezTo>
                    <a:pt x="11105" y="3059"/>
                    <a:pt x="10514" y="2988"/>
                    <a:pt x="10089" y="2846"/>
                  </a:cubicBezTo>
                  <a:cubicBezTo>
                    <a:pt x="9664" y="2704"/>
                    <a:pt x="9427" y="2497"/>
                    <a:pt x="9378" y="2226"/>
                  </a:cubicBezTo>
                  <a:lnTo>
                    <a:pt x="14634" y="2226"/>
                  </a:lnTo>
                  <a:lnTo>
                    <a:pt x="14634" y="2034"/>
                  </a:lnTo>
                  <a:cubicBezTo>
                    <a:pt x="14634" y="1677"/>
                    <a:pt x="14362" y="1395"/>
                    <a:pt x="13817" y="1187"/>
                  </a:cubicBezTo>
                  <a:cubicBezTo>
                    <a:pt x="13273" y="980"/>
                    <a:pt x="12532" y="876"/>
                    <a:pt x="11596" y="876"/>
                  </a:cubicBezTo>
                  <a:close/>
                  <a:moveTo>
                    <a:pt x="37498" y="876"/>
                  </a:moveTo>
                  <a:cubicBezTo>
                    <a:pt x="36500" y="876"/>
                    <a:pt x="35718" y="987"/>
                    <a:pt x="35153" y="1210"/>
                  </a:cubicBezTo>
                  <a:cubicBezTo>
                    <a:pt x="34587" y="1432"/>
                    <a:pt x="34304" y="1740"/>
                    <a:pt x="34304" y="2134"/>
                  </a:cubicBezTo>
                  <a:cubicBezTo>
                    <a:pt x="34304" y="2527"/>
                    <a:pt x="34587" y="2834"/>
                    <a:pt x="35153" y="3058"/>
                  </a:cubicBezTo>
                  <a:cubicBezTo>
                    <a:pt x="35718" y="3281"/>
                    <a:pt x="36500" y="3393"/>
                    <a:pt x="37498" y="3393"/>
                  </a:cubicBezTo>
                  <a:cubicBezTo>
                    <a:pt x="38493" y="3393"/>
                    <a:pt x="39274" y="3281"/>
                    <a:pt x="39841" y="3058"/>
                  </a:cubicBezTo>
                  <a:cubicBezTo>
                    <a:pt x="40409" y="2834"/>
                    <a:pt x="40692" y="2527"/>
                    <a:pt x="40692" y="2134"/>
                  </a:cubicBezTo>
                  <a:cubicBezTo>
                    <a:pt x="40692" y="1740"/>
                    <a:pt x="40409" y="1432"/>
                    <a:pt x="39841" y="1210"/>
                  </a:cubicBezTo>
                  <a:cubicBezTo>
                    <a:pt x="39274" y="987"/>
                    <a:pt x="38493" y="876"/>
                    <a:pt x="37498" y="876"/>
                  </a:cubicBezTo>
                  <a:close/>
                  <a:moveTo>
                    <a:pt x="50704" y="0"/>
                  </a:moveTo>
                  <a:lnTo>
                    <a:pt x="50704" y="1297"/>
                  </a:lnTo>
                  <a:cubicBezTo>
                    <a:pt x="50464" y="1155"/>
                    <a:pt x="50161" y="1049"/>
                    <a:pt x="49794" y="980"/>
                  </a:cubicBezTo>
                  <a:cubicBezTo>
                    <a:pt x="49427" y="910"/>
                    <a:pt x="48987" y="876"/>
                    <a:pt x="48473" y="876"/>
                  </a:cubicBezTo>
                  <a:cubicBezTo>
                    <a:pt x="47633" y="876"/>
                    <a:pt x="46948" y="991"/>
                    <a:pt x="46420" y="1222"/>
                  </a:cubicBezTo>
                  <a:cubicBezTo>
                    <a:pt x="45892" y="1454"/>
                    <a:pt x="45627" y="1758"/>
                    <a:pt x="45627" y="2134"/>
                  </a:cubicBezTo>
                  <a:cubicBezTo>
                    <a:pt x="45627" y="2511"/>
                    <a:pt x="45892" y="2815"/>
                    <a:pt x="46420" y="3046"/>
                  </a:cubicBezTo>
                  <a:cubicBezTo>
                    <a:pt x="46948" y="3277"/>
                    <a:pt x="47633" y="3393"/>
                    <a:pt x="48473" y="3393"/>
                  </a:cubicBezTo>
                  <a:cubicBezTo>
                    <a:pt x="48987" y="3393"/>
                    <a:pt x="49427" y="3358"/>
                    <a:pt x="49794" y="3289"/>
                  </a:cubicBezTo>
                  <a:cubicBezTo>
                    <a:pt x="50161" y="3220"/>
                    <a:pt x="50464" y="3114"/>
                    <a:pt x="50704" y="2971"/>
                  </a:cubicBezTo>
                  <a:lnTo>
                    <a:pt x="50704" y="3331"/>
                  </a:lnTo>
                  <a:lnTo>
                    <a:pt x="51848" y="3331"/>
                  </a:lnTo>
                  <a:lnTo>
                    <a:pt x="518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260625" y="748100"/>
              <a:ext cx="867575" cy="82900"/>
            </a:xfrm>
            <a:custGeom>
              <a:rect b="b" l="l" r="r" t="t"/>
              <a:pathLst>
                <a:path extrusionOk="0" h="3316" w="34703">
                  <a:moveTo>
                    <a:pt x="31397" y="343"/>
                  </a:moveTo>
                  <a:cubicBezTo>
                    <a:pt x="31960" y="343"/>
                    <a:pt x="32406" y="410"/>
                    <a:pt x="32736" y="543"/>
                  </a:cubicBezTo>
                  <a:cubicBezTo>
                    <a:pt x="33065" y="676"/>
                    <a:pt x="33230" y="858"/>
                    <a:pt x="33230" y="1088"/>
                  </a:cubicBezTo>
                  <a:cubicBezTo>
                    <a:pt x="33230" y="1319"/>
                    <a:pt x="33065" y="1501"/>
                    <a:pt x="32736" y="1633"/>
                  </a:cubicBezTo>
                  <a:cubicBezTo>
                    <a:pt x="32406" y="1766"/>
                    <a:pt x="31960" y="1832"/>
                    <a:pt x="31397" y="1832"/>
                  </a:cubicBezTo>
                  <a:cubicBezTo>
                    <a:pt x="30833" y="1832"/>
                    <a:pt x="30387" y="1766"/>
                    <a:pt x="30057" y="1633"/>
                  </a:cubicBezTo>
                  <a:cubicBezTo>
                    <a:pt x="29728" y="1501"/>
                    <a:pt x="29563" y="1319"/>
                    <a:pt x="29563" y="1088"/>
                  </a:cubicBezTo>
                  <a:cubicBezTo>
                    <a:pt x="29563" y="858"/>
                    <a:pt x="29728" y="676"/>
                    <a:pt x="30057" y="543"/>
                  </a:cubicBezTo>
                  <a:cubicBezTo>
                    <a:pt x="30387" y="410"/>
                    <a:pt x="30833" y="343"/>
                    <a:pt x="31397" y="343"/>
                  </a:cubicBezTo>
                  <a:close/>
                  <a:moveTo>
                    <a:pt x="3207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20"/>
                    <a:pt x="5158" y="1659"/>
                  </a:cubicBezTo>
                  <a:cubicBezTo>
                    <a:pt x="5158" y="2097"/>
                    <a:pt x="4995" y="2426"/>
                    <a:pt x="4670" y="2645"/>
                  </a:cubicBezTo>
                  <a:cubicBezTo>
                    <a:pt x="4345" y="2864"/>
                    <a:pt x="3857" y="2973"/>
                    <a:pt x="3207" y="2973"/>
                  </a:cubicBezTo>
                  <a:cubicBezTo>
                    <a:pt x="2560" y="2973"/>
                    <a:pt x="2075" y="2864"/>
                    <a:pt x="1749" y="2645"/>
                  </a:cubicBezTo>
                  <a:cubicBezTo>
                    <a:pt x="1424" y="2426"/>
                    <a:pt x="1262" y="2097"/>
                    <a:pt x="1262" y="1659"/>
                  </a:cubicBezTo>
                  <a:cubicBezTo>
                    <a:pt x="1262" y="1220"/>
                    <a:pt x="1424" y="890"/>
                    <a:pt x="1749" y="671"/>
                  </a:cubicBezTo>
                  <a:cubicBezTo>
                    <a:pt x="2075" y="452"/>
                    <a:pt x="2560" y="343"/>
                    <a:pt x="3207" y="343"/>
                  </a:cubicBezTo>
                  <a:close/>
                  <a:moveTo>
                    <a:pt x="8620" y="2710"/>
                  </a:moveTo>
                  <a:lnTo>
                    <a:pt x="8620" y="3254"/>
                  </a:lnTo>
                  <a:lnTo>
                    <a:pt x="9931" y="3254"/>
                  </a:lnTo>
                  <a:lnTo>
                    <a:pt x="9931" y="2710"/>
                  </a:lnTo>
                  <a:close/>
                  <a:moveTo>
                    <a:pt x="23019" y="58"/>
                  </a:moveTo>
                  <a:lnTo>
                    <a:pt x="20801" y="212"/>
                  </a:lnTo>
                  <a:lnTo>
                    <a:pt x="20801" y="606"/>
                  </a:lnTo>
                  <a:lnTo>
                    <a:pt x="23031" y="452"/>
                  </a:lnTo>
                  <a:lnTo>
                    <a:pt x="23031" y="2890"/>
                  </a:lnTo>
                  <a:lnTo>
                    <a:pt x="20981" y="2890"/>
                  </a:lnTo>
                  <a:lnTo>
                    <a:pt x="20981" y="3254"/>
                  </a:lnTo>
                  <a:lnTo>
                    <a:pt x="26325" y="3254"/>
                  </a:lnTo>
                  <a:lnTo>
                    <a:pt x="26325" y="2890"/>
                  </a:lnTo>
                  <a:lnTo>
                    <a:pt x="24274" y="2890"/>
                  </a:lnTo>
                  <a:lnTo>
                    <a:pt x="24274" y="58"/>
                  </a:lnTo>
                  <a:close/>
                  <a:moveTo>
                    <a:pt x="3207" y="0"/>
                  </a:moveTo>
                  <a:cubicBezTo>
                    <a:pt x="2167" y="0"/>
                    <a:pt x="1373" y="142"/>
                    <a:pt x="824" y="425"/>
                  </a:cubicBezTo>
                  <a:cubicBezTo>
                    <a:pt x="275" y="709"/>
                    <a:pt x="0" y="1120"/>
                    <a:pt x="0" y="1659"/>
                  </a:cubicBezTo>
                  <a:cubicBezTo>
                    <a:pt x="0" y="2197"/>
                    <a:pt x="275" y="2608"/>
                    <a:pt x="824" y="2891"/>
                  </a:cubicBezTo>
                  <a:cubicBezTo>
                    <a:pt x="1373" y="3174"/>
                    <a:pt x="2167" y="3316"/>
                    <a:pt x="3207" y="3316"/>
                  </a:cubicBezTo>
                  <a:cubicBezTo>
                    <a:pt x="4246" y="3316"/>
                    <a:pt x="5041" y="3174"/>
                    <a:pt x="5590" y="2891"/>
                  </a:cubicBezTo>
                  <a:cubicBezTo>
                    <a:pt x="6139" y="2608"/>
                    <a:pt x="6413" y="2197"/>
                    <a:pt x="6413" y="1659"/>
                  </a:cubicBezTo>
                  <a:cubicBezTo>
                    <a:pt x="6413" y="1120"/>
                    <a:pt x="6139" y="709"/>
                    <a:pt x="5590" y="425"/>
                  </a:cubicBezTo>
                  <a:cubicBezTo>
                    <a:pt x="5041" y="142"/>
                    <a:pt x="4246" y="0"/>
                    <a:pt x="3207" y="0"/>
                  </a:cubicBezTo>
                  <a:close/>
                  <a:moveTo>
                    <a:pt x="15070" y="0"/>
                  </a:moveTo>
                  <a:cubicBezTo>
                    <a:pt x="14701" y="0"/>
                    <a:pt x="14309" y="12"/>
                    <a:pt x="13893" y="35"/>
                  </a:cubicBezTo>
                  <a:cubicBezTo>
                    <a:pt x="13476" y="58"/>
                    <a:pt x="13030" y="92"/>
                    <a:pt x="12553" y="137"/>
                  </a:cubicBezTo>
                  <a:lnTo>
                    <a:pt x="12553" y="523"/>
                  </a:lnTo>
                  <a:cubicBezTo>
                    <a:pt x="13026" y="468"/>
                    <a:pt x="13459" y="429"/>
                    <a:pt x="13852" y="403"/>
                  </a:cubicBezTo>
                  <a:cubicBezTo>
                    <a:pt x="14246" y="377"/>
                    <a:pt x="14614" y="364"/>
                    <a:pt x="14958" y="364"/>
                  </a:cubicBezTo>
                  <a:cubicBezTo>
                    <a:pt x="15588" y="364"/>
                    <a:pt x="16072" y="408"/>
                    <a:pt x="16409" y="496"/>
                  </a:cubicBezTo>
                  <a:cubicBezTo>
                    <a:pt x="16747" y="584"/>
                    <a:pt x="16916" y="710"/>
                    <a:pt x="16916" y="874"/>
                  </a:cubicBezTo>
                  <a:cubicBezTo>
                    <a:pt x="16916" y="1033"/>
                    <a:pt x="16752" y="1156"/>
                    <a:pt x="16425" y="1241"/>
                  </a:cubicBezTo>
                  <a:cubicBezTo>
                    <a:pt x="16097" y="1326"/>
                    <a:pt x="15625" y="1368"/>
                    <a:pt x="15008" y="1368"/>
                  </a:cubicBezTo>
                  <a:lnTo>
                    <a:pt x="13877" y="1368"/>
                  </a:lnTo>
                  <a:lnTo>
                    <a:pt x="13877" y="1723"/>
                  </a:lnTo>
                  <a:lnTo>
                    <a:pt x="14958" y="1723"/>
                  </a:lnTo>
                  <a:cubicBezTo>
                    <a:pt x="15642" y="1723"/>
                    <a:pt x="16175" y="1776"/>
                    <a:pt x="16558" y="1883"/>
                  </a:cubicBezTo>
                  <a:cubicBezTo>
                    <a:pt x="16941" y="1989"/>
                    <a:pt x="17133" y="2136"/>
                    <a:pt x="17133" y="2325"/>
                  </a:cubicBezTo>
                  <a:cubicBezTo>
                    <a:pt x="17133" y="2529"/>
                    <a:pt x="16927" y="2684"/>
                    <a:pt x="16515" y="2791"/>
                  </a:cubicBezTo>
                  <a:cubicBezTo>
                    <a:pt x="16103" y="2898"/>
                    <a:pt x="15503" y="2952"/>
                    <a:pt x="14716" y="2952"/>
                  </a:cubicBezTo>
                  <a:cubicBezTo>
                    <a:pt x="14264" y="2952"/>
                    <a:pt x="13831" y="2934"/>
                    <a:pt x="13417" y="2898"/>
                  </a:cubicBezTo>
                  <a:cubicBezTo>
                    <a:pt x="13003" y="2863"/>
                    <a:pt x="12622" y="2810"/>
                    <a:pt x="12274" y="2740"/>
                  </a:cubicBezTo>
                  <a:lnTo>
                    <a:pt x="12274" y="3157"/>
                  </a:lnTo>
                  <a:cubicBezTo>
                    <a:pt x="12713" y="3210"/>
                    <a:pt x="13139" y="3250"/>
                    <a:pt x="13551" y="3276"/>
                  </a:cubicBezTo>
                  <a:cubicBezTo>
                    <a:pt x="13963" y="3302"/>
                    <a:pt x="14364" y="3316"/>
                    <a:pt x="14753" y="3316"/>
                  </a:cubicBezTo>
                  <a:cubicBezTo>
                    <a:pt x="15913" y="3316"/>
                    <a:pt x="16808" y="3229"/>
                    <a:pt x="17437" y="3057"/>
                  </a:cubicBezTo>
                  <a:cubicBezTo>
                    <a:pt x="18067" y="2884"/>
                    <a:pt x="18382" y="2640"/>
                    <a:pt x="18382" y="2325"/>
                  </a:cubicBezTo>
                  <a:cubicBezTo>
                    <a:pt x="18382" y="2119"/>
                    <a:pt x="18213" y="1947"/>
                    <a:pt x="17876" y="1807"/>
                  </a:cubicBezTo>
                  <a:cubicBezTo>
                    <a:pt x="17538" y="1667"/>
                    <a:pt x="17069" y="1575"/>
                    <a:pt x="16468" y="1531"/>
                  </a:cubicBezTo>
                  <a:cubicBezTo>
                    <a:pt x="17011" y="1484"/>
                    <a:pt x="17429" y="1399"/>
                    <a:pt x="17723" y="1277"/>
                  </a:cubicBezTo>
                  <a:cubicBezTo>
                    <a:pt x="18017" y="1155"/>
                    <a:pt x="18165" y="1006"/>
                    <a:pt x="18165" y="829"/>
                  </a:cubicBezTo>
                  <a:cubicBezTo>
                    <a:pt x="18165" y="575"/>
                    <a:pt x="17887" y="373"/>
                    <a:pt x="17332" y="224"/>
                  </a:cubicBezTo>
                  <a:cubicBezTo>
                    <a:pt x="16777" y="75"/>
                    <a:pt x="16023" y="0"/>
                    <a:pt x="15070" y="0"/>
                  </a:cubicBezTo>
                  <a:close/>
                  <a:moveTo>
                    <a:pt x="31397" y="0"/>
                  </a:moveTo>
                  <a:cubicBezTo>
                    <a:pt x="30460" y="0"/>
                    <a:pt x="29710" y="100"/>
                    <a:pt x="29147" y="298"/>
                  </a:cubicBezTo>
                  <a:cubicBezTo>
                    <a:pt x="28584" y="496"/>
                    <a:pt x="28302" y="760"/>
                    <a:pt x="28302" y="1088"/>
                  </a:cubicBezTo>
                  <a:cubicBezTo>
                    <a:pt x="28302" y="1423"/>
                    <a:pt x="28572" y="1687"/>
                    <a:pt x="29113" y="1881"/>
                  </a:cubicBezTo>
                  <a:cubicBezTo>
                    <a:pt x="29654" y="2074"/>
                    <a:pt x="30388" y="2171"/>
                    <a:pt x="31316" y="2171"/>
                  </a:cubicBezTo>
                  <a:cubicBezTo>
                    <a:pt x="31763" y="2171"/>
                    <a:pt x="32171" y="2138"/>
                    <a:pt x="32540" y="2072"/>
                  </a:cubicBezTo>
                  <a:cubicBezTo>
                    <a:pt x="32909" y="2007"/>
                    <a:pt x="33213" y="1912"/>
                    <a:pt x="33453" y="1790"/>
                  </a:cubicBezTo>
                  <a:lnTo>
                    <a:pt x="33453" y="1790"/>
                  </a:lnTo>
                  <a:cubicBezTo>
                    <a:pt x="33391" y="2181"/>
                    <a:pt x="33142" y="2472"/>
                    <a:pt x="32705" y="2664"/>
                  </a:cubicBezTo>
                  <a:cubicBezTo>
                    <a:pt x="32267" y="2856"/>
                    <a:pt x="31635" y="2952"/>
                    <a:pt x="30806" y="2952"/>
                  </a:cubicBezTo>
                  <a:cubicBezTo>
                    <a:pt x="30496" y="2952"/>
                    <a:pt x="30179" y="2938"/>
                    <a:pt x="29855" y="2911"/>
                  </a:cubicBezTo>
                  <a:cubicBezTo>
                    <a:pt x="29532" y="2884"/>
                    <a:pt x="29213" y="2845"/>
                    <a:pt x="28899" y="2793"/>
                  </a:cubicBezTo>
                  <a:lnTo>
                    <a:pt x="28899" y="3187"/>
                  </a:lnTo>
                  <a:cubicBezTo>
                    <a:pt x="29247" y="3230"/>
                    <a:pt x="29582" y="3262"/>
                    <a:pt x="29905" y="3283"/>
                  </a:cubicBezTo>
                  <a:cubicBezTo>
                    <a:pt x="30228" y="3305"/>
                    <a:pt x="30547" y="3316"/>
                    <a:pt x="30862" y="3316"/>
                  </a:cubicBezTo>
                  <a:cubicBezTo>
                    <a:pt x="32034" y="3316"/>
                    <a:pt x="32968" y="3165"/>
                    <a:pt x="33661" y="2865"/>
                  </a:cubicBezTo>
                  <a:cubicBezTo>
                    <a:pt x="34355" y="2565"/>
                    <a:pt x="34702" y="2163"/>
                    <a:pt x="34702" y="1659"/>
                  </a:cubicBezTo>
                  <a:cubicBezTo>
                    <a:pt x="34702" y="1120"/>
                    <a:pt x="34420" y="709"/>
                    <a:pt x="33854" y="425"/>
                  </a:cubicBezTo>
                  <a:cubicBezTo>
                    <a:pt x="33289" y="142"/>
                    <a:pt x="32469" y="0"/>
                    <a:pt x="313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98025" y="891975"/>
              <a:ext cx="807775" cy="81475"/>
            </a:xfrm>
            <a:custGeom>
              <a:rect b="b" l="l" r="r" t="t"/>
              <a:pathLst>
                <a:path extrusionOk="0" h="3259" w="32311">
                  <a:moveTo>
                    <a:pt x="2834" y="356"/>
                  </a:moveTo>
                  <a:cubicBezTo>
                    <a:pt x="3418" y="356"/>
                    <a:pt x="3869" y="408"/>
                    <a:pt x="4188" y="512"/>
                  </a:cubicBezTo>
                  <a:cubicBezTo>
                    <a:pt x="4507" y="617"/>
                    <a:pt x="4667" y="764"/>
                    <a:pt x="4667" y="955"/>
                  </a:cubicBezTo>
                  <a:cubicBezTo>
                    <a:pt x="4667" y="1148"/>
                    <a:pt x="4507" y="1296"/>
                    <a:pt x="4188" y="1401"/>
                  </a:cubicBezTo>
                  <a:cubicBezTo>
                    <a:pt x="3869" y="1505"/>
                    <a:pt x="3418" y="1557"/>
                    <a:pt x="2834" y="1557"/>
                  </a:cubicBezTo>
                  <a:lnTo>
                    <a:pt x="1255" y="1557"/>
                  </a:lnTo>
                  <a:lnTo>
                    <a:pt x="1255" y="356"/>
                  </a:lnTo>
                  <a:close/>
                  <a:moveTo>
                    <a:pt x="10551" y="1075"/>
                  </a:moveTo>
                  <a:cubicBezTo>
                    <a:pt x="11115" y="1075"/>
                    <a:pt x="11567" y="1139"/>
                    <a:pt x="11909" y="1268"/>
                  </a:cubicBezTo>
                  <a:cubicBezTo>
                    <a:pt x="12251" y="1396"/>
                    <a:pt x="12426" y="1568"/>
                    <a:pt x="12434" y="1784"/>
                  </a:cubicBezTo>
                  <a:lnTo>
                    <a:pt x="8358" y="1786"/>
                  </a:lnTo>
                  <a:cubicBezTo>
                    <a:pt x="8416" y="1560"/>
                    <a:pt x="8636" y="1386"/>
                    <a:pt x="9020" y="1261"/>
                  </a:cubicBezTo>
                  <a:cubicBezTo>
                    <a:pt x="9403" y="1137"/>
                    <a:pt x="9913" y="1075"/>
                    <a:pt x="10551" y="1075"/>
                  </a:cubicBezTo>
                  <a:close/>
                  <a:moveTo>
                    <a:pt x="23373" y="1075"/>
                  </a:moveTo>
                  <a:cubicBezTo>
                    <a:pt x="23937" y="1075"/>
                    <a:pt x="24389" y="1139"/>
                    <a:pt x="24731" y="1268"/>
                  </a:cubicBezTo>
                  <a:cubicBezTo>
                    <a:pt x="25073" y="1396"/>
                    <a:pt x="25248" y="1568"/>
                    <a:pt x="25256" y="1784"/>
                  </a:cubicBezTo>
                  <a:lnTo>
                    <a:pt x="21180" y="1786"/>
                  </a:lnTo>
                  <a:cubicBezTo>
                    <a:pt x="21238" y="1560"/>
                    <a:pt x="21458" y="1386"/>
                    <a:pt x="21842" y="1261"/>
                  </a:cubicBezTo>
                  <a:cubicBezTo>
                    <a:pt x="22225" y="1137"/>
                    <a:pt x="22735" y="1075"/>
                    <a:pt x="23373" y="1075"/>
                  </a:cubicBezTo>
                  <a:close/>
                  <a:moveTo>
                    <a:pt x="0" y="1"/>
                  </a:moveTo>
                  <a:lnTo>
                    <a:pt x="0" y="3196"/>
                  </a:lnTo>
                  <a:lnTo>
                    <a:pt x="1255" y="3196"/>
                  </a:lnTo>
                  <a:lnTo>
                    <a:pt x="1255" y="1912"/>
                  </a:lnTo>
                  <a:lnTo>
                    <a:pt x="2834" y="1912"/>
                  </a:lnTo>
                  <a:cubicBezTo>
                    <a:pt x="3874" y="1912"/>
                    <a:pt x="4660" y="1831"/>
                    <a:pt x="5192" y="1670"/>
                  </a:cubicBezTo>
                  <a:cubicBezTo>
                    <a:pt x="5724" y="1509"/>
                    <a:pt x="5990" y="1271"/>
                    <a:pt x="5990" y="955"/>
                  </a:cubicBezTo>
                  <a:cubicBezTo>
                    <a:pt x="5990" y="643"/>
                    <a:pt x="5724" y="406"/>
                    <a:pt x="5192" y="244"/>
                  </a:cubicBezTo>
                  <a:cubicBezTo>
                    <a:pt x="4660" y="82"/>
                    <a:pt x="3874" y="1"/>
                    <a:pt x="2834" y="1"/>
                  </a:cubicBezTo>
                  <a:close/>
                  <a:moveTo>
                    <a:pt x="15437" y="119"/>
                  </a:moveTo>
                  <a:lnTo>
                    <a:pt x="15437" y="799"/>
                  </a:lnTo>
                  <a:lnTo>
                    <a:pt x="14598" y="799"/>
                  </a:lnTo>
                  <a:lnTo>
                    <a:pt x="14598" y="1105"/>
                  </a:lnTo>
                  <a:lnTo>
                    <a:pt x="15437" y="1105"/>
                  </a:lnTo>
                  <a:lnTo>
                    <a:pt x="15437" y="2406"/>
                  </a:lnTo>
                  <a:cubicBezTo>
                    <a:pt x="15437" y="2706"/>
                    <a:pt x="15605" y="2913"/>
                    <a:pt x="15940" y="3026"/>
                  </a:cubicBezTo>
                  <a:cubicBezTo>
                    <a:pt x="16276" y="3139"/>
                    <a:pt x="16885" y="3196"/>
                    <a:pt x="17767" y="3196"/>
                  </a:cubicBezTo>
                  <a:lnTo>
                    <a:pt x="18942" y="3196"/>
                  </a:lnTo>
                  <a:lnTo>
                    <a:pt x="18942" y="2867"/>
                  </a:lnTo>
                  <a:lnTo>
                    <a:pt x="17767" y="2867"/>
                  </a:lnTo>
                  <a:cubicBezTo>
                    <a:pt x="17291" y="2867"/>
                    <a:pt x="16975" y="2839"/>
                    <a:pt x="16820" y="2783"/>
                  </a:cubicBezTo>
                  <a:cubicBezTo>
                    <a:pt x="16664" y="2727"/>
                    <a:pt x="16587" y="2602"/>
                    <a:pt x="16587" y="2406"/>
                  </a:cubicBezTo>
                  <a:lnTo>
                    <a:pt x="16587" y="1105"/>
                  </a:lnTo>
                  <a:lnTo>
                    <a:pt x="18942" y="1105"/>
                  </a:lnTo>
                  <a:lnTo>
                    <a:pt x="18942" y="799"/>
                  </a:lnTo>
                  <a:lnTo>
                    <a:pt x="16587" y="799"/>
                  </a:lnTo>
                  <a:lnTo>
                    <a:pt x="16587" y="119"/>
                  </a:lnTo>
                  <a:close/>
                  <a:moveTo>
                    <a:pt x="31726" y="741"/>
                  </a:moveTo>
                  <a:cubicBezTo>
                    <a:pt x="31175" y="741"/>
                    <a:pt x="30707" y="777"/>
                    <a:pt x="30322" y="847"/>
                  </a:cubicBezTo>
                  <a:cubicBezTo>
                    <a:pt x="29937" y="918"/>
                    <a:pt x="29624" y="1026"/>
                    <a:pt x="29384" y="1172"/>
                  </a:cubicBezTo>
                  <a:lnTo>
                    <a:pt x="29384" y="799"/>
                  </a:lnTo>
                  <a:lnTo>
                    <a:pt x="28234" y="799"/>
                  </a:lnTo>
                  <a:lnTo>
                    <a:pt x="28234" y="3196"/>
                  </a:lnTo>
                  <a:lnTo>
                    <a:pt x="29384" y="3196"/>
                  </a:lnTo>
                  <a:lnTo>
                    <a:pt x="29384" y="1933"/>
                  </a:lnTo>
                  <a:cubicBezTo>
                    <a:pt x="29384" y="1662"/>
                    <a:pt x="29557" y="1454"/>
                    <a:pt x="29903" y="1310"/>
                  </a:cubicBezTo>
                  <a:cubicBezTo>
                    <a:pt x="30248" y="1165"/>
                    <a:pt x="30744" y="1092"/>
                    <a:pt x="31391" y="1092"/>
                  </a:cubicBezTo>
                  <a:cubicBezTo>
                    <a:pt x="31573" y="1092"/>
                    <a:pt x="31740" y="1098"/>
                    <a:pt x="31891" y="1111"/>
                  </a:cubicBezTo>
                  <a:cubicBezTo>
                    <a:pt x="32042" y="1123"/>
                    <a:pt x="32182" y="1142"/>
                    <a:pt x="32310" y="1167"/>
                  </a:cubicBezTo>
                  <a:lnTo>
                    <a:pt x="32304" y="763"/>
                  </a:lnTo>
                  <a:cubicBezTo>
                    <a:pt x="32188" y="756"/>
                    <a:pt x="32083" y="750"/>
                    <a:pt x="31987" y="747"/>
                  </a:cubicBezTo>
                  <a:cubicBezTo>
                    <a:pt x="31892" y="743"/>
                    <a:pt x="31805" y="741"/>
                    <a:pt x="31726" y="741"/>
                  </a:cubicBezTo>
                  <a:close/>
                  <a:moveTo>
                    <a:pt x="10539" y="741"/>
                  </a:moveTo>
                  <a:cubicBezTo>
                    <a:pt x="9495" y="741"/>
                    <a:pt x="8665" y="857"/>
                    <a:pt x="8050" y="1087"/>
                  </a:cubicBezTo>
                  <a:cubicBezTo>
                    <a:pt x="7435" y="1317"/>
                    <a:pt x="7127" y="1629"/>
                    <a:pt x="7127" y="2021"/>
                  </a:cubicBezTo>
                  <a:cubicBezTo>
                    <a:pt x="7127" y="2401"/>
                    <a:pt x="7452" y="2702"/>
                    <a:pt x="8100" y="2924"/>
                  </a:cubicBezTo>
                  <a:cubicBezTo>
                    <a:pt x="8748" y="3147"/>
                    <a:pt x="9628" y="3258"/>
                    <a:pt x="10738" y="3258"/>
                  </a:cubicBezTo>
                  <a:cubicBezTo>
                    <a:pt x="11181" y="3258"/>
                    <a:pt x="11618" y="3242"/>
                    <a:pt x="12049" y="3211"/>
                  </a:cubicBezTo>
                  <a:cubicBezTo>
                    <a:pt x="12480" y="3180"/>
                    <a:pt x="12900" y="3134"/>
                    <a:pt x="13310" y="3074"/>
                  </a:cubicBezTo>
                  <a:lnTo>
                    <a:pt x="13310" y="2702"/>
                  </a:lnTo>
                  <a:cubicBezTo>
                    <a:pt x="12904" y="2776"/>
                    <a:pt x="12495" y="2832"/>
                    <a:pt x="12083" y="2869"/>
                  </a:cubicBezTo>
                  <a:cubicBezTo>
                    <a:pt x="11671" y="2906"/>
                    <a:pt x="11245" y="2924"/>
                    <a:pt x="10806" y="2924"/>
                  </a:cubicBezTo>
                  <a:cubicBezTo>
                    <a:pt x="10048" y="2924"/>
                    <a:pt x="9457" y="2853"/>
                    <a:pt x="9032" y="2711"/>
                  </a:cubicBezTo>
                  <a:cubicBezTo>
                    <a:pt x="8607" y="2569"/>
                    <a:pt x="8370" y="2363"/>
                    <a:pt x="8321" y="2092"/>
                  </a:cubicBezTo>
                  <a:lnTo>
                    <a:pt x="13577" y="2092"/>
                  </a:lnTo>
                  <a:lnTo>
                    <a:pt x="13577" y="1899"/>
                  </a:lnTo>
                  <a:cubicBezTo>
                    <a:pt x="13577" y="1542"/>
                    <a:pt x="13305" y="1260"/>
                    <a:pt x="12760" y="1053"/>
                  </a:cubicBezTo>
                  <a:cubicBezTo>
                    <a:pt x="12216" y="845"/>
                    <a:pt x="11475" y="741"/>
                    <a:pt x="10539" y="741"/>
                  </a:cubicBezTo>
                  <a:close/>
                  <a:moveTo>
                    <a:pt x="23361" y="741"/>
                  </a:moveTo>
                  <a:cubicBezTo>
                    <a:pt x="22317" y="741"/>
                    <a:pt x="21487" y="857"/>
                    <a:pt x="20872" y="1087"/>
                  </a:cubicBezTo>
                  <a:cubicBezTo>
                    <a:pt x="20257" y="1317"/>
                    <a:pt x="19949" y="1629"/>
                    <a:pt x="19949" y="2021"/>
                  </a:cubicBezTo>
                  <a:cubicBezTo>
                    <a:pt x="19949" y="2401"/>
                    <a:pt x="20274" y="2702"/>
                    <a:pt x="20922" y="2924"/>
                  </a:cubicBezTo>
                  <a:cubicBezTo>
                    <a:pt x="21570" y="3147"/>
                    <a:pt x="22450" y="3258"/>
                    <a:pt x="23560" y="3258"/>
                  </a:cubicBezTo>
                  <a:cubicBezTo>
                    <a:pt x="24003" y="3258"/>
                    <a:pt x="24440" y="3242"/>
                    <a:pt x="24871" y="3211"/>
                  </a:cubicBezTo>
                  <a:cubicBezTo>
                    <a:pt x="25302" y="3180"/>
                    <a:pt x="25722" y="3134"/>
                    <a:pt x="26132" y="3074"/>
                  </a:cubicBezTo>
                  <a:lnTo>
                    <a:pt x="26132" y="2702"/>
                  </a:lnTo>
                  <a:cubicBezTo>
                    <a:pt x="25726" y="2776"/>
                    <a:pt x="25317" y="2832"/>
                    <a:pt x="24905" y="2869"/>
                  </a:cubicBezTo>
                  <a:cubicBezTo>
                    <a:pt x="24493" y="2906"/>
                    <a:pt x="24067" y="2924"/>
                    <a:pt x="23628" y="2924"/>
                  </a:cubicBezTo>
                  <a:cubicBezTo>
                    <a:pt x="22870" y="2924"/>
                    <a:pt x="22279" y="2853"/>
                    <a:pt x="21854" y="2711"/>
                  </a:cubicBezTo>
                  <a:cubicBezTo>
                    <a:pt x="21429" y="2569"/>
                    <a:pt x="21192" y="2363"/>
                    <a:pt x="21143" y="2092"/>
                  </a:cubicBezTo>
                  <a:lnTo>
                    <a:pt x="26399" y="2092"/>
                  </a:lnTo>
                  <a:lnTo>
                    <a:pt x="26399" y="1899"/>
                  </a:lnTo>
                  <a:cubicBezTo>
                    <a:pt x="26399" y="1542"/>
                    <a:pt x="26127" y="1260"/>
                    <a:pt x="25582" y="1053"/>
                  </a:cubicBezTo>
                  <a:cubicBezTo>
                    <a:pt x="25038" y="845"/>
                    <a:pt x="24297" y="741"/>
                    <a:pt x="23361" y="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2384700" y="890550"/>
              <a:ext cx="655650" cy="82900"/>
            </a:xfrm>
            <a:custGeom>
              <a:rect b="b" l="l" r="r" t="t"/>
              <a:pathLst>
                <a:path extrusionOk="0" h="3316" w="26226">
                  <a:moveTo>
                    <a:pt x="16114" y="435"/>
                  </a:moveTo>
                  <a:lnTo>
                    <a:pt x="16114" y="2140"/>
                  </a:lnTo>
                  <a:lnTo>
                    <a:pt x="12945" y="2140"/>
                  </a:lnTo>
                  <a:lnTo>
                    <a:pt x="16114" y="435"/>
                  </a:lnTo>
                  <a:close/>
                  <a:moveTo>
                    <a:pt x="3207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19"/>
                    <a:pt x="5158" y="1659"/>
                  </a:cubicBezTo>
                  <a:cubicBezTo>
                    <a:pt x="5158" y="2097"/>
                    <a:pt x="4995" y="2425"/>
                    <a:pt x="4670" y="2644"/>
                  </a:cubicBezTo>
                  <a:cubicBezTo>
                    <a:pt x="4345" y="2863"/>
                    <a:pt x="3857" y="2973"/>
                    <a:pt x="3207" y="2973"/>
                  </a:cubicBezTo>
                  <a:cubicBezTo>
                    <a:pt x="2560" y="2973"/>
                    <a:pt x="2075" y="2863"/>
                    <a:pt x="1749" y="2644"/>
                  </a:cubicBezTo>
                  <a:cubicBezTo>
                    <a:pt x="1424" y="2425"/>
                    <a:pt x="1262" y="2097"/>
                    <a:pt x="1262" y="1659"/>
                  </a:cubicBezTo>
                  <a:cubicBezTo>
                    <a:pt x="1262" y="1219"/>
                    <a:pt x="1424" y="890"/>
                    <a:pt x="1749" y="671"/>
                  </a:cubicBezTo>
                  <a:cubicBezTo>
                    <a:pt x="2075" y="452"/>
                    <a:pt x="2560" y="343"/>
                    <a:pt x="3207" y="343"/>
                  </a:cubicBezTo>
                  <a:close/>
                  <a:moveTo>
                    <a:pt x="8620" y="2709"/>
                  </a:moveTo>
                  <a:lnTo>
                    <a:pt x="8620" y="3253"/>
                  </a:lnTo>
                  <a:lnTo>
                    <a:pt x="9931" y="3253"/>
                  </a:lnTo>
                  <a:lnTo>
                    <a:pt x="9931" y="2709"/>
                  </a:lnTo>
                  <a:close/>
                  <a:moveTo>
                    <a:pt x="15784" y="58"/>
                  </a:moveTo>
                  <a:lnTo>
                    <a:pt x="11926" y="2082"/>
                  </a:lnTo>
                  <a:lnTo>
                    <a:pt x="11926" y="2500"/>
                  </a:lnTo>
                  <a:lnTo>
                    <a:pt x="16114" y="2500"/>
                  </a:lnTo>
                  <a:lnTo>
                    <a:pt x="16114" y="3253"/>
                  </a:lnTo>
                  <a:lnTo>
                    <a:pt x="17363" y="3253"/>
                  </a:lnTo>
                  <a:lnTo>
                    <a:pt x="17363" y="2500"/>
                  </a:lnTo>
                  <a:lnTo>
                    <a:pt x="18686" y="2500"/>
                  </a:lnTo>
                  <a:lnTo>
                    <a:pt x="18686" y="2140"/>
                  </a:lnTo>
                  <a:lnTo>
                    <a:pt x="17363" y="2140"/>
                  </a:lnTo>
                  <a:lnTo>
                    <a:pt x="17363" y="58"/>
                  </a:lnTo>
                  <a:close/>
                  <a:moveTo>
                    <a:pt x="23019" y="0"/>
                  </a:moveTo>
                  <a:cubicBezTo>
                    <a:pt x="22654" y="0"/>
                    <a:pt x="22252" y="18"/>
                    <a:pt x="21813" y="54"/>
                  </a:cubicBezTo>
                  <a:cubicBezTo>
                    <a:pt x="21374" y="89"/>
                    <a:pt x="20902" y="142"/>
                    <a:pt x="20397" y="212"/>
                  </a:cubicBezTo>
                  <a:lnTo>
                    <a:pt x="20397" y="649"/>
                  </a:lnTo>
                  <a:cubicBezTo>
                    <a:pt x="20894" y="553"/>
                    <a:pt x="21361" y="482"/>
                    <a:pt x="21798" y="435"/>
                  </a:cubicBezTo>
                  <a:cubicBezTo>
                    <a:pt x="22235" y="387"/>
                    <a:pt x="22650" y="364"/>
                    <a:pt x="23044" y="364"/>
                  </a:cubicBezTo>
                  <a:cubicBezTo>
                    <a:pt x="23599" y="364"/>
                    <a:pt x="24049" y="417"/>
                    <a:pt x="24395" y="524"/>
                  </a:cubicBezTo>
                  <a:cubicBezTo>
                    <a:pt x="24741" y="631"/>
                    <a:pt x="24914" y="770"/>
                    <a:pt x="24914" y="940"/>
                  </a:cubicBezTo>
                  <a:cubicBezTo>
                    <a:pt x="24914" y="1044"/>
                    <a:pt x="24834" y="1150"/>
                    <a:pt x="24675" y="1257"/>
                  </a:cubicBezTo>
                  <a:cubicBezTo>
                    <a:pt x="24515" y="1365"/>
                    <a:pt x="24235" y="1497"/>
                    <a:pt x="23833" y="1652"/>
                  </a:cubicBezTo>
                  <a:cubicBezTo>
                    <a:pt x="23622" y="1735"/>
                    <a:pt x="23105" y="1919"/>
                    <a:pt x="22282" y="2205"/>
                  </a:cubicBezTo>
                  <a:cubicBezTo>
                    <a:pt x="21460" y="2492"/>
                    <a:pt x="20811" y="2719"/>
                    <a:pt x="20334" y="2889"/>
                  </a:cubicBezTo>
                  <a:lnTo>
                    <a:pt x="20334" y="3253"/>
                  </a:lnTo>
                  <a:lnTo>
                    <a:pt x="26225" y="3253"/>
                  </a:lnTo>
                  <a:lnTo>
                    <a:pt x="26225" y="2889"/>
                  </a:lnTo>
                  <a:lnTo>
                    <a:pt x="21844" y="2889"/>
                  </a:lnTo>
                  <a:cubicBezTo>
                    <a:pt x="22855" y="2534"/>
                    <a:pt x="23638" y="2258"/>
                    <a:pt x="24193" y="2060"/>
                  </a:cubicBezTo>
                  <a:cubicBezTo>
                    <a:pt x="24748" y="1862"/>
                    <a:pt x="25078" y="1743"/>
                    <a:pt x="25181" y="1701"/>
                  </a:cubicBezTo>
                  <a:cubicBezTo>
                    <a:pt x="25558" y="1542"/>
                    <a:pt x="25818" y="1403"/>
                    <a:pt x="25961" y="1285"/>
                  </a:cubicBezTo>
                  <a:cubicBezTo>
                    <a:pt x="26104" y="1168"/>
                    <a:pt x="26175" y="1043"/>
                    <a:pt x="26175" y="912"/>
                  </a:cubicBezTo>
                  <a:cubicBezTo>
                    <a:pt x="26175" y="635"/>
                    <a:pt x="25890" y="414"/>
                    <a:pt x="25318" y="248"/>
                  </a:cubicBezTo>
                  <a:cubicBezTo>
                    <a:pt x="24746" y="83"/>
                    <a:pt x="23980" y="0"/>
                    <a:pt x="23019" y="0"/>
                  </a:cubicBezTo>
                  <a:close/>
                  <a:moveTo>
                    <a:pt x="3207" y="0"/>
                  </a:moveTo>
                  <a:cubicBezTo>
                    <a:pt x="2167" y="0"/>
                    <a:pt x="1372" y="142"/>
                    <a:pt x="824" y="425"/>
                  </a:cubicBezTo>
                  <a:cubicBezTo>
                    <a:pt x="275" y="708"/>
                    <a:pt x="0" y="1119"/>
                    <a:pt x="0" y="1659"/>
                  </a:cubicBezTo>
                  <a:cubicBezTo>
                    <a:pt x="0" y="2197"/>
                    <a:pt x="275" y="2607"/>
                    <a:pt x="824" y="2890"/>
                  </a:cubicBezTo>
                  <a:cubicBezTo>
                    <a:pt x="1372" y="3174"/>
                    <a:pt x="2167" y="3315"/>
                    <a:pt x="3207" y="3315"/>
                  </a:cubicBezTo>
                  <a:cubicBezTo>
                    <a:pt x="4246" y="3315"/>
                    <a:pt x="5041" y="3174"/>
                    <a:pt x="5590" y="2890"/>
                  </a:cubicBezTo>
                  <a:cubicBezTo>
                    <a:pt x="6138" y="2607"/>
                    <a:pt x="6413" y="2197"/>
                    <a:pt x="6413" y="1659"/>
                  </a:cubicBezTo>
                  <a:cubicBezTo>
                    <a:pt x="6413" y="1119"/>
                    <a:pt x="6138" y="708"/>
                    <a:pt x="5590" y="425"/>
                  </a:cubicBezTo>
                  <a:cubicBezTo>
                    <a:pt x="5041" y="142"/>
                    <a:pt x="4246" y="0"/>
                    <a:pt x="32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98025" y="1031050"/>
              <a:ext cx="781000" cy="84825"/>
            </a:xfrm>
            <a:custGeom>
              <a:rect b="b" l="l" r="r" t="t"/>
              <a:pathLst>
                <a:path extrusionOk="0" h="3393" w="31240">
                  <a:moveTo>
                    <a:pt x="22894" y="1"/>
                  </a:moveTo>
                  <a:lnTo>
                    <a:pt x="22894" y="499"/>
                  </a:lnTo>
                  <a:lnTo>
                    <a:pt x="24037" y="499"/>
                  </a:lnTo>
                  <a:lnTo>
                    <a:pt x="24037" y="1"/>
                  </a:lnTo>
                  <a:close/>
                  <a:moveTo>
                    <a:pt x="9737" y="1210"/>
                  </a:moveTo>
                  <a:cubicBezTo>
                    <a:pt x="10346" y="1210"/>
                    <a:pt x="10829" y="1293"/>
                    <a:pt x="11185" y="1459"/>
                  </a:cubicBezTo>
                  <a:cubicBezTo>
                    <a:pt x="11541" y="1625"/>
                    <a:pt x="11720" y="1850"/>
                    <a:pt x="11720" y="2134"/>
                  </a:cubicBezTo>
                  <a:cubicBezTo>
                    <a:pt x="11720" y="2420"/>
                    <a:pt x="11541" y="2645"/>
                    <a:pt x="11185" y="2811"/>
                  </a:cubicBezTo>
                  <a:cubicBezTo>
                    <a:pt x="10829" y="2976"/>
                    <a:pt x="10346" y="3059"/>
                    <a:pt x="9737" y="3059"/>
                  </a:cubicBezTo>
                  <a:cubicBezTo>
                    <a:pt x="9120" y="3059"/>
                    <a:pt x="8634" y="2976"/>
                    <a:pt x="8280" y="2812"/>
                  </a:cubicBezTo>
                  <a:cubicBezTo>
                    <a:pt x="7926" y="2647"/>
                    <a:pt x="7749" y="2421"/>
                    <a:pt x="7749" y="2134"/>
                  </a:cubicBezTo>
                  <a:cubicBezTo>
                    <a:pt x="7749" y="1848"/>
                    <a:pt x="7927" y="1622"/>
                    <a:pt x="8283" y="1457"/>
                  </a:cubicBezTo>
                  <a:cubicBezTo>
                    <a:pt x="8640" y="1292"/>
                    <a:pt x="9124" y="1210"/>
                    <a:pt x="9737" y="1210"/>
                  </a:cubicBezTo>
                  <a:close/>
                  <a:moveTo>
                    <a:pt x="0" y="135"/>
                  </a:moveTo>
                  <a:lnTo>
                    <a:pt x="0" y="3331"/>
                  </a:lnTo>
                  <a:lnTo>
                    <a:pt x="5773" y="3331"/>
                  </a:lnTo>
                  <a:lnTo>
                    <a:pt x="5773" y="2967"/>
                  </a:lnTo>
                  <a:lnTo>
                    <a:pt x="1255" y="2967"/>
                  </a:lnTo>
                  <a:lnTo>
                    <a:pt x="1255" y="135"/>
                  </a:lnTo>
                  <a:close/>
                  <a:moveTo>
                    <a:pt x="22894" y="934"/>
                  </a:moveTo>
                  <a:lnTo>
                    <a:pt x="22894" y="3331"/>
                  </a:lnTo>
                  <a:lnTo>
                    <a:pt x="24037" y="3331"/>
                  </a:lnTo>
                  <a:lnTo>
                    <a:pt x="24037" y="934"/>
                  </a:lnTo>
                  <a:close/>
                  <a:moveTo>
                    <a:pt x="9737" y="876"/>
                  </a:moveTo>
                  <a:cubicBezTo>
                    <a:pt x="8739" y="876"/>
                    <a:pt x="7957" y="987"/>
                    <a:pt x="7392" y="1210"/>
                  </a:cubicBezTo>
                  <a:cubicBezTo>
                    <a:pt x="6826" y="1432"/>
                    <a:pt x="6543" y="1741"/>
                    <a:pt x="6543" y="2134"/>
                  </a:cubicBezTo>
                  <a:cubicBezTo>
                    <a:pt x="6543" y="2527"/>
                    <a:pt x="6826" y="2835"/>
                    <a:pt x="7392" y="3058"/>
                  </a:cubicBezTo>
                  <a:cubicBezTo>
                    <a:pt x="7957" y="3281"/>
                    <a:pt x="8739" y="3393"/>
                    <a:pt x="9737" y="3393"/>
                  </a:cubicBezTo>
                  <a:cubicBezTo>
                    <a:pt x="10732" y="3393"/>
                    <a:pt x="11513" y="3281"/>
                    <a:pt x="12080" y="3058"/>
                  </a:cubicBezTo>
                  <a:cubicBezTo>
                    <a:pt x="12648" y="2835"/>
                    <a:pt x="12931" y="2527"/>
                    <a:pt x="12931" y="2134"/>
                  </a:cubicBezTo>
                  <a:cubicBezTo>
                    <a:pt x="12931" y="1741"/>
                    <a:pt x="12648" y="1432"/>
                    <a:pt x="12080" y="1210"/>
                  </a:cubicBezTo>
                  <a:cubicBezTo>
                    <a:pt x="11513" y="987"/>
                    <a:pt x="10732" y="876"/>
                    <a:pt x="9737" y="876"/>
                  </a:cubicBezTo>
                  <a:close/>
                  <a:moveTo>
                    <a:pt x="14710" y="934"/>
                  </a:moveTo>
                  <a:lnTo>
                    <a:pt x="14710" y="2385"/>
                  </a:lnTo>
                  <a:cubicBezTo>
                    <a:pt x="14710" y="2714"/>
                    <a:pt x="14917" y="2965"/>
                    <a:pt x="15331" y="3136"/>
                  </a:cubicBezTo>
                  <a:cubicBezTo>
                    <a:pt x="15745" y="3307"/>
                    <a:pt x="16352" y="3393"/>
                    <a:pt x="17152" y="3393"/>
                  </a:cubicBezTo>
                  <a:cubicBezTo>
                    <a:pt x="17636" y="3393"/>
                    <a:pt x="18062" y="3357"/>
                    <a:pt x="18429" y="3287"/>
                  </a:cubicBezTo>
                  <a:cubicBezTo>
                    <a:pt x="18795" y="3216"/>
                    <a:pt x="19117" y="3108"/>
                    <a:pt x="19395" y="2963"/>
                  </a:cubicBezTo>
                  <a:lnTo>
                    <a:pt x="19395" y="3331"/>
                  </a:lnTo>
                  <a:lnTo>
                    <a:pt x="20538" y="3331"/>
                  </a:lnTo>
                  <a:lnTo>
                    <a:pt x="20538" y="934"/>
                  </a:lnTo>
                  <a:lnTo>
                    <a:pt x="19395" y="934"/>
                  </a:lnTo>
                  <a:lnTo>
                    <a:pt x="19395" y="2293"/>
                  </a:lnTo>
                  <a:cubicBezTo>
                    <a:pt x="19395" y="2527"/>
                    <a:pt x="19216" y="2711"/>
                    <a:pt x="18857" y="2847"/>
                  </a:cubicBezTo>
                  <a:cubicBezTo>
                    <a:pt x="18499" y="2983"/>
                    <a:pt x="18011" y="3050"/>
                    <a:pt x="17394" y="3050"/>
                  </a:cubicBezTo>
                  <a:cubicBezTo>
                    <a:pt x="16880" y="3050"/>
                    <a:pt x="16495" y="2994"/>
                    <a:pt x="16238" y="2880"/>
                  </a:cubicBezTo>
                  <a:cubicBezTo>
                    <a:pt x="15981" y="2767"/>
                    <a:pt x="15853" y="2597"/>
                    <a:pt x="15853" y="2370"/>
                  </a:cubicBezTo>
                  <a:lnTo>
                    <a:pt x="15853" y="934"/>
                  </a:lnTo>
                  <a:close/>
                  <a:moveTo>
                    <a:pt x="28642" y="876"/>
                  </a:moveTo>
                  <a:cubicBezTo>
                    <a:pt x="27788" y="876"/>
                    <a:pt x="27130" y="937"/>
                    <a:pt x="26666" y="1060"/>
                  </a:cubicBezTo>
                  <a:cubicBezTo>
                    <a:pt x="26202" y="1183"/>
                    <a:pt x="25970" y="1357"/>
                    <a:pt x="25970" y="1582"/>
                  </a:cubicBezTo>
                  <a:cubicBezTo>
                    <a:pt x="25970" y="1768"/>
                    <a:pt x="26127" y="1914"/>
                    <a:pt x="26442" y="2020"/>
                  </a:cubicBezTo>
                  <a:cubicBezTo>
                    <a:pt x="26757" y="2126"/>
                    <a:pt x="27268" y="2205"/>
                    <a:pt x="27977" y="2256"/>
                  </a:cubicBezTo>
                  <a:lnTo>
                    <a:pt x="28375" y="2288"/>
                  </a:lnTo>
                  <a:cubicBezTo>
                    <a:pt x="29083" y="2341"/>
                    <a:pt x="29542" y="2396"/>
                    <a:pt x="29751" y="2453"/>
                  </a:cubicBezTo>
                  <a:cubicBezTo>
                    <a:pt x="29960" y="2510"/>
                    <a:pt x="30065" y="2592"/>
                    <a:pt x="30065" y="2699"/>
                  </a:cubicBezTo>
                  <a:cubicBezTo>
                    <a:pt x="30065" y="2815"/>
                    <a:pt x="29920" y="2904"/>
                    <a:pt x="29630" y="2968"/>
                  </a:cubicBezTo>
                  <a:cubicBezTo>
                    <a:pt x="29340" y="3031"/>
                    <a:pt x="28925" y="3063"/>
                    <a:pt x="28387" y="3063"/>
                  </a:cubicBezTo>
                  <a:cubicBezTo>
                    <a:pt x="27985" y="3063"/>
                    <a:pt x="27579" y="3044"/>
                    <a:pt x="27169" y="3006"/>
                  </a:cubicBezTo>
                  <a:cubicBezTo>
                    <a:pt x="26759" y="2969"/>
                    <a:pt x="26343" y="2912"/>
                    <a:pt x="25920" y="2836"/>
                  </a:cubicBezTo>
                  <a:lnTo>
                    <a:pt x="25920" y="3243"/>
                  </a:lnTo>
                  <a:cubicBezTo>
                    <a:pt x="26367" y="3293"/>
                    <a:pt x="26793" y="3330"/>
                    <a:pt x="27197" y="3355"/>
                  </a:cubicBezTo>
                  <a:cubicBezTo>
                    <a:pt x="27601" y="3380"/>
                    <a:pt x="27989" y="3393"/>
                    <a:pt x="28362" y="3393"/>
                  </a:cubicBezTo>
                  <a:cubicBezTo>
                    <a:pt x="29257" y="3393"/>
                    <a:pt x="29960" y="3328"/>
                    <a:pt x="30472" y="3198"/>
                  </a:cubicBezTo>
                  <a:cubicBezTo>
                    <a:pt x="30983" y="3068"/>
                    <a:pt x="31239" y="2892"/>
                    <a:pt x="31239" y="2669"/>
                  </a:cubicBezTo>
                  <a:cubicBezTo>
                    <a:pt x="31239" y="2474"/>
                    <a:pt x="31068" y="2322"/>
                    <a:pt x="30726" y="2212"/>
                  </a:cubicBezTo>
                  <a:cubicBezTo>
                    <a:pt x="30385" y="2103"/>
                    <a:pt x="29808" y="2019"/>
                    <a:pt x="28996" y="1959"/>
                  </a:cubicBezTo>
                  <a:lnTo>
                    <a:pt x="28604" y="1929"/>
                  </a:lnTo>
                  <a:cubicBezTo>
                    <a:pt x="27991" y="1882"/>
                    <a:pt x="27583" y="1832"/>
                    <a:pt x="27380" y="1780"/>
                  </a:cubicBezTo>
                  <a:cubicBezTo>
                    <a:pt x="27177" y="1728"/>
                    <a:pt x="27076" y="1656"/>
                    <a:pt x="27076" y="1565"/>
                  </a:cubicBezTo>
                  <a:cubicBezTo>
                    <a:pt x="27076" y="1445"/>
                    <a:pt x="27218" y="1355"/>
                    <a:pt x="27501" y="1295"/>
                  </a:cubicBezTo>
                  <a:cubicBezTo>
                    <a:pt x="27785" y="1235"/>
                    <a:pt x="28211" y="1206"/>
                    <a:pt x="28778" y="1206"/>
                  </a:cubicBezTo>
                  <a:cubicBezTo>
                    <a:pt x="29151" y="1206"/>
                    <a:pt x="29512" y="1220"/>
                    <a:pt x="29860" y="1248"/>
                  </a:cubicBezTo>
                  <a:cubicBezTo>
                    <a:pt x="30208" y="1277"/>
                    <a:pt x="30543" y="1320"/>
                    <a:pt x="30866" y="1377"/>
                  </a:cubicBezTo>
                  <a:lnTo>
                    <a:pt x="30866" y="1004"/>
                  </a:lnTo>
                  <a:cubicBezTo>
                    <a:pt x="30551" y="962"/>
                    <a:pt x="30208" y="929"/>
                    <a:pt x="29835" y="908"/>
                  </a:cubicBezTo>
                  <a:cubicBezTo>
                    <a:pt x="29462" y="887"/>
                    <a:pt x="29064" y="876"/>
                    <a:pt x="28642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2241525" y="1032975"/>
              <a:ext cx="867575" cy="82900"/>
            </a:xfrm>
            <a:custGeom>
              <a:rect b="b" l="l" r="r" t="t"/>
              <a:pathLst>
                <a:path extrusionOk="0" h="3316" w="34703">
                  <a:moveTo>
                    <a:pt x="31397" y="343"/>
                  </a:moveTo>
                  <a:cubicBezTo>
                    <a:pt x="31960" y="343"/>
                    <a:pt x="32407" y="410"/>
                    <a:pt x="32736" y="543"/>
                  </a:cubicBezTo>
                  <a:cubicBezTo>
                    <a:pt x="33065" y="677"/>
                    <a:pt x="33230" y="858"/>
                    <a:pt x="33230" y="1088"/>
                  </a:cubicBezTo>
                  <a:cubicBezTo>
                    <a:pt x="33230" y="1319"/>
                    <a:pt x="33065" y="1501"/>
                    <a:pt x="32736" y="1634"/>
                  </a:cubicBezTo>
                  <a:cubicBezTo>
                    <a:pt x="32407" y="1766"/>
                    <a:pt x="31960" y="1833"/>
                    <a:pt x="31397" y="1833"/>
                  </a:cubicBezTo>
                  <a:cubicBezTo>
                    <a:pt x="30834" y="1833"/>
                    <a:pt x="30387" y="1766"/>
                    <a:pt x="30058" y="1634"/>
                  </a:cubicBezTo>
                  <a:cubicBezTo>
                    <a:pt x="29729" y="1501"/>
                    <a:pt x="29564" y="1319"/>
                    <a:pt x="29564" y="1088"/>
                  </a:cubicBezTo>
                  <a:cubicBezTo>
                    <a:pt x="29564" y="858"/>
                    <a:pt x="29729" y="677"/>
                    <a:pt x="30058" y="543"/>
                  </a:cubicBezTo>
                  <a:cubicBezTo>
                    <a:pt x="30387" y="410"/>
                    <a:pt x="30834" y="343"/>
                    <a:pt x="31397" y="343"/>
                  </a:cubicBezTo>
                  <a:close/>
                  <a:moveTo>
                    <a:pt x="3207" y="343"/>
                  </a:moveTo>
                  <a:cubicBezTo>
                    <a:pt x="3858" y="343"/>
                    <a:pt x="4345" y="453"/>
                    <a:pt x="4671" y="672"/>
                  </a:cubicBezTo>
                  <a:cubicBezTo>
                    <a:pt x="4996" y="891"/>
                    <a:pt x="5158" y="1220"/>
                    <a:pt x="5158" y="1659"/>
                  </a:cubicBezTo>
                  <a:cubicBezTo>
                    <a:pt x="5158" y="2097"/>
                    <a:pt x="4996" y="2426"/>
                    <a:pt x="4671" y="2645"/>
                  </a:cubicBezTo>
                  <a:cubicBezTo>
                    <a:pt x="4345" y="2864"/>
                    <a:pt x="3858" y="2973"/>
                    <a:pt x="3207" y="2973"/>
                  </a:cubicBezTo>
                  <a:cubicBezTo>
                    <a:pt x="2561" y="2973"/>
                    <a:pt x="2075" y="2864"/>
                    <a:pt x="1750" y="2645"/>
                  </a:cubicBezTo>
                  <a:cubicBezTo>
                    <a:pt x="1425" y="2426"/>
                    <a:pt x="1262" y="2097"/>
                    <a:pt x="1262" y="1659"/>
                  </a:cubicBezTo>
                  <a:cubicBezTo>
                    <a:pt x="1262" y="1220"/>
                    <a:pt x="1425" y="891"/>
                    <a:pt x="1750" y="672"/>
                  </a:cubicBezTo>
                  <a:cubicBezTo>
                    <a:pt x="2075" y="453"/>
                    <a:pt x="2561" y="343"/>
                    <a:pt x="3207" y="343"/>
                  </a:cubicBezTo>
                  <a:close/>
                  <a:moveTo>
                    <a:pt x="8621" y="2710"/>
                  </a:moveTo>
                  <a:lnTo>
                    <a:pt x="8621" y="3254"/>
                  </a:lnTo>
                  <a:lnTo>
                    <a:pt x="9932" y="3254"/>
                  </a:lnTo>
                  <a:lnTo>
                    <a:pt x="9932" y="2710"/>
                  </a:lnTo>
                  <a:close/>
                  <a:moveTo>
                    <a:pt x="14921" y="1"/>
                  </a:moveTo>
                  <a:cubicBezTo>
                    <a:pt x="14557" y="1"/>
                    <a:pt x="14155" y="19"/>
                    <a:pt x="13716" y="54"/>
                  </a:cubicBezTo>
                  <a:cubicBezTo>
                    <a:pt x="13277" y="90"/>
                    <a:pt x="12805" y="143"/>
                    <a:pt x="12299" y="213"/>
                  </a:cubicBezTo>
                  <a:lnTo>
                    <a:pt x="12299" y="649"/>
                  </a:lnTo>
                  <a:cubicBezTo>
                    <a:pt x="12796" y="554"/>
                    <a:pt x="13263" y="482"/>
                    <a:pt x="13700" y="435"/>
                  </a:cubicBezTo>
                  <a:cubicBezTo>
                    <a:pt x="14137" y="388"/>
                    <a:pt x="14553" y="364"/>
                    <a:pt x="14946" y="364"/>
                  </a:cubicBezTo>
                  <a:cubicBezTo>
                    <a:pt x="15501" y="364"/>
                    <a:pt x="15952" y="418"/>
                    <a:pt x="16298" y="525"/>
                  </a:cubicBezTo>
                  <a:cubicBezTo>
                    <a:pt x="16644" y="632"/>
                    <a:pt x="16817" y="770"/>
                    <a:pt x="16817" y="940"/>
                  </a:cubicBezTo>
                  <a:cubicBezTo>
                    <a:pt x="16817" y="1044"/>
                    <a:pt x="16737" y="1150"/>
                    <a:pt x="16577" y="1258"/>
                  </a:cubicBezTo>
                  <a:cubicBezTo>
                    <a:pt x="16418" y="1366"/>
                    <a:pt x="16137" y="1497"/>
                    <a:pt x="15735" y="1653"/>
                  </a:cubicBezTo>
                  <a:cubicBezTo>
                    <a:pt x="15524" y="1736"/>
                    <a:pt x="15007" y="1920"/>
                    <a:pt x="14185" y="2206"/>
                  </a:cubicBezTo>
                  <a:cubicBezTo>
                    <a:pt x="13363" y="2492"/>
                    <a:pt x="12713" y="2720"/>
                    <a:pt x="12237" y="2890"/>
                  </a:cubicBezTo>
                  <a:lnTo>
                    <a:pt x="12237" y="3254"/>
                  </a:lnTo>
                  <a:lnTo>
                    <a:pt x="18128" y="3254"/>
                  </a:lnTo>
                  <a:lnTo>
                    <a:pt x="18128" y="2890"/>
                  </a:lnTo>
                  <a:lnTo>
                    <a:pt x="13747" y="2890"/>
                  </a:lnTo>
                  <a:cubicBezTo>
                    <a:pt x="14758" y="2535"/>
                    <a:pt x="15541" y="2258"/>
                    <a:pt x="16096" y="2061"/>
                  </a:cubicBezTo>
                  <a:cubicBezTo>
                    <a:pt x="16651" y="1863"/>
                    <a:pt x="16980" y="1743"/>
                    <a:pt x="17084" y="1702"/>
                  </a:cubicBezTo>
                  <a:cubicBezTo>
                    <a:pt x="17461" y="1542"/>
                    <a:pt x="17721" y="1404"/>
                    <a:pt x="17864" y="1286"/>
                  </a:cubicBezTo>
                  <a:cubicBezTo>
                    <a:pt x="18007" y="1168"/>
                    <a:pt x="18078" y="1044"/>
                    <a:pt x="18078" y="912"/>
                  </a:cubicBezTo>
                  <a:cubicBezTo>
                    <a:pt x="18078" y="636"/>
                    <a:pt x="17792" y="414"/>
                    <a:pt x="17221" y="249"/>
                  </a:cubicBezTo>
                  <a:cubicBezTo>
                    <a:pt x="16649" y="83"/>
                    <a:pt x="15882" y="1"/>
                    <a:pt x="14921" y="1"/>
                  </a:cubicBezTo>
                  <a:close/>
                  <a:moveTo>
                    <a:pt x="23019" y="58"/>
                  </a:moveTo>
                  <a:lnTo>
                    <a:pt x="20801" y="213"/>
                  </a:lnTo>
                  <a:lnTo>
                    <a:pt x="20801" y="606"/>
                  </a:lnTo>
                  <a:lnTo>
                    <a:pt x="23032" y="452"/>
                  </a:lnTo>
                  <a:lnTo>
                    <a:pt x="23032" y="2890"/>
                  </a:lnTo>
                  <a:lnTo>
                    <a:pt x="20981" y="2890"/>
                  </a:lnTo>
                  <a:lnTo>
                    <a:pt x="20981" y="3254"/>
                  </a:lnTo>
                  <a:lnTo>
                    <a:pt x="26325" y="3254"/>
                  </a:lnTo>
                  <a:lnTo>
                    <a:pt x="26325" y="2890"/>
                  </a:lnTo>
                  <a:lnTo>
                    <a:pt x="24275" y="2890"/>
                  </a:lnTo>
                  <a:lnTo>
                    <a:pt x="24275" y="58"/>
                  </a:lnTo>
                  <a:close/>
                  <a:moveTo>
                    <a:pt x="3207" y="1"/>
                  </a:moveTo>
                  <a:cubicBezTo>
                    <a:pt x="2167" y="1"/>
                    <a:pt x="1373" y="142"/>
                    <a:pt x="824" y="425"/>
                  </a:cubicBezTo>
                  <a:cubicBezTo>
                    <a:pt x="275" y="709"/>
                    <a:pt x="1" y="1120"/>
                    <a:pt x="1" y="1659"/>
                  </a:cubicBezTo>
                  <a:cubicBezTo>
                    <a:pt x="1" y="2197"/>
                    <a:pt x="275" y="2608"/>
                    <a:pt x="824" y="2891"/>
                  </a:cubicBezTo>
                  <a:cubicBezTo>
                    <a:pt x="1373" y="3174"/>
                    <a:pt x="2167" y="3316"/>
                    <a:pt x="3207" y="3316"/>
                  </a:cubicBezTo>
                  <a:cubicBezTo>
                    <a:pt x="4247" y="3316"/>
                    <a:pt x="5041" y="3174"/>
                    <a:pt x="5590" y="2891"/>
                  </a:cubicBezTo>
                  <a:cubicBezTo>
                    <a:pt x="6139" y="2608"/>
                    <a:pt x="6413" y="2197"/>
                    <a:pt x="6413" y="1659"/>
                  </a:cubicBezTo>
                  <a:cubicBezTo>
                    <a:pt x="6413" y="1120"/>
                    <a:pt x="6139" y="709"/>
                    <a:pt x="5590" y="425"/>
                  </a:cubicBezTo>
                  <a:cubicBezTo>
                    <a:pt x="5041" y="142"/>
                    <a:pt x="4247" y="1"/>
                    <a:pt x="3207" y="1"/>
                  </a:cubicBezTo>
                  <a:close/>
                  <a:moveTo>
                    <a:pt x="31397" y="1"/>
                  </a:moveTo>
                  <a:cubicBezTo>
                    <a:pt x="30461" y="1"/>
                    <a:pt x="29711" y="100"/>
                    <a:pt x="29148" y="298"/>
                  </a:cubicBezTo>
                  <a:cubicBezTo>
                    <a:pt x="28584" y="496"/>
                    <a:pt x="28303" y="760"/>
                    <a:pt x="28303" y="1088"/>
                  </a:cubicBezTo>
                  <a:cubicBezTo>
                    <a:pt x="28303" y="1423"/>
                    <a:pt x="28573" y="1687"/>
                    <a:pt x="29113" y="1881"/>
                  </a:cubicBezTo>
                  <a:cubicBezTo>
                    <a:pt x="29654" y="2074"/>
                    <a:pt x="30388" y="2171"/>
                    <a:pt x="31316" y="2171"/>
                  </a:cubicBezTo>
                  <a:cubicBezTo>
                    <a:pt x="31764" y="2171"/>
                    <a:pt x="32172" y="2138"/>
                    <a:pt x="32540" y="2072"/>
                  </a:cubicBezTo>
                  <a:cubicBezTo>
                    <a:pt x="32909" y="2007"/>
                    <a:pt x="33214" y="1913"/>
                    <a:pt x="33454" y="1790"/>
                  </a:cubicBezTo>
                  <a:lnTo>
                    <a:pt x="33454" y="1790"/>
                  </a:lnTo>
                  <a:cubicBezTo>
                    <a:pt x="33392" y="2181"/>
                    <a:pt x="33142" y="2472"/>
                    <a:pt x="32705" y="2664"/>
                  </a:cubicBezTo>
                  <a:cubicBezTo>
                    <a:pt x="32268" y="2856"/>
                    <a:pt x="31635" y="2952"/>
                    <a:pt x="30807" y="2952"/>
                  </a:cubicBezTo>
                  <a:cubicBezTo>
                    <a:pt x="30496" y="2952"/>
                    <a:pt x="30179" y="2938"/>
                    <a:pt x="29856" y="2911"/>
                  </a:cubicBezTo>
                  <a:cubicBezTo>
                    <a:pt x="29533" y="2884"/>
                    <a:pt x="29214" y="2845"/>
                    <a:pt x="28899" y="2794"/>
                  </a:cubicBezTo>
                  <a:lnTo>
                    <a:pt x="28899" y="3187"/>
                  </a:lnTo>
                  <a:cubicBezTo>
                    <a:pt x="29247" y="3230"/>
                    <a:pt x="29583" y="3262"/>
                    <a:pt x="29906" y="3284"/>
                  </a:cubicBezTo>
                  <a:cubicBezTo>
                    <a:pt x="30229" y="3305"/>
                    <a:pt x="30548" y="3316"/>
                    <a:pt x="30863" y="3316"/>
                  </a:cubicBezTo>
                  <a:cubicBezTo>
                    <a:pt x="32035" y="3316"/>
                    <a:pt x="32968" y="3166"/>
                    <a:pt x="33662" y="2865"/>
                  </a:cubicBezTo>
                  <a:cubicBezTo>
                    <a:pt x="34356" y="2565"/>
                    <a:pt x="34703" y="2163"/>
                    <a:pt x="34703" y="1659"/>
                  </a:cubicBezTo>
                  <a:cubicBezTo>
                    <a:pt x="34703" y="1120"/>
                    <a:pt x="34420" y="709"/>
                    <a:pt x="33855" y="425"/>
                  </a:cubicBezTo>
                  <a:cubicBezTo>
                    <a:pt x="33289" y="142"/>
                    <a:pt x="32470" y="1"/>
                    <a:pt x="313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69275" y="1173500"/>
              <a:ext cx="928750" cy="84825"/>
            </a:xfrm>
            <a:custGeom>
              <a:rect b="b" l="l" r="r" t="t"/>
              <a:pathLst>
                <a:path extrusionOk="0" h="3393" w="37150">
                  <a:moveTo>
                    <a:pt x="9806" y="0"/>
                  </a:moveTo>
                  <a:lnTo>
                    <a:pt x="9806" y="499"/>
                  </a:lnTo>
                  <a:lnTo>
                    <a:pt x="10949" y="499"/>
                  </a:lnTo>
                  <a:lnTo>
                    <a:pt x="10949" y="0"/>
                  </a:lnTo>
                  <a:close/>
                  <a:moveTo>
                    <a:pt x="28026" y="1209"/>
                  </a:moveTo>
                  <a:cubicBezTo>
                    <a:pt x="28635" y="1209"/>
                    <a:pt x="29118" y="1293"/>
                    <a:pt x="29474" y="1459"/>
                  </a:cubicBezTo>
                  <a:cubicBezTo>
                    <a:pt x="29830" y="1625"/>
                    <a:pt x="30009" y="1850"/>
                    <a:pt x="30009" y="2134"/>
                  </a:cubicBezTo>
                  <a:cubicBezTo>
                    <a:pt x="30009" y="2419"/>
                    <a:pt x="29830" y="2645"/>
                    <a:pt x="29474" y="2810"/>
                  </a:cubicBezTo>
                  <a:cubicBezTo>
                    <a:pt x="29118" y="2976"/>
                    <a:pt x="28635" y="3058"/>
                    <a:pt x="28026" y="3058"/>
                  </a:cubicBezTo>
                  <a:cubicBezTo>
                    <a:pt x="27409" y="3058"/>
                    <a:pt x="26923" y="2976"/>
                    <a:pt x="26569" y="2811"/>
                  </a:cubicBezTo>
                  <a:cubicBezTo>
                    <a:pt x="26215" y="2646"/>
                    <a:pt x="26038" y="2421"/>
                    <a:pt x="26038" y="2134"/>
                  </a:cubicBezTo>
                  <a:cubicBezTo>
                    <a:pt x="26038" y="1847"/>
                    <a:pt x="26216" y="1621"/>
                    <a:pt x="26572" y="1457"/>
                  </a:cubicBezTo>
                  <a:cubicBezTo>
                    <a:pt x="26929" y="1292"/>
                    <a:pt x="27413" y="1209"/>
                    <a:pt x="28026" y="1209"/>
                  </a:cubicBezTo>
                  <a:close/>
                  <a:moveTo>
                    <a:pt x="1" y="135"/>
                  </a:moveTo>
                  <a:lnTo>
                    <a:pt x="3543" y="3330"/>
                  </a:lnTo>
                  <a:lnTo>
                    <a:pt x="4966" y="3330"/>
                  </a:lnTo>
                  <a:lnTo>
                    <a:pt x="8501" y="135"/>
                  </a:lnTo>
                  <a:lnTo>
                    <a:pt x="7196" y="135"/>
                  </a:lnTo>
                  <a:lnTo>
                    <a:pt x="4251" y="2825"/>
                  </a:lnTo>
                  <a:lnTo>
                    <a:pt x="1312" y="135"/>
                  </a:lnTo>
                  <a:close/>
                  <a:moveTo>
                    <a:pt x="9806" y="933"/>
                  </a:moveTo>
                  <a:lnTo>
                    <a:pt x="9806" y="3330"/>
                  </a:lnTo>
                  <a:lnTo>
                    <a:pt x="10949" y="3330"/>
                  </a:lnTo>
                  <a:lnTo>
                    <a:pt x="10949" y="933"/>
                  </a:lnTo>
                  <a:close/>
                  <a:moveTo>
                    <a:pt x="20320" y="253"/>
                  </a:moveTo>
                  <a:lnTo>
                    <a:pt x="20320" y="933"/>
                  </a:lnTo>
                  <a:lnTo>
                    <a:pt x="19481" y="933"/>
                  </a:lnTo>
                  <a:lnTo>
                    <a:pt x="19481" y="1239"/>
                  </a:lnTo>
                  <a:lnTo>
                    <a:pt x="20320" y="1239"/>
                  </a:lnTo>
                  <a:lnTo>
                    <a:pt x="20320" y="2541"/>
                  </a:lnTo>
                  <a:cubicBezTo>
                    <a:pt x="20320" y="2840"/>
                    <a:pt x="20488" y="3047"/>
                    <a:pt x="20823" y="3160"/>
                  </a:cubicBezTo>
                  <a:cubicBezTo>
                    <a:pt x="21159" y="3274"/>
                    <a:pt x="21768" y="3330"/>
                    <a:pt x="22650" y="3330"/>
                  </a:cubicBezTo>
                  <a:lnTo>
                    <a:pt x="23825" y="3330"/>
                  </a:lnTo>
                  <a:lnTo>
                    <a:pt x="23825" y="3001"/>
                  </a:lnTo>
                  <a:lnTo>
                    <a:pt x="22650" y="3001"/>
                  </a:lnTo>
                  <a:cubicBezTo>
                    <a:pt x="22174" y="3001"/>
                    <a:pt x="21858" y="2973"/>
                    <a:pt x="21703" y="2917"/>
                  </a:cubicBezTo>
                  <a:cubicBezTo>
                    <a:pt x="21547" y="2862"/>
                    <a:pt x="21470" y="2736"/>
                    <a:pt x="21470" y="2541"/>
                  </a:cubicBezTo>
                  <a:lnTo>
                    <a:pt x="21470" y="1239"/>
                  </a:lnTo>
                  <a:lnTo>
                    <a:pt x="23825" y="1239"/>
                  </a:lnTo>
                  <a:lnTo>
                    <a:pt x="23825" y="933"/>
                  </a:lnTo>
                  <a:lnTo>
                    <a:pt x="21470" y="933"/>
                  </a:lnTo>
                  <a:lnTo>
                    <a:pt x="21470" y="253"/>
                  </a:lnTo>
                  <a:close/>
                  <a:moveTo>
                    <a:pt x="36565" y="876"/>
                  </a:moveTo>
                  <a:cubicBezTo>
                    <a:pt x="36014" y="876"/>
                    <a:pt x="35546" y="911"/>
                    <a:pt x="35161" y="981"/>
                  </a:cubicBezTo>
                  <a:cubicBezTo>
                    <a:pt x="34776" y="1052"/>
                    <a:pt x="34463" y="1160"/>
                    <a:pt x="34223" y="1306"/>
                  </a:cubicBezTo>
                  <a:lnTo>
                    <a:pt x="34223" y="933"/>
                  </a:lnTo>
                  <a:lnTo>
                    <a:pt x="33073" y="933"/>
                  </a:lnTo>
                  <a:lnTo>
                    <a:pt x="33073" y="3330"/>
                  </a:lnTo>
                  <a:lnTo>
                    <a:pt x="34223" y="3330"/>
                  </a:lnTo>
                  <a:lnTo>
                    <a:pt x="34223" y="2068"/>
                  </a:lnTo>
                  <a:cubicBezTo>
                    <a:pt x="34223" y="1796"/>
                    <a:pt x="34396" y="1589"/>
                    <a:pt x="34742" y="1444"/>
                  </a:cubicBezTo>
                  <a:cubicBezTo>
                    <a:pt x="35087" y="1299"/>
                    <a:pt x="35583" y="1227"/>
                    <a:pt x="36230" y="1227"/>
                  </a:cubicBezTo>
                  <a:cubicBezTo>
                    <a:pt x="36412" y="1227"/>
                    <a:pt x="36579" y="1233"/>
                    <a:pt x="36730" y="1245"/>
                  </a:cubicBezTo>
                  <a:cubicBezTo>
                    <a:pt x="36881" y="1257"/>
                    <a:pt x="37021" y="1276"/>
                    <a:pt x="37149" y="1301"/>
                  </a:cubicBezTo>
                  <a:lnTo>
                    <a:pt x="37143" y="897"/>
                  </a:lnTo>
                  <a:cubicBezTo>
                    <a:pt x="37027" y="890"/>
                    <a:pt x="36922" y="884"/>
                    <a:pt x="36826" y="881"/>
                  </a:cubicBezTo>
                  <a:cubicBezTo>
                    <a:pt x="36731" y="877"/>
                    <a:pt x="36644" y="876"/>
                    <a:pt x="36565" y="876"/>
                  </a:cubicBezTo>
                  <a:close/>
                  <a:moveTo>
                    <a:pt x="16343" y="876"/>
                  </a:moveTo>
                  <a:cubicBezTo>
                    <a:pt x="15258" y="876"/>
                    <a:pt x="14403" y="988"/>
                    <a:pt x="13780" y="1212"/>
                  </a:cubicBezTo>
                  <a:cubicBezTo>
                    <a:pt x="13156" y="1436"/>
                    <a:pt x="12844" y="1743"/>
                    <a:pt x="12844" y="2134"/>
                  </a:cubicBezTo>
                  <a:cubicBezTo>
                    <a:pt x="12844" y="2519"/>
                    <a:pt x="13153" y="2825"/>
                    <a:pt x="13770" y="3052"/>
                  </a:cubicBezTo>
                  <a:cubicBezTo>
                    <a:pt x="14388" y="3279"/>
                    <a:pt x="15220" y="3392"/>
                    <a:pt x="16268" y="3392"/>
                  </a:cubicBezTo>
                  <a:cubicBezTo>
                    <a:pt x="16654" y="3392"/>
                    <a:pt x="17017" y="3379"/>
                    <a:pt x="17359" y="3354"/>
                  </a:cubicBezTo>
                  <a:cubicBezTo>
                    <a:pt x="17701" y="3328"/>
                    <a:pt x="18031" y="3290"/>
                    <a:pt x="18350" y="3238"/>
                  </a:cubicBezTo>
                  <a:lnTo>
                    <a:pt x="18350" y="2874"/>
                  </a:lnTo>
                  <a:cubicBezTo>
                    <a:pt x="18027" y="2936"/>
                    <a:pt x="17703" y="2982"/>
                    <a:pt x="17377" y="3012"/>
                  </a:cubicBezTo>
                  <a:cubicBezTo>
                    <a:pt x="17052" y="3043"/>
                    <a:pt x="16724" y="3058"/>
                    <a:pt x="16393" y="3058"/>
                  </a:cubicBezTo>
                  <a:cubicBezTo>
                    <a:pt x="15651" y="3058"/>
                    <a:pt x="15075" y="2978"/>
                    <a:pt x="14665" y="2816"/>
                  </a:cubicBezTo>
                  <a:cubicBezTo>
                    <a:pt x="14255" y="2654"/>
                    <a:pt x="14050" y="2426"/>
                    <a:pt x="14050" y="2134"/>
                  </a:cubicBezTo>
                  <a:cubicBezTo>
                    <a:pt x="14050" y="1841"/>
                    <a:pt x="14255" y="1614"/>
                    <a:pt x="14665" y="1452"/>
                  </a:cubicBezTo>
                  <a:cubicBezTo>
                    <a:pt x="15075" y="1290"/>
                    <a:pt x="15651" y="1209"/>
                    <a:pt x="16393" y="1209"/>
                  </a:cubicBezTo>
                  <a:cubicBezTo>
                    <a:pt x="16724" y="1209"/>
                    <a:pt x="17052" y="1225"/>
                    <a:pt x="17377" y="1255"/>
                  </a:cubicBezTo>
                  <a:cubicBezTo>
                    <a:pt x="17703" y="1286"/>
                    <a:pt x="18027" y="1332"/>
                    <a:pt x="18350" y="1393"/>
                  </a:cubicBezTo>
                  <a:lnTo>
                    <a:pt x="18350" y="1025"/>
                  </a:lnTo>
                  <a:cubicBezTo>
                    <a:pt x="18035" y="975"/>
                    <a:pt x="17710" y="938"/>
                    <a:pt x="17374" y="913"/>
                  </a:cubicBezTo>
                  <a:cubicBezTo>
                    <a:pt x="17039" y="888"/>
                    <a:pt x="16695" y="876"/>
                    <a:pt x="16343" y="876"/>
                  </a:cubicBezTo>
                  <a:close/>
                  <a:moveTo>
                    <a:pt x="28026" y="876"/>
                  </a:moveTo>
                  <a:cubicBezTo>
                    <a:pt x="27028" y="876"/>
                    <a:pt x="26246" y="987"/>
                    <a:pt x="25681" y="1209"/>
                  </a:cubicBezTo>
                  <a:cubicBezTo>
                    <a:pt x="25115" y="1432"/>
                    <a:pt x="24832" y="1740"/>
                    <a:pt x="24832" y="2134"/>
                  </a:cubicBezTo>
                  <a:cubicBezTo>
                    <a:pt x="24832" y="2526"/>
                    <a:pt x="25115" y="2834"/>
                    <a:pt x="25681" y="3057"/>
                  </a:cubicBezTo>
                  <a:cubicBezTo>
                    <a:pt x="26246" y="3281"/>
                    <a:pt x="27028" y="3392"/>
                    <a:pt x="28026" y="3392"/>
                  </a:cubicBezTo>
                  <a:cubicBezTo>
                    <a:pt x="29021" y="3392"/>
                    <a:pt x="29802" y="3281"/>
                    <a:pt x="30369" y="3057"/>
                  </a:cubicBezTo>
                  <a:cubicBezTo>
                    <a:pt x="30937" y="2834"/>
                    <a:pt x="31220" y="2526"/>
                    <a:pt x="31220" y="2134"/>
                  </a:cubicBezTo>
                  <a:cubicBezTo>
                    <a:pt x="31220" y="1740"/>
                    <a:pt x="30937" y="1432"/>
                    <a:pt x="30369" y="1209"/>
                  </a:cubicBezTo>
                  <a:cubicBezTo>
                    <a:pt x="29802" y="987"/>
                    <a:pt x="29021" y="876"/>
                    <a:pt x="28026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2251075" y="1175425"/>
              <a:ext cx="862150" cy="82900"/>
            </a:xfrm>
            <a:custGeom>
              <a:rect b="b" l="l" r="r" t="t"/>
              <a:pathLst>
                <a:path extrusionOk="0" h="3316" w="34486">
                  <a:moveTo>
                    <a:pt x="3207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19"/>
                    <a:pt x="5158" y="1659"/>
                  </a:cubicBezTo>
                  <a:cubicBezTo>
                    <a:pt x="5158" y="2097"/>
                    <a:pt x="4995" y="2425"/>
                    <a:pt x="4670" y="2644"/>
                  </a:cubicBezTo>
                  <a:cubicBezTo>
                    <a:pt x="4345" y="2863"/>
                    <a:pt x="3857" y="2973"/>
                    <a:pt x="3207" y="2973"/>
                  </a:cubicBezTo>
                  <a:cubicBezTo>
                    <a:pt x="2561" y="2973"/>
                    <a:pt x="2075" y="2863"/>
                    <a:pt x="1750" y="2644"/>
                  </a:cubicBezTo>
                  <a:cubicBezTo>
                    <a:pt x="1425" y="2425"/>
                    <a:pt x="1262" y="2097"/>
                    <a:pt x="1262" y="1659"/>
                  </a:cubicBezTo>
                  <a:cubicBezTo>
                    <a:pt x="1262" y="1219"/>
                    <a:pt x="1425" y="890"/>
                    <a:pt x="1750" y="671"/>
                  </a:cubicBezTo>
                  <a:cubicBezTo>
                    <a:pt x="2075" y="452"/>
                    <a:pt x="2561" y="343"/>
                    <a:pt x="3207" y="343"/>
                  </a:cubicBezTo>
                  <a:close/>
                  <a:moveTo>
                    <a:pt x="23603" y="1483"/>
                  </a:moveTo>
                  <a:cubicBezTo>
                    <a:pt x="24167" y="1483"/>
                    <a:pt x="24613" y="1550"/>
                    <a:pt x="24942" y="1682"/>
                  </a:cubicBezTo>
                  <a:cubicBezTo>
                    <a:pt x="25272" y="1815"/>
                    <a:pt x="25436" y="1997"/>
                    <a:pt x="25436" y="2228"/>
                  </a:cubicBezTo>
                  <a:cubicBezTo>
                    <a:pt x="25436" y="2458"/>
                    <a:pt x="25272" y="2639"/>
                    <a:pt x="24942" y="2773"/>
                  </a:cubicBezTo>
                  <a:cubicBezTo>
                    <a:pt x="24613" y="2906"/>
                    <a:pt x="24167" y="2973"/>
                    <a:pt x="23603" y="2973"/>
                  </a:cubicBezTo>
                  <a:cubicBezTo>
                    <a:pt x="23040" y="2973"/>
                    <a:pt x="22593" y="2906"/>
                    <a:pt x="22264" y="2773"/>
                  </a:cubicBezTo>
                  <a:cubicBezTo>
                    <a:pt x="21935" y="2639"/>
                    <a:pt x="21770" y="2458"/>
                    <a:pt x="21770" y="2228"/>
                  </a:cubicBezTo>
                  <a:cubicBezTo>
                    <a:pt x="21770" y="1997"/>
                    <a:pt x="21935" y="1815"/>
                    <a:pt x="22264" y="1682"/>
                  </a:cubicBezTo>
                  <a:cubicBezTo>
                    <a:pt x="22593" y="1550"/>
                    <a:pt x="23040" y="1483"/>
                    <a:pt x="23603" y="1483"/>
                  </a:cubicBezTo>
                  <a:close/>
                  <a:moveTo>
                    <a:pt x="8620" y="2710"/>
                  </a:moveTo>
                  <a:lnTo>
                    <a:pt x="8620" y="3253"/>
                  </a:lnTo>
                  <a:lnTo>
                    <a:pt x="9932" y="3253"/>
                  </a:lnTo>
                  <a:lnTo>
                    <a:pt x="9932" y="2710"/>
                  </a:lnTo>
                  <a:close/>
                  <a:moveTo>
                    <a:pt x="3207" y="0"/>
                  </a:moveTo>
                  <a:cubicBezTo>
                    <a:pt x="2167" y="0"/>
                    <a:pt x="1373" y="142"/>
                    <a:pt x="824" y="425"/>
                  </a:cubicBezTo>
                  <a:cubicBezTo>
                    <a:pt x="275" y="708"/>
                    <a:pt x="1" y="1120"/>
                    <a:pt x="1" y="1659"/>
                  </a:cubicBezTo>
                  <a:cubicBezTo>
                    <a:pt x="1" y="2197"/>
                    <a:pt x="275" y="2607"/>
                    <a:pt x="824" y="2891"/>
                  </a:cubicBezTo>
                  <a:cubicBezTo>
                    <a:pt x="1373" y="3174"/>
                    <a:pt x="2167" y="3315"/>
                    <a:pt x="3207" y="3315"/>
                  </a:cubicBezTo>
                  <a:cubicBezTo>
                    <a:pt x="4247" y="3315"/>
                    <a:pt x="5041" y="3174"/>
                    <a:pt x="5590" y="2891"/>
                  </a:cubicBezTo>
                  <a:cubicBezTo>
                    <a:pt x="6139" y="2607"/>
                    <a:pt x="6413" y="2197"/>
                    <a:pt x="6413" y="1659"/>
                  </a:cubicBezTo>
                  <a:cubicBezTo>
                    <a:pt x="6413" y="1120"/>
                    <a:pt x="6139" y="708"/>
                    <a:pt x="5590" y="425"/>
                  </a:cubicBezTo>
                  <a:cubicBezTo>
                    <a:pt x="5041" y="142"/>
                    <a:pt x="4247" y="0"/>
                    <a:pt x="3207" y="0"/>
                  </a:cubicBezTo>
                  <a:close/>
                  <a:moveTo>
                    <a:pt x="15070" y="0"/>
                  </a:moveTo>
                  <a:cubicBezTo>
                    <a:pt x="14702" y="0"/>
                    <a:pt x="14309" y="12"/>
                    <a:pt x="13893" y="35"/>
                  </a:cubicBezTo>
                  <a:cubicBezTo>
                    <a:pt x="13476" y="57"/>
                    <a:pt x="13030" y="92"/>
                    <a:pt x="12554" y="137"/>
                  </a:cubicBezTo>
                  <a:lnTo>
                    <a:pt x="12554" y="522"/>
                  </a:lnTo>
                  <a:cubicBezTo>
                    <a:pt x="13026" y="468"/>
                    <a:pt x="13459" y="428"/>
                    <a:pt x="13852" y="403"/>
                  </a:cubicBezTo>
                  <a:cubicBezTo>
                    <a:pt x="14246" y="377"/>
                    <a:pt x="14615" y="364"/>
                    <a:pt x="14958" y="364"/>
                  </a:cubicBezTo>
                  <a:cubicBezTo>
                    <a:pt x="15588" y="364"/>
                    <a:pt x="16072" y="408"/>
                    <a:pt x="16409" y="496"/>
                  </a:cubicBezTo>
                  <a:cubicBezTo>
                    <a:pt x="16747" y="583"/>
                    <a:pt x="16916" y="709"/>
                    <a:pt x="16916" y="873"/>
                  </a:cubicBezTo>
                  <a:cubicBezTo>
                    <a:pt x="16916" y="1033"/>
                    <a:pt x="16752" y="1156"/>
                    <a:pt x="16425" y="1240"/>
                  </a:cubicBezTo>
                  <a:cubicBezTo>
                    <a:pt x="16098" y="1325"/>
                    <a:pt x="15625" y="1368"/>
                    <a:pt x="15008" y="1368"/>
                  </a:cubicBezTo>
                  <a:lnTo>
                    <a:pt x="13877" y="1368"/>
                  </a:lnTo>
                  <a:lnTo>
                    <a:pt x="13877" y="1723"/>
                  </a:lnTo>
                  <a:lnTo>
                    <a:pt x="14958" y="1723"/>
                  </a:lnTo>
                  <a:cubicBezTo>
                    <a:pt x="15642" y="1723"/>
                    <a:pt x="16175" y="1776"/>
                    <a:pt x="16558" y="1883"/>
                  </a:cubicBezTo>
                  <a:cubicBezTo>
                    <a:pt x="16942" y="1989"/>
                    <a:pt x="17133" y="2136"/>
                    <a:pt x="17133" y="2324"/>
                  </a:cubicBezTo>
                  <a:cubicBezTo>
                    <a:pt x="17133" y="2528"/>
                    <a:pt x="16927" y="2684"/>
                    <a:pt x="16515" y="2791"/>
                  </a:cubicBezTo>
                  <a:cubicBezTo>
                    <a:pt x="16103" y="2898"/>
                    <a:pt x="15503" y="2952"/>
                    <a:pt x="14716" y="2952"/>
                  </a:cubicBezTo>
                  <a:cubicBezTo>
                    <a:pt x="14265" y="2952"/>
                    <a:pt x="13832" y="2934"/>
                    <a:pt x="13417" y="2898"/>
                  </a:cubicBezTo>
                  <a:cubicBezTo>
                    <a:pt x="13003" y="2862"/>
                    <a:pt x="12622" y="2810"/>
                    <a:pt x="12274" y="2740"/>
                  </a:cubicBezTo>
                  <a:lnTo>
                    <a:pt x="12274" y="3157"/>
                  </a:lnTo>
                  <a:cubicBezTo>
                    <a:pt x="12713" y="3210"/>
                    <a:pt x="13139" y="3249"/>
                    <a:pt x="13551" y="3276"/>
                  </a:cubicBezTo>
                  <a:cubicBezTo>
                    <a:pt x="13963" y="3302"/>
                    <a:pt x="14364" y="3315"/>
                    <a:pt x="14753" y="3315"/>
                  </a:cubicBezTo>
                  <a:cubicBezTo>
                    <a:pt x="15913" y="3315"/>
                    <a:pt x="16808" y="3229"/>
                    <a:pt x="17438" y="3056"/>
                  </a:cubicBezTo>
                  <a:cubicBezTo>
                    <a:pt x="18067" y="2884"/>
                    <a:pt x="18382" y="2640"/>
                    <a:pt x="18382" y="2324"/>
                  </a:cubicBezTo>
                  <a:cubicBezTo>
                    <a:pt x="18382" y="2119"/>
                    <a:pt x="18213" y="1946"/>
                    <a:pt x="17876" y="1807"/>
                  </a:cubicBezTo>
                  <a:cubicBezTo>
                    <a:pt x="17538" y="1667"/>
                    <a:pt x="17069" y="1575"/>
                    <a:pt x="16468" y="1530"/>
                  </a:cubicBezTo>
                  <a:cubicBezTo>
                    <a:pt x="17011" y="1483"/>
                    <a:pt x="17429" y="1399"/>
                    <a:pt x="17724" y="1277"/>
                  </a:cubicBezTo>
                  <a:cubicBezTo>
                    <a:pt x="18018" y="1155"/>
                    <a:pt x="18165" y="1005"/>
                    <a:pt x="18165" y="828"/>
                  </a:cubicBezTo>
                  <a:cubicBezTo>
                    <a:pt x="18165" y="575"/>
                    <a:pt x="17887" y="373"/>
                    <a:pt x="17332" y="224"/>
                  </a:cubicBezTo>
                  <a:cubicBezTo>
                    <a:pt x="16777" y="75"/>
                    <a:pt x="16023" y="0"/>
                    <a:pt x="15070" y="0"/>
                  </a:cubicBezTo>
                  <a:close/>
                  <a:moveTo>
                    <a:pt x="24138" y="0"/>
                  </a:moveTo>
                  <a:cubicBezTo>
                    <a:pt x="22965" y="0"/>
                    <a:pt x="22031" y="150"/>
                    <a:pt x="21335" y="451"/>
                  </a:cubicBezTo>
                  <a:cubicBezTo>
                    <a:pt x="20639" y="751"/>
                    <a:pt x="20291" y="1154"/>
                    <a:pt x="20291" y="1659"/>
                  </a:cubicBezTo>
                  <a:cubicBezTo>
                    <a:pt x="20291" y="2197"/>
                    <a:pt x="20575" y="2607"/>
                    <a:pt x="21143" y="2891"/>
                  </a:cubicBezTo>
                  <a:cubicBezTo>
                    <a:pt x="21710" y="3174"/>
                    <a:pt x="22530" y="3315"/>
                    <a:pt x="23603" y="3315"/>
                  </a:cubicBezTo>
                  <a:cubicBezTo>
                    <a:pt x="24539" y="3315"/>
                    <a:pt x="25289" y="3216"/>
                    <a:pt x="25853" y="3018"/>
                  </a:cubicBezTo>
                  <a:cubicBezTo>
                    <a:pt x="26416" y="2820"/>
                    <a:pt x="26698" y="2556"/>
                    <a:pt x="26698" y="2228"/>
                  </a:cubicBezTo>
                  <a:cubicBezTo>
                    <a:pt x="26698" y="1893"/>
                    <a:pt x="26427" y="1628"/>
                    <a:pt x="25887" y="1433"/>
                  </a:cubicBezTo>
                  <a:cubicBezTo>
                    <a:pt x="25346" y="1238"/>
                    <a:pt x="24610" y="1141"/>
                    <a:pt x="23678" y="1141"/>
                  </a:cubicBezTo>
                  <a:cubicBezTo>
                    <a:pt x="23235" y="1141"/>
                    <a:pt x="22829" y="1174"/>
                    <a:pt x="22460" y="1240"/>
                  </a:cubicBezTo>
                  <a:cubicBezTo>
                    <a:pt x="22091" y="1307"/>
                    <a:pt x="21785" y="1402"/>
                    <a:pt x="21540" y="1526"/>
                  </a:cubicBezTo>
                  <a:cubicBezTo>
                    <a:pt x="21602" y="1137"/>
                    <a:pt x="21852" y="846"/>
                    <a:pt x="22289" y="653"/>
                  </a:cubicBezTo>
                  <a:cubicBezTo>
                    <a:pt x="22726" y="460"/>
                    <a:pt x="23359" y="364"/>
                    <a:pt x="24187" y="364"/>
                  </a:cubicBezTo>
                  <a:cubicBezTo>
                    <a:pt x="24502" y="364"/>
                    <a:pt x="24820" y="378"/>
                    <a:pt x="25141" y="405"/>
                  </a:cubicBezTo>
                  <a:cubicBezTo>
                    <a:pt x="25462" y="432"/>
                    <a:pt x="25780" y="471"/>
                    <a:pt x="26095" y="522"/>
                  </a:cubicBezTo>
                  <a:lnTo>
                    <a:pt x="26095" y="129"/>
                  </a:lnTo>
                  <a:cubicBezTo>
                    <a:pt x="25747" y="86"/>
                    <a:pt x="25413" y="54"/>
                    <a:pt x="25091" y="32"/>
                  </a:cubicBezTo>
                  <a:cubicBezTo>
                    <a:pt x="24770" y="11"/>
                    <a:pt x="24452" y="0"/>
                    <a:pt x="24138" y="0"/>
                  </a:cubicBezTo>
                  <a:close/>
                  <a:moveTo>
                    <a:pt x="28874" y="58"/>
                  </a:moveTo>
                  <a:lnTo>
                    <a:pt x="28874" y="1663"/>
                  </a:lnTo>
                  <a:cubicBezTo>
                    <a:pt x="29222" y="1609"/>
                    <a:pt x="29563" y="1569"/>
                    <a:pt x="29896" y="1543"/>
                  </a:cubicBezTo>
                  <a:cubicBezTo>
                    <a:pt x="30230" y="1518"/>
                    <a:pt x="30564" y="1505"/>
                    <a:pt x="30900" y="1505"/>
                  </a:cubicBezTo>
                  <a:cubicBezTo>
                    <a:pt x="31616" y="1505"/>
                    <a:pt x="32184" y="1570"/>
                    <a:pt x="32602" y="1700"/>
                  </a:cubicBezTo>
                  <a:cubicBezTo>
                    <a:pt x="33021" y="1829"/>
                    <a:pt x="33230" y="2006"/>
                    <a:pt x="33230" y="2228"/>
                  </a:cubicBezTo>
                  <a:cubicBezTo>
                    <a:pt x="33230" y="2451"/>
                    <a:pt x="33021" y="2627"/>
                    <a:pt x="32602" y="2757"/>
                  </a:cubicBezTo>
                  <a:cubicBezTo>
                    <a:pt x="32184" y="2887"/>
                    <a:pt x="31616" y="2952"/>
                    <a:pt x="30900" y="2952"/>
                  </a:cubicBezTo>
                  <a:cubicBezTo>
                    <a:pt x="30456" y="2952"/>
                    <a:pt x="30036" y="2934"/>
                    <a:pt x="29638" y="2900"/>
                  </a:cubicBezTo>
                  <a:cubicBezTo>
                    <a:pt x="29241" y="2866"/>
                    <a:pt x="28855" y="2814"/>
                    <a:pt x="28482" y="2744"/>
                  </a:cubicBezTo>
                  <a:lnTo>
                    <a:pt x="28482" y="3178"/>
                  </a:lnTo>
                  <a:cubicBezTo>
                    <a:pt x="28913" y="3224"/>
                    <a:pt x="29331" y="3258"/>
                    <a:pt x="29735" y="3281"/>
                  </a:cubicBezTo>
                  <a:cubicBezTo>
                    <a:pt x="30138" y="3304"/>
                    <a:pt x="30535" y="3315"/>
                    <a:pt x="30925" y="3315"/>
                  </a:cubicBezTo>
                  <a:cubicBezTo>
                    <a:pt x="32055" y="3315"/>
                    <a:pt x="32932" y="3220"/>
                    <a:pt x="33553" y="3030"/>
                  </a:cubicBezTo>
                  <a:cubicBezTo>
                    <a:pt x="34174" y="2839"/>
                    <a:pt x="34485" y="2572"/>
                    <a:pt x="34485" y="2228"/>
                  </a:cubicBezTo>
                  <a:cubicBezTo>
                    <a:pt x="34485" y="1894"/>
                    <a:pt x="34183" y="1630"/>
                    <a:pt x="33578" y="1434"/>
                  </a:cubicBezTo>
                  <a:cubicBezTo>
                    <a:pt x="32973" y="1239"/>
                    <a:pt x="32153" y="1141"/>
                    <a:pt x="31117" y="1141"/>
                  </a:cubicBezTo>
                  <a:cubicBezTo>
                    <a:pt x="30935" y="1141"/>
                    <a:pt x="30753" y="1146"/>
                    <a:pt x="30570" y="1157"/>
                  </a:cubicBezTo>
                  <a:cubicBezTo>
                    <a:pt x="30388" y="1168"/>
                    <a:pt x="30206" y="1184"/>
                    <a:pt x="30023" y="1205"/>
                  </a:cubicBezTo>
                  <a:lnTo>
                    <a:pt x="30023" y="422"/>
                  </a:lnTo>
                  <a:lnTo>
                    <a:pt x="33802" y="422"/>
                  </a:lnTo>
                  <a:lnTo>
                    <a:pt x="33802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84650" y="1315925"/>
              <a:ext cx="963500" cy="106075"/>
            </a:xfrm>
            <a:custGeom>
              <a:rect b="b" l="l" r="r" t="t"/>
              <a:pathLst>
                <a:path extrusionOk="0" h="4243" w="38540">
                  <a:moveTo>
                    <a:pt x="12907" y="1"/>
                  </a:moveTo>
                  <a:lnTo>
                    <a:pt x="12907" y="499"/>
                  </a:lnTo>
                  <a:lnTo>
                    <a:pt x="14050" y="499"/>
                  </a:lnTo>
                  <a:lnTo>
                    <a:pt x="14050" y="1"/>
                  </a:lnTo>
                  <a:close/>
                  <a:moveTo>
                    <a:pt x="35513" y="1210"/>
                  </a:moveTo>
                  <a:cubicBezTo>
                    <a:pt x="36077" y="1210"/>
                    <a:pt x="36529" y="1274"/>
                    <a:pt x="36871" y="1403"/>
                  </a:cubicBezTo>
                  <a:cubicBezTo>
                    <a:pt x="37213" y="1531"/>
                    <a:pt x="37388" y="1703"/>
                    <a:pt x="37396" y="1918"/>
                  </a:cubicBezTo>
                  <a:lnTo>
                    <a:pt x="33320" y="1921"/>
                  </a:lnTo>
                  <a:cubicBezTo>
                    <a:pt x="33378" y="1695"/>
                    <a:pt x="33598" y="1520"/>
                    <a:pt x="33982" y="1396"/>
                  </a:cubicBezTo>
                  <a:cubicBezTo>
                    <a:pt x="34365" y="1272"/>
                    <a:pt x="34875" y="1210"/>
                    <a:pt x="35513" y="1210"/>
                  </a:cubicBezTo>
                  <a:close/>
                  <a:moveTo>
                    <a:pt x="19071" y="1206"/>
                  </a:moveTo>
                  <a:cubicBezTo>
                    <a:pt x="19676" y="1206"/>
                    <a:pt x="20152" y="1288"/>
                    <a:pt x="20500" y="1453"/>
                  </a:cubicBezTo>
                  <a:cubicBezTo>
                    <a:pt x="20848" y="1618"/>
                    <a:pt x="21022" y="1845"/>
                    <a:pt x="21022" y="2135"/>
                  </a:cubicBezTo>
                  <a:cubicBezTo>
                    <a:pt x="21022" y="2424"/>
                    <a:pt x="20848" y="2651"/>
                    <a:pt x="20500" y="2816"/>
                  </a:cubicBezTo>
                  <a:cubicBezTo>
                    <a:pt x="20152" y="2981"/>
                    <a:pt x="19676" y="3063"/>
                    <a:pt x="19071" y="3063"/>
                  </a:cubicBezTo>
                  <a:cubicBezTo>
                    <a:pt x="18466" y="3063"/>
                    <a:pt x="17991" y="2981"/>
                    <a:pt x="17645" y="2816"/>
                  </a:cubicBezTo>
                  <a:cubicBezTo>
                    <a:pt x="17299" y="2651"/>
                    <a:pt x="17126" y="2424"/>
                    <a:pt x="17126" y="2135"/>
                  </a:cubicBezTo>
                  <a:cubicBezTo>
                    <a:pt x="17126" y="1845"/>
                    <a:pt x="17299" y="1618"/>
                    <a:pt x="17645" y="1453"/>
                  </a:cubicBezTo>
                  <a:cubicBezTo>
                    <a:pt x="17991" y="1288"/>
                    <a:pt x="18466" y="1206"/>
                    <a:pt x="19071" y="1206"/>
                  </a:cubicBezTo>
                  <a:close/>
                  <a:moveTo>
                    <a:pt x="9371" y="1"/>
                  </a:moveTo>
                  <a:lnTo>
                    <a:pt x="9371" y="3331"/>
                  </a:lnTo>
                  <a:lnTo>
                    <a:pt x="10514" y="3331"/>
                  </a:lnTo>
                  <a:lnTo>
                    <a:pt x="10514" y="1"/>
                  </a:lnTo>
                  <a:close/>
                  <a:moveTo>
                    <a:pt x="12907" y="934"/>
                  </a:moveTo>
                  <a:lnTo>
                    <a:pt x="12907" y="3331"/>
                  </a:lnTo>
                  <a:lnTo>
                    <a:pt x="14050" y="3331"/>
                  </a:lnTo>
                  <a:lnTo>
                    <a:pt x="14050" y="934"/>
                  </a:lnTo>
                  <a:close/>
                  <a:moveTo>
                    <a:pt x="4531" y="78"/>
                  </a:moveTo>
                  <a:cubicBezTo>
                    <a:pt x="3126" y="78"/>
                    <a:pt x="2020" y="226"/>
                    <a:pt x="1213" y="522"/>
                  </a:cubicBezTo>
                  <a:cubicBezTo>
                    <a:pt x="405" y="818"/>
                    <a:pt x="1" y="1223"/>
                    <a:pt x="1" y="1736"/>
                  </a:cubicBezTo>
                  <a:cubicBezTo>
                    <a:pt x="1" y="2249"/>
                    <a:pt x="405" y="2653"/>
                    <a:pt x="1213" y="2949"/>
                  </a:cubicBezTo>
                  <a:cubicBezTo>
                    <a:pt x="2020" y="3245"/>
                    <a:pt x="3126" y="3393"/>
                    <a:pt x="4531" y="3393"/>
                  </a:cubicBezTo>
                  <a:cubicBezTo>
                    <a:pt x="5078" y="3393"/>
                    <a:pt x="5597" y="3367"/>
                    <a:pt x="6087" y="3316"/>
                  </a:cubicBezTo>
                  <a:cubicBezTo>
                    <a:pt x="6578" y="3265"/>
                    <a:pt x="7043" y="3187"/>
                    <a:pt x="7482" y="3085"/>
                  </a:cubicBezTo>
                  <a:lnTo>
                    <a:pt x="7482" y="2633"/>
                  </a:lnTo>
                  <a:cubicBezTo>
                    <a:pt x="7060" y="2769"/>
                    <a:pt x="6609" y="2870"/>
                    <a:pt x="6131" y="2937"/>
                  </a:cubicBezTo>
                  <a:cubicBezTo>
                    <a:pt x="5652" y="3004"/>
                    <a:pt x="5144" y="3038"/>
                    <a:pt x="4605" y="3038"/>
                  </a:cubicBezTo>
                  <a:cubicBezTo>
                    <a:pt x="3545" y="3038"/>
                    <a:pt x="2733" y="2926"/>
                    <a:pt x="2170" y="2703"/>
                  </a:cubicBezTo>
                  <a:cubicBezTo>
                    <a:pt x="1606" y="2479"/>
                    <a:pt x="1324" y="2157"/>
                    <a:pt x="1324" y="1736"/>
                  </a:cubicBezTo>
                  <a:cubicBezTo>
                    <a:pt x="1324" y="1314"/>
                    <a:pt x="1606" y="991"/>
                    <a:pt x="2170" y="768"/>
                  </a:cubicBezTo>
                  <a:cubicBezTo>
                    <a:pt x="2733" y="545"/>
                    <a:pt x="3545" y="433"/>
                    <a:pt x="4605" y="433"/>
                  </a:cubicBezTo>
                  <a:cubicBezTo>
                    <a:pt x="5144" y="433"/>
                    <a:pt x="5652" y="467"/>
                    <a:pt x="6131" y="534"/>
                  </a:cubicBezTo>
                  <a:cubicBezTo>
                    <a:pt x="6609" y="601"/>
                    <a:pt x="7060" y="702"/>
                    <a:pt x="7482" y="838"/>
                  </a:cubicBezTo>
                  <a:lnTo>
                    <a:pt x="7482" y="382"/>
                  </a:lnTo>
                  <a:cubicBezTo>
                    <a:pt x="7052" y="280"/>
                    <a:pt x="6591" y="204"/>
                    <a:pt x="6100" y="154"/>
                  </a:cubicBezTo>
                  <a:cubicBezTo>
                    <a:pt x="5609" y="103"/>
                    <a:pt x="5086" y="78"/>
                    <a:pt x="4531" y="78"/>
                  </a:cubicBezTo>
                  <a:close/>
                  <a:moveTo>
                    <a:pt x="24403" y="934"/>
                  </a:moveTo>
                  <a:lnTo>
                    <a:pt x="24403" y="2385"/>
                  </a:lnTo>
                  <a:cubicBezTo>
                    <a:pt x="24403" y="2715"/>
                    <a:pt x="24610" y="2965"/>
                    <a:pt x="25024" y="3136"/>
                  </a:cubicBezTo>
                  <a:cubicBezTo>
                    <a:pt x="25438" y="3307"/>
                    <a:pt x="26045" y="3393"/>
                    <a:pt x="26845" y="3393"/>
                  </a:cubicBezTo>
                  <a:cubicBezTo>
                    <a:pt x="27329" y="3393"/>
                    <a:pt x="27755" y="3358"/>
                    <a:pt x="28122" y="3287"/>
                  </a:cubicBezTo>
                  <a:cubicBezTo>
                    <a:pt x="28488" y="3216"/>
                    <a:pt x="28810" y="3108"/>
                    <a:pt x="29088" y="2963"/>
                  </a:cubicBezTo>
                  <a:lnTo>
                    <a:pt x="29088" y="3331"/>
                  </a:lnTo>
                  <a:lnTo>
                    <a:pt x="30231" y="3331"/>
                  </a:lnTo>
                  <a:lnTo>
                    <a:pt x="30231" y="934"/>
                  </a:lnTo>
                  <a:lnTo>
                    <a:pt x="29088" y="934"/>
                  </a:lnTo>
                  <a:lnTo>
                    <a:pt x="29088" y="2293"/>
                  </a:lnTo>
                  <a:cubicBezTo>
                    <a:pt x="29088" y="2527"/>
                    <a:pt x="28909" y="2712"/>
                    <a:pt x="28550" y="2847"/>
                  </a:cubicBezTo>
                  <a:cubicBezTo>
                    <a:pt x="28192" y="2983"/>
                    <a:pt x="27704" y="3051"/>
                    <a:pt x="27087" y="3051"/>
                  </a:cubicBezTo>
                  <a:cubicBezTo>
                    <a:pt x="26573" y="3051"/>
                    <a:pt x="26188" y="2994"/>
                    <a:pt x="25931" y="2880"/>
                  </a:cubicBezTo>
                  <a:cubicBezTo>
                    <a:pt x="25674" y="2767"/>
                    <a:pt x="25546" y="2597"/>
                    <a:pt x="25546" y="2370"/>
                  </a:cubicBezTo>
                  <a:lnTo>
                    <a:pt x="25546" y="934"/>
                  </a:lnTo>
                  <a:close/>
                  <a:moveTo>
                    <a:pt x="35501" y="876"/>
                  </a:moveTo>
                  <a:cubicBezTo>
                    <a:pt x="34457" y="876"/>
                    <a:pt x="33627" y="991"/>
                    <a:pt x="33012" y="1222"/>
                  </a:cubicBezTo>
                  <a:cubicBezTo>
                    <a:pt x="32397" y="1452"/>
                    <a:pt x="32089" y="1764"/>
                    <a:pt x="32089" y="2156"/>
                  </a:cubicBezTo>
                  <a:cubicBezTo>
                    <a:pt x="32089" y="2535"/>
                    <a:pt x="32414" y="2836"/>
                    <a:pt x="33062" y="3059"/>
                  </a:cubicBezTo>
                  <a:cubicBezTo>
                    <a:pt x="33710" y="3282"/>
                    <a:pt x="34590" y="3393"/>
                    <a:pt x="35700" y="3393"/>
                  </a:cubicBezTo>
                  <a:cubicBezTo>
                    <a:pt x="36143" y="3393"/>
                    <a:pt x="36580" y="3377"/>
                    <a:pt x="37011" y="3346"/>
                  </a:cubicBezTo>
                  <a:cubicBezTo>
                    <a:pt x="37442" y="3314"/>
                    <a:pt x="37862" y="3269"/>
                    <a:pt x="38272" y="3209"/>
                  </a:cubicBezTo>
                  <a:lnTo>
                    <a:pt x="38272" y="2836"/>
                  </a:lnTo>
                  <a:cubicBezTo>
                    <a:pt x="37866" y="2911"/>
                    <a:pt x="37457" y="2966"/>
                    <a:pt x="37045" y="3003"/>
                  </a:cubicBezTo>
                  <a:cubicBezTo>
                    <a:pt x="36633" y="3041"/>
                    <a:pt x="36207" y="3059"/>
                    <a:pt x="35768" y="3059"/>
                  </a:cubicBezTo>
                  <a:cubicBezTo>
                    <a:pt x="35010" y="3059"/>
                    <a:pt x="34419" y="2988"/>
                    <a:pt x="33994" y="2846"/>
                  </a:cubicBezTo>
                  <a:cubicBezTo>
                    <a:pt x="33569" y="2704"/>
                    <a:pt x="33332" y="2498"/>
                    <a:pt x="33283" y="2227"/>
                  </a:cubicBezTo>
                  <a:lnTo>
                    <a:pt x="38539" y="2227"/>
                  </a:lnTo>
                  <a:lnTo>
                    <a:pt x="38539" y="2034"/>
                  </a:lnTo>
                  <a:cubicBezTo>
                    <a:pt x="38539" y="1677"/>
                    <a:pt x="38267" y="1395"/>
                    <a:pt x="37722" y="1188"/>
                  </a:cubicBezTo>
                  <a:cubicBezTo>
                    <a:pt x="37178" y="980"/>
                    <a:pt x="36437" y="876"/>
                    <a:pt x="35501" y="876"/>
                  </a:cubicBezTo>
                  <a:close/>
                  <a:moveTo>
                    <a:pt x="18791" y="876"/>
                  </a:moveTo>
                  <a:cubicBezTo>
                    <a:pt x="17951" y="876"/>
                    <a:pt x="17266" y="992"/>
                    <a:pt x="16738" y="1223"/>
                  </a:cubicBezTo>
                  <a:cubicBezTo>
                    <a:pt x="16210" y="1454"/>
                    <a:pt x="15945" y="1758"/>
                    <a:pt x="15945" y="2135"/>
                  </a:cubicBezTo>
                  <a:cubicBezTo>
                    <a:pt x="15945" y="2511"/>
                    <a:pt x="16210" y="2815"/>
                    <a:pt x="16738" y="3046"/>
                  </a:cubicBezTo>
                  <a:cubicBezTo>
                    <a:pt x="17266" y="3277"/>
                    <a:pt x="17951" y="3393"/>
                    <a:pt x="18791" y="3393"/>
                  </a:cubicBezTo>
                  <a:cubicBezTo>
                    <a:pt x="19305" y="3393"/>
                    <a:pt x="19745" y="3358"/>
                    <a:pt x="20112" y="3289"/>
                  </a:cubicBezTo>
                  <a:cubicBezTo>
                    <a:pt x="20479" y="3220"/>
                    <a:pt x="20782" y="3114"/>
                    <a:pt x="21022" y="2971"/>
                  </a:cubicBezTo>
                  <a:lnTo>
                    <a:pt x="21022" y="4243"/>
                  </a:lnTo>
                  <a:lnTo>
                    <a:pt x="22166" y="4243"/>
                  </a:lnTo>
                  <a:lnTo>
                    <a:pt x="22166" y="934"/>
                  </a:lnTo>
                  <a:lnTo>
                    <a:pt x="21022" y="934"/>
                  </a:lnTo>
                  <a:lnTo>
                    <a:pt x="21022" y="1298"/>
                  </a:lnTo>
                  <a:cubicBezTo>
                    <a:pt x="20782" y="1155"/>
                    <a:pt x="20479" y="1049"/>
                    <a:pt x="20112" y="980"/>
                  </a:cubicBezTo>
                  <a:cubicBezTo>
                    <a:pt x="19745" y="911"/>
                    <a:pt x="19305" y="876"/>
                    <a:pt x="18791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1586875" y="1319300"/>
              <a:ext cx="164550" cy="79900"/>
            </a:xfrm>
            <a:custGeom>
              <a:rect b="b" l="l" r="r" t="t"/>
              <a:pathLst>
                <a:path extrusionOk="0" h="3196" w="6582">
                  <a:moveTo>
                    <a:pt x="3114" y="356"/>
                  </a:moveTo>
                  <a:cubicBezTo>
                    <a:pt x="3727" y="356"/>
                    <a:pt x="4184" y="396"/>
                    <a:pt x="4484" y="476"/>
                  </a:cubicBezTo>
                  <a:cubicBezTo>
                    <a:pt x="4785" y="556"/>
                    <a:pt x="4935" y="676"/>
                    <a:pt x="4935" y="837"/>
                  </a:cubicBezTo>
                  <a:cubicBezTo>
                    <a:pt x="4935" y="1000"/>
                    <a:pt x="4785" y="1121"/>
                    <a:pt x="4484" y="1200"/>
                  </a:cubicBezTo>
                  <a:cubicBezTo>
                    <a:pt x="4184" y="1279"/>
                    <a:pt x="3727" y="1319"/>
                    <a:pt x="3114" y="1319"/>
                  </a:cubicBezTo>
                  <a:lnTo>
                    <a:pt x="1256" y="1319"/>
                  </a:lnTo>
                  <a:lnTo>
                    <a:pt x="1256" y="356"/>
                  </a:lnTo>
                  <a:close/>
                  <a:moveTo>
                    <a:pt x="3269" y="1670"/>
                  </a:moveTo>
                  <a:cubicBezTo>
                    <a:pt x="3945" y="1670"/>
                    <a:pt x="4445" y="1717"/>
                    <a:pt x="4770" y="1812"/>
                  </a:cubicBezTo>
                  <a:cubicBezTo>
                    <a:pt x="5095" y="1907"/>
                    <a:pt x="5258" y="2054"/>
                    <a:pt x="5258" y="2254"/>
                  </a:cubicBezTo>
                  <a:cubicBezTo>
                    <a:pt x="5258" y="2453"/>
                    <a:pt x="5095" y="2600"/>
                    <a:pt x="4770" y="2696"/>
                  </a:cubicBezTo>
                  <a:cubicBezTo>
                    <a:pt x="4445" y="2792"/>
                    <a:pt x="3945" y="2841"/>
                    <a:pt x="3269" y="2841"/>
                  </a:cubicBezTo>
                  <a:lnTo>
                    <a:pt x="1256" y="2841"/>
                  </a:lnTo>
                  <a:lnTo>
                    <a:pt x="1256" y="1670"/>
                  </a:lnTo>
                  <a:close/>
                  <a:moveTo>
                    <a:pt x="1" y="1"/>
                  </a:moveTo>
                  <a:lnTo>
                    <a:pt x="1" y="3196"/>
                  </a:lnTo>
                  <a:lnTo>
                    <a:pt x="3332" y="3196"/>
                  </a:lnTo>
                  <a:cubicBezTo>
                    <a:pt x="4371" y="3196"/>
                    <a:pt x="5173" y="3118"/>
                    <a:pt x="5736" y="2963"/>
                  </a:cubicBezTo>
                  <a:cubicBezTo>
                    <a:pt x="6300" y="2807"/>
                    <a:pt x="6581" y="2587"/>
                    <a:pt x="6581" y="2301"/>
                  </a:cubicBezTo>
                  <a:cubicBezTo>
                    <a:pt x="6581" y="2084"/>
                    <a:pt x="6411" y="1904"/>
                    <a:pt x="6069" y="1759"/>
                  </a:cubicBezTo>
                  <a:cubicBezTo>
                    <a:pt x="5727" y="1614"/>
                    <a:pt x="5247" y="1519"/>
                    <a:pt x="4630" y="1473"/>
                  </a:cubicBezTo>
                  <a:cubicBezTo>
                    <a:pt x="5144" y="1445"/>
                    <a:pt x="5533" y="1372"/>
                    <a:pt x="5798" y="1257"/>
                  </a:cubicBezTo>
                  <a:cubicBezTo>
                    <a:pt x="6064" y="1141"/>
                    <a:pt x="6196" y="986"/>
                    <a:pt x="6196" y="790"/>
                  </a:cubicBezTo>
                  <a:cubicBezTo>
                    <a:pt x="6196" y="538"/>
                    <a:pt x="5937" y="343"/>
                    <a:pt x="5419" y="206"/>
                  </a:cubicBezTo>
                  <a:cubicBezTo>
                    <a:pt x="4902" y="69"/>
                    <a:pt x="4164" y="1"/>
                    <a:pt x="3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77350" y="1458375"/>
              <a:ext cx="1098375" cy="84825"/>
            </a:xfrm>
            <a:custGeom>
              <a:rect b="b" l="l" r="r" t="t"/>
              <a:pathLst>
                <a:path extrusionOk="0" h="3393" w="43935">
                  <a:moveTo>
                    <a:pt x="13362" y="0"/>
                  </a:moveTo>
                  <a:lnTo>
                    <a:pt x="13362" y="499"/>
                  </a:lnTo>
                  <a:lnTo>
                    <a:pt x="14505" y="499"/>
                  </a:lnTo>
                  <a:lnTo>
                    <a:pt x="14505" y="0"/>
                  </a:lnTo>
                  <a:close/>
                  <a:moveTo>
                    <a:pt x="34676" y="0"/>
                  </a:moveTo>
                  <a:lnTo>
                    <a:pt x="34676" y="499"/>
                  </a:lnTo>
                  <a:lnTo>
                    <a:pt x="35819" y="499"/>
                  </a:lnTo>
                  <a:lnTo>
                    <a:pt x="35819" y="0"/>
                  </a:lnTo>
                  <a:close/>
                  <a:moveTo>
                    <a:pt x="40840" y="1205"/>
                  </a:moveTo>
                  <a:cubicBezTo>
                    <a:pt x="41445" y="1205"/>
                    <a:pt x="41921" y="1288"/>
                    <a:pt x="42269" y="1452"/>
                  </a:cubicBezTo>
                  <a:cubicBezTo>
                    <a:pt x="42617" y="1617"/>
                    <a:pt x="42791" y="1844"/>
                    <a:pt x="42791" y="2134"/>
                  </a:cubicBezTo>
                  <a:cubicBezTo>
                    <a:pt x="42791" y="2424"/>
                    <a:pt x="42617" y="2651"/>
                    <a:pt x="42269" y="2816"/>
                  </a:cubicBezTo>
                  <a:cubicBezTo>
                    <a:pt x="41921" y="2981"/>
                    <a:pt x="41445" y="3063"/>
                    <a:pt x="40840" y="3063"/>
                  </a:cubicBezTo>
                  <a:cubicBezTo>
                    <a:pt x="40235" y="3063"/>
                    <a:pt x="39760" y="2981"/>
                    <a:pt x="39414" y="2816"/>
                  </a:cubicBezTo>
                  <a:cubicBezTo>
                    <a:pt x="39068" y="2651"/>
                    <a:pt x="38895" y="2424"/>
                    <a:pt x="38895" y="2134"/>
                  </a:cubicBezTo>
                  <a:cubicBezTo>
                    <a:pt x="38895" y="1844"/>
                    <a:pt x="39068" y="1617"/>
                    <a:pt x="39414" y="1452"/>
                  </a:cubicBezTo>
                  <a:cubicBezTo>
                    <a:pt x="39760" y="1288"/>
                    <a:pt x="40235" y="1205"/>
                    <a:pt x="40840" y="1205"/>
                  </a:cubicBezTo>
                  <a:close/>
                  <a:moveTo>
                    <a:pt x="1" y="135"/>
                  </a:moveTo>
                  <a:lnTo>
                    <a:pt x="2325" y="3330"/>
                  </a:lnTo>
                  <a:lnTo>
                    <a:pt x="3903" y="3330"/>
                  </a:lnTo>
                  <a:lnTo>
                    <a:pt x="5879" y="557"/>
                  </a:lnTo>
                  <a:lnTo>
                    <a:pt x="7837" y="3330"/>
                  </a:lnTo>
                  <a:lnTo>
                    <a:pt x="9415" y="3330"/>
                  </a:lnTo>
                  <a:lnTo>
                    <a:pt x="11745" y="135"/>
                  </a:lnTo>
                  <a:lnTo>
                    <a:pt x="10471" y="135"/>
                  </a:lnTo>
                  <a:lnTo>
                    <a:pt x="8526" y="2836"/>
                  </a:lnTo>
                  <a:lnTo>
                    <a:pt x="6575" y="135"/>
                  </a:lnTo>
                  <a:lnTo>
                    <a:pt x="5165" y="135"/>
                  </a:lnTo>
                  <a:lnTo>
                    <a:pt x="3220" y="2836"/>
                  </a:lnTo>
                  <a:lnTo>
                    <a:pt x="1269" y="135"/>
                  </a:lnTo>
                  <a:close/>
                  <a:moveTo>
                    <a:pt x="13362" y="934"/>
                  </a:moveTo>
                  <a:lnTo>
                    <a:pt x="13362" y="3330"/>
                  </a:lnTo>
                  <a:lnTo>
                    <a:pt x="14505" y="3330"/>
                  </a:lnTo>
                  <a:lnTo>
                    <a:pt x="14505" y="934"/>
                  </a:lnTo>
                  <a:close/>
                  <a:moveTo>
                    <a:pt x="20253" y="876"/>
                  </a:moveTo>
                  <a:cubicBezTo>
                    <a:pt x="19768" y="876"/>
                    <a:pt x="19341" y="911"/>
                    <a:pt x="18970" y="983"/>
                  </a:cubicBezTo>
                  <a:cubicBezTo>
                    <a:pt x="18599" y="1054"/>
                    <a:pt x="18277" y="1162"/>
                    <a:pt x="18004" y="1306"/>
                  </a:cubicBezTo>
                  <a:lnTo>
                    <a:pt x="18004" y="934"/>
                  </a:lnTo>
                  <a:lnTo>
                    <a:pt x="16854" y="934"/>
                  </a:lnTo>
                  <a:lnTo>
                    <a:pt x="16854" y="3330"/>
                  </a:lnTo>
                  <a:lnTo>
                    <a:pt x="18004" y="3330"/>
                  </a:lnTo>
                  <a:lnTo>
                    <a:pt x="18004" y="1976"/>
                  </a:lnTo>
                  <a:cubicBezTo>
                    <a:pt x="18004" y="1742"/>
                    <a:pt x="18182" y="1557"/>
                    <a:pt x="18538" y="1421"/>
                  </a:cubicBezTo>
                  <a:cubicBezTo>
                    <a:pt x="18894" y="1286"/>
                    <a:pt x="19381" y="1218"/>
                    <a:pt x="19998" y="1218"/>
                  </a:cubicBezTo>
                  <a:cubicBezTo>
                    <a:pt x="20512" y="1218"/>
                    <a:pt x="20897" y="1274"/>
                    <a:pt x="21154" y="1387"/>
                  </a:cubicBezTo>
                  <a:cubicBezTo>
                    <a:pt x="21411" y="1500"/>
                    <a:pt x="21539" y="1670"/>
                    <a:pt x="21539" y="1897"/>
                  </a:cubicBezTo>
                  <a:lnTo>
                    <a:pt x="21539" y="3330"/>
                  </a:lnTo>
                  <a:lnTo>
                    <a:pt x="22683" y="3330"/>
                  </a:lnTo>
                  <a:lnTo>
                    <a:pt x="22683" y="1884"/>
                  </a:lnTo>
                  <a:cubicBezTo>
                    <a:pt x="22683" y="1553"/>
                    <a:pt x="22478" y="1302"/>
                    <a:pt x="22068" y="1131"/>
                  </a:cubicBezTo>
                  <a:cubicBezTo>
                    <a:pt x="21657" y="961"/>
                    <a:pt x="21053" y="876"/>
                    <a:pt x="20253" y="876"/>
                  </a:cubicBezTo>
                  <a:close/>
                  <a:moveTo>
                    <a:pt x="27406" y="0"/>
                  </a:moveTo>
                  <a:cubicBezTo>
                    <a:pt x="26623" y="0"/>
                    <a:pt x="26051" y="61"/>
                    <a:pt x="25691" y="183"/>
                  </a:cubicBezTo>
                  <a:cubicBezTo>
                    <a:pt x="25330" y="305"/>
                    <a:pt x="25150" y="500"/>
                    <a:pt x="25150" y="767"/>
                  </a:cubicBezTo>
                  <a:lnTo>
                    <a:pt x="25150" y="934"/>
                  </a:lnTo>
                  <a:lnTo>
                    <a:pt x="24056" y="934"/>
                  </a:lnTo>
                  <a:lnTo>
                    <a:pt x="24056" y="1240"/>
                  </a:lnTo>
                  <a:lnTo>
                    <a:pt x="25150" y="1240"/>
                  </a:lnTo>
                  <a:lnTo>
                    <a:pt x="25150" y="3330"/>
                  </a:lnTo>
                  <a:lnTo>
                    <a:pt x="26300" y="3330"/>
                  </a:lnTo>
                  <a:lnTo>
                    <a:pt x="26300" y="1240"/>
                  </a:lnTo>
                  <a:lnTo>
                    <a:pt x="28182" y="1240"/>
                  </a:lnTo>
                  <a:lnTo>
                    <a:pt x="28182" y="934"/>
                  </a:lnTo>
                  <a:lnTo>
                    <a:pt x="26300" y="934"/>
                  </a:lnTo>
                  <a:lnTo>
                    <a:pt x="26300" y="722"/>
                  </a:lnTo>
                  <a:cubicBezTo>
                    <a:pt x="26300" y="573"/>
                    <a:pt x="26379" y="471"/>
                    <a:pt x="26539" y="413"/>
                  </a:cubicBezTo>
                  <a:cubicBezTo>
                    <a:pt x="26698" y="356"/>
                    <a:pt x="26983" y="328"/>
                    <a:pt x="27393" y="328"/>
                  </a:cubicBezTo>
                  <a:lnTo>
                    <a:pt x="28487" y="328"/>
                  </a:lnTo>
                  <a:lnTo>
                    <a:pt x="28487" y="0"/>
                  </a:lnTo>
                  <a:close/>
                  <a:moveTo>
                    <a:pt x="32892" y="876"/>
                  </a:moveTo>
                  <a:cubicBezTo>
                    <a:pt x="32341" y="876"/>
                    <a:pt x="31873" y="911"/>
                    <a:pt x="31488" y="982"/>
                  </a:cubicBezTo>
                  <a:cubicBezTo>
                    <a:pt x="31103" y="1052"/>
                    <a:pt x="30790" y="1160"/>
                    <a:pt x="30550" y="1306"/>
                  </a:cubicBezTo>
                  <a:lnTo>
                    <a:pt x="30550" y="934"/>
                  </a:lnTo>
                  <a:lnTo>
                    <a:pt x="29400" y="934"/>
                  </a:lnTo>
                  <a:lnTo>
                    <a:pt x="29400" y="3330"/>
                  </a:lnTo>
                  <a:lnTo>
                    <a:pt x="30550" y="3330"/>
                  </a:lnTo>
                  <a:lnTo>
                    <a:pt x="30550" y="2068"/>
                  </a:lnTo>
                  <a:cubicBezTo>
                    <a:pt x="30550" y="1797"/>
                    <a:pt x="30723" y="1589"/>
                    <a:pt x="31069" y="1444"/>
                  </a:cubicBezTo>
                  <a:cubicBezTo>
                    <a:pt x="31414" y="1299"/>
                    <a:pt x="31910" y="1227"/>
                    <a:pt x="32557" y="1227"/>
                  </a:cubicBezTo>
                  <a:cubicBezTo>
                    <a:pt x="32739" y="1227"/>
                    <a:pt x="32906" y="1233"/>
                    <a:pt x="33057" y="1245"/>
                  </a:cubicBezTo>
                  <a:cubicBezTo>
                    <a:pt x="33208" y="1257"/>
                    <a:pt x="33348" y="1276"/>
                    <a:pt x="33476" y="1302"/>
                  </a:cubicBezTo>
                  <a:lnTo>
                    <a:pt x="33470" y="897"/>
                  </a:lnTo>
                  <a:cubicBezTo>
                    <a:pt x="33354" y="890"/>
                    <a:pt x="33249" y="885"/>
                    <a:pt x="33153" y="881"/>
                  </a:cubicBezTo>
                  <a:cubicBezTo>
                    <a:pt x="33058" y="877"/>
                    <a:pt x="32971" y="876"/>
                    <a:pt x="32892" y="876"/>
                  </a:cubicBezTo>
                  <a:close/>
                  <a:moveTo>
                    <a:pt x="34676" y="934"/>
                  </a:moveTo>
                  <a:lnTo>
                    <a:pt x="34676" y="3330"/>
                  </a:lnTo>
                  <a:lnTo>
                    <a:pt x="35819" y="3330"/>
                  </a:lnTo>
                  <a:lnTo>
                    <a:pt x="35819" y="934"/>
                  </a:lnTo>
                  <a:close/>
                  <a:moveTo>
                    <a:pt x="42791" y="0"/>
                  </a:moveTo>
                  <a:lnTo>
                    <a:pt x="42791" y="1297"/>
                  </a:lnTo>
                  <a:cubicBezTo>
                    <a:pt x="42551" y="1155"/>
                    <a:pt x="42248" y="1049"/>
                    <a:pt x="41881" y="980"/>
                  </a:cubicBezTo>
                  <a:cubicBezTo>
                    <a:pt x="41514" y="910"/>
                    <a:pt x="41074" y="876"/>
                    <a:pt x="40560" y="876"/>
                  </a:cubicBezTo>
                  <a:cubicBezTo>
                    <a:pt x="39720" y="876"/>
                    <a:pt x="39035" y="991"/>
                    <a:pt x="38507" y="1222"/>
                  </a:cubicBezTo>
                  <a:cubicBezTo>
                    <a:pt x="37979" y="1454"/>
                    <a:pt x="37714" y="1757"/>
                    <a:pt x="37714" y="2134"/>
                  </a:cubicBezTo>
                  <a:cubicBezTo>
                    <a:pt x="37714" y="2511"/>
                    <a:pt x="37979" y="2815"/>
                    <a:pt x="38507" y="3046"/>
                  </a:cubicBezTo>
                  <a:cubicBezTo>
                    <a:pt x="39035" y="3277"/>
                    <a:pt x="39720" y="3393"/>
                    <a:pt x="40560" y="3393"/>
                  </a:cubicBezTo>
                  <a:cubicBezTo>
                    <a:pt x="41074" y="3393"/>
                    <a:pt x="41514" y="3358"/>
                    <a:pt x="41881" y="3289"/>
                  </a:cubicBezTo>
                  <a:cubicBezTo>
                    <a:pt x="42248" y="3220"/>
                    <a:pt x="42551" y="3114"/>
                    <a:pt x="42791" y="2971"/>
                  </a:cubicBezTo>
                  <a:lnTo>
                    <a:pt x="42791" y="3330"/>
                  </a:lnTo>
                  <a:lnTo>
                    <a:pt x="43935" y="3330"/>
                  </a:lnTo>
                  <a:lnTo>
                    <a:pt x="439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2134300" y="1460300"/>
              <a:ext cx="980850" cy="82900"/>
            </a:xfrm>
            <a:custGeom>
              <a:rect b="b" l="l" r="r" t="t"/>
              <a:pathLst>
                <a:path extrusionOk="0" h="3316" w="39234">
                  <a:moveTo>
                    <a:pt x="28258" y="343"/>
                  </a:moveTo>
                  <a:cubicBezTo>
                    <a:pt x="28797" y="343"/>
                    <a:pt x="29218" y="389"/>
                    <a:pt x="29523" y="482"/>
                  </a:cubicBezTo>
                  <a:cubicBezTo>
                    <a:pt x="29827" y="575"/>
                    <a:pt x="29979" y="704"/>
                    <a:pt x="29979" y="869"/>
                  </a:cubicBezTo>
                  <a:cubicBezTo>
                    <a:pt x="29979" y="1035"/>
                    <a:pt x="29827" y="1164"/>
                    <a:pt x="29523" y="1257"/>
                  </a:cubicBezTo>
                  <a:cubicBezTo>
                    <a:pt x="29218" y="1349"/>
                    <a:pt x="28797" y="1396"/>
                    <a:pt x="28258" y="1396"/>
                  </a:cubicBezTo>
                  <a:cubicBezTo>
                    <a:pt x="27715" y="1396"/>
                    <a:pt x="27294" y="1349"/>
                    <a:pt x="26994" y="1257"/>
                  </a:cubicBezTo>
                  <a:cubicBezTo>
                    <a:pt x="26693" y="1164"/>
                    <a:pt x="26543" y="1035"/>
                    <a:pt x="26543" y="869"/>
                  </a:cubicBezTo>
                  <a:cubicBezTo>
                    <a:pt x="26543" y="704"/>
                    <a:pt x="26693" y="575"/>
                    <a:pt x="26994" y="482"/>
                  </a:cubicBezTo>
                  <a:cubicBezTo>
                    <a:pt x="27294" y="389"/>
                    <a:pt x="27715" y="343"/>
                    <a:pt x="28258" y="343"/>
                  </a:cubicBezTo>
                  <a:close/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1"/>
                  </a:cubicBezTo>
                  <a:cubicBezTo>
                    <a:pt x="9806" y="890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0" y="2645"/>
                  </a:cubicBezTo>
                  <a:cubicBezTo>
                    <a:pt x="9155" y="2864"/>
                    <a:pt x="8667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0"/>
                    <a:pt x="6560" y="671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20160" y="343"/>
                  </a:moveTo>
                  <a:cubicBezTo>
                    <a:pt x="20810" y="343"/>
                    <a:pt x="21298" y="452"/>
                    <a:pt x="21623" y="671"/>
                  </a:cubicBezTo>
                  <a:cubicBezTo>
                    <a:pt x="21949" y="890"/>
                    <a:pt x="22111" y="1220"/>
                    <a:pt x="22111" y="1659"/>
                  </a:cubicBezTo>
                  <a:cubicBezTo>
                    <a:pt x="22111" y="2097"/>
                    <a:pt x="21949" y="2426"/>
                    <a:pt x="21623" y="2645"/>
                  </a:cubicBezTo>
                  <a:cubicBezTo>
                    <a:pt x="21298" y="2864"/>
                    <a:pt x="20810" y="2973"/>
                    <a:pt x="20160" y="2973"/>
                  </a:cubicBezTo>
                  <a:cubicBezTo>
                    <a:pt x="19514" y="2973"/>
                    <a:pt x="19028" y="2864"/>
                    <a:pt x="18703" y="2645"/>
                  </a:cubicBezTo>
                  <a:cubicBezTo>
                    <a:pt x="18378" y="2426"/>
                    <a:pt x="18215" y="2097"/>
                    <a:pt x="18215" y="1659"/>
                  </a:cubicBezTo>
                  <a:cubicBezTo>
                    <a:pt x="18215" y="1220"/>
                    <a:pt x="18378" y="890"/>
                    <a:pt x="18703" y="671"/>
                  </a:cubicBezTo>
                  <a:cubicBezTo>
                    <a:pt x="19028" y="452"/>
                    <a:pt x="19514" y="343"/>
                    <a:pt x="20160" y="343"/>
                  </a:cubicBezTo>
                  <a:close/>
                  <a:moveTo>
                    <a:pt x="28258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3" y="2011"/>
                    <a:pt x="30184" y="2162"/>
                    <a:pt x="30184" y="2355"/>
                  </a:cubicBezTo>
                  <a:cubicBezTo>
                    <a:pt x="30184" y="2546"/>
                    <a:pt x="30012" y="2697"/>
                    <a:pt x="29669" y="2807"/>
                  </a:cubicBezTo>
                  <a:cubicBezTo>
                    <a:pt x="29325" y="2918"/>
                    <a:pt x="28855" y="2973"/>
                    <a:pt x="28258" y="2973"/>
                  </a:cubicBezTo>
                  <a:cubicBezTo>
                    <a:pt x="27661" y="2973"/>
                    <a:pt x="27192" y="2918"/>
                    <a:pt x="26851" y="2808"/>
                  </a:cubicBezTo>
                  <a:cubicBezTo>
                    <a:pt x="26509" y="2698"/>
                    <a:pt x="26338" y="2547"/>
                    <a:pt x="26338" y="2355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2" y="1791"/>
                    <a:pt x="27661" y="1736"/>
                    <a:pt x="28258" y="1736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35927" y="58"/>
                  </a:moveTo>
                  <a:lnTo>
                    <a:pt x="33709" y="212"/>
                  </a:lnTo>
                  <a:lnTo>
                    <a:pt x="33709" y="606"/>
                  </a:lnTo>
                  <a:lnTo>
                    <a:pt x="35940" y="452"/>
                  </a:lnTo>
                  <a:lnTo>
                    <a:pt x="35940" y="2890"/>
                  </a:lnTo>
                  <a:lnTo>
                    <a:pt x="33889" y="2890"/>
                  </a:lnTo>
                  <a:lnTo>
                    <a:pt x="33889" y="3253"/>
                  </a:lnTo>
                  <a:lnTo>
                    <a:pt x="39233" y="3253"/>
                  </a:lnTo>
                  <a:lnTo>
                    <a:pt x="39233" y="2890"/>
                  </a:lnTo>
                  <a:lnTo>
                    <a:pt x="37182" y="2890"/>
                  </a:lnTo>
                  <a:lnTo>
                    <a:pt x="37182" y="58"/>
                  </a:lnTo>
                  <a:close/>
                  <a:moveTo>
                    <a:pt x="8017" y="0"/>
                  </a:moveTo>
                  <a:cubicBezTo>
                    <a:pt x="6977" y="0"/>
                    <a:pt x="6183" y="142"/>
                    <a:pt x="5634" y="425"/>
                  </a:cubicBezTo>
                  <a:cubicBezTo>
                    <a:pt x="5085" y="708"/>
                    <a:pt x="4811" y="1120"/>
                    <a:pt x="4811" y="1659"/>
                  </a:cubicBezTo>
                  <a:cubicBezTo>
                    <a:pt x="4811" y="2197"/>
                    <a:pt x="5085" y="2607"/>
                    <a:pt x="5634" y="2891"/>
                  </a:cubicBezTo>
                  <a:cubicBezTo>
                    <a:pt x="6183" y="3174"/>
                    <a:pt x="6977" y="3316"/>
                    <a:pt x="8017" y="3316"/>
                  </a:cubicBezTo>
                  <a:cubicBezTo>
                    <a:pt x="9057" y="3316"/>
                    <a:pt x="9851" y="3174"/>
                    <a:pt x="10400" y="2891"/>
                  </a:cubicBezTo>
                  <a:cubicBezTo>
                    <a:pt x="10949" y="2607"/>
                    <a:pt x="11223" y="2197"/>
                    <a:pt x="11223" y="1659"/>
                  </a:cubicBezTo>
                  <a:cubicBezTo>
                    <a:pt x="11223" y="1120"/>
                    <a:pt x="10949" y="708"/>
                    <a:pt x="10400" y="425"/>
                  </a:cubicBezTo>
                  <a:cubicBezTo>
                    <a:pt x="9851" y="142"/>
                    <a:pt x="9057" y="0"/>
                    <a:pt x="8017" y="0"/>
                  </a:cubicBezTo>
                  <a:close/>
                  <a:moveTo>
                    <a:pt x="20160" y="0"/>
                  </a:moveTo>
                  <a:cubicBezTo>
                    <a:pt x="19120" y="0"/>
                    <a:pt x="18326" y="142"/>
                    <a:pt x="17777" y="425"/>
                  </a:cubicBezTo>
                  <a:cubicBezTo>
                    <a:pt x="17228" y="708"/>
                    <a:pt x="16954" y="1120"/>
                    <a:pt x="16954" y="1659"/>
                  </a:cubicBezTo>
                  <a:cubicBezTo>
                    <a:pt x="16954" y="2197"/>
                    <a:pt x="17228" y="2607"/>
                    <a:pt x="17777" y="2891"/>
                  </a:cubicBezTo>
                  <a:cubicBezTo>
                    <a:pt x="18326" y="3174"/>
                    <a:pt x="19120" y="3316"/>
                    <a:pt x="20160" y="3316"/>
                  </a:cubicBezTo>
                  <a:cubicBezTo>
                    <a:pt x="21200" y="3316"/>
                    <a:pt x="21994" y="3174"/>
                    <a:pt x="22543" y="2891"/>
                  </a:cubicBezTo>
                  <a:cubicBezTo>
                    <a:pt x="23092" y="2607"/>
                    <a:pt x="23366" y="2197"/>
                    <a:pt x="23366" y="1659"/>
                  </a:cubicBezTo>
                  <a:cubicBezTo>
                    <a:pt x="23366" y="1120"/>
                    <a:pt x="23092" y="708"/>
                    <a:pt x="22543" y="425"/>
                  </a:cubicBezTo>
                  <a:cubicBezTo>
                    <a:pt x="21994" y="142"/>
                    <a:pt x="21200" y="0"/>
                    <a:pt x="20160" y="0"/>
                  </a:cubicBezTo>
                  <a:close/>
                  <a:moveTo>
                    <a:pt x="28258" y="0"/>
                  </a:moveTo>
                  <a:cubicBezTo>
                    <a:pt x="27338" y="0"/>
                    <a:pt x="26614" y="75"/>
                    <a:pt x="26086" y="223"/>
                  </a:cubicBezTo>
                  <a:cubicBezTo>
                    <a:pt x="25558" y="371"/>
                    <a:pt x="25294" y="573"/>
                    <a:pt x="25294" y="829"/>
                  </a:cubicBezTo>
                  <a:cubicBezTo>
                    <a:pt x="25294" y="1011"/>
                    <a:pt x="25444" y="1166"/>
                    <a:pt x="25745" y="1293"/>
                  </a:cubicBezTo>
                  <a:cubicBezTo>
                    <a:pt x="26045" y="1420"/>
                    <a:pt x="26464" y="1506"/>
                    <a:pt x="27003" y="1552"/>
                  </a:cubicBezTo>
                  <a:cubicBezTo>
                    <a:pt x="26398" y="1601"/>
                    <a:pt x="25926" y="1695"/>
                    <a:pt x="25586" y="1837"/>
                  </a:cubicBezTo>
                  <a:cubicBezTo>
                    <a:pt x="25246" y="1978"/>
                    <a:pt x="25077" y="2151"/>
                    <a:pt x="25077" y="2355"/>
                  </a:cubicBezTo>
                  <a:cubicBezTo>
                    <a:pt x="25077" y="2664"/>
                    <a:pt x="25351" y="2902"/>
                    <a:pt x="25900" y="3067"/>
                  </a:cubicBezTo>
                  <a:cubicBezTo>
                    <a:pt x="26449" y="3233"/>
                    <a:pt x="27235" y="3316"/>
                    <a:pt x="28258" y="3316"/>
                  </a:cubicBezTo>
                  <a:cubicBezTo>
                    <a:pt x="29281" y="3316"/>
                    <a:pt x="30067" y="3233"/>
                    <a:pt x="30616" y="3067"/>
                  </a:cubicBezTo>
                  <a:cubicBezTo>
                    <a:pt x="31165" y="2902"/>
                    <a:pt x="31440" y="2664"/>
                    <a:pt x="31440" y="2355"/>
                  </a:cubicBezTo>
                  <a:cubicBezTo>
                    <a:pt x="31440" y="2151"/>
                    <a:pt x="31271" y="1978"/>
                    <a:pt x="30933" y="1837"/>
                  </a:cubicBezTo>
                  <a:cubicBezTo>
                    <a:pt x="30595" y="1695"/>
                    <a:pt x="30124" y="1601"/>
                    <a:pt x="29519" y="1552"/>
                  </a:cubicBezTo>
                  <a:cubicBezTo>
                    <a:pt x="30054" y="1506"/>
                    <a:pt x="30471" y="1420"/>
                    <a:pt x="30772" y="1293"/>
                  </a:cubicBezTo>
                  <a:cubicBezTo>
                    <a:pt x="31072" y="1166"/>
                    <a:pt x="31222" y="1011"/>
                    <a:pt x="31222" y="829"/>
                  </a:cubicBezTo>
                  <a:cubicBezTo>
                    <a:pt x="31222" y="573"/>
                    <a:pt x="30959" y="371"/>
                    <a:pt x="30433" y="223"/>
                  </a:cubicBezTo>
                  <a:cubicBezTo>
                    <a:pt x="29907" y="75"/>
                    <a:pt x="29182" y="0"/>
                    <a:pt x="282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50325" y="1600800"/>
              <a:ext cx="681275" cy="105225"/>
            </a:xfrm>
            <a:custGeom>
              <a:rect b="b" l="l" r="r" t="t"/>
              <a:pathLst>
                <a:path extrusionOk="0" h="4209" w="27251">
                  <a:moveTo>
                    <a:pt x="8309" y="1210"/>
                  </a:moveTo>
                  <a:cubicBezTo>
                    <a:pt x="8918" y="1210"/>
                    <a:pt x="9401" y="1293"/>
                    <a:pt x="9757" y="1459"/>
                  </a:cubicBezTo>
                  <a:cubicBezTo>
                    <a:pt x="10113" y="1626"/>
                    <a:pt x="10292" y="1851"/>
                    <a:pt x="10292" y="2135"/>
                  </a:cubicBezTo>
                  <a:cubicBezTo>
                    <a:pt x="10292" y="2420"/>
                    <a:pt x="10113" y="2645"/>
                    <a:pt x="9757" y="2811"/>
                  </a:cubicBezTo>
                  <a:cubicBezTo>
                    <a:pt x="9401" y="2976"/>
                    <a:pt x="8918" y="3059"/>
                    <a:pt x="8309" y="3059"/>
                  </a:cubicBezTo>
                  <a:cubicBezTo>
                    <a:pt x="7692" y="3059"/>
                    <a:pt x="7206" y="2977"/>
                    <a:pt x="6852" y="2812"/>
                  </a:cubicBezTo>
                  <a:cubicBezTo>
                    <a:pt x="6498" y="2647"/>
                    <a:pt x="6321" y="2421"/>
                    <a:pt x="6321" y="2135"/>
                  </a:cubicBezTo>
                  <a:cubicBezTo>
                    <a:pt x="6321" y="1848"/>
                    <a:pt x="6499" y="1622"/>
                    <a:pt x="6855" y="1457"/>
                  </a:cubicBezTo>
                  <a:cubicBezTo>
                    <a:pt x="7212" y="1293"/>
                    <a:pt x="7696" y="1210"/>
                    <a:pt x="8309" y="1210"/>
                  </a:cubicBezTo>
                  <a:close/>
                  <a:moveTo>
                    <a:pt x="13356" y="1"/>
                  </a:moveTo>
                  <a:lnTo>
                    <a:pt x="13356" y="3331"/>
                  </a:lnTo>
                  <a:lnTo>
                    <a:pt x="14506" y="3331"/>
                  </a:lnTo>
                  <a:lnTo>
                    <a:pt x="14506" y="1976"/>
                  </a:lnTo>
                  <a:cubicBezTo>
                    <a:pt x="14506" y="1742"/>
                    <a:pt x="14684" y="1558"/>
                    <a:pt x="15040" y="1422"/>
                  </a:cubicBezTo>
                  <a:cubicBezTo>
                    <a:pt x="15396" y="1286"/>
                    <a:pt x="15883" y="1219"/>
                    <a:pt x="16500" y="1219"/>
                  </a:cubicBezTo>
                  <a:cubicBezTo>
                    <a:pt x="17014" y="1219"/>
                    <a:pt x="17399" y="1275"/>
                    <a:pt x="17656" y="1388"/>
                  </a:cubicBezTo>
                  <a:cubicBezTo>
                    <a:pt x="17913" y="1501"/>
                    <a:pt x="18041" y="1670"/>
                    <a:pt x="18041" y="1897"/>
                  </a:cubicBezTo>
                  <a:lnTo>
                    <a:pt x="18041" y="3331"/>
                  </a:lnTo>
                  <a:lnTo>
                    <a:pt x="19185" y="3331"/>
                  </a:lnTo>
                  <a:lnTo>
                    <a:pt x="19185" y="1884"/>
                  </a:lnTo>
                  <a:cubicBezTo>
                    <a:pt x="19185" y="1553"/>
                    <a:pt x="18980" y="1303"/>
                    <a:pt x="18570" y="1132"/>
                  </a:cubicBezTo>
                  <a:cubicBezTo>
                    <a:pt x="18159" y="962"/>
                    <a:pt x="17555" y="876"/>
                    <a:pt x="16755" y="876"/>
                  </a:cubicBezTo>
                  <a:cubicBezTo>
                    <a:pt x="16270" y="876"/>
                    <a:pt x="15843" y="912"/>
                    <a:pt x="15472" y="983"/>
                  </a:cubicBezTo>
                  <a:cubicBezTo>
                    <a:pt x="15101" y="1055"/>
                    <a:pt x="14779" y="1162"/>
                    <a:pt x="14506" y="1306"/>
                  </a:cubicBezTo>
                  <a:lnTo>
                    <a:pt x="14506" y="1"/>
                  </a:lnTo>
                  <a:close/>
                  <a:moveTo>
                    <a:pt x="24821" y="876"/>
                  </a:moveTo>
                  <a:cubicBezTo>
                    <a:pt x="24336" y="876"/>
                    <a:pt x="23909" y="912"/>
                    <a:pt x="23538" y="983"/>
                  </a:cubicBezTo>
                  <a:cubicBezTo>
                    <a:pt x="23167" y="1055"/>
                    <a:pt x="22845" y="1162"/>
                    <a:pt x="22572" y="1306"/>
                  </a:cubicBezTo>
                  <a:lnTo>
                    <a:pt x="22572" y="934"/>
                  </a:lnTo>
                  <a:lnTo>
                    <a:pt x="21422" y="934"/>
                  </a:lnTo>
                  <a:lnTo>
                    <a:pt x="21422" y="3331"/>
                  </a:lnTo>
                  <a:lnTo>
                    <a:pt x="22572" y="3331"/>
                  </a:lnTo>
                  <a:lnTo>
                    <a:pt x="22572" y="1976"/>
                  </a:lnTo>
                  <a:cubicBezTo>
                    <a:pt x="22572" y="1742"/>
                    <a:pt x="22750" y="1558"/>
                    <a:pt x="23106" y="1422"/>
                  </a:cubicBezTo>
                  <a:cubicBezTo>
                    <a:pt x="23462" y="1286"/>
                    <a:pt x="23949" y="1219"/>
                    <a:pt x="24566" y="1219"/>
                  </a:cubicBezTo>
                  <a:cubicBezTo>
                    <a:pt x="25080" y="1219"/>
                    <a:pt x="25465" y="1275"/>
                    <a:pt x="25722" y="1388"/>
                  </a:cubicBezTo>
                  <a:cubicBezTo>
                    <a:pt x="25979" y="1501"/>
                    <a:pt x="26107" y="1670"/>
                    <a:pt x="26107" y="1897"/>
                  </a:cubicBezTo>
                  <a:lnTo>
                    <a:pt x="26107" y="3331"/>
                  </a:lnTo>
                  <a:lnTo>
                    <a:pt x="27251" y="3331"/>
                  </a:lnTo>
                  <a:lnTo>
                    <a:pt x="27251" y="1884"/>
                  </a:lnTo>
                  <a:cubicBezTo>
                    <a:pt x="27251" y="1553"/>
                    <a:pt x="27046" y="1303"/>
                    <a:pt x="26636" y="1132"/>
                  </a:cubicBezTo>
                  <a:cubicBezTo>
                    <a:pt x="26225" y="962"/>
                    <a:pt x="25621" y="876"/>
                    <a:pt x="24821" y="876"/>
                  </a:cubicBezTo>
                  <a:close/>
                  <a:moveTo>
                    <a:pt x="8309" y="876"/>
                  </a:moveTo>
                  <a:cubicBezTo>
                    <a:pt x="7311" y="876"/>
                    <a:pt x="6529" y="988"/>
                    <a:pt x="5964" y="1210"/>
                  </a:cubicBezTo>
                  <a:cubicBezTo>
                    <a:pt x="5398" y="1433"/>
                    <a:pt x="5115" y="1741"/>
                    <a:pt x="5115" y="2135"/>
                  </a:cubicBezTo>
                  <a:cubicBezTo>
                    <a:pt x="5115" y="2527"/>
                    <a:pt x="5398" y="2835"/>
                    <a:pt x="5964" y="3058"/>
                  </a:cubicBezTo>
                  <a:cubicBezTo>
                    <a:pt x="6529" y="3281"/>
                    <a:pt x="7311" y="3393"/>
                    <a:pt x="8309" y="3393"/>
                  </a:cubicBezTo>
                  <a:cubicBezTo>
                    <a:pt x="9304" y="3393"/>
                    <a:pt x="10085" y="3281"/>
                    <a:pt x="10652" y="3058"/>
                  </a:cubicBezTo>
                  <a:cubicBezTo>
                    <a:pt x="11220" y="2835"/>
                    <a:pt x="11503" y="2527"/>
                    <a:pt x="11503" y="2135"/>
                  </a:cubicBezTo>
                  <a:cubicBezTo>
                    <a:pt x="11503" y="1741"/>
                    <a:pt x="11220" y="1433"/>
                    <a:pt x="10652" y="1210"/>
                  </a:cubicBezTo>
                  <a:cubicBezTo>
                    <a:pt x="10085" y="988"/>
                    <a:pt x="9304" y="876"/>
                    <a:pt x="8309" y="876"/>
                  </a:cubicBezTo>
                  <a:close/>
                  <a:moveTo>
                    <a:pt x="1908" y="136"/>
                  </a:moveTo>
                  <a:lnTo>
                    <a:pt x="1908" y="3108"/>
                  </a:lnTo>
                  <a:cubicBezTo>
                    <a:pt x="1908" y="3385"/>
                    <a:pt x="1794" y="3577"/>
                    <a:pt x="1567" y="3684"/>
                  </a:cubicBezTo>
                  <a:cubicBezTo>
                    <a:pt x="1339" y="3791"/>
                    <a:pt x="947" y="3845"/>
                    <a:pt x="392" y="3845"/>
                  </a:cubicBezTo>
                  <a:lnTo>
                    <a:pt x="1" y="3845"/>
                  </a:lnTo>
                  <a:lnTo>
                    <a:pt x="1" y="4208"/>
                  </a:lnTo>
                  <a:lnTo>
                    <a:pt x="479" y="4208"/>
                  </a:lnTo>
                  <a:cubicBezTo>
                    <a:pt x="1419" y="4208"/>
                    <a:pt x="2102" y="4121"/>
                    <a:pt x="2527" y="3947"/>
                  </a:cubicBezTo>
                  <a:cubicBezTo>
                    <a:pt x="2951" y="3773"/>
                    <a:pt x="3163" y="3494"/>
                    <a:pt x="3163" y="3108"/>
                  </a:cubicBezTo>
                  <a:lnTo>
                    <a:pt x="3163" y="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2131100" y="1602750"/>
              <a:ext cx="978375" cy="82900"/>
            </a:xfrm>
            <a:custGeom>
              <a:rect b="b" l="l" r="r" t="t"/>
              <a:pathLst>
                <a:path extrusionOk="0" h="3316" w="39135">
                  <a:moveTo>
                    <a:pt x="29023" y="434"/>
                  </a:moveTo>
                  <a:lnTo>
                    <a:pt x="29023" y="2140"/>
                  </a:lnTo>
                  <a:lnTo>
                    <a:pt x="25854" y="2140"/>
                  </a:lnTo>
                  <a:lnTo>
                    <a:pt x="29023" y="434"/>
                  </a:lnTo>
                  <a:close/>
                  <a:moveTo>
                    <a:pt x="1" y="1877"/>
                  </a:moveTo>
                  <a:lnTo>
                    <a:pt x="1" y="2228"/>
                  </a:lnTo>
                  <a:lnTo>
                    <a:pt x="3350" y="2228"/>
                  </a:lnTo>
                  <a:lnTo>
                    <a:pt x="3350" y="1877"/>
                  </a:lnTo>
                  <a:close/>
                  <a:moveTo>
                    <a:pt x="8018" y="342"/>
                  </a:moveTo>
                  <a:cubicBezTo>
                    <a:pt x="8668" y="342"/>
                    <a:pt x="9156" y="452"/>
                    <a:pt x="9481" y="671"/>
                  </a:cubicBezTo>
                  <a:cubicBezTo>
                    <a:pt x="9806" y="890"/>
                    <a:pt x="9969" y="1219"/>
                    <a:pt x="9969" y="1659"/>
                  </a:cubicBezTo>
                  <a:cubicBezTo>
                    <a:pt x="9969" y="2097"/>
                    <a:pt x="9806" y="2425"/>
                    <a:pt x="9481" y="2644"/>
                  </a:cubicBezTo>
                  <a:cubicBezTo>
                    <a:pt x="9156" y="2863"/>
                    <a:pt x="8668" y="2973"/>
                    <a:pt x="8018" y="2973"/>
                  </a:cubicBezTo>
                  <a:cubicBezTo>
                    <a:pt x="7372" y="2973"/>
                    <a:pt x="6886" y="2863"/>
                    <a:pt x="6561" y="2644"/>
                  </a:cubicBezTo>
                  <a:cubicBezTo>
                    <a:pt x="6235" y="2425"/>
                    <a:pt x="6073" y="2097"/>
                    <a:pt x="6073" y="1659"/>
                  </a:cubicBezTo>
                  <a:cubicBezTo>
                    <a:pt x="6073" y="1219"/>
                    <a:pt x="6235" y="890"/>
                    <a:pt x="6561" y="671"/>
                  </a:cubicBezTo>
                  <a:cubicBezTo>
                    <a:pt x="6886" y="452"/>
                    <a:pt x="7372" y="342"/>
                    <a:pt x="8018" y="342"/>
                  </a:cubicBezTo>
                  <a:close/>
                  <a:moveTo>
                    <a:pt x="13431" y="2709"/>
                  </a:moveTo>
                  <a:lnTo>
                    <a:pt x="13431" y="3253"/>
                  </a:lnTo>
                  <a:lnTo>
                    <a:pt x="14743" y="3253"/>
                  </a:lnTo>
                  <a:lnTo>
                    <a:pt x="14743" y="2709"/>
                  </a:lnTo>
                  <a:close/>
                  <a:moveTo>
                    <a:pt x="19732" y="58"/>
                  </a:moveTo>
                  <a:lnTo>
                    <a:pt x="17514" y="212"/>
                  </a:lnTo>
                  <a:lnTo>
                    <a:pt x="17514" y="606"/>
                  </a:lnTo>
                  <a:lnTo>
                    <a:pt x="19744" y="452"/>
                  </a:lnTo>
                  <a:lnTo>
                    <a:pt x="19744" y="2889"/>
                  </a:lnTo>
                  <a:lnTo>
                    <a:pt x="17694" y="2889"/>
                  </a:lnTo>
                  <a:lnTo>
                    <a:pt x="17694" y="3253"/>
                  </a:lnTo>
                  <a:lnTo>
                    <a:pt x="23038" y="3253"/>
                  </a:lnTo>
                  <a:lnTo>
                    <a:pt x="23038" y="2889"/>
                  </a:lnTo>
                  <a:lnTo>
                    <a:pt x="20987" y="2889"/>
                  </a:lnTo>
                  <a:lnTo>
                    <a:pt x="20987" y="58"/>
                  </a:lnTo>
                  <a:close/>
                  <a:moveTo>
                    <a:pt x="28694" y="58"/>
                  </a:moveTo>
                  <a:lnTo>
                    <a:pt x="24835" y="2082"/>
                  </a:lnTo>
                  <a:lnTo>
                    <a:pt x="24835" y="2500"/>
                  </a:lnTo>
                  <a:lnTo>
                    <a:pt x="29023" y="2500"/>
                  </a:lnTo>
                  <a:lnTo>
                    <a:pt x="29023" y="3253"/>
                  </a:lnTo>
                  <a:lnTo>
                    <a:pt x="30272" y="3253"/>
                  </a:lnTo>
                  <a:lnTo>
                    <a:pt x="30272" y="2500"/>
                  </a:lnTo>
                  <a:lnTo>
                    <a:pt x="31596" y="2500"/>
                  </a:lnTo>
                  <a:lnTo>
                    <a:pt x="31596" y="2140"/>
                  </a:lnTo>
                  <a:lnTo>
                    <a:pt x="30272" y="2140"/>
                  </a:lnTo>
                  <a:lnTo>
                    <a:pt x="30272" y="58"/>
                  </a:lnTo>
                  <a:close/>
                  <a:moveTo>
                    <a:pt x="35928" y="0"/>
                  </a:moveTo>
                  <a:cubicBezTo>
                    <a:pt x="35563" y="0"/>
                    <a:pt x="35162" y="18"/>
                    <a:pt x="34723" y="54"/>
                  </a:cubicBezTo>
                  <a:cubicBezTo>
                    <a:pt x="34283" y="89"/>
                    <a:pt x="33811" y="142"/>
                    <a:pt x="33306" y="212"/>
                  </a:cubicBezTo>
                  <a:lnTo>
                    <a:pt x="33306" y="648"/>
                  </a:lnTo>
                  <a:cubicBezTo>
                    <a:pt x="33803" y="553"/>
                    <a:pt x="34270" y="482"/>
                    <a:pt x="34707" y="434"/>
                  </a:cubicBezTo>
                  <a:cubicBezTo>
                    <a:pt x="35144" y="387"/>
                    <a:pt x="35559" y="364"/>
                    <a:pt x="35953" y="364"/>
                  </a:cubicBezTo>
                  <a:cubicBezTo>
                    <a:pt x="36508" y="364"/>
                    <a:pt x="36958" y="417"/>
                    <a:pt x="37304" y="524"/>
                  </a:cubicBezTo>
                  <a:cubicBezTo>
                    <a:pt x="37650" y="631"/>
                    <a:pt x="37823" y="770"/>
                    <a:pt x="37823" y="940"/>
                  </a:cubicBezTo>
                  <a:cubicBezTo>
                    <a:pt x="37823" y="1044"/>
                    <a:pt x="37743" y="1150"/>
                    <a:pt x="37584" y="1257"/>
                  </a:cubicBezTo>
                  <a:cubicBezTo>
                    <a:pt x="37425" y="1365"/>
                    <a:pt x="37144" y="1497"/>
                    <a:pt x="36742" y="1652"/>
                  </a:cubicBezTo>
                  <a:cubicBezTo>
                    <a:pt x="36531" y="1735"/>
                    <a:pt x="36014" y="1919"/>
                    <a:pt x="35192" y="2205"/>
                  </a:cubicBezTo>
                  <a:cubicBezTo>
                    <a:pt x="34369" y="2492"/>
                    <a:pt x="33720" y="2719"/>
                    <a:pt x="33244" y="2889"/>
                  </a:cubicBezTo>
                  <a:lnTo>
                    <a:pt x="33244" y="3253"/>
                  </a:lnTo>
                  <a:lnTo>
                    <a:pt x="39134" y="3253"/>
                  </a:lnTo>
                  <a:lnTo>
                    <a:pt x="39134" y="2889"/>
                  </a:lnTo>
                  <a:lnTo>
                    <a:pt x="34754" y="2889"/>
                  </a:lnTo>
                  <a:cubicBezTo>
                    <a:pt x="35764" y="2534"/>
                    <a:pt x="36547" y="2258"/>
                    <a:pt x="37102" y="2060"/>
                  </a:cubicBezTo>
                  <a:cubicBezTo>
                    <a:pt x="37658" y="1862"/>
                    <a:pt x="37987" y="1743"/>
                    <a:pt x="38090" y="1701"/>
                  </a:cubicBezTo>
                  <a:cubicBezTo>
                    <a:pt x="38467" y="1542"/>
                    <a:pt x="38727" y="1403"/>
                    <a:pt x="38870" y="1285"/>
                  </a:cubicBezTo>
                  <a:cubicBezTo>
                    <a:pt x="39013" y="1167"/>
                    <a:pt x="39085" y="1043"/>
                    <a:pt x="39085" y="912"/>
                  </a:cubicBezTo>
                  <a:cubicBezTo>
                    <a:pt x="39085" y="635"/>
                    <a:pt x="38799" y="414"/>
                    <a:pt x="38227" y="248"/>
                  </a:cubicBezTo>
                  <a:cubicBezTo>
                    <a:pt x="37655" y="83"/>
                    <a:pt x="36889" y="0"/>
                    <a:pt x="35928" y="0"/>
                  </a:cubicBezTo>
                  <a:close/>
                  <a:moveTo>
                    <a:pt x="8018" y="0"/>
                  </a:moveTo>
                  <a:cubicBezTo>
                    <a:pt x="6978" y="0"/>
                    <a:pt x="6184" y="142"/>
                    <a:pt x="5635" y="425"/>
                  </a:cubicBezTo>
                  <a:cubicBezTo>
                    <a:pt x="5086" y="708"/>
                    <a:pt x="4811" y="1119"/>
                    <a:pt x="4811" y="1659"/>
                  </a:cubicBezTo>
                  <a:cubicBezTo>
                    <a:pt x="4811" y="2197"/>
                    <a:pt x="5086" y="2607"/>
                    <a:pt x="5635" y="2890"/>
                  </a:cubicBezTo>
                  <a:cubicBezTo>
                    <a:pt x="6184" y="3173"/>
                    <a:pt x="6978" y="3315"/>
                    <a:pt x="8018" y="3315"/>
                  </a:cubicBezTo>
                  <a:cubicBezTo>
                    <a:pt x="9058" y="3315"/>
                    <a:pt x="9852" y="3173"/>
                    <a:pt x="10401" y="2890"/>
                  </a:cubicBezTo>
                  <a:cubicBezTo>
                    <a:pt x="10950" y="2607"/>
                    <a:pt x="11224" y="2197"/>
                    <a:pt x="11224" y="1659"/>
                  </a:cubicBezTo>
                  <a:cubicBezTo>
                    <a:pt x="11224" y="1119"/>
                    <a:pt x="10950" y="708"/>
                    <a:pt x="10401" y="425"/>
                  </a:cubicBezTo>
                  <a:cubicBezTo>
                    <a:pt x="9852" y="142"/>
                    <a:pt x="9058" y="0"/>
                    <a:pt x="80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84650" y="1745175"/>
              <a:ext cx="1261475" cy="104150"/>
            </a:xfrm>
            <a:custGeom>
              <a:rect b="b" l="l" r="r" t="t"/>
              <a:pathLst>
                <a:path extrusionOk="0" h="4166" w="50459">
                  <a:moveTo>
                    <a:pt x="18504" y="1133"/>
                  </a:moveTo>
                  <a:cubicBezTo>
                    <a:pt x="19068" y="1133"/>
                    <a:pt x="19520" y="1197"/>
                    <a:pt x="19862" y="1325"/>
                  </a:cubicBezTo>
                  <a:cubicBezTo>
                    <a:pt x="20204" y="1454"/>
                    <a:pt x="20379" y="1626"/>
                    <a:pt x="20387" y="1841"/>
                  </a:cubicBezTo>
                  <a:lnTo>
                    <a:pt x="16311" y="1843"/>
                  </a:lnTo>
                  <a:cubicBezTo>
                    <a:pt x="16369" y="1618"/>
                    <a:pt x="16589" y="1443"/>
                    <a:pt x="16973" y="1319"/>
                  </a:cubicBezTo>
                  <a:cubicBezTo>
                    <a:pt x="17356" y="1195"/>
                    <a:pt x="17866" y="1133"/>
                    <a:pt x="18504" y="1133"/>
                  </a:cubicBezTo>
                  <a:close/>
                  <a:moveTo>
                    <a:pt x="26037" y="1128"/>
                  </a:moveTo>
                  <a:cubicBezTo>
                    <a:pt x="26654" y="1128"/>
                    <a:pt x="27134" y="1207"/>
                    <a:pt x="27476" y="1364"/>
                  </a:cubicBezTo>
                  <a:cubicBezTo>
                    <a:pt x="27817" y="1521"/>
                    <a:pt x="27988" y="1742"/>
                    <a:pt x="27988" y="2027"/>
                  </a:cubicBezTo>
                  <a:cubicBezTo>
                    <a:pt x="27988" y="2311"/>
                    <a:pt x="27817" y="2532"/>
                    <a:pt x="27476" y="2689"/>
                  </a:cubicBezTo>
                  <a:cubicBezTo>
                    <a:pt x="27134" y="2846"/>
                    <a:pt x="26654" y="2924"/>
                    <a:pt x="26037" y="2924"/>
                  </a:cubicBezTo>
                  <a:cubicBezTo>
                    <a:pt x="25424" y="2924"/>
                    <a:pt x="24947" y="2846"/>
                    <a:pt x="24605" y="2689"/>
                  </a:cubicBezTo>
                  <a:cubicBezTo>
                    <a:pt x="24263" y="2532"/>
                    <a:pt x="24092" y="2311"/>
                    <a:pt x="24092" y="2027"/>
                  </a:cubicBezTo>
                  <a:cubicBezTo>
                    <a:pt x="24092" y="1742"/>
                    <a:pt x="24263" y="1521"/>
                    <a:pt x="24605" y="1364"/>
                  </a:cubicBezTo>
                  <a:cubicBezTo>
                    <a:pt x="24947" y="1207"/>
                    <a:pt x="25424" y="1128"/>
                    <a:pt x="26037" y="1128"/>
                  </a:cubicBezTo>
                  <a:close/>
                  <a:moveTo>
                    <a:pt x="34183" y="1133"/>
                  </a:moveTo>
                  <a:cubicBezTo>
                    <a:pt x="34792" y="1133"/>
                    <a:pt x="35275" y="1216"/>
                    <a:pt x="35631" y="1382"/>
                  </a:cubicBezTo>
                  <a:cubicBezTo>
                    <a:pt x="35987" y="1548"/>
                    <a:pt x="36166" y="1773"/>
                    <a:pt x="36166" y="2057"/>
                  </a:cubicBezTo>
                  <a:cubicBezTo>
                    <a:pt x="36166" y="2343"/>
                    <a:pt x="35987" y="2568"/>
                    <a:pt x="35631" y="2734"/>
                  </a:cubicBezTo>
                  <a:cubicBezTo>
                    <a:pt x="35275" y="2899"/>
                    <a:pt x="34792" y="2982"/>
                    <a:pt x="34183" y="2982"/>
                  </a:cubicBezTo>
                  <a:cubicBezTo>
                    <a:pt x="33566" y="2982"/>
                    <a:pt x="33080" y="2899"/>
                    <a:pt x="32726" y="2735"/>
                  </a:cubicBezTo>
                  <a:cubicBezTo>
                    <a:pt x="32372" y="2570"/>
                    <a:pt x="32195" y="2344"/>
                    <a:pt x="32195" y="2057"/>
                  </a:cubicBezTo>
                  <a:cubicBezTo>
                    <a:pt x="32195" y="1771"/>
                    <a:pt x="32373" y="1545"/>
                    <a:pt x="32729" y="1380"/>
                  </a:cubicBezTo>
                  <a:cubicBezTo>
                    <a:pt x="33086" y="1215"/>
                    <a:pt x="33570" y="1133"/>
                    <a:pt x="34183" y="1133"/>
                  </a:cubicBezTo>
                  <a:close/>
                  <a:moveTo>
                    <a:pt x="13794" y="799"/>
                  </a:moveTo>
                  <a:cubicBezTo>
                    <a:pt x="13243" y="799"/>
                    <a:pt x="12775" y="834"/>
                    <a:pt x="12390" y="905"/>
                  </a:cubicBezTo>
                  <a:cubicBezTo>
                    <a:pt x="12005" y="975"/>
                    <a:pt x="11692" y="1084"/>
                    <a:pt x="11452" y="1229"/>
                  </a:cubicBezTo>
                  <a:lnTo>
                    <a:pt x="11452" y="857"/>
                  </a:lnTo>
                  <a:lnTo>
                    <a:pt x="10302" y="857"/>
                  </a:lnTo>
                  <a:lnTo>
                    <a:pt x="10302" y="3254"/>
                  </a:lnTo>
                  <a:lnTo>
                    <a:pt x="11452" y="3254"/>
                  </a:lnTo>
                  <a:lnTo>
                    <a:pt x="11452" y="1991"/>
                  </a:lnTo>
                  <a:cubicBezTo>
                    <a:pt x="11452" y="1720"/>
                    <a:pt x="11625" y="1512"/>
                    <a:pt x="11971" y="1367"/>
                  </a:cubicBezTo>
                  <a:cubicBezTo>
                    <a:pt x="12316" y="1222"/>
                    <a:pt x="12812" y="1150"/>
                    <a:pt x="13459" y="1150"/>
                  </a:cubicBezTo>
                  <a:cubicBezTo>
                    <a:pt x="13641" y="1150"/>
                    <a:pt x="13808" y="1156"/>
                    <a:pt x="13959" y="1168"/>
                  </a:cubicBezTo>
                  <a:cubicBezTo>
                    <a:pt x="14110" y="1180"/>
                    <a:pt x="14250" y="1199"/>
                    <a:pt x="14378" y="1225"/>
                  </a:cubicBezTo>
                  <a:lnTo>
                    <a:pt x="14372" y="820"/>
                  </a:lnTo>
                  <a:cubicBezTo>
                    <a:pt x="14256" y="813"/>
                    <a:pt x="14151" y="808"/>
                    <a:pt x="14055" y="804"/>
                  </a:cubicBezTo>
                  <a:cubicBezTo>
                    <a:pt x="13960" y="801"/>
                    <a:pt x="13873" y="799"/>
                    <a:pt x="13794" y="799"/>
                  </a:cubicBezTo>
                  <a:close/>
                  <a:moveTo>
                    <a:pt x="42722" y="799"/>
                  </a:moveTo>
                  <a:cubicBezTo>
                    <a:pt x="42171" y="799"/>
                    <a:pt x="41703" y="834"/>
                    <a:pt x="41318" y="905"/>
                  </a:cubicBezTo>
                  <a:cubicBezTo>
                    <a:pt x="40933" y="975"/>
                    <a:pt x="40620" y="1084"/>
                    <a:pt x="40380" y="1229"/>
                  </a:cubicBezTo>
                  <a:lnTo>
                    <a:pt x="40380" y="857"/>
                  </a:lnTo>
                  <a:lnTo>
                    <a:pt x="39230" y="857"/>
                  </a:lnTo>
                  <a:lnTo>
                    <a:pt x="39230" y="3254"/>
                  </a:lnTo>
                  <a:lnTo>
                    <a:pt x="40380" y="3254"/>
                  </a:lnTo>
                  <a:lnTo>
                    <a:pt x="40380" y="1991"/>
                  </a:lnTo>
                  <a:cubicBezTo>
                    <a:pt x="40380" y="1720"/>
                    <a:pt x="40553" y="1512"/>
                    <a:pt x="40899" y="1367"/>
                  </a:cubicBezTo>
                  <a:cubicBezTo>
                    <a:pt x="41244" y="1222"/>
                    <a:pt x="41740" y="1150"/>
                    <a:pt x="42387" y="1150"/>
                  </a:cubicBezTo>
                  <a:cubicBezTo>
                    <a:pt x="42569" y="1150"/>
                    <a:pt x="42736" y="1156"/>
                    <a:pt x="42887" y="1168"/>
                  </a:cubicBezTo>
                  <a:cubicBezTo>
                    <a:pt x="43038" y="1180"/>
                    <a:pt x="43178" y="1199"/>
                    <a:pt x="43306" y="1225"/>
                  </a:cubicBezTo>
                  <a:lnTo>
                    <a:pt x="43300" y="820"/>
                  </a:lnTo>
                  <a:cubicBezTo>
                    <a:pt x="43184" y="813"/>
                    <a:pt x="43079" y="808"/>
                    <a:pt x="42983" y="804"/>
                  </a:cubicBezTo>
                  <a:cubicBezTo>
                    <a:pt x="42888" y="801"/>
                    <a:pt x="42801" y="799"/>
                    <a:pt x="42722" y="799"/>
                  </a:cubicBezTo>
                  <a:close/>
                  <a:moveTo>
                    <a:pt x="4630" y="1"/>
                  </a:moveTo>
                  <a:cubicBezTo>
                    <a:pt x="3180" y="1"/>
                    <a:pt x="2046" y="147"/>
                    <a:pt x="1228" y="438"/>
                  </a:cubicBezTo>
                  <a:cubicBezTo>
                    <a:pt x="410" y="730"/>
                    <a:pt x="1" y="1137"/>
                    <a:pt x="1" y="1659"/>
                  </a:cubicBezTo>
                  <a:cubicBezTo>
                    <a:pt x="1" y="2180"/>
                    <a:pt x="410" y="2586"/>
                    <a:pt x="1228" y="2878"/>
                  </a:cubicBezTo>
                  <a:cubicBezTo>
                    <a:pt x="2046" y="3170"/>
                    <a:pt x="3180" y="3316"/>
                    <a:pt x="4630" y="3316"/>
                  </a:cubicBezTo>
                  <a:cubicBezTo>
                    <a:pt x="5293" y="3316"/>
                    <a:pt x="5917" y="3285"/>
                    <a:pt x="6501" y="3225"/>
                  </a:cubicBezTo>
                  <a:cubicBezTo>
                    <a:pt x="7085" y="3164"/>
                    <a:pt x="7619" y="3075"/>
                    <a:pt x="8104" y="2956"/>
                  </a:cubicBezTo>
                  <a:lnTo>
                    <a:pt x="8104" y="1584"/>
                  </a:lnTo>
                  <a:lnTo>
                    <a:pt x="4810" y="1584"/>
                  </a:lnTo>
                  <a:lnTo>
                    <a:pt x="4810" y="1940"/>
                  </a:lnTo>
                  <a:lnTo>
                    <a:pt x="6861" y="1940"/>
                  </a:lnTo>
                  <a:lnTo>
                    <a:pt x="6861" y="2798"/>
                  </a:lnTo>
                  <a:cubicBezTo>
                    <a:pt x="6583" y="2853"/>
                    <a:pt x="6271" y="2894"/>
                    <a:pt x="5923" y="2921"/>
                  </a:cubicBezTo>
                  <a:cubicBezTo>
                    <a:pt x="5575" y="2947"/>
                    <a:pt x="5179" y="2960"/>
                    <a:pt x="4736" y="2960"/>
                  </a:cubicBezTo>
                  <a:cubicBezTo>
                    <a:pt x="3601" y="2960"/>
                    <a:pt x="2748" y="2851"/>
                    <a:pt x="2179" y="2633"/>
                  </a:cubicBezTo>
                  <a:cubicBezTo>
                    <a:pt x="1609" y="2415"/>
                    <a:pt x="1324" y="2090"/>
                    <a:pt x="1324" y="1659"/>
                  </a:cubicBezTo>
                  <a:cubicBezTo>
                    <a:pt x="1324" y="1227"/>
                    <a:pt x="1609" y="902"/>
                    <a:pt x="2179" y="683"/>
                  </a:cubicBezTo>
                  <a:cubicBezTo>
                    <a:pt x="2748" y="465"/>
                    <a:pt x="3601" y="356"/>
                    <a:pt x="4736" y="356"/>
                  </a:cubicBezTo>
                  <a:cubicBezTo>
                    <a:pt x="5312" y="356"/>
                    <a:pt x="5861" y="390"/>
                    <a:pt x="6383" y="459"/>
                  </a:cubicBezTo>
                  <a:cubicBezTo>
                    <a:pt x="6904" y="527"/>
                    <a:pt x="7397" y="629"/>
                    <a:pt x="7861" y="765"/>
                  </a:cubicBezTo>
                  <a:lnTo>
                    <a:pt x="7861" y="305"/>
                  </a:lnTo>
                  <a:cubicBezTo>
                    <a:pt x="7402" y="205"/>
                    <a:pt x="6899" y="129"/>
                    <a:pt x="6355" y="78"/>
                  </a:cubicBezTo>
                  <a:cubicBezTo>
                    <a:pt x="5810" y="26"/>
                    <a:pt x="5235" y="1"/>
                    <a:pt x="4630" y="1"/>
                  </a:cubicBezTo>
                  <a:close/>
                  <a:moveTo>
                    <a:pt x="18492" y="799"/>
                  </a:moveTo>
                  <a:cubicBezTo>
                    <a:pt x="17448" y="799"/>
                    <a:pt x="16618" y="914"/>
                    <a:pt x="16003" y="1145"/>
                  </a:cubicBezTo>
                  <a:cubicBezTo>
                    <a:pt x="15388" y="1375"/>
                    <a:pt x="15080" y="1686"/>
                    <a:pt x="15080" y="2079"/>
                  </a:cubicBezTo>
                  <a:cubicBezTo>
                    <a:pt x="15080" y="2458"/>
                    <a:pt x="15405" y="2759"/>
                    <a:pt x="16053" y="2982"/>
                  </a:cubicBezTo>
                  <a:cubicBezTo>
                    <a:pt x="16701" y="3204"/>
                    <a:pt x="17581" y="3316"/>
                    <a:pt x="18691" y="3316"/>
                  </a:cubicBezTo>
                  <a:cubicBezTo>
                    <a:pt x="19134" y="3316"/>
                    <a:pt x="19571" y="3300"/>
                    <a:pt x="20002" y="3269"/>
                  </a:cubicBezTo>
                  <a:cubicBezTo>
                    <a:pt x="20433" y="3237"/>
                    <a:pt x="20853" y="3192"/>
                    <a:pt x="21263" y="3132"/>
                  </a:cubicBezTo>
                  <a:lnTo>
                    <a:pt x="21263" y="2759"/>
                  </a:lnTo>
                  <a:cubicBezTo>
                    <a:pt x="20857" y="2833"/>
                    <a:pt x="20448" y="2889"/>
                    <a:pt x="20036" y="2926"/>
                  </a:cubicBezTo>
                  <a:cubicBezTo>
                    <a:pt x="19624" y="2963"/>
                    <a:pt x="19198" y="2982"/>
                    <a:pt x="18759" y="2982"/>
                  </a:cubicBezTo>
                  <a:cubicBezTo>
                    <a:pt x="18001" y="2982"/>
                    <a:pt x="17410" y="2911"/>
                    <a:pt x="16985" y="2769"/>
                  </a:cubicBezTo>
                  <a:cubicBezTo>
                    <a:pt x="16560" y="2627"/>
                    <a:pt x="16323" y="2420"/>
                    <a:pt x="16274" y="2149"/>
                  </a:cubicBezTo>
                  <a:lnTo>
                    <a:pt x="21530" y="2149"/>
                  </a:lnTo>
                  <a:lnTo>
                    <a:pt x="21530" y="1957"/>
                  </a:lnTo>
                  <a:cubicBezTo>
                    <a:pt x="21530" y="1600"/>
                    <a:pt x="21258" y="1318"/>
                    <a:pt x="20713" y="1110"/>
                  </a:cubicBezTo>
                  <a:cubicBezTo>
                    <a:pt x="20169" y="903"/>
                    <a:pt x="19428" y="799"/>
                    <a:pt x="18492" y="799"/>
                  </a:cubicBezTo>
                  <a:close/>
                  <a:moveTo>
                    <a:pt x="34183" y="799"/>
                  </a:moveTo>
                  <a:cubicBezTo>
                    <a:pt x="33185" y="799"/>
                    <a:pt x="32403" y="910"/>
                    <a:pt x="31838" y="1133"/>
                  </a:cubicBezTo>
                  <a:cubicBezTo>
                    <a:pt x="31272" y="1355"/>
                    <a:pt x="30989" y="1664"/>
                    <a:pt x="30989" y="2057"/>
                  </a:cubicBezTo>
                  <a:cubicBezTo>
                    <a:pt x="30989" y="2450"/>
                    <a:pt x="31272" y="2757"/>
                    <a:pt x="31838" y="2981"/>
                  </a:cubicBezTo>
                  <a:cubicBezTo>
                    <a:pt x="32403" y="3204"/>
                    <a:pt x="33185" y="3316"/>
                    <a:pt x="34183" y="3316"/>
                  </a:cubicBezTo>
                  <a:cubicBezTo>
                    <a:pt x="35178" y="3316"/>
                    <a:pt x="35959" y="3204"/>
                    <a:pt x="36526" y="2981"/>
                  </a:cubicBezTo>
                  <a:cubicBezTo>
                    <a:pt x="37094" y="2757"/>
                    <a:pt x="37377" y="2450"/>
                    <a:pt x="37377" y="2057"/>
                  </a:cubicBezTo>
                  <a:cubicBezTo>
                    <a:pt x="37377" y="1664"/>
                    <a:pt x="37094" y="1355"/>
                    <a:pt x="36526" y="1133"/>
                  </a:cubicBezTo>
                  <a:cubicBezTo>
                    <a:pt x="35959" y="910"/>
                    <a:pt x="35178" y="799"/>
                    <a:pt x="34183" y="799"/>
                  </a:cubicBezTo>
                  <a:close/>
                  <a:moveTo>
                    <a:pt x="25757" y="799"/>
                  </a:moveTo>
                  <a:cubicBezTo>
                    <a:pt x="24904" y="799"/>
                    <a:pt x="24216" y="911"/>
                    <a:pt x="23694" y="1135"/>
                  </a:cubicBezTo>
                  <a:cubicBezTo>
                    <a:pt x="23172" y="1359"/>
                    <a:pt x="22911" y="1656"/>
                    <a:pt x="22911" y="2027"/>
                  </a:cubicBezTo>
                  <a:cubicBezTo>
                    <a:pt x="22911" y="2397"/>
                    <a:pt x="23172" y="2694"/>
                    <a:pt x="23694" y="2918"/>
                  </a:cubicBezTo>
                  <a:cubicBezTo>
                    <a:pt x="24216" y="3142"/>
                    <a:pt x="24904" y="3254"/>
                    <a:pt x="25757" y="3254"/>
                  </a:cubicBezTo>
                  <a:cubicBezTo>
                    <a:pt x="26271" y="3254"/>
                    <a:pt x="26712" y="3219"/>
                    <a:pt x="27081" y="3149"/>
                  </a:cubicBezTo>
                  <a:cubicBezTo>
                    <a:pt x="27450" y="3079"/>
                    <a:pt x="27752" y="2973"/>
                    <a:pt x="27988" y="2832"/>
                  </a:cubicBezTo>
                  <a:lnTo>
                    <a:pt x="27988" y="3027"/>
                  </a:lnTo>
                  <a:cubicBezTo>
                    <a:pt x="27988" y="3299"/>
                    <a:pt x="27802" y="3503"/>
                    <a:pt x="27429" y="3638"/>
                  </a:cubicBezTo>
                  <a:cubicBezTo>
                    <a:pt x="27056" y="3773"/>
                    <a:pt x="26495" y="3840"/>
                    <a:pt x="25745" y="3840"/>
                  </a:cubicBezTo>
                  <a:cubicBezTo>
                    <a:pt x="25405" y="3840"/>
                    <a:pt x="25072" y="3825"/>
                    <a:pt x="24745" y="3795"/>
                  </a:cubicBezTo>
                  <a:cubicBezTo>
                    <a:pt x="24417" y="3765"/>
                    <a:pt x="24086" y="3719"/>
                    <a:pt x="23750" y="3656"/>
                  </a:cubicBezTo>
                  <a:lnTo>
                    <a:pt x="23750" y="4039"/>
                  </a:lnTo>
                  <a:cubicBezTo>
                    <a:pt x="24086" y="4082"/>
                    <a:pt x="24432" y="4114"/>
                    <a:pt x="24788" y="4134"/>
                  </a:cubicBezTo>
                  <a:cubicBezTo>
                    <a:pt x="25144" y="4155"/>
                    <a:pt x="25523" y="4165"/>
                    <a:pt x="25925" y="4165"/>
                  </a:cubicBezTo>
                  <a:cubicBezTo>
                    <a:pt x="27011" y="4165"/>
                    <a:pt x="27816" y="4066"/>
                    <a:pt x="28342" y="3867"/>
                  </a:cubicBezTo>
                  <a:cubicBezTo>
                    <a:pt x="28869" y="3668"/>
                    <a:pt x="29132" y="3364"/>
                    <a:pt x="29132" y="2956"/>
                  </a:cubicBezTo>
                  <a:lnTo>
                    <a:pt x="29132" y="857"/>
                  </a:lnTo>
                  <a:lnTo>
                    <a:pt x="27988" y="857"/>
                  </a:lnTo>
                  <a:lnTo>
                    <a:pt x="27988" y="1221"/>
                  </a:lnTo>
                  <a:cubicBezTo>
                    <a:pt x="27752" y="1079"/>
                    <a:pt x="27450" y="974"/>
                    <a:pt x="27081" y="904"/>
                  </a:cubicBezTo>
                  <a:cubicBezTo>
                    <a:pt x="26712" y="834"/>
                    <a:pt x="26271" y="799"/>
                    <a:pt x="25757" y="799"/>
                  </a:cubicBezTo>
                  <a:close/>
                  <a:moveTo>
                    <a:pt x="43685" y="857"/>
                  </a:moveTo>
                  <a:lnTo>
                    <a:pt x="46500" y="3215"/>
                  </a:lnTo>
                  <a:lnTo>
                    <a:pt x="46295" y="3395"/>
                  </a:lnTo>
                  <a:cubicBezTo>
                    <a:pt x="46084" y="3586"/>
                    <a:pt x="45891" y="3707"/>
                    <a:pt x="45717" y="3759"/>
                  </a:cubicBezTo>
                  <a:cubicBezTo>
                    <a:pt x="45543" y="3810"/>
                    <a:pt x="45299" y="3836"/>
                    <a:pt x="44984" y="3836"/>
                  </a:cubicBezTo>
                  <a:lnTo>
                    <a:pt x="44313" y="3836"/>
                  </a:lnTo>
                  <a:lnTo>
                    <a:pt x="44313" y="4165"/>
                  </a:lnTo>
                  <a:lnTo>
                    <a:pt x="45226" y="4165"/>
                  </a:lnTo>
                  <a:cubicBezTo>
                    <a:pt x="45740" y="4165"/>
                    <a:pt x="46150" y="4122"/>
                    <a:pt x="46457" y="4035"/>
                  </a:cubicBezTo>
                  <a:cubicBezTo>
                    <a:pt x="46763" y="3948"/>
                    <a:pt x="47078" y="3762"/>
                    <a:pt x="47401" y="3476"/>
                  </a:cubicBezTo>
                  <a:lnTo>
                    <a:pt x="50458" y="857"/>
                  </a:lnTo>
                  <a:lnTo>
                    <a:pt x="49247" y="857"/>
                  </a:lnTo>
                  <a:lnTo>
                    <a:pt x="47072" y="2731"/>
                  </a:lnTo>
                  <a:lnTo>
                    <a:pt x="44897" y="8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2112025" y="1745175"/>
              <a:ext cx="978350" cy="82900"/>
            </a:xfrm>
            <a:custGeom>
              <a:rect b="b" l="l" r="r" t="t"/>
              <a:pathLst>
                <a:path extrusionOk="0" h="3316" w="39134">
                  <a:moveTo>
                    <a:pt x="28109" y="343"/>
                  </a:moveTo>
                  <a:cubicBezTo>
                    <a:pt x="28672" y="343"/>
                    <a:pt x="29119" y="410"/>
                    <a:pt x="29448" y="543"/>
                  </a:cubicBezTo>
                  <a:cubicBezTo>
                    <a:pt x="29778" y="677"/>
                    <a:pt x="29942" y="858"/>
                    <a:pt x="29942" y="1088"/>
                  </a:cubicBezTo>
                  <a:cubicBezTo>
                    <a:pt x="29942" y="1319"/>
                    <a:pt x="29778" y="1501"/>
                    <a:pt x="29448" y="1634"/>
                  </a:cubicBezTo>
                  <a:cubicBezTo>
                    <a:pt x="29119" y="1766"/>
                    <a:pt x="28672" y="1833"/>
                    <a:pt x="28109" y="1833"/>
                  </a:cubicBezTo>
                  <a:cubicBezTo>
                    <a:pt x="27546" y="1833"/>
                    <a:pt x="27099" y="1766"/>
                    <a:pt x="26770" y="1634"/>
                  </a:cubicBezTo>
                  <a:cubicBezTo>
                    <a:pt x="26441" y="1501"/>
                    <a:pt x="26276" y="1319"/>
                    <a:pt x="26276" y="1088"/>
                  </a:cubicBezTo>
                  <a:cubicBezTo>
                    <a:pt x="26276" y="858"/>
                    <a:pt x="26441" y="677"/>
                    <a:pt x="26770" y="543"/>
                  </a:cubicBezTo>
                  <a:cubicBezTo>
                    <a:pt x="27099" y="410"/>
                    <a:pt x="27546" y="343"/>
                    <a:pt x="28109" y="343"/>
                  </a:cubicBezTo>
                  <a:close/>
                  <a:moveTo>
                    <a:pt x="0" y="1878"/>
                  </a:moveTo>
                  <a:lnTo>
                    <a:pt x="0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7" y="343"/>
                  </a:moveTo>
                  <a:cubicBezTo>
                    <a:pt x="8668" y="343"/>
                    <a:pt x="9155" y="453"/>
                    <a:pt x="9481" y="672"/>
                  </a:cubicBezTo>
                  <a:cubicBezTo>
                    <a:pt x="9806" y="891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1" y="2645"/>
                  </a:cubicBezTo>
                  <a:cubicBezTo>
                    <a:pt x="9155" y="2864"/>
                    <a:pt x="8668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1"/>
                    <a:pt x="6560" y="672"/>
                  </a:cubicBezTo>
                  <a:cubicBezTo>
                    <a:pt x="6885" y="453"/>
                    <a:pt x="7371" y="343"/>
                    <a:pt x="8017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19731" y="1"/>
                  </a:moveTo>
                  <a:cubicBezTo>
                    <a:pt x="19367" y="1"/>
                    <a:pt x="18965" y="18"/>
                    <a:pt x="18526" y="54"/>
                  </a:cubicBezTo>
                  <a:cubicBezTo>
                    <a:pt x="18087" y="90"/>
                    <a:pt x="17615" y="143"/>
                    <a:pt x="17109" y="212"/>
                  </a:cubicBezTo>
                  <a:lnTo>
                    <a:pt x="17109" y="649"/>
                  </a:lnTo>
                  <a:cubicBezTo>
                    <a:pt x="17606" y="553"/>
                    <a:pt x="18073" y="482"/>
                    <a:pt x="18510" y="435"/>
                  </a:cubicBezTo>
                  <a:cubicBezTo>
                    <a:pt x="18948" y="388"/>
                    <a:pt x="19363" y="364"/>
                    <a:pt x="19756" y="364"/>
                  </a:cubicBezTo>
                  <a:cubicBezTo>
                    <a:pt x="20311" y="364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7" y="1258"/>
                  </a:cubicBezTo>
                  <a:cubicBezTo>
                    <a:pt x="21228" y="1366"/>
                    <a:pt x="20947" y="1497"/>
                    <a:pt x="20546" y="1653"/>
                  </a:cubicBezTo>
                  <a:cubicBezTo>
                    <a:pt x="20334" y="1736"/>
                    <a:pt x="19817" y="1920"/>
                    <a:pt x="18995" y="2206"/>
                  </a:cubicBezTo>
                  <a:cubicBezTo>
                    <a:pt x="18173" y="2492"/>
                    <a:pt x="17524" y="2720"/>
                    <a:pt x="17047" y="2890"/>
                  </a:cubicBezTo>
                  <a:lnTo>
                    <a:pt x="17047" y="3254"/>
                  </a:lnTo>
                  <a:lnTo>
                    <a:pt x="22938" y="3254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5"/>
                    <a:pt x="20351" y="2258"/>
                    <a:pt x="20906" y="2061"/>
                  </a:cubicBezTo>
                  <a:cubicBezTo>
                    <a:pt x="21461" y="1863"/>
                    <a:pt x="21790" y="1743"/>
                    <a:pt x="21894" y="1702"/>
                  </a:cubicBezTo>
                  <a:cubicBezTo>
                    <a:pt x="22271" y="1542"/>
                    <a:pt x="22531" y="1403"/>
                    <a:pt x="22674" y="1286"/>
                  </a:cubicBezTo>
                  <a:cubicBezTo>
                    <a:pt x="22817" y="1168"/>
                    <a:pt x="22888" y="1044"/>
                    <a:pt x="22888" y="912"/>
                  </a:cubicBezTo>
                  <a:cubicBezTo>
                    <a:pt x="22888" y="636"/>
                    <a:pt x="22602" y="414"/>
                    <a:pt x="22031" y="249"/>
                  </a:cubicBezTo>
                  <a:cubicBezTo>
                    <a:pt x="21459" y="83"/>
                    <a:pt x="20693" y="1"/>
                    <a:pt x="19731" y="1"/>
                  </a:cubicBezTo>
                  <a:close/>
                  <a:moveTo>
                    <a:pt x="35927" y="1"/>
                  </a:moveTo>
                  <a:cubicBezTo>
                    <a:pt x="35563" y="1"/>
                    <a:pt x="35161" y="18"/>
                    <a:pt x="34722" y="54"/>
                  </a:cubicBezTo>
                  <a:cubicBezTo>
                    <a:pt x="34283" y="90"/>
                    <a:pt x="33811" y="143"/>
                    <a:pt x="33305" y="212"/>
                  </a:cubicBezTo>
                  <a:lnTo>
                    <a:pt x="33305" y="649"/>
                  </a:lnTo>
                  <a:cubicBezTo>
                    <a:pt x="33802" y="553"/>
                    <a:pt x="34269" y="482"/>
                    <a:pt x="34706" y="435"/>
                  </a:cubicBezTo>
                  <a:cubicBezTo>
                    <a:pt x="35144" y="388"/>
                    <a:pt x="35559" y="364"/>
                    <a:pt x="35952" y="364"/>
                  </a:cubicBezTo>
                  <a:cubicBezTo>
                    <a:pt x="36507" y="364"/>
                    <a:pt x="36958" y="418"/>
                    <a:pt x="37304" y="525"/>
                  </a:cubicBezTo>
                  <a:cubicBezTo>
                    <a:pt x="37650" y="632"/>
                    <a:pt x="37823" y="770"/>
                    <a:pt x="37823" y="940"/>
                  </a:cubicBezTo>
                  <a:cubicBezTo>
                    <a:pt x="37823" y="1044"/>
                    <a:pt x="37743" y="1150"/>
                    <a:pt x="37583" y="1258"/>
                  </a:cubicBezTo>
                  <a:cubicBezTo>
                    <a:pt x="37424" y="1366"/>
                    <a:pt x="37143" y="1497"/>
                    <a:pt x="36742" y="1653"/>
                  </a:cubicBezTo>
                  <a:cubicBezTo>
                    <a:pt x="36530" y="1736"/>
                    <a:pt x="36013" y="1920"/>
                    <a:pt x="35191" y="2206"/>
                  </a:cubicBezTo>
                  <a:cubicBezTo>
                    <a:pt x="34369" y="2492"/>
                    <a:pt x="33720" y="2720"/>
                    <a:pt x="33243" y="2890"/>
                  </a:cubicBezTo>
                  <a:lnTo>
                    <a:pt x="33243" y="3254"/>
                  </a:lnTo>
                  <a:lnTo>
                    <a:pt x="39134" y="3254"/>
                  </a:lnTo>
                  <a:lnTo>
                    <a:pt x="39134" y="2890"/>
                  </a:lnTo>
                  <a:lnTo>
                    <a:pt x="34753" y="2890"/>
                  </a:lnTo>
                  <a:cubicBezTo>
                    <a:pt x="35764" y="2535"/>
                    <a:pt x="36547" y="2258"/>
                    <a:pt x="37102" y="2061"/>
                  </a:cubicBezTo>
                  <a:cubicBezTo>
                    <a:pt x="37657" y="1863"/>
                    <a:pt x="37986" y="1743"/>
                    <a:pt x="38090" y="1702"/>
                  </a:cubicBezTo>
                  <a:cubicBezTo>
                    <a:pt x="38467" y="1542"/>
                    <a:pt x="38727" y="1403"/>
                    <a:pt x="38870" y="1286"/>
                  </a:cubicBezTo>
                  <a:cubicBezTo>
                    <a:pt x="39013" y="1168"/>
                    <a:pt x="39084" y="1044"/>
                    <a:pt x="39084" y="912"/>
                  </a:cubicBezTo>
                  <a:cubicBezTo>
                    <a:pt x="39084" y="636"/>
                    <a:pt x="38798" y="414"/>
                    <a:pt x="38227" y="249"/>
                  </a:cubicBezTo>
                  <a:cubicBezTo>
                    <a:pt x="37655" y="83"/>
                    <a:pt x="36889" y="1"/>
                    <a:pt x="35927" y="1"/>
                  </a:cubicBezTo>
                  <a:close/>
                  <a:moveTo>
                    <a:pt x="8017" y="1"/>
                  </a:moveTo>
                  <a:cubicBezTo>
                    <a:pt x="6977" y="1"/>
                    <a:pt x="6183" y="142"/>
                    <a:pt x="5634" y="425"/>
                  </a:cubicBezTo>
                  <a:cubicBezTo>
                    <a:pt x="5085" y="709"/>
                    <a:pt x="4811" y="1120"/>
                    <a:pt x="4811" y="1659"/>
                  </a:cubicBezTo>
                  <a:cubicBezTo>
                    <a:pt x="4811" y="2197"/>
                    <a:pt x="5085" y="2608"/>
                    <a:pt x="5634" y="2891"/>
                  </a:cubicBezTo>
                  <a:cubicBezTo>
                    <a:pt x="6183" y="3174"/>
                    <a:pt x="6977" y="3316"/>
                    <a:pt x="8017" y="3316"/>
                  </a:cubicBezTo>
                  <a:cubicBezTo>
                    <a:pt x="9057" y="3316"/>
                    <a:pt x="9851" y="3174"/>
                    <a:pt x="10400" y="2891"/>
                  </a:cubicBezTo>
                  <a:cubicBezTo>
                    <a:pt x="10949" y="2608"/>
                    <a:pt x="11224" y="2197"/>
                    <a:pt x="11224" y="1659"/>
                  </a:cubicBezTo>
                  <a:cubicBezTo>
                    <a:pt x="11224" y="1120"/>
                    <a:pt x="10949" y="709"/>
                    <a:pt x="10400" y="425"/>
                  </a:cubicBezTo>
                  <a:cubicBezTo>
                    <a:pt x="9851" y="142"/>
                    <a:pt x="9057" y="1"/>
                    <a:pt x="8017" y="1"/>
                  </a:cubicBezTo>
                  <a:close/>
                  <a:moveTo>
                    <a:pt x="28109" y="1"/>
                  </a:moveTo>
                  <a:cubicBezTo>
                    <a:pt x="27173" y="1"/>
                    <a:pt x="26423" y="100"/>
                    <a:pt x="25860" y="298"/>
                  </a:cubicBezTo>
                  <a:cubicBezTo>
                    <a:pt x="25296" y="496"/>
                    <a:pt x="25015" y="760"/>
                    <a:pt x="25015" y="1088"/>
                  </a:cubicBezTo>
                  <a:cubicBezTo>
                    <a:pt x="25015" y="1423"/>
                    <a:pt x="25285" y="1687"/>
                    <a:pt x="25826" y="1881"/>
                  </a:cubicBezTo>
                  <a:cubicBezTo>
                    <a:pt x="26366" y="2074"/>
                    <a:pt x="27100" y="2171"/>
                    <a:pt x="28028" y="2171"/>
                  </a:cubicBezTo>
                  <a:cubicBezTo>
                    <a:pt x="28476" y="2171"/>
                    <a:pt x="28884" y="2138"/>
                    <a:pt x="29252" y="2072"/>
                  </a:cubicBezTo>
                  <a:cubicBezTo>
                    <a:pt x="29621" y="2007"/>
                    <a:pt x="29926" y="1912"/>
                    <a:pt x="30166" y="1790"/>
                  </a:cubicBezTo>
                  <a:lnTo>
                    <a:pt x="30166" y="1790"/>
                  </a:lnTo>
                  <a:cubicBezTo>
                    <a:pt x="30104" y="2181"/>
                    <a:pt x="29854" y="2472"/>
                    <a:pt x="29417" y="2664"/>
                  </a:cubicBezTo>
                  <a:cubicBezTo>
                    <a:pt x="28980" y="2856"/>
                    <a:pt x="28347" y="2952"/>
                    <a:pt x="27519" y="2952"/>
                  </a:cubicBezTo>
                  <a:cubicBezTo>
                    <a:pt x="27208" y="2952"/>
                    <a:pt x="26891" y="2938"/>
                    <a:pt x="26568" y="2911"/>
                  </a:cubicBezTo>
                  <a:cubicBezTo>
                    <a:pt x="26245" y="2884"/>
                    <a:pt x="25926" y="2845"/>
                    <a:pt x="25611" y="2794"/>
                  </a:cubicBezTo>
                  <a:lnTo>
                    <a:pt x="25611" y="3187"/>
                  </a:lnTo>
                  <a:cubicBezTo>
                    <a:pt x="25959" y="3230"/>
                    <a:pt x="26295" y="3262"/>
                    <a:pt x="26618" y="3284"/>
                  </a:cubicBezTo>
                  <a:cubicBezTo>
                    <a:pt x="26941" y="3305"/>
                    <a:pt x="27260" y="3316"/>
                    <a:pt x="27575" y="3316"/>
                  </a:cubicBezTo>
                  <a:cubicBezTo>
                    <a:pt x="28747" y="3316"/>
                    <a:pt x="29680" y="3166"/>
                    <a:pt x="30374" y="2865"/>
                  </a:cubicBezTo>
                  <a:cubicBezTo>
                    <a:pt x="31068" y="2565"/>
                    <a:pt x="31415" y="2163"/>
                    <a:pt x="31415" y="1659"/>
                  </a:cubicBezTo>
                  <a:cubicBezTo>
                    <a:pt x="31415" y="1120"/>
                    <a:pt x="31132" y="709"/>
                    <a:pt x="30567" y="425"/>
                  </a:cubicBezTo>
                  <a:cubicBezTo>
                    <a:pt x="30001" y="142"/>
                    <a:pt x="29182" y="1"/>
                    <a:pt x="281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98025" y="1885700"/>
              <a:ext cx="786250" cy="106050"/>
            </a:xfrm>
            <a:custGeom>
              <a:rect b="b" l="l" r="r" t="t"/>
              <a:pathLst>
                <a:path extrusionOk="0" h="4242" w="31450">
                  <a:moveTo>
                    <a:pt x="20215" y="1205"/>
                  </a:moveTo>
                  <a:cubicBezTo>
                    <a:pt x="20832" y="1205"/>
                    <a:pt x="21312" y="1284"/>
                    <a:pt x="21654" y="1440"/>
                  </a:cubicBezTo>
                  <a:cubicBezTo>
                    <a:pt x="21995" y="1597"/>
                    <a:pt x="22166" y="1819"/>
                    <a:pt x="22166" y="2104"/>
                  </a:cubicBezTo>
                  <a:cubicBezTo>
                    <a:pt x="22166" y="2388"/>
                    <a:pt x="21995" y="2608"/>
                    <a:pt x="21654" y="2765"/>
                  </a:cubicBezTo>
                  <a:cubicBezTo>
                    <a:pt x="21312" y="2922"/>
                    <a:pt x="20832" y="3001"/>
                    <a:pt x="20215" y="3001"/>
                  </a:cubicBezTo>
                  <a:cubicBezTo>
                    <a:pt x="19602" y="3001"/>
                    <a:pt x="19125" y="2922"/>
                    <a:pt x="18783" y="2765"/>
                  </a:cubicBezTo>
                  <a:cubicBezTo>
                    <a:pt x="18441" y="2608"/>
                    <a:pt x="18270" y="2388"/>
                    <a:pt x="18270" y="2104"/>
                  </a:cubicBezTo>
                  <a:cubicBezTo>
                    <a:pt x="18270" y="1819"/>
                    <a:pt x="18441" y="1597"/>
                    <a:pt x="18783" y="1440"/>
                  </a:cubicBezTo>
                  <a:cubicBezTo>
                    <a:pt x="19125" y="1284"/>
                    <a:pt x="19602" y="1205"/>
                    <a:pt x="20215" y="1205"/>
                  </a:cubicBezTo>
                  <a:close/>
                  <a:moveTo>
                    <a:pt x="0" y="135"/>
                  </a:moveTo>
                  <a:lnTo>
                    <a:pt x="0" y="3330"/>
                  </a:lnTo>
                  <a:lnTo>
                    <a:pt x="1255" y="3330"/>
                  </a:lnTo>
                  <a:lnTo>
                    <a:pt x="1255" y="1809"/>
                  </a:lnTo>
                  <a:lnTo>
                    <a:pt x="5816" y="1809"/>
                  </a:lnTo>
                  <a:lnTo>
                    <a:pt x="5816" y="3330"/>
                  </a:lnTo>
                  <a:lnTo>
                    <a:pt x="7072" y="3330"/>
                  </a:lnTo>
                  <a:lnTo>
                    <a:pt x="7072" y="135"/>
                  </a:lnTo>
                  <a:lnTo>
                    <a:pt x="5816" y="135"/>
                  </a:lnTo>
                  <a:lnTo>
                    <a:pt x="5816" y="1445"/>
                  </a:lnTo>
                  <a:lnTo>
                    <a:pt x="1255" y="1445"/>
                  </a:lnTo>
                  <a:lnTo>
                    <a:pt x="1255" y="135"/>
                  </a:lnTo>
                  <a:close/>
                  <a:moveTo>
                    <a:pt x="25621" y="0"/>
                  </a:moveTo>
                  <a:lnTo>
                    <a:pt x="25621" y="3330"/>
                  </a:lnTo>
                  <a:lnTo>
                    <a:pt x="26771" y="3330"/>
                  </a:lnTo>
                  <a:lnTo>
                    <a:pt x="26771" y="1976"/>
                  </a:lnTo>
                  <a:cubicBezTo>
                    <a:pt x="26771" y="1742"/>
                    <a:pt x="26949" y="1557"/>
                    <a:pt x="27305" y="1421"/>
                  </a:cubicBezTo>
                  <a:cubicBezTo>
                    <a:pt x="27661" y="1286"/>
                    <a:pt x="28148" y="1218"/>
                    <a:pt x="28765" y="1218"/>
                  </a:cubicBezTo>
                  <a:cubicBezTo>
                    <a:pt x="29279" y="1218"/>
                    <a:pt x="29664" y="1274"/>
                    <a:pt x="29921" y="1387"/>
                  </a:cubicBezTo>
                  <a:cubicBezTo>
                    <a:pt x="30178" y="1500"/>
                    <a:pt x="30306" y="1669"/>
                    <a:pt x="30306" y="1896"/>
                  </a:cubicBezTo>
                  <a:lnTo>
                    <a:pt x="30306" y="3330"/>
                  </a:lnTo>
                  <a:lnTo>
                    <a:pt x="31450" y="3330"/>
                  </a:lnTo>
                  <a:lnTo>
                    <a:pt x="31450" y="1883"/>
                  </a:lnTo>
                  <a:cubicBezTo>
                    <a:pt x="31450" y="1552"/>
                    <a:pt x="31245" y="1302"/>
                    <a:pt x="30835" y="1131"/>
                  </a:cubicBezTo>
                  <a:cubicBezTo>
                    <a:pt x="30424" y="961"/>
                    <a:pt x="29820" y="875"/>
                    <a:pt x="29020" y="875"/>
                  </a:cubicBezTo>
                  <a:cubicBezTo>
                    <a:pt x="28535" y="875"/>
                    <a:pt x="28108" y="911"/>
                    <a:pt x="27737" y="983"/>
                  </a:cubicBezTo>
                  <a:cubicBezTo>
                    <a:pt x="27366" y="1054"/>
                    <a:pt x="27044" y="1162"/>
                    <a:pt x="26771" y="1306"/>
                  </a:cubicBezTo>
                  <a:lnTo>
                    <a:pt x="26771" y="0"/>
                  </a:lnTo>
                  <a:close/>
                  <a:moveTo>
                    <a:pt x="9403" y="933"/>
                  </a:moveTo>
                  <a:lnTo>
                    <a:pt x="9403" y="2384"/>
                  </a:lnTo>
                  <a:cubicBezTo>
                    <a:pt x="9403" y="2714"/>
                    <a:pt x="9610" y="2964"/>
                    <a:pt x="10024" y="3135"/>
                  </a:cubicBezTo>
                  <a:cubicBezTo>
                    <a:pt x="10438" y="3307"/>
                    <a:pt x="11045" y="3392"/>
                    <a:pt x="11845" y="3392"/>
                  </a:cubicBezTo>
                  <a:cubicBezTo>
                    <a:pt x="12329" y="3392"/>
                    <a:pt x="12755" y="3357"/>
                    <a:pt x="13122" y="3286"/>
                  </a:cubicBezTo>
                  <a:cubicBezTo>
                    <a:pt x="13488" y="3216"/>
                    <a:pt x="13810" y="3108"/>
                    <a:pt x="14088" y="2962"/>
                  </a:cubicBezTo>
                  <a:lnTo>
                    <a:pt x="14088" y="3330"/>
                  </a:lnTo>
                  <a:lnTo>
                    <a:pt x="15231" y="3330"/>
                  </a:lnTo>
                  <a:lnTo>
                    <a:pt x="15231" y="933"/>
                  </a:lnTo>
                  <a:lnTo>
                    <a:pt x="14088" y="933"/>
                  </a:lnTo>
                  <a:lnTo>
                    <a:pt x="14088" y="2292"/>
                  </a:lnTo>
                  <a:cubicBezTo>
                    <a:pt x="14088" y="2526"/>
                    <a:pt x="13909" y="2711"/>
                    <a:pt x="13550" y="2847"/>
                  </a:cubicBezTo>
                  <a:cubicBezTo>
                    <a:pt x="13192" y="2982"/>
                    <a:pt x="12704" y="3050"/>
                    <a:pt x="12087" y="3050"/>
                  </a:cubicBezTo>
                  <a:cubicBezTo>
                    <a:pt x="11573" y="3050"/>
                    <a:pt x="11188" y="2993"/>
                    <a:pt x="10931" y="2880"/>
                  </a:cubicBezTo>
                  <a:cubicBezTo>
                    <a:pt x="10674" y="2766"/>
                    <a:pt x="10546" y="2596"/>
                    <a:pt x="10546" y="2369"/>
                  </a:cubicBezTo>
                  <a:lnTo>
                    <a:pt x="10546" y="933"/>
                  </a:lnTo>
                  <a:close/>
                  <a:moveTo>
                    <a:pt x="19935" y="875"/>
                  </a:moveTo>
                  <a:cubicBezTo>
                    <a:pt x="19082" y="875"/>
                    <a:pt x="18394" y="987"/>
                    <a:pt x="17872" y="1211"/>
                  </a:cubicBezTo>
                  <a:cubicBezTo>
                    <a:pt x="17350" y="1435"/>
                    <a:pt x="17089" y="1733"/>
                    <a:pt x="17089" y="2104"/>
                  </a:cubicBezTo>
                  <a:cubicBezTo>
                    <a:pt x="17089" y="2473"/>
                    <a:pt x="17350" y="2770"/>
                    <a:pt x="17872" y="2994"/>
                  </a:cubicBezTo>
                  <a:cubicBezTo>
                    <a:pt x="18394" y="3218"/>
                    <a:pt x="19082" y="3330"/>
                    <a:pt x="19935" y="3330"/>
                  </a:cubicBezTo>
                  <a:cubicBezTo>
                    <a:pt x="20449" y="3330"/>
                    <a:pt x="20890" y="3295"/>
                    <a:pt x="21259" y="3225"/>
                  </a:cubicBezTo>
                  <a:cubicBezTo>
                    <a:pt x="21628" y="3155"/>
                    <a:pt x="21930" y="3050"/>
                    <a:pt x="22166" y="2909"/>
                  </a:cubicBezTo>
                  <a:lnTo>
                    <a:pt x="22166" y="3103"/>
                  </a:lnTo>
                  <a:cubicBezTo>
                    <a:pt x="22166" y="3376"/>
                    <a:pt x="21980" y="3580"/>
                    <a:pt x="21607" y="3714"/>
                  </a:cubicBezTo>
                  <a:cubicBezTo>
                    <a:pt x="21234" y="3849"/>
                    <a:pt x="20673" y="3917"/>
                    <a:pt x="19923" y="3917"/>
                  </a:cubicBezTo>
                  <a:cubicBezTo>
                    <a:pt x="19583" y="3917"/>
                    <a:pt x="19250" y="3902"/>
                    <a:pt x="18923" y="3872"/>
                  </a:cubicBezTo>
                  <a:cubicBezTo>
                    <a:pt x="18595" y="3842"/>
                    <a:pt x="18264" y="3795"/>
                    <a:pt x="17928" y="3733"/>
                  </a:cubicBezTo>
                  <a:lnTo>
                    <a:pt x="17928" y="4116"/>
                  </a:lnTo>
                  <a:cubicBezTo>
                    <a:pt x="18264" y="4158"/>
                    <a:pt x="18610" y="4190"/>
                    <a:pt x="18966" y="4211"/>
                  </a:cubicBezTo>
                  <a:cubicBezTo>
                    <a:pt x="19322" y="4232"/>
                    <a:pt x="19701" y="4242"/>
                    <a:pt x="20103" y="4242"/>
                  </a:cubicBezTo>
                  <a:cubicBezTo>
                    <a:pt x="21189" y="4242"/>
                    <a:pt x="21994" y="4142"/>
                    <a:pt x="22520" y="3943"/>
                  </a:cubicBezTo>
                  <a:cubicBezTo>
                    <a:pt x="23047" y="3744"/>
                    <a:pt x="23310" y="3441"/>
                    <a:pt x="23310" y="3033"/>
                  </a:cubicBezTo>
                  <a:lnTo>
                    <a:pt x="23310" y="933"/>
                  </a:lnTo>
                  <a:lnTo>
                    <a:pt x="22166" y="933"/>
                  </a:lnTo>
                  <a:lnTo>
                    <a:pt x="22166" y="1297"/>
                  </a:lnTo>
                  <a:cubicBezTo>
                    <a:pt x="21930" y="1156"/>
                    <a:pt x="21628" y="1050"/>
                    <a:pt x="21259" y="980"/>
                  </a:cubicBezTo>
                  <a:cubicBezTo>
                    <a:pt x="20890" y="910"/>
                    <a:pt x="20449" y="875"/>
                    <a:pt x="19935" y="8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4"/>
            <p:cNvSpPr/>
            <p:nvPr/>
          </p:nvSpPr>
          <p:spPr>
            <a:xfrm>
              <a:off x="2115200" y="1887625"/>
              <a:ext cx="988475" cy="82900"/>
            </a:xfrm>
            <a:custGeom>
              <a:rect b="b" l="l" r="r" t="t"/>
              <a:pathLst>
                <a:path extrusionOk="0" h="3316" w="39539">
                  <a:moveTo>
                    <a:pt x="28259" y="343"/>
                  </a:moveTo>
                  <a:cubicBezTo>
                    <a:pt x="28797" y="343"/>
                    <a:pt x="29219" y="389"/>
                    <a:pt x="29523" y="482"/>
                  </a:cubicBezTo>
                  <a:cubicBezTo>
                    <a:pt x="29828" y="574"/>
                    <a:pt x="29980" y="704"/>
                    <a:pt x="29980" y="869"/>
                  </a:cubicBezTo>
                  <a:cubicBezTo>
                    <a:pt x="29980" y="1035"/>
                    <a:pt x="29828" y="1164"/>
                    <a:pt x="29523" y="1256"/>
                  </a:cubicBezTo>
                  <a:cubicBezTo>
                    <a:pt x="29219" y="1349"/>
                    <a:pt x="28797" y="1396"/>
                    <a:pt x="28259" y="1396"/>
                  </a:cubicBezTo>
                  <a:cubicBezTo>
                    <a:pt x="27716" y="1396"/>
                    <a:pt x="27294" y="1349"/>
                    <a:pt x="26994" y="1256"/>
                  </a:cubicBezTo>
                  <a:cubicBezTo>
                    <a:pt x="26694" y="1164"/>
                    <a:pt x="26543" y="1035"/>
                    <a:pt x="26543" y="869"/>
                  </a:cubicBezTo>
                  <a:cubicBezTo>
                    <a:pt x="26543" y="704"/>
                    <a:pt x="26694" y="574"/>
                    <a:pt x="26994" y="482"/>
                  </a:cubicBezTo>
                  <a:cubicBezTo>
                    <a:pt x="27294" y="389"/>
                    <a:pt x="27716" y="343"/>
                    <a:pt x="28259" y="343"/>
                  </a:cubicBezTo>
                  <a:close/>
                  <a:moveTo>
                    <a:pt x="36357" y="343"/>
                  </a:moveTo>
                  <a:cubicBezTo>
                    <a:pt x="36895" y="343"/>
                    <a:pt x="37317" y="389"/>
                    <a:pt x="37621" y="482"/>
                  </a:cubicBezTo>
                  <a:cubicBezTo>
                    <a:pt x="37926" y="574"/>
                    <a:pt x="38078" y="704"/>
                    <a:pt x="38078" y="869"/>
                  </a:cubicBezTo>
                  <a:cubicBezTo>
                    <a:pt x="38078" y="1035"/>
                    <a:pt x="37926" y="1164"/>
                    <a:pt x="37621" y="1256"/>
                  </a:cubicBezTo>
                  <a:cubicBezTo>
                    <a:pt x="37317" y="1349"/>
                    <a:pt x="36895" y="1396"/>
                    <a:pt x="36357" y="1396"/>
                  </a:cubicBezTo>
                  <a:cubicBezTo>
                    <a:pt x="35814" y="1396"/>
                    <a:pt x="35392" y="1349"/>
                    <a:pt x="35092" y="1256"/>
                  </a:cubicBezTo>
                  <a:cubicBezTo>
                    <a:pt x="34792" y="1164"/>
                    <a:pt x="34641" y="1035"/>
                    <a:pt x="34641" y="869"/>
                  </a:cubicBezTo>
                  <a:cubicBezTo>
                    <a:pt x="34641" y="704"/>
                    <a:pt x="34792" y="574"/>
                    <a:pt x="35092" y="482"/>
                  </a:cubicBezTo>
                  <a:cubicBezTo>
                    <a:pt x="35392" y="389"/>
                    <a:pt x="35814" y="343"/>
                    <a:pt x="36357" y="343"/>
                  </a:cubicBezTo>
                  <a:close/>
                  <a:moveTo>
                    <a:pt x="1" y="1877"/>
                  </a:moveTo>
                  <a:lnTo>
                    <a:pt x="1" y="2228"/>
                  </a:lnTo>
                  <a:lnTo>
                    <a:pt x="3350" y="2228"/>
                  </a:lnTo>
                  <a:lnTo>
                    <a:pt x="3350" y="1877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2"/>
                    <a:pt x="9481" y="671"/>
                  </a:cubicBezTo>
                  <a:cubicBezTo>
                    <a:pt x="9806" y="890"/>
                    <a:pt x="9969" y="1219"/>
                    <a:pt x="9969" y="1659"/>
                  </a:cubicBezTo>
                  <a:cubicBezTo>
                    <a:pt x="9969" y="2097"/>
                    <a:pt x="9806" y="2425"/>
                    <a:pt x="9481" y="2644"/>
                  </a:cubicBezTo>
                  <a:cubicBezTo>
                    <a:pt x="9156" y="2863"/>
                    <a:pt x="8668" y="2973"/>
                    <a:pt x="8018" y="2973"/>
                  </a:cubicBezTo>
                  <a:cubicBezTo>
                    <a:pt x="7371" y="2973"/>
                    <a:pt x="6886" y="2863"/>
                    <a:pt x="6560" y="2644"/>
                  </a:cubicBezTo>
                  <a:cubicBezTo>
                    <a:pt x="6235" y="2425"/>
                    <a:pt x="6073" y="2097"/>
                    <a:pt x="6073" y="1659"/>
                  </a:cubicBezTo>
                  <a:cubicBezTo>
                    <a:pt x="6073" y="1219"/>
                    <a:pt x="6235" y="890"/>
                    <a:pt x="6560" y="671"/>
                  </a:cubicBezTo>
                  <a:cubicBezTo>
                    <a:pt x="6886" y="452"/>
                    <a:pt x="7371" y="343"/>
                    <a:pt x="8018" y="343"/>
                  </a:cubicBezTo>
                  <a:close/>
                  <a:moveTo>
                    <a:pt x="20161" y="343"/>
                  </a:moveTo>
                  <a:cubicBezTo>
                    <a:pt x="20811" y="343"/>
                    <a:pt x="21299" y="452"/>
                    <a:pt x="21624" y="671"/>
                  </a:cubicBezTo>
                  <a:cubicBezTo>
                    <a:pt x="21949" y="890"/>
                    <a:pt x="22112" y="1219"/>
                    <a:pt x="22112" y="1659"/>
                  </a:cubicBezTo>
                  <a:cubicBezTo>
                    <a:pt x="22112" y="2097"/>
                    <a:pt x="21949" y="2425"/>
                    <a:pt x="21624" y="2644"/>
                  </a:cubicBezTo>
                  <a:cubicBezTo>
                    <a:pt x="21299" y="2863"/>
                    <a:pt x="20811" y="2973"/>
                    <a:pt x="20161" y="2973"/>
                  </a:cubicBezTo>
                  <a:cubicBezTo>
                    <a:pt x="19514" y="2973"/>
                    <a:pt x="19029" y="2863"/>
                    <a:pt x="18703" y="2644"/>
                  </a:cubicBezTo>
                  <a:cubicBezTo>
                    <a:pt x="18378" y="2425"/>
                    <a:pt x="18216" y="2097"/>
                    <a:pt x="18216" y="1659"/>
                  </a:cubicBezTo>
                  <a:cubicBezTo>
                    <a:pt x="18216" y="1219"/>
                    <a:pt x="18378" y="890"/>
                    <a:pt x="18703" y="671"/>
                  </a:cubicBezTo>
                  <a:cubicBezTo>
                    <a:pt x="19029" y="452"/>
                    <a:pt x="19514" y="343"/>
                    <a:pt x="20161" y="343"/>
                  </a:cubicBezTo>
                  <a:close/>
                  <a:moveTo>
                    <a:pt x="28259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4" y="2011"/>
                    <a:pt x="30185" y="2162"/>
                    <a:pt x="30185" y="2354"/>
                  </a:cubicBezTo>
                  <a:cubicBezTo>
                    <a:pt x="30185" y="2546"/>
                    <a:pt x="30013" y="2696"/>
                    <a:pt x="29669" y="2807"/>
                  </a:cubicBezTo>
                  <a:cubicBezTo>
                    <a:pt x="29325" y="2918"/>
                    <a:pt x="28855" y="2973"/>
                    <a:pt x="28259" y="2973"/>
                  </a:cubicBezTo>
                  <a:cubicBezTo>
                    <a:pt x="27662" y="2973"/>
                    <a:pt x="27193" y="2918"/>
                    <a:pt x="26851" y="2808"/>
                  </a:cubicBezTo>
                  <a:cubicBezTo>
                    <a:pt x="26509" y="2698"/>
                    <a:pt x="26338" y="2547"/>
                    <a:pt x="26338" y="2354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3" y="1791"/>
                    <a:pt x="27662" y="1736"/>
                    <a:pt x="28259" y="1736"/>
                  </a:cubicBezTo>
                  <a:close/>
                  <a:moveTo>
                    <a:pt x="36357" y="1736"/>
                  </a:moveTo>
                  <a:cubicBezTo>
                    <a:pt x="36957" y="1736"/>
                    <a:pt x="37428" y="1791"/>
                    <a:pt x="37770" y="1901"/>
                  </a:cubicBezTo>
                  <a:cubicBezTo>
                    <a:pt x="38112" y="2011"/>
                    <a:pt x="38283" y="2162"/>
                    <a:pt x="38283" y="2354"/>
                  </a:cubicBezTo>
                  <a:cubicBezTo>
                    <a:pt x="38283" y="2546"/>
                    <a:pt x="38111" y="2696"/>
                    <a:pt x="37767" y="2807"/>
                  </a:cubicBezTo>
                  <a:cubicBezTo>
                    <a:pt x="37423" y="2918"/>
                    <a:pt x="36953" y="2973"/>
                    <a:pt x="36357" y="2973"/>
                  </a:cubicBezTo>
                  <a:cubicBezTo>
                    <a:pt x="35760" y="2973"/>
                    <a:pt x="35291" y="2918"/>
                    <a:pt x="34949" y="2808"/>
                  </a:cubicBezTo>
                  <a:cubicBezTo>
                    <a:pt x="34607" y="2698"/>
                    <a:pt x="34436" y="2547"/>
                    <a:pt x="34436" y="2354"/>
                  </a:cubicBezTo>
                  <a:cubicBezTo>
                    <a:pt x="34436" y="2162"/>
                    <a:pt x="34607" y="2011"/>
                    <a:pt x="34949" y="1901"/>
                  </a:cubicBezTo>
                  <a:cubicBezTo>
                    <a:pt x="35291" y="1791"/>
                    <a:pt x="35760" y="1736"/>
                    <a:pt x="36357" y="1736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8018" y="0"/>
                  </a:moveTo>
                  <a:cubicBezTo>
                    <a:pt x="6978" y="0"/>
                    <a:pt x="6183" y="142"/>
                    <a:pt x="5634" y="425"/>
                  </a:cubicBezTo>
                  <a:cubicBezTo>
                    <a:pt x="5086" y="708"/>
                    <a:pt x="4811" y="1120"/>
                    <a:pt x="4811" y="1659"/>
                  </a:cubicBezTo>
                  <a:cubicBezTo>
                    <a:pt x="4811" y="2197"/>
                    <a:pt x="5086" y="2607"/>
                    <a:pt x="5634" y="2890"/>
                  </a:cubicBezTo>
                  <a:cubicBezTo>
                    <a:pt x="6183" y="3174"/>
                    <a:pt x="6978" y="3315"/>
                    <a:pt x="8018" y="3315"/>
                  </a:cubicBezTo>
                  <a:cubicBezTo>
                    <a:pt x="9057" y="3315"/>
                    <a:pt x="9852" y="3174"/>
                    <a:pt x="10401" y="2890"/>
                  </a:cubicBezTo>
                  <a:cubicBezTo>
                    <a:pt x="10949" y="2607"/>
                    <a:pt x="11224" y="2197"/>
                    <a:pt x="11224" y="1659"/>
                  </a:cubicBezTo>
                  <a:cubicBezTo>
                    <a:pt x="11224" y="1120"/>
                    <a:pt x="10949" y="708"/>
                    <a:pt x="10401" y="425"/>
                  </a:cubicBezTo>
                  <a:cubicBezTo>
                    <a:pt x="9852" y="142"/>
                    <a:pt x="9057" y="0"/>
                    <a:pt x="8018" y="0"/>
                  </a:cubicBezTo>
                  <a:close/>
                  <a:moveTo>
                    <a:pt x="20161" y="0"/>
                  </a:moveTo>
                  <a:cubicBezTo>
                    <a:pt x="19121" y="0"/>
                    <a:pt x="18326" y="142"/>
                    <a:pt x="17777" y="425"/>
                  </a:cubicBezTo>
                  <a:cubicBezTo>
                    <a:pt x="17229" y="708"/>
                    <a:pt x="16954" y="1120"/>
                    <a:pt x="16954" y="1659"/>
                  </a:cubicBezTo>
                  <a:cubicBezTo>
                    <a:pt x="16954" y="2197"/>
                    <a:pt x="17229" y="2607"/>
                    <a:pt x="17777" y="2890"/>
                  </a:cubicBezTo>
                  <a:cubicBezTo>
                    <a:pt x="18326" y="3174"/>
                    <a:pt x="19121" y="3315"/>
                    <a:pt x="20161" y="3315"/>
                  </a:cubicBezTo>
                  <a:cubicBezTo>
                    <a:pt x="21200" y="3315"/>
                    <a:pt x="21995" y="3174"/>
                    <a:pt x="22544" y="2890"/>
                  </a:cubicBezTo>
                  <a:cubicBezTo>
                    <a:pt x="23092" y="2607"/>
                    <a:pt x="23367" y="2197"/>
                    <a:pt x="23367" y="1659"/>
                  </a:cubicBezTo>
                  <a:cubicBezTo>
                    <a:pt x="23367" y="1120"/>
                    <a:pt x="23092" y="708"/>
                    <a:pt x="22544" y="425"/>
                  </a:cubicBezTo>
                  <a:cubicBezTo>
                    <a:pt x="21995" y="142"/>
                    <a:pt x="21200" y="0"/>
                    <a:pt x="20161" y="0"/>
                  </a:cubicBezTo>
                  <a:close/>
                  <a:moveTo>
                    <a:pt x="28259" y="0"/>
                  </a:moveTo>
                  <a:cubicBezTo>
                    <a:pt x="27339" y="0"/>
                    <a:pt x="26615" y="74"/>
                    <a:pt x="26087" y="223"/>
                  </a:cubicBezTo>
                  <a:cubicBezTo>
                    <a:pt x="25559" y="371"/>
                    <a:pt x="25295" y="573"/>
                    <a:pt x="25295" y="828"/>
                  </a:cubicBezTo>
                  <a:cubicBezTo>
                    <a:pt x="25295" y="1011"/>
                    <a:pt x="25445" y="1166"/>
                    <a:pt x="25745" y="1293"/>
                  </a:cubicBezTo>
                  <a:cubicBezTo>
                    <a:pt x="26045" y="1420"/>
                    <a:pt x="26465" y="1506"/>
                    <a:pt x="27003" y="1552"/>
                  </a:cubicBezTo>
                  <a:cubicBezTo>
                    <a:pt x="26399" y="1600"/>
                    <a:pt x="25926" y="1695"/>
                    <a:pt x="25587" y="1836"/>
                  </a:cubicBezTo>
                  <a:cubicBezTo>
                    <a:pt x="25247" y="1978"/>
                    <a:pt x="25077" y="2150"/>
                    <a:pt x="25077" y="2354"/>
                  </a:cubicBezTo>
                  <a:cubicBezTo>
                    <a:pt x="25077" y="2664"/>
                    <a:pt x="25351" y="2902"/>
                    <a:pt x="25900" y="3067"/>
                  </a:cubicBezTo>
                  <a:cubicBezTo>
                    <a:pt x="26449" y="3233"/>
                    <a:pt x="27235" y="3315"/>
                    <a:pt x="28259" y="3315"/>
                  </a:cubicBezTo>
                  <a:cubicBezTo>
                    <a:pt x="29282" y="3315"/>
                    <a:pt x="30068" y="3233"/>
                    <a:pt x="30617" y="3067"/>
                  </a:cubicBezTo>
                  <a:cubicBezTo>
                    <a:pt x="31166" y="2902"/>
                    <a:pt x="31440" y="2664"/>
                    <a:pt x="31440" y="2354"/>
                  </a:cubicBezTo>
                  <a:cubicBezTo>
                    <a:pt x="31440" y="2150"/>
                    <a:pt x="31271" y="1978"/>
                    <a:pt x="30934" y="1836"/>
                  </a:cubicBezTo>
                  <a:cubicBezTo>
                    <a:pt x="30596" y="1695"/>
                    <a:pt x="30125" y="1600"/>
                    <a:pt x="29520" y="1552"/>
                  </a:cubicBezTo>
                  <a:cubicBezTo>
                    <a:pt x="30054" y="1506"/>
                    <a:pt x="30472" y="1420"/>
                    <a:pt x="30772" y="1293"/>
                  </a:cubicBezTo>
                  <a:cubicBezTo>
                    <a:pt x="31072" y="1166"/>
                    <a:pt x="31223" y="1011"/>
                    <a:pt x="31223" y="828"/>
                  </a:cubicBezTo>
                  <a:cubicBezTo>
                    <a:pt x="31223" y="573"/>
                    <a:pt x="30959" y="371"/>
                    <a:pt x="30433" y="223"/>
                  </a:cubicBezTo>
                  <a:cubicBezTo>
                    <a:pt x="29907" y="74"/>
                    <a:pt x="29182" y="0"/>
                    <a:pt x="28259" y="0"/>
                  </a:cubicBezTo>
                  <a:close/>
                  <a:moveTo>
                    <a:pt x="36357" y="0"/>
                  </a:moveTo>
                  <a:cubicBezTo>
                    <a:pt x="35437" y="0"/>
                    <a:pt x="34713" y="74"/>
                    <a:pt x="34185" y="223"/>
                  </a:cubicBezTo>
                  <a:cubicBezTo>
                    <a:pt x="33657" y="371"/>
                    <a:pt x="33393" y="573"/>
                    <a:pt x="33393" y="828"/>
                  </a:cubicBezTo>
                  <a:cubicBezTo>
                    <a:pt x="33393" y="1011"/>
                    <a:pt x="33543" y="1166"/>
                    <a:pt x="33843" y="1293"/>
                  </a:cubicBezTo>
                  <a:cubicBezTo>
                    <a:pt x="34143" y="1420"/>
                    <a:pt x="34563" y="1506"/>
                    <a:pt x="35101" y="1552"/>
                  </a:cubicBezTo>
                  <a:cubicBezTo>
                    <a:pt x="34497" y="1600"/>
                    <a:pt x="34024" y="1695"/>
                    <a:pt x="33685" y="1836"/>
                  </a:cubicBezTo>
                  <a:cubicBezTo>
                    <a:pt x="33345" y="1978"/>
                    <a:pt x="33175" y="2150"/>
                    <a:pt x="33175" y="2354"/>
                  </a:cubicBezTo>
                  <a:cubicBezTo>
                    <a:pt x="33175" y="2664"/>
                    <a:pt x="33449" y="2902"/>
                    <a:pt x="33998" y="3067"/>
                  </a:cubicBezTo>
                  <a:cubicBezTo>
                    <a:pt x="34547" y="3233"/>
                    <a:pt x="35333" y="3315"/>
                    <a:pt x="36357" y="3315"/>
                  </a:cubicBezTo>
                  <a:cubicBezTo>
                    <a:pt x="37380" y="3315"/>
                    <a:pt x="38166" y="3233"/>
                    <a:pt x="38715" y="3067"/>
                  </a:cubicBezTo>
                  <a:cubicBezTo>
                    <a:pt x="39264" y="2902"/>
                    <a:pt x="39538" y="2664"/>
                    <a:pt x="39538" y="2354"/>
                  </a:cubicBezTo>
                  <a:cubicBezTo>
                    <a:pt x="39538" y="2150"/>
                    <a:pt x="39369" y="1978"/>
                    <a:pt x="39032" y="1836"/>
                  </a:cubicBezTo>
                  <a:cubicBezTo>
                    <a:pt x="38694" y="1695"/>
                    <a:pt x="38223" y="1600"/>
                    <a:pt x="37618" y="1552"/>
                  </a:cubicBezTo>
                  <a:cubicBezTo>
                    <a:pt x="38152" y="1506"/>
                    <a:pt x="38570" y="1420"/>
                    <a:pt x="38870" y="1293"/>
                  </a:cubicBezTo>
                  <a:cubicBezTo>
                    <a:pt x="39170" y="1166"/>
                    <a:pt x="39321" y="1011"/>
                    <a:pt x="39321" y="828"/>
                  </a:cubicBezTo>
                  <a:cubicBezTo>
                    <a:pt x="39321" y="573"/>
                    <a:pt x="39057" y="371"/>
                    <a:pt x="38531" y="223"/>
                  </a:cubicBezTo>
                  <a:cubicBezTo>
                    <a:pt x="38005" y="74"/>
                    <a:pt x="37280" y="0"/>
                    <a:pt x="36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98025" y="2028125"/>
              <a:ext cx="1332500" cy="84825"/>
            </a:xfrm>
            <a:custGeom>
              <a:rect b="b" l="l" r="r" t="t"/>
              <a:pathLst>
                <a:path extrusionOk="0" h="3393" w="53300">
                  <a:moveTo>
                    <a:pt x="24535" y="1"/>
                  </a:moveTo>
                  <a:lnTo>
                    <a:pt x="24535" y="499"/>
                  </a:lnTo>
                  <a:lnTo>
                    <a:pt x="25678" y="499"/>
                  </a:lnTo>
                  <a:lnTo>
                    <a:pt x="25678" y="1"/>
                  </a:lnTo>
                  <a:close/>
                  <a:moveTo>
                    <a:pt x="3113" y="491"/>
                  </a:moveTo>
                  <a:cubicBezTo>
                    <a:pt x="3727" y="491"/>
                    <a:pt x="4183" y="531"/>
                    <a:pt x="4484" y="611"/>
                  </a:cubicBezTo>
                  <a:cubicBezTo>
                    <a:pt x="4784" y="691"/>
                    <a:pt x="4934" y="811"/>
                    <a:pt x="4934" y="972"/>
                  </a:cubicBezTo>
                  <a:cubicBezTo>
                    <a:pt x="4934" y="1135"/>
                    <a:pt x="4784" y="1256"/>
                    <a:pt x="4484" y="1335"/>
                  </a:cubicBezTo>
                  <a:cubicBezTo>
                    <a:pt x="4183" y="1414"/>
                    <a:pt x="3727" y="1454"/>
                    <a:pt x="3113" y="1454"/>
                  </a:cubicBezTo>
                  <a:lnTo>
                    <a:pt x="1255" y="1454"/>
                  </a:lnTo>
                  <a:lnTo>
                    <a:pt x="1255" y="491"/>
                  </a:lnTo>
                  <a:close/>
                  <a:moveTo>
                    <a:pt x="50273" y="1210"/>
                  </a:moveTo>
                  <a:cubicBezTo>
                    <a:pt x="50837" y="1210"/>
                    <a:pt x="51289" y="1274"/>
                    <a:pt x="51631" y="1403"/>
                  </a:cubicBezTo>
                  <a:cubicBezTo>
                    <a:pt x="51973" y="1531"/>
                    <a:pt x="52148" y="1703"/>
                    <a:pt x="52156" y="1918"/>
                  </a:cubicBezTo>
                  <a:lnTo>
                    <a:pt x="48080" y="1920"/>
                  </a:lnTo>
                  <a:cubicBezTo>
                    <a:pt x="48138" y="1695"/>
                    <a:pt x="48358" y="1520"/>
                    <a:pt x="48742" y="1396"/>
                  </a:cubicBezTo>
                  <a:cubicBezTo>
                    <a:pt x="49125" y="1272"/>
                    <a:pt x="49635" y="1210"/>
                    <a:pt x="50273" y="1210"/>
                  </a:cubicBezTo>
                  <a:close/>
                  <a:moveTo>
                    <a:pt x="3269" y="1805"/>
                  </a:moveTo>
                  <a:cubicBezTo>
                    <a:pt x="3944" y="1805"/>
                    <a:pt x="4444" y="1852"/>
                    <a:pt x="4769" y="1947"/>
                  </a:cubicBezTo>
                  <a:cubicBezTo>
                    <a:pt x="5095" y="2042"/>
                    <a:pt x="5257" y="2189"/>
                    <a:pt x="5257" y="2389"/>
                  </a:cubicBezTo>
                  <a:cubicBezTo>
                    <a:pt x="5257" y="2587"/>
                    <a:pt x="5095" y="2735"/>
                    <a:pt x="4769" y="2831"/>
                  </a:cubicBezTo>
                  <a:cubicBezTo>
                    <a:pt x="4444" y="2927"/>
                    <a:pt x="3944" y="2976"/>
                    <a:pt x="3269" y="2976"/>
                  </a:cubicBezTo>
                  <a:lnTo>
                    <a:pt x="1255" y="2976"/>
                  </a:lnTo>
                  <a:lnTo>
                    <a:pt x="1255" y="1805"/>
                  </a:lnTo>
                  <a:close/>
                  <a:moveTo>
                    <a:pt x="11378" y="1210"/>
                  </a:moveTo>
                  <a:cubicBezTo>
                    <a:pt x="11987" y="1210"/>
                    <a:pt x="12470" y="1293"/>
                    <a:pt x="12826" y="1459"/>
                  </a:cubicBezTo>
                  <a:cubicBezTo>
                    <a:pt x="13182" y="1625"/>
                    <a:pt x="13361" y="1851"/>
                    <a:pt x="13361" y="2134"/>
                  </a:cubicBezTo>
                  <a:cubicBezTo>
                    <a:pt x="13361" y="2420"/>
                    <a:pt x="13182" y="2645"/>
                    <a:pt x="12826" y="2811"/>
                  </a:cubicBezTo>
                  <a:cubicBezTo>
                    <a:pt x="12470" y="2976"/>
                    <a:pt x="11987" y="3059"/>
                    <a:pt x="11378" y="3059"/>
                  </a:cubicBezTo>
                  <a:cubicBezTo>
                    <a:pt x="10761" y="3059"/>
                    <a:pt x="10275" y="2977"/>
                    <a:pt x="9921" y="2812"/>
                  </a:cubicBezTo>
                  <a:cubicBezTo>
                    <a:pt x="9567" y="2647"/>
                    <a:pt x="9390" y="2421"/>
                    <a:pt x="9390" y="2134"/>
                  </a:cubicBezTo>
                  <a:cubicBezTo>
                    <a:pt x="9390" y="1848"/>
                    <a:pt x="9568" y="1622"/>
                    <a:pt x="9924" y="1457"/>
                  </a:cubicBezTo>
                  <a:cubicBezTo>
                    <a:pt x="10281" y="1292"/>
                    <a:pt x="10765" y="1210"/>
                    <a:pt x="11378" y="1210"/>
                  </a:cubicBezTo>
                  <a:close/>
                  <a:moveTo>
                    <a:pt x="36851" y="2126"/>
                  </a:moveTo>
                  <a:lnTo>
                    <a:pt x="36851" y="2214"/>
                  </a:lnTo>
                  <a:cubicBezTo>
                    <a:pt x="36851" y="2470"/>
                    <a:pt x="36659" y="2676"/>
                    <a:pt x="36276" y="2831"/>
                  </a:cubicBezTo>
                  <a:cubicBezTo>
                    <a:pt x="35893" y="2986"/>
                    <a:pt x="35384" y="3063"/>
                    <a:pt x="34750" y="3063"/>
                  </a:cubicBezTo>
                  <a:cubicBezTo>
                    <a:pt x="34290" y="3063"/>
                    <a:pt x="33927" y="3022"/>
                    <a:pt x="33660" y="2940"/>
                  </a:cubicBezTo>
                  <a:cubicBezTo>
                    <a:pt x="33393" y="2858"/>
                    <a:pt x="33259" y="2747"/>
                    <a:pt x="33259" y="2607"/>
                  </a:cubicBezTo>
                  <a:cubicBezTo>
                    <a:pt x="33259" y="2432"/>
                    <a:pt x="33437" y="2308"/>
                    <a:pt x="33793" y="2235"/>
                  </a:cubicBezTo>
                  <a:cubicBezTo>
                    <a:pt x="34150" y="2162"/>
                    <a:pt x="34790" y="2126"/>
                    <a:pt x="35713" y="2126"/>
                  </a:cubicBezTo>
                  <a:close/>
                  <a:moveTo>
                    <a:pt x="0" y="136"/>
                  </a:moveTo>
                  <a:lnTo>
                    <a:pt x="0" y="3331"/>
                  </a:lnTo>
                  <a:lnTo>
                    <a:pt x="3331" y="3331"/>
                  </a:lnTo>
                  <a:cubicBezTo>
                    <a:pt x="4371" y="3331"/>
                    <a:pt x="5172" y="3253"/>
                    <a:pt x="5736" y="3098"/>
                  </a:cubicBezTo>
                  <a:cubicBezTo>
                    <a:pt x="6299" y="2942"/>
                    <a:pt x="6581" y="2722"/>
                    <a:pt x="6581" y="2436"/>
                  </a:cubicBezTo>
                  <a:cubicBezTo>
                    <a:pt x="6581" y="2219"/>
                    <a:pt x="6410" y="2039"/>
                    <a:pt x="6068" y="1894"/>
                  </a:cubicBezTo>
                  <a:cubicBezTo>
                    <a:pt x="5726" y="1749"/>
                    <a:pt x="5247" y="1654"/>
                    <a:pt x="4630" y="1608"/>
                  </a:cubicBezTo>
                  <a:cubicBezTo>
                    <a:pt x="5143" y="1579"/>
                    <a:pt x="5533" y="1507"/>
                    <a:pt x="5798" y="1392"/>
                  </a:cubicBezTo>
                  <a:cubicBezTo>
                    <a:pt x="6063" y="1276"/>
                    <a:pt x="6196" y="1121"/>
                    <a:pt x="6196" y="925"/>
                  </a:cubicBezTo>
                  <a:cubicBezTo>
                    <a:pt x="6196" y="673"/>
                    <a:pt x="5937" y="478"/>
                    <a:pt x="5419" y="341"/>
                  </a:cubicBezTo>
                  <a:cubicBezTo>
                    <a:pt x="4901" y="204"/>
                    <a:pt x="4164" y="136"/>
                    <a:pt x="3207" y="136"/>
                  </a:cubicBezTo>
                  <a:close/>
                  <a:moveTo>
                    <a:pt x="19824" y="876"/>
                  </a:moveTo>
                  <a:cubicBezTo>
                    <a:pt x="19339" y="876"/>
                    <a:pt x="18912" y="912"/>
                    <a:pt x="18541" y="983"/>
                  </a:cubicBezTo>
                  <a:cubicBezTo>
                    <a:pt x="18170" y="1054"/>
                    <a:pt x="17848" y="1162"/>
                    <a:pt x="17575" y="1306"/>
                  </a:cubicBezTo>
                  <a:lnTo>
                    <a:pt x="17575" y="934"/>
                  </a:lnTo>
                  <a:lnTo>
                    <a:pt x="16425" y="934"/>
                  </a:lnTo>
                  <a:lnTo>
                    <a:pt x="16425" y="3331"/>
                  </a:lnTo>
                  <a:lnTo>
                    <a:pt x="17575" y="3331"/>
                  </a:lnTo>
                  <a:lnTo>
                    <a:pt x="17575" y="1976"/>
                  </a:lnTo>
                  <a:cubicBezTo>
                    <a:pt x="17575" y="1742"/>
                    <a:pt x="17753" y="1557"/>
                    <a:pt x="18109" y="1422"/>
                  </a:cubicBezTo>
                  <a:cubicBezTo>
                    <a:pt x="18465" y="1286"/>
                    <a:pt x="18952" y="1218"/>
                    <a:pt x="19569" y="1218"/>
                  </a:cubicBezTo>
                  <a:cubicBezTo>
                    <a:pt x="20083" y="1218"/>
                    <a:pt x="20468" y="1275"/>
                    <a:pt x="20725" y="1388"/>
                  </a:cubicBezTo>
                  <a:cubicBezTo>
                    <a:pt x="20982" y="1500"/>
                    <a:pt x="21110" y="1670"/>
                    <a:pt x="21110" y="1897"/>
                  </a:cubicBezTo>
                  <a:lnTo>
                    <a:pt x="21110" y="3331"/>
                  </a:lnTo>
                  <a:lnTo>
                    <a:pt x="22254" y="3331"/>
                  </a:lnTo>
                  <a:lnTo>
                    <a:pt x="22254" y="1884"/>
                  </a:lnTo>
                  <a:cubicBezTo>
                    <a:pt x="22254" y="1553"/>
                    <a:pt x="22049" y="1302"/>
                    <a:pt x="21639" y="1132"/>
                  </a:cubicBezTo>
                  <a:cubicBezTo>
                    <a:pt x="21228" y="961"/>
                    <a:pt x="20624" y="876"/>
                    <a:pt x="19824" y="876"/>
                  </a:cubicBezTo>
                  <a:close/>
                  <a:moveTo>
                    <a:pt x="24535" y="934"/>
                  </a:moveTo>
                  <a:lnTo>
                    <a:pt x="24535" y="3331"/>
                  </a:lnTo>
                  <a:lnTo>
                    <a:pt x="25678" y="3331"/>
                  </a:lnTo>
                  <a:lnTo>
                    <a:pt x="25678" y="934"/>
                  </a:lnTo>
                  <a:close/>
                  <a:moveTo>
                    <a:pt x="30513" y="1"/>
                  </a:moveTo>
                  <a:cubicBezTo>
                    <a:pt x="29730" y="1"/>
                    <a:pt x="29158" y="62"/>
                    <a:pt x="28798" y="184"/>
                  </a:cubicBezTo>
                  <a:cubicBezTo>
                    <a:pt x="28437" y="306"/>
                    <a:pt x="28257" y="500"/>
                    <a:pt x="28257" y="767"/>
                  </a:cubicBezTo>
                  <a:lnTo>
                    <a:pt x="28257" y="934"/>
                  </a:lnTo>
                  <a:lnTo>
                    <a:pt x="27163" y="934"/>
                  </a:lnTo>
                  <a:lnTo>
                    <a:pt x="27163" y="1240"/>
                  </a:lnTo>
                  <a:lnTo>
                    <a:pt x="28257" y="1240"/>
                  </a:lnTo>
                  <a:lnTo>
                    <a:pt x="28257" y="3331"/>
                  </a:lnTo>
                  <a:lnTo>
                    <a:pt x="29407" y="3331"/>
                  </a:lnTo>
                  <a:lnTo>
                    <a:pt x="29407" y="1240"/>
                  </a:lnTo>
                  <a:lnTo>
                    <a:pt x="31289" y="1240"/>
                  </a:lnTo>
                  <a:lnTo>
                    <a:pt x="31289" y="934"/>
                  </a:lnTo>
                  <a:lnTo>
                    <a:pt x="29407" y="934"/>
                  </a:lnTo>
                  <a:lnTo>
                    <a:pt x="29407" y="722"/>
                  </a:lnTo>
                  <a:cubicBezTo>
                    <a:pt x="29407" y="574"/>
                    <a:pt x="29486" y="471"/>
                    <a:pt x="29646" y="414"/>
                  </a:cubicBezTo>
                  <a:cubicBezTo>
                    <a:pt x="29805" y="357"/>
                    <a:pt x="30090" y="328"/>
                    <a:pt x="30500" y="328"/>
                  </a:cubicBezTo>
                  <a:lnTo>
                    <a:pt x="31594" y="328"/>
                  </a:lnTo>
                  <a:lnTo>
                    <a:pt x="31594" y="1"/>
                  </a:lnTo>
                  <a:close/>
                  <a:moveTo>
                    <a:pt x="11378" y="876"/>
                  </a:moveTo>
                  <a:cubicBezTo>
                    <a:pt x="10380" y="876"/>
                    <a:pt x="9598" y="987"/>
                    <a:pt x="9033" y="1210"/>
                  </a:cubicBezTo>
                  <a:cubicBezTo>
                    <a:pt x="8467" y="1433"/>
                    <a:pt x="8184" y="1741"/>
                    <a:pt x="8184" y="2134"/>
                  </a:cubicBezTo>
                  <a:cubicBezTo>
                    <a:pt x="8184" y="2527"/>
                    <a:pt x="8467" y="2835"/>
                    <a:pt x="9033" y="3058"/>
                  </a:cubicBezTo>
                  <a:cubicBezTo>
                    <a:pt x="9598" y="3281"/>
                    <a:pt x="10380" y="3393"/>
                    <a:pt x="11378" y="3393"/>
                  </a:cubicBezTo>
                  <a:cubicBezTo>
                    <a:pt x="12373" y="3393"/>
                    <a:pt x="13154" y="3281"/>
                    <a:pt x="13721" y="3058"/>
                  </a:cubicBezTo>
                  <a:cubicBezTo>
                    <a:pt x="14289" y="2835"/>
                    <a:pt x="14572" y="2527"/>
                    <a:pt x="14572" y="2134"/>
                  </a:cubicBezTo>
                  <a:cubicBezTo>
                    <a:pt x="14572" y="1741"/>
                    <a:pt x="14289" y="1433"/>
                    <a:pt x="13721" y="1210"/>
                  </a:cubicBezTo>
                  <a:cubicBezTo>
                    <a:pt x="13154" y="987"/>
                    <a:pt x="12373" y="876"/>
                    <a:pt x="11378" y="876"/>
                  </a:cubicBezTo>
                  <a:close/>
                  <a:moveTo>
                    <a:pt x="34993" y="876"/>
                  </a:moveTo>
                  <a:cubicBezTo>
                    <a:pt x="34620" y="876"/>
                    <a:pt x="34237" y="890"/>
                    <a:pt x="33843" y="918"/>
                  </a:cubicBezTo>
                  <a:cubicBezTo>
                    <a:pt x="33450" y="946"/>
                    <a:pt x="33044" y="987"/>
                    <a:pt x="32625" y="1043"/>
                  </a:cubicBezTo>
                  <a:lnTo>
                    <a:pt x="32625" y="1407"/>
                  </a:lnTo>
                  <a:cubicBezTo>
                    <a:pt x="32973" y="1341"/>
                    <a:pt x="33336" y="1292"/>
                    <a:pt x="33713" y="1259"/>
                  </a:cubicBezTo>
                  <a:cubicBezTo>
                    <a:pt x="34090" y="1226"/>
                    <a:pt x="34477" y="1210"/>
                    <a:pt x="34875" y="1210"/>
                  </a:cubicBezTo>
                  <a:cubicBezTo>
                    <a:pt x="35500" y="1210"/>
                    <a:pt x="35986" y="1260"/>
                    <a:pt x="36332" y="1359"/>
                  </a:cubicBezTo>
                  <a:cubicBezTo>
                    <a:pt x="36678" y="1458"/>
                    <a:pt x="36851" y="1598"/>
                    <a:pt x="36851" y="1779"/>
                  </a:cubicBezTo>
                  <a:lnTo>
                    <a:pt x="36851" y="1818"/>
                  </a:lnTo>
                  <a:lnTo>
                    <a:pt x="35247" y="1818"/>
                  </a:lnTo>
                  <a:cubicBezTo>
                    <a:pt x="34208" y="1818"/>
                    <a:pt x="33426" y="1886"/>
                    <a:pt x="32902" y="2023"/>
                  </a:cubicBezTo>
                  <a:cubicBezTo>
                    <a:pt x="32378" y="2160"/>
                    <a:pt x="32116" y="2363"/>
                    <a:pt x="32116" y="2633"/>
                  </a:cubicBezTo>
                  <a:cubicBezTo>
                    <a:pt x="32116" y="2864"/>
                    <a:pt x="32326" y="3049"/>
                    <a:pt x="32746" y="3186"/>
                  </a:cubicBezTo>
                  <a:cubicBezTo>
                    <a:pt x="33167" y="3324"/>
                    <a:pt x="33733" y="3393"/>
                    <a:pt x="34446" y="3393"/>
                  </a:cubicBezTo>
                  <a:cubicBezTo>
                    <a:pt x="35009" y="3393"/>
                    <a:pt x="35486" y="3358"/>
                    <a:pt x="35875" y="3289"/>
                  </a:cubicBezTo>
                  <a:cubicBezTo>
                    <a:pt x="36264" y="3220"/>
                    <a:pt x="36590" y="3113"/>
                    <a:pt x="36851" y="2967"/>
                  </a:cubicBezTo>
                  <a:lnTo>
                    <a:pt x="36851" y="3331"/>
                  </a:lnTo>
                  <a:lnTo>
                    <a:pt x="37994" y="3331"/>
                  </a:lnTo>
                  <a:lnTo>
                    <a:pt x="37994" y="1963"/>
                  </a:lnTo>
                  <a:cubicBezTo>
                    <a:pt x="37994" y="1598"/>
                    <a:pt x="37745" y="1326"/>
                    <a:pt x="37248" y="1146"/>
                  </a:cubicBezTo>
                  <a:cubicBezTo>
                    <a:pt x="36751" y="966"/>
                    <a:pt x="35999" y="876"/>
                    <a:pt x="34993" y="876"/>
                  </a:cubicBezTo>
                  <a:close/>
                  <a:moveTo>
                    <a:pt x="43351" y="876"/>
                  </a:moveTo>
                  <a:cubicBezTo>
                    <a:pt x="42266" y="876"/>
                    <a:pt x="41411" y="988"/>
                    <a:pt x="40788" y="1212"/>
                  </a:cubicBezTo>
                  <a:cubicBezTo>
                    <a:pt x="40164" y="1436"/>
                    <a:pt x="39852" y="1744"/>
                    <a:pt x="39852" y="2134"/>
                  </a:cubicBezTo>
                  <a:cubicBezTo>
                    <a:pt x="39852" y="2520"/>
                    <a:pt x="40161" y="2826"/>
                    <a:pt x="40778" y="3053"/>
                  </a:cubicBezTo>
                  <a:cubicBezTo>
                    <a:pt x="41396" y="3279"/>
                    <a:pt x="42228" y="3393"/>
                    <a:pt x="43276" y="3393"/>
                  </a:cubicBezTo>
                  <a:cubicBezTo>
                    <a:pt x="43662" y="3393"/>
                    <a:pt x="44025" y="3380"/>
                    <a:pt x="44367" y="3354"/>
                  </a:cubicBezTo>
                  <a:cubicBezTo>
                    <a:pt x="44709" y="3329"/>
                    <a:pt x="45039" y="3290"/>
                    <a:pt x="45358" y="3239"/>
                  </a:cubicBezTo>
                  <a:lnTo>
                    <a:pt x="45358" y="2875"/>
                  </a:lnTo>
                  <a:cubicBezTo>
                    <a:pt x="45035" y="2936"/>
                    <a:pt x="44711" y="2982"/>
                    <a:pt x="44385" y="3013"/>
                  </a:cubicBezTo>
                  <a:cubicBezTo>
                    <a:pt x="44060" y="3044"/>
                    <a:pt x="43732" y="3059"/>
                    <a:pt x="43401" y="3059"/>
                  </a:cubicBezTo>
                  <a:cubicBezTo>
                    <a:pt x="42659" y="3059"/>
                    <a:pt x="42083" y="2978"/>
                    <a:pt x="41673" y="2816"/>
                  </a:cubicBezTo>
                  <a:cubicBezTo>
                    <a:pt x="41263" y="2654"/>
                    <a:pt x="41058" y="2427"/>
                    <a:pt x="41058" y="2134"/>
                  </a:cubicBezTo>
                  <a:cubicBezTo>
                    <a:pt x="41058" y="1842"/>
                    <a:pt x="41263" y="1615"/>
                    <a:pt x="41673" y="1453"/>
                  </a:cubicBezTo>
                  <a:cubicBezTo>
                    <a:pt x="42083" y="1291"/>
                    <a:pt x="42659" y="1210"/>
                    <a:pt x="43401" y="1210"/>
                  </a:cubicBezTo>
                  <a:cubicBezTo>
                    <a:pt x="43732" y="1210"/>
                    <a:pt x="44060" y="1225"/>
                    <a:pt x="44385" y="1256"/>
                  </a:cubicBezTo>
                  <a:cubicBezTo>
                    <a:pt x="44711" y="1287"/>
                    <a:pt x="45035" y="1333"/>
                    <a:pt x="45358" y="1394"/>
                  </a:cubicBezTo>
                  <a:lnTo>
                    <a:pt x="45358" y="1026"/>
                  </a:lnTo>
                  <a:cubicBezTo>
                    <a:pt x="45043" y="976"/>
                    <a:pt x="44718" y="938"/>
                    <a:pt x="44382" y="914"/>
                  </a:cubicBezTo>
                  <a:cubicBezTo>
                    <a:pt x="44047" y="889"/>
                    <a:pt x="43703" y="876"/>
                    <a:pt x="43351" y="876"/>
                  </a:cubicBezTo>
                  <a:close/>
                  <a:moveTo>
                    <a:pt x="50261" y="876"/>
                  </a:moveTo>
                  <a:cubicBezTo>
                    <a:pt x="49217" y="876"/>
                    <a:pt x="48387" y="991"/>
                    <a:pt x="47772" y="1222"/>
                  </a:cubicBezTo>
                  <a:cubicBezTo>
                    <a:pt x="47157" y="1452"/>
                    <a:pt x="46849" y="1764"/>
                    <a:pt x="46849" y="2156"/>
                  </a:cubicBezTo>
                  <a:cubicBezTo>
                    <a:pt x="46849" y="2535"/>
                    <a:pt x="47174" y="2836"/>
                    <a:pt x="47822" y="3059"/>
                  </a:cubicBezTo>
                  <a:cubicBezTo>
                    <a:pt x="48470" y="3282"/>
                    <a:pt x="49350" y="3393"/>
                    <a:pt x="50460" y="3393"/>
                  </a:cubicBezTo>
                  <a:cubicBezTo>
                    <a:pt x="50903" y="3393"/>
                    <a:pt x="51340" y="3377"/>
                    <a:pt x="51771" y="3346"/>
                  </a:cubicBezTo>
                  <a:cubicBezTo>
                    <a:pt x="52202" y="3314"/>
                    <a:pt x="52622" y="3269"/>
                    <a:pt x="53032" y="3209"/>
                  </a:cubicBezTo>
                  <a:lnTo>
                    <a:pt x="53032" y="2836"/>
                  </a:lnTo>
                  <a:cubicBezTo>
                    <a:pt x="52626" y="2911"/>
                    <a:pt x="52217" y="2966"/>
                    <a:pt x="51805" y="3003"/>
                  </a:cubicBezTo>
                  <a:cubicBezTo>
                    <a:pt x="51393" y="3040"/>
                    <a:pt x="50967" y="3059"/>
                    <a:pt x="50528" y="3059"/>
                  </a:cubicBezTo>
                  <a:cubicBezTo>
                    <a:pt x="49770" y="3059"/>
                    <a:pt x="49179" y="2988"/>
                    <a:pt x="48754" y="2846"/>
                  </a:cubicBezTo>
                  <a:cubicBezTo>
                    <a:pt x="48329" y="2704"/>
                    <a:pt x="48092" y="2498"/>
                    <a:pt x="48043" y="2226"/>
                  </a:cubicBezTo>
                  <a:lnTo>
                    <a:pt x="53299" y="2226"/>
                  </a:lnTo>
                  <a:lnTo>
                    <a:pt x="53299" y="2034"/>
                  </a:lnTo>
                  <a:cubicBezTo>
                    <a:pt x="53299" y="1677"/>
                    <a:pt x="53027" y="1395"/>
                    <a:pt x="52482" y="1187"/>
                  </a:cubicBezTo>
                  <a:cubicBezTo>
                    <a:pt x="51938" y="980"/>
                    <a:pt x="51197" y="876"/>
                    <a:pt x="50261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2153375" y="2030050"/>
              <a:ext cx="984725" cy="82900"/>
            </a:xfrm>
            <a:custGeom>
              <a:rect b="b" l="l" r="r" t="t"/>
              <a:pathLst>
                <a:path extrusionOk="0" h="3316" w="39389">
                  <a:moveTo>
                    <a:pt x="1" y="1878"/>
                  </a:moveTo>
                  <a:lnTo>
                    <a:pt x="1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3"/>
                    <a:pt x="9481" y="672"/>
                  </a:cubicBezTo>
                  <a:cubicBezTo>
                    <a:pt x="9806" y="891"/>
                    <a:pt x="9969" y="1220"/>
                    <a:pt x="9969" y="1659"/>
                  </a:cubicBezTo>
                  <a:cubicBezTo>
                    <a:pt x="9969" y="2097"/>
                    <a:pt x="9806" y="2426"/>
                    <a:pt x="9481" y="2645"/>
                  </a:cubicBezTo>
                  <a:cubicBezTo>
                    <a:pt x="9156" y="2864"/>
                    <a:pt x="8668" y="2973"/>
                    <a:pt x="8018" y="2973"/>
                  </a:cubicBezTo>
                  <a:cubicBezTo>
                    <a:pt x="7371" y="2973"/>
                    <a:pt x="6886" y="2864"/>
                    <a:pt x="6560" y="2645"/>
                  </a:cubicBezTo>
                  <a:cubicBezTo>
                    <a:pt x="6235" y="2426"/>
                    <a:pt x="6073" y="2097"/>
                    <a:pt x="6073" y="1659"/>
                  </a:cubicBezTo>
                  <a:cubicBezTo>
                    <a:pt x="6073" y="1220"/>
                    <a:pt x="6235" y="891"/>
                    <a:pt x="6560" y="672"/>
                  </a:cubicBezTo>
                  <a:cubicBezTo>
                    <a:pt x="6886" y="453"/>
                    <a:pt x="7371" y="343"/>
                    <a:pt x="8018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19732" y="59"/>
                  </a:moveTo>
                  <a:lnTo>
                    <a:pt x="17513" y="213"/>
                  </a:lnTo>
                  <a:lnTo>
                    <a:pt x="17513" y="606"/>
                  </a:lnTo>
                  <a:lnTo>
                    <a:pt x="19744" y="452"/>
                  </a:lnTo>
                  <a:lnTo>
                    <a:pt x="19744" y="2890"/>
                  </a:lnTo>
                  <a:lnTo>
                    <a:pt x="17694" y="2890"/>
                  </a:lnTo>
                  <a:lnTo>
                    <a:pt x="17694" y="3254"/>
                  </a:lnTo>
                  <a:lnTo>
                    <a:pt x="23038" y="3254"/>
                  </a:lnTo>
                  <a:lnTo>
                    <a:pt x="23038" y="2890"/>
                  </a:lnTo>
                  <a:lnTo>
                    <a:pt x="20987" y="2890"/>
                  </a:lnTo>
                  <a:lnTo>
                    <a:pt x="20987" y="59"/>
                  </a:lnTo>
                  <a:close/>
                  <a:moveTo>
                    <a:pt x="27830" y="1"/>
                  </a:moveTo>
                  <a:cubicBezTo>
                    <a:pt x="27465" y="1"/>
                    <a:pt x="27063" y="19"/>
                    <a:pt x="26624" y="54"/>
                  </a:cubicBezTo>
                  <a:cubicBezTo>
                    <a:pt x="26185" y="90"/>
                    <a:pt x="25713" y="143"/>
                    <a:pt x="25208" y="213"/>
                  </a:cubicBezTo>
                  <a:lnTo>
                    <a:pt x="25208" y="649"/>
                  </a:lnTo>
                  <a:cubicBezTo>
                    <a:pt x="25705" y="554"/>
                    <a:pt x="26172" y="482"/>
                    <a:pt x="26609" y="435"/>
                  </a:cubicBezTo>
                  <a:cubicBezTo>
                    <a:pt x="27046" y="388"/>
                    <a:pt x="27461" y="365"/>
                    <a:pt x="27855" y="365"/>
                  </a:cubicBezTo>
                  <a:cubicBezTo>
                    <a:pt x="28410" y="365"/>
                    <a:pt x="28860" y="418"/>
                    <a:pt x="29206" y="525"/>
                  </a:cubicBezTo>
                  <a:cubicBezTo>
                    <a:pt x="29552" y="632"/>
                    <a:pt x="29725" y="771"/>
                    <a:pt x="29725" y="940"/>
                  </a:cubicBezTo>
                  <a:cubicBezTo>
                    <a:pt x="29725" y="1044"/>
                    <a:pt x="29645" y="1150"/>
                    <a:pt x="29486" y="1258"/>
                  </a:cubicBezTo>
                  <a:cubicBezTo>
                    <a:pt x="29326" y="1366"/>
                    <a:pt x="29046" y="1497"/>
                    <a:pt x="28644" y="1653"/>
                  </a:cubicBezTo>
                  <a:cubicBezTo>
                    <a:pt x="28433" y="1736"/>
                    <a:pt x="27916" y="1920"/>
                    <a:pt x="27093" y="2206"/>
                  </a:cubicBezTo>
                  <a:cubicBezTo>
                    <a:pt x="26271" y="2492"/>
                    <a:pt x="25622" y="2720"/>
                    <a:pt x="25145" y="2890"/>
                  </a:cubicBezTo>
                  <a:lnTo>
                    <a:pt x="25145" y="3254"/>
                  </a:lnTo>
                  <a:lnTo>
                    <a:pt x="31036" y="3254"/>
                  </a:lnTo>
                  <a:lnTo>
                    <a:pt x="31036" y="2890"/>
                  </a:lnTo>
                  <a:lnTo>
                    <a:pt x="26655" y="2890"/>
                  </a:lnTo>
                  <a:cubicBezTo>
                    <a:pt x="27666" y="2535"/>
                    <a:pt x="28449" y="2258"/>
                    <a:pt x="29004" y="2061"/>
                  </a:cubicBezTo>
                  <a:cubicBezTo>
                    <a:pt x="29559" y="1863"/>
                    <a:pt x="29889" y="1744"/>
                    <a:pt x="29992" y="1702"/>
                  </a:cubicBezTo>
                  <a:cubicBezTo>
                    <a:pt x="30369" y="1542"/>
                    <a:pt x="30629" y="1404"/>
                    <a:pt x="30772" y="1286"/>
                  </a:cubicBezTo>
                  <a:cubicBezTo>
                    <a:pt x="30915" y="1168"/>
                    <a:pt x="30986" y="1044"/>
                    <a:pt x="30986" y="913"/>
                  </a:cubicBezTo>
                  <a:cubicBezTo>
                    <a:pt x="30986" y="636"/>
                    <a:pt x="30701" y="415"/>
                    <a:pt x="30129" y="249"/>
                  </a:cubicBezTo>
                  <a:cubicBezTo>
                    <a:pt x="29557" y="84"/>
                    <a:pt x="28791" y="1"/>
                    <a:pt x="27830" y="1"/>
                  </a:cubicBezTo>
                  <a:close/>
                  <a:moveTo>
                    <a:pt x="8018" y="1"/>
                  </a:moveTo>
                  <a:cubicBezTo>
                    <a:pt x="6978" y="1"/>
                    <a:pt x="6183" y="142"/>
                    <a:pt x="5635" y="426"/>
                  </a:cubicBezTo>
                  <a:cubicBezTo>
                    <a:pt x="5086" y="709"/>
                    <a:pt x="4811" y="1120"/>
                    <a:pt x="4811" y="1659"/>
                  </a:cubicBezTo>
                  <a:cubicBezTo>
                    <a:pt x="4811" y="2197"/>
                    <a:pt x="5086" y="2608"/>
                    <a:pt x="5635" y="2891"/>
                  </a:cubicBezTo>
                  <a:cubicBezTo>
                    <a:pt x="6183" y="3174"/>
                    <a:pt x="6978" y="3316"/>
                    <a:pt x="8018" y="3316"/>
                  </a:cubicBezTo>
                  <a:cubicBezTo>
                    <a:pt x="9057" y="3316"/>
                    <a:pt x="9852" y="3174"/>
                    <a:pt x="10401" y="2891"/>
                  </a:cubicBezTo>
                  <a:cubicBezTo>
                    <a:pt x="10949" y="2608"/>
                    <a:pt x="11224" y="2197"/>
                    <a:pt x="11224" y="1659"/>
                  </a:cubicBezTo>
                  <a:cubicBezTo>
                    <a:pt x="11224" y="1120"/>
                    <a:pt x="10949" y="709"/>
                    <a:pt x="10401" y="426"/>
                  </a:cubicBezTo>
                  <a:cubicBezTo>
                    <a:pt x="9852" y="142"/>
                    <a:pt x="9057" y="1"/>
                    <a:pt x="8018" y="1"/>
                  </a:cubicBezTo>
                  <a:close/>
                  <a:moveTo>
                    <a:pt x="36077" y="1"/>
                  </a:moveTo>
                  <a:cubicBezTo>
                    <a:pt x="35708" y="1"/>
                    <a:pt x="35316" y="12"/>
                    <a:pt x="34899" y="35"/>
                  </a:cubicBezTo>
                  <a:cubicBezTo>
                    <a:pt x="34483" y="58"/>
                    <a:pt x="34037" y="92"/>
                    <a:pt x="33560" y="138"/>
                  </a:cubicBezTo>
                  <a:lnTo>
                    <a:pt x="33560" y="523"/>
                  </a:lnTo>
                  <a:cubicBezTo>
                    <a:pt x="34033" y="469"/>
                    <a:pt x="34465" y="429"/>
                    <a:pt x="34859" y="403"/>
                  </a:cubicBezTo>
                  <a:cubicBezTo>
                    <a:pt x="35253" y="377"/>
                    <a:pt x="35621" y="365"/>
                    <a:pt x="35965" y="365"/>
                  </a:cubicBezTo>
                  <a:cubicBezTo>
                    <a:pt x="36595" y="365"/>
                    <a:pt x="37078" y="408"/>
                    <a:pt x="37416" y="496"/>
                  </a:cubicBezTo>
                  <a:cubicBezTo>
                    <a:pt x="37754" y="584"/>
                    <a:pt x="37922" y="710"/>
                    <a:pt x="37922" y="874"/>
                  </a:cubicBezTo>
                  <a:cubicBezTo>
                    <a:pt x="37922" y="1034"/>
                    <a:pt x="37759" y="1156"/>
                    <a:pt x="37432" y="1241"/>
                  </a:cubicBezTo>
                  <a:cubicBezTo>
                    <a:pt x="37104" y="1326"/>
                    <a:pt x="36632" y="1368"/>
                    <a:pt x="36015" y="1368"/>
                  </a:cubicBezTo>
                  <a:lnTo>
                    <a:pt x="34884" y="1368"/>
                  </a:lnTo>
                  <a:lnTo>
                    <a:pt x="34884" y="1724"/>
                  </a:lnTo>
                  <a:lnTo>
                    <a:pt x="35965" y="1724"/>
                  </a:lnTo>
                  <a:cubicBezTo>
                    <a:pt x="36649" y="1724"/>
                    <a:pt x="37182" y="1777"/>
                    <a:pt x="37565" y="1883"/>
                  </a:cubicBezTo>
                  <a:cubicBezTo>
                    <a:pt x="37948" y="1989"/>
                    <a:pt x="38140" y="2137"/>
                    <a:pt x="38140" y="2325"/>
                  </a:cubicBezTo>
                  <a:cubicBezTo>
                    <a:pt x="38140" y="2529"/>
                    <a:pt x="37934" y="2685"/>
                    <a:pt x="37522" y="2792"/>
                  </a:cubicBezTo>
                  <a:cubicBezTo>
                    <a:pt x="37109" y="2899"/>
                    <a:pt x="36510" y="2952"/>
                    <a:pt x="35723" y="2952"/>
                  </a:cubicBezTo>
                  <a:cubicBezTo>
                    <a:pt x="35271" y="2952"/>
                    <a:pt x="34838" y="2934"/>
                    <a:pt x="34424" y="2899"/>
                  </a:cubicBezTo>
                  <a:cubicBezTo>
                    <a:pt x="34010" y="2863"/>
                    <a:pt x="33629" y="2810"/>
                    <a:pt x="33281" y="2740"/>
                  </a:cubicBezTo>
                  <a:lnTo>
                    <a:pt x="33281" y="3157"/>
                  </a:lnTo>
                  <a:cubicBezTo>
                    <a:pt x="33720" y="3210"/>
                    <a:pt x="34145" y="3250"/>
                    <a:pt x="34558" y="3276"/>
                  </a:cubicBezTo>
                  <a:cubicBezTo>
                    <a:pt x="34970" y="3303"/>
                    <a:pt x="35371" y="3316"/>
                    <a:pt x="35760" y="3316"/>
                  </a:cubicBezTo>
                  <a:cubicBezTo>
                    <a:pt x="36920" y="3316"/>
                    <a:pt x="37815" y="3230"/>
                    <a:pt x="38444" y="3057"/>
                  </a:cubicBezTo>
                  <a:cubicBezTo>
                    <a:pt x="39074" y="2884"/>
                    <a:pt x="39389" y="2640"/>
                    <a:pt x="39389" y="2325"/>
                  </a:cubicBezTo>
                  <a:cubicBezTo>
                    <a:pt x="39389" y="2120"/>
                    <a:pt x="39220" y="1947"/>
                    <a:pt x="38882" y="1807"/>
                  </a:cubicBezTo>
                  <a:cubicBezTo>
                    <a:pt x="38545" y="1667"/>
                    <a:pt x="38076" y="1575"/>
                    <a:pt x="37475" y="1531"/>
                  </a:cubicBezTo>
                  <a:cubicBezTo>
                    <a:pt x="38018" y="1484"/>
                    <a:pt x="38436" y="1399"/>
                    <a:pt x="38730" y="1277"/>
                  </a:cubicBezTo>
                  <a:cubicBezTo>
                    <a:pt x="39024" y="1155"/>
                    <a:pt x="39171" y="1006"/>
                    <a:pt x="39171" y="829"/>
                  </a:cubicBezTo>
                  <a:cubicBezTo>
                    <a:pt x="39171" y="575"/>
                    <a:pt x="38894" y="374"/>
                    <a:pt x="38339" y="224"/>
                  </a:cubicBezTo>
                  <a:cubicBezTo>
                    <a:pt x="37784" y="75"/>
                    <a:pt x="37030" y="1"/>
                    <a:pt x="360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98025" y="2170575"/>
              <a:ext cx="752400" cy="84825"/>
            </a:xfrm>
            <a:custGeom>
              <a:rect b="b" l="l" r="r" t="t"/>
              <a:pathLst>
                <a:path extrusionOk="0" h="3393" w="30096">
                  <a:moveTo>
                    <a:pt x="15232" y="2126"/>
                  </a:moveTo>
                  <a:lnTo>
                    <a:pt x="15232" y="2213"/>
                  </a:lnTo>
                  <a:cubicBezTo>
                    <a:pt x="15232" y="2470"/>
                    <a:pt x="15040" y="2676"/>
                    <a:pt x="14657" y="2831"/>
                  </a:cubicBezTo>
                  <a:cubicBezTo>
                    <a:pt x="14274" y="2985"/>
                    <a:pt x="13765" y="3063"/>
                    <a:pt x="13131" y="3063"/>
                  </a:cubicBezTo>
                  <a:cubicBezTo>
                    <a:pt x="12671" y="3063"/>
                    <a:pt x="12308" y="3022"/>
                    <a:pt x="12041" y="2940"/>
                  </a:cubicBezTo>
                  <a:cubicBezTo>
                    <a:pt x="11774" y="2858"/>
                    <a:pt x="11640" y="2747"/>
                    <a:pt x="11640" y="2607"/>
                  </a:cubicBezTo>
                  <a:cubicBezTo>
                    <a:pt x="11640" y="2432"/>
                    <a:pt x="11818" y="2307"/>
                    <a:pt x="12174" y="2235"/>
                  </a:cubicBezTo>
                  <a:cubicBezTo>
                    <a:pt x="12531" y="2162"/>
                    <a:pt x="13171" y="2126"/>
                    <a:pt x="14094" y="2126"/>
                  </a:cubicBezTo>
                  <a:close/>
                  <a:moveTo>
                    <a:pt x="0" y="135"/>
                  </a:moveTo>
                  <a:lnTo>
                    <a:pt x="0" y="3330"/>
                  </a:lnTo>
                  <a:lnTo>
                    <a:pt x="1218" y="3330"/>
                  </a:lnTo>
                  <a:lnTo>
                    <a:pt x="1218" y="525"/>
                  </a:lnTo>
                  <a:lnTo>
                    <a:pt x="3611" y="2716"/>
                  </a:lnTo>
                  <a:lnTo>
                    <a:pt x="4872" y="2716"/>
                  </a:lnTo>
                  <a:lnTo>
                    <a:pt x="7264" y="525"/>
                  </a:lnTo>
                  <a:lnTo>
                    <a:pt x="7264" y="3330"/>
                  </a:lnTo>
                  <a:lnTo>
                    <a:pt x="8488" y="3330"/>
                  </a:lnTo>
                  <a:lnTo>
                    <a:pt x="8488" y="135"/>
                  </a:lnTo>
                  <a:lnTo>
                    <a:pt x="6618" y="135"/>
                  </a:lnTo>
                  <a:lnTo>
                    <a:pt x="4238" y="2310"/>
                  </a:lnTo>
                  <a:lnTo>
                    <a:pt x="1871" y="135"/>
                  </a:lnTo>
                  <a:close/>
                  <a:moveTo>
                    <a:pt x="22179" y="876"/>
                  </a:moveTo>
                  <a:cubicBezTo>
                    <a:pt x="21628" y="876"/>
                    <a:pt x="21160" y="911"/>
                    <a:pt x="20775" y="982"/>
                  </a:cubicBezTo>
                  <a:cubicBezTo>
                    <a:pt x="20390" y="1052"/>
                    <a:pt x="20077" y="1160"/>
                    <a:pt x="19837" y="1306"/>
                  </a:cubicBezTo>
                  <a:lnTo>
                    <a:pt x="19837" y="933"/>
                  </a:lnTo>
                  <a:lnTo>
                    <a:pt x="18687" y="933"/>
                  </a:lnTo>
                  <a:lnTo>
                    <a:pt x="18687" y="3330"/>
                  </a:lnTo>
                  <a:lnTo>
                    <a:pt x="19837" y="3330"/>
                  </a:lnTo>
                  <a:lnTo>
                    <a:pt x="19837" y="2068"/>
                  </a:lnTo>
                  <a:cubicBezTo>
                    <a:pt x="19837" y="1797"/>
                    <a:pt x="20010" y="1589"/>
                    <a:pt x="20356" y="1444"/>
                  </a:cubicBezTo>
                  <a:cubicBezTo>
                    <a:pt x="20701" y="1299"/>
                    <a:pt x="21197" y="1227"/>
                    <a:pt x="21844" y="1227"/>
                  </a:cubicBezTo>
                  <a:cubicBezTo>
                    <a:pt x="22026" y="1227"/>
                    <a:pt x="22193" y="1233"/>
                    <a:pt x="22344" y="1245"/>
                  </a:cubicBezTo>
                  <a:cubicBezTo>
                    <a:pt x="22495" y="1257"/>
                    <a:pt x="22635" y="1276"/>
                    <a:pt x="22763" y="1302"/>
                  </a:cubicBezTo>
                  <a:lnTo>
                    <a:pt x="22757" y="897"/>
                  </a:lnTo>
                  <a:cubicBezTo>
                    <a:pt x="22641" y="890"/>
                    <a:pt x="22536" y="885"/>
                    <a:pt x="22440" y="881"/>
                  </a:cubicBezTo>
                  <a:cubicBezTo>
                    <a:pt x="22345" y="877"/>
                    <a:pt x="22258" y="876"/>
                    <a:pt x="22179" y="876"/>
                  </a:cubicBezTo>
                  <a:close/>
                  <a:moveTo>
                    <a:pt x="23919" y="0"/>
                  </a:moveTo>
                  <a:lnTo>
                    <a:pt x="23919" y="3330"/>
                  </a:lnTo>
                  <a:lnTo>
                    <a:pt x="25069" y="3330"/>
                  </a:lnTo>
                  <a:lnTo>
                    <a:pt x="25069" y="2160"/>
                  </a:lnTo>
                  <a:lnTo>
                    <a:pt x="28604" y="3330"/>
                  </a:lnTo>
                  <a:lnTo>
                    <a:pt x="30096" y="3330"/>
                  </a:lnTo>
                  <a:lnTo>
                    <a:pt x="26249" y="2055"/>
                  </a:lnTo>
                  <a:lnTo>
                    <a:pt x="29940" y="933"/>
                  </a:lnTo>
                  <a:lnTo>
                    <a:pt x="28480" y="933"/>
                  </a:lnTo>
                  <a:lnTo>
                    <a:pt x="25069" y="1967"/>
                  </a:lnTo>
                  <a:lnTo>
                    <a:pt x="25069" y="0"/>
                  </a:lnTo>
                  <a:close/>
                  <a:moveTo>
                    <a:pt x="13374" y="876"/>
                  </a:moveTo>
                  <a:cubicBezTo>
                    <a:pt x="13001" y="876"/>
                    <a:pt x="12618" y="890"/>
                    <a:pt x="12224" y="917"/>
                  </a:cubicBezTo>
                  <a:cubicBezTo>
                    <a:pt x="11831" y="945"/>
                    <a:pt x="11425" y="987"/>
                    <a:pt x="11006" y="1043"/>
                  </a:cubicBezTo>
                  <a:lnTo>
                    <a:pt x="11006" y="1406"/>
                  </a:lnTo>
                  <a:cubicBezTo>
                    <a:pt x="11354" y="1341"/>
                    <a:pt x="11717" y="1292"/>
                    <a:pt x="12094" y="1259"/>
                  </a:cubicBezTo>
                  <a:cubicBezTo>
                    <a:pt x="12471" y="1226"/>
                    <a:pt x="12858" y="1210"/>
                    <a:pt x="13256" y="1210"/>
                  </a:cubicBezTo>
                  <a:cubicBezTo>
                    <a:pt x="13881" y="1210"/>
                    <a:pt x="14367" y="1259"/>
                    <a:pt x="14713" y="1358"/>
                  </a:cubicBezTo>
                  <a:cubicBezTo>
                    <a:pt x="15059" y="1457"/>
                    <a:pt x="15232" y="1598"/>
                    <a:pt x="15232" y="1779"/>
                  </a:cubicBezTo>
                  <a:lnTo>
                    <a:pt x="15232" y="1817"/>
                  </a:lnTo>
                  <a:lnTo>
                    <a:pt x="13628" y="1817"/>
                  </a:lnTo>
                  <a:cubicBezTo>
                    <a:pt x="12589" y="1817"/>
                    <a:pt x="11807" y="1886"/>
                    <a:pt x="11283" y="2023"/>
                  </a:cubicBezTo>
                  <a:cubicBezTo>
                    <a:pt x="10759" y="2160"/>
                    <a:pt x="10497" y="2363"/>
                    <a:pt x="10497" y="2633"/>
                  </a:cubicBezTo>
                  <a:cubicBezTo>
                    <a:pt x="10497" y="2864"/>
                    <a:pt x="10707" y="3048"/>
                    <a:pt x="11127" y="3186"/>
                  </a:cubicBezTo>
                  <a:cubicBezTo>
                    <a:pt x="11548" y="3324"/>
                    <a:pt x="12114" y="3392"/>
                    <a:pt x="12827" y="3392"/>
                  </a:cubicBezTo>
                  <a:cubicBezTo>
                    <a:pt x="13390" y="3392"/>
                    <a:pt x="13867" y="3358"/>
                    <a:pt x="14256" y="3289"/>
                  </a:cubicBezTo>
                  <a:cubicBezTo>
                    <a:pt x="14645" y="3219"/>
                    <a:pt x="14971" y="3112"/>
                    <a:pt x="15232" y="2967"/>
                  </a:cubicBezTo>
                  <a:lnTo>
                    <a:pt x="15232" y="3330"/>
                  </a:lnTo>
                  <a:lnTo>
                    <a:pt x="16375" y="3330"/>
                  </a:lnTo>
                  <a:lnTo>
                    <a:pt x="16375" y="1963"/>
                  </a:lnTo>
                  <a:cubicBezTo>
                    <a:pt x="16375" y="1598"/>
                    <a:pt x="16126" y="1325"/>
                    <a:pt x="15629" y="1145"/>
                  </a:cubicBezTo>
                  <a:cubicBezTo>
                    <a:pt x="15132" y="966"/>
                    <a:pt x="14380" y="876"/>
                    <a:pt x="13374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2159750" y="2172500"/>
              <a:ext cx="983025" cy="82900"/>
            </a:xfrm>
            <a:custGeom>
              <a:rect b="b" l="l" r="r" t="t"/>
              <a:pathLst>
                <a:path extrusionOk="0" h="3316" w="39321"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1"/>
                  </a:cubicBezTo>
                  <a:cubicBezTo>
                    <a:pt x="9806" y="890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0" y="2645"/>
                  </a:cubicBezTo>
                  <a:cubicBezTo>
                    <a:pt x="9155" y="2864"/>
                    <a:pt x="8667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0"/>
                    <a:pt x="6560" y="671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19731" y="0"/>
                  </a:moveTo>
                  <a:cubicBezTo>
                    <a:pt x="19367" y="0"/>
                    <a:pt x="18965" y="18"/>
                    <a:pt x="18526" y="54"/>
                  </a:cubicBezTo>
                  <a:cubicBezTo>
                    <a:pt x="18087" y="90"/>
                    <a:pt x="17614" y="142"/>
                    <a:pt x="17109" y="212"/>
                  </a:cubicBezTo>
                  <a:lnTo>
                    <a:pt x="17109" y="649"/>
                  </a:lnTo>
                  <a:cubicBezTo>
                    <a:pt x="17606" y="553"/>
                    <a:pt x="18073" y="482"/>
                    <a:pt x="18510" y="435"/>
                  </a:cubicBezTo>
                  <a:cubicBezTo>
                    <a:pt x="18947" y="388"/>
                    <a:pt x="19363" y="364"/>
                    <a:pt x="19756" y="364"/>
                  </a:cubicBezTo>
                  <a:cubicBezTo>
                    <a:pt x="20311" y="364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7" y="1258"/>
                  </a:cubicBezTo>
                  <a:cubicBezTo>
                    <a:pt x="21228" y="1365"/>
                    <a:pt x="20947" y="1497"/>
                    <a:pt x="20545" y="1653"/>
                  </a:cubicBezTo>
                  <a:cubicBezTo>
                    <a:pt x="20334" y="1735"/>
                    <a:pt x="19817" y="1920"/>
                    <a:pt x="18995" y="2206"/>
                  </a:cubicBezTo>
                  <a:cubicBezTo>
                    <a:pt x="18173" y="2492"/>
                    <a:pt x="17523" y="2720"/>
                    <a:pt x="17047" y="2890"/>
                  </a:cubicBezTo>
                  <a:lnTo>
                    <a:pt x="17047" y="3253"/>
                  </a:lnTo>
                  <a:lnTo>
                    <a:pt x="22938" y="3253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4"/>
                    <a:pt x="20351" y="2258"/>
                    <a:pt x="20906" y="2060"/>
                  </a:cubicBezTo>
                  <a:cubicBezTo>
                    <a:pt x="21461" y="1863"/>
                    <a:pt x="21790" y="1743"/>
                    <a:pt x="21894" y="1702"/>
                  </a:cubicBezTo>
                  <a:cubicBezTo>
                    <a:pt x="22271" y="1542"/>
                    <a:pt x="22531" y="1403"/>
                    <a:pt x="22674" y="1286"/>
                  </a:cubicBezTo>
                  <a:cubicBezTo>
                    <a:pt x="22816" y="1168"/>
                    <a:pt x="22888" y="1043"/>
                    <a:pt x="22888" y="912"/>
                  </a:cubicBezTo>
                  <a:cubicBezTo>
                    <a:pt x="22888" y="635"/>
                    <a:pt x="22602" y="414"/>
                    <a:pt x="22030" y="249"/>
                  </a:cubicBezTo>
                  <a:cubicBezTo>
                    <a:pt x="21459" y="83"/>
                    <a:pt x="20692" y="0"/>
                    <a:pt x="19731" y="0"/>
                  </a:cubicBezTo>
                  <a:close/>
                  <a:moveTo>
                    <a:pt x="27829" y="58"/>
                  </a:moveTo>
                  <a:lnTo>
                    <a:pt x="25611" y="212"/>
                  </a:lnTo>
                  <a:lnTo>
                    <a:pt x="25611" y="606"/>
                  </a:lnTo>
                  <a:lnTo>
                    <a:pt x="27842" y="452"/>
                  </a:lnTo>
                  <a:lnTo>
                    <a:pt x="27842" y="2890"/>
                  </a:lnTo>
                  <a:lnTo>
                    <a:pt x="25791" y="2890"/>
                  </a:lnTo>
                  <a:lnTo>
                    <a:pt x="25791" y="3253"/>
                  </a:lnTo>
                  <a:lnTo>
                    <a:pt x="31135" y="3253"/>
                  </a:lnTo>
                  <a:lnTo>
                    <a:pt x="31135" y="2890"/>
                  </a:lnTo>
                  <a:lnTo>
                    <a:pt x="29085" y="2890"/>
                  </a:lnTo>
                  <a:lnTo>
                    <a:pt x="29085" y="58"/>
                  </a:lnTo>
                  <a:close/>
                  <a:moveTo>
                    <a:pt x="33355" y="58"/>
                  </a:moveTo>
                  <a:lnTo>
                    <a:pt x="33355" y="422"/>
                  </a:lnTo>
                  <a:lnTo>
                    <a:pt x="37810" y="422"/>
                  </a:lnTo>
                  <a:lnTo>
                    <a:pt x="34641" y="3253"/>
                  </a:lnTo>
                  <a:lnTo>
                    <a:pt x="35952" y="3253"/>
                  </a:lnTo>
                  <a:lnTo>
                    <a:pt x="39320" y="242"/>
                  </a:lnTo>
                  <a:lnTo>
                    <a:pt x="39320" y="58"/>
                  </a:lnTo>
                  <a:close/>
                  <a:moveTo>
                    <a:pt x="8017" y="0"/>
                  </a:moveTo>
                  <a:cubicBezTo>
                    <a:pt x="6977" y="0"/>
                    <a:pt x="6183" y="142"/>
                    <a:pt x="5634" y="425"/>
                  </a:cubicBezTo>
                  <a:cubicBezTo>
                    <a:pt x="5085" y="708"/>
                    <a:pt x="4811" y="1120"/>
                    <a:pt x="4811" y="1659"/>
                  </a:cubicBezTo>
                  <a:cubicBezTo>
                    <a:pt x="4811" y="2197"/>
                    <a:pt x="5085" y="2607"/>
                    <a:pt x="5634" y="2891"/>
                  </a:cubicBezTo>
                  <a:cubicBezTo>
                    <a:pt x="6183" y="3174"/>
                    <a:pt x="6977" y="3315"/>
                    <a:pt x="8017" y="3315"/>
                  </a:cubicBezTo>
                  <a:cubicBezTo>
                    <a:pt x="9057" y="3315"/>
                    <a:pt x="9851" y="3174"/>
                    <a:pt x="10400" y="2891"/>
                  </a:cubicBezTo>
                  <a:cubicBezTo>
                    <a:pt x="10949" y="2607"/>
                    <a:pt x="11223" y="2197"/>
                    <a:pt x="11223" y="1659"/>
                  </a:cubicBezTo>
                  <a:cubicBezTo>
                    <a:pt x="11223" y="1120"/>
                    <a:pt x="10949" y="708"/>
                    <a:pt x="10400" y="425"/>
                  </a:cubicBezTo>
                  <a:cubicBezTo>
                    <a:pt x="9851" y="142"/>
                    <a:pt x="9057" y="0"/>
                    <a:pt x="80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69275" y="2313000"/>
              <a:ext cx="949225" cy="84850"/>
            </a:xfrm>
            <a:custGeom>
              <a:rect b="b" l="l" r="r" t="t"/>
              <a:pathLst>
                <a:path extrusionOk="0" h="3394" w="37969">
                  <a:moveTo>
                    <a:pt x="24346" y="1210"/>
                  </a:moveTo>
                  <a:cubicBezTo>
                    <a:pt x="24910" y="1210"/>
                    <a:pt x="25362" y="1274"/>
                    <a:pt x="25704" y="1403"/>
                  </a:cubicBezTo>
                  <a:cubicBezTo>
                    <a:pt x="26046" y="1531"/>
                    <a:pt x="26221" y="1703"/>
                    <a:pt x="26229" y="1919"/>
                  </a:cubicBezTo>
                  <a:lnTo>
                    <a:pt x="22153" y="1921"/>
                  </a:lnTo>
                  <a:cubicBezTo>
                    <a:pt x="22211" y="1695"/>
                    <a:pt x="22431" y="1520"/>
                    <a:pt x="22815" y="1396"/>
                  </a:cubicBezTo>
                  <a:cubicBezTo>
                    <a:pt x="23198" y="1272"/>
                    <a:pt x="23708" y="1210"/>
                    <a:pt x="24346" y="1210"/>
                  </a:cubicBezTo>
                  <a:close/>
                  <a:moveTo>
                    <a:pt x="4251" y="562"/>
                  </a:moveTo>
                  <a:lnTo>
                    <a:pt x="5960" y="2152"/>
                  </a:lnTo>
                  <a:lnTo>
                    <a:pt x="2548" y="2152"/>
                  </a:lnTo>
                  <a:lnTo>
                    <a:pt x="4251" y="562"/>
                  </a:lnTo>
                  <a:close/>
                  <a:moveTo>
                    <a:pt x="16393" y="1206"/>
                  </a:moveTo>
                  <a:cubicBezTo>
                    <a:pt x="16997" y="1206"/>
                    <a:pt x="17473" y="1288"/>
                    <a:pt x="17819" y="1453"/>
                  </a:cubicBezTo>
                  <a:cubicBezTo>
                    <a:pt x="18165" y="1618"/>
                    <a:pt x="18338" y="1845"/>
                    <a:pt x="18338" y="2135"/>
                  </a:cubicBezTo>
                  <a:cubicBezTo>
                    <a:pt x="18338" y="2424"/>
                    <a:pt x="18165" y="2651"/>
                    <a:pt x="17819" y="2816"/>
                  </a:cubicBezTo>
                  <a:cubicBezTo>
                    <a:pt x="17473" y="2981"/>
                    <a:pt x="16997" y="3063"/>
                    <a:pt x="16393" y="3063"/>
                  </a:cubicBezTo>
                  <a:cubicBezTo>
                    <a:pt x="15788" y="3063"/>
                    <a:pt x="15312" y="2981"/>
                    <a:pt x="14967" y="2816"/>
                  </a:cubicBezTo>
                  <a:cubicBezTo>
                    <a:pt x="14621" y="2651"/>
                    <a:pt x="14448" y="2424"/>
                    <a:pt x="14448" y="2135"/>
                  </a:cubicBezTo>
                  <a:cubicBezTo>
                    <a:pt x="14448" y="1845"/>
                    <a:pt x="14621" y="1618"/>
                    <a:pt x="14967" y="1453"/>
                  </a:cubicBezTo>
                  <a:cubicBezTo>
                    <a:pt x="15312" y="1288"/>
                    <a:pt x="15788" y="1206"/>
                    <a:pt x="16393" y="1206"/>
                  </a:cubicBezTo>
                  <a:close/>
                  <a:moveTo>
                    <a:pt x="3543" y="136"/>
                  </a:moveTo>
                  <a:lnTo>
                    <a:pt x="1" y="3331"/>
                  </a:lnTo>
                  <a:lnTo>
                    <a:pt x="1324" y="3331"/>
                  </a:lnTo>
                  <a:lnTo>
                    <a:pt x="2169" y="2511"/>
                  </a:lnTo>
                  <a:lnTo>
                    <a:pt x="6351" y="2511"/>
                  </a:lnTo>
                  <a:lnTo>
                    <a:pt x="7196" y="3331"/>
                  </a:lnTo>
                  <a:lnTo>
                    <a:pt x="8501" y="3331"/>
                  </a:lnTo>
                  <a:lnTo>
                    <a:pt x="4966" y="136"/>
                  </a:lnTo>
                  <a:close/>
                  <a:moveTo>
                    <a:pt x="9806" y="1"/>
                  </a:moveTo>
                  <a:lnTo>
                    <a:pt x="9806" y="3331"/>
                  </a:lnTo>
                  <a:lnTo>
                    <a:pt x="10949" y="3331"/>
                  </a:lnTo>
                  <a:lnTo>
                    <a:pt x="10949" y="1"/>
                  </a:lnTo>
                  <a:close/>
                  <a:moveTo>
                    <a:pt x="32699" y="876"/>
                  </a:moveTo>
                  <a:cubicBezTo>
                    <a:pt x="32148" y="876"/>
                    <a:pt x="31680" y="912"/>
                    <a:pt x="31295" y="982"/>
                  </a:cubicBezTo>
                  <a:cubicBezTo>
                    <a:pt x="30910" y="1053"/>
                    <a:pt x="30597" y="1161"/>
                    <a:pt x="30357" y="1306"/>
                  </a:cubicBezTo>
                  <a:lnTo>
                    <a:pt x="30357" y="934"/>
                  </a:lnTo>
                  <a:lnTo>
                    <a:pt x="29207" y="934"/>
                  </a:lnTo>
                  <a:lnTo>
                    <a:pt x="29207" y="3331"/>
                  </a:lnTo>
                  <a:lnTo>
                    <a:pt x="30357" y="3331"/>
                  </a:lnTo>
                  <a:lnTo>
                    <a:pt x="30357" y="2068"/>
                  </a:lnTo>
                  <a:cubicBezTo>
                    <a:pt x="30357" y="1797"/>
                    <a:pt x="30530" y="1589"/>
                    <a:pt x="30876" y="1444"/>
                  </a:cubicBezTo>
                  <a:cubicBezTo>
                    <a:pt x="31221" y="1300"/>
                    <a:pt x="31717" y="1227"/>
                    <a:pt x="32364" y="1227"/>
                  </a:cubicBezTo>
                  <a:cubicBezTo>
                    <a:pt x="32546" y="1227"/>
                    <a:pt x="32713" y="1233"/>
                    <a:pt x="32864" y="1245"/>
                  </a:cubicBezTo>
                  <a:cubicBezTo>
                    <a:pt x="33015" y="1258"/>
                    <a:pt x="33155" y="1276"/>
                    <a:pt x="33283" y="1302"/>
                  </a:cubicBezTo>
                  <a:lnTo>
                    <a:pt x="33277" y="898"/>
                  </a:lnTo>
                  <a:cubicBezTo>
                    <a:pt x="33161" y="891"/>
                    <a:pt x="33056" y="885"/>
                    <a:pt x="32960" y="882"/>
                  </a:cubicBezTo>
                  <a:cubicBezTo>
                    <a:pt x="32865" y="878"/>
                    <a:pt x="32778" y="876"/>
                    <a:pt x="32699" y="876"/>
                  </a:cubicBezTo>
                  <a:close/>
                  <a:moveTo>
                    <a:pt x="34464" y="253"/>
                  </a:moveTo>
                  <a:lnTo>
                    <a:pt x="34464" y="934"/>
                  </a:lnTo>
                  <a:lnTo>
                    <a:pt x="33625" y="934"/>
                  </a:lnTo>
                  <a:lnTo>
                    <a:pt x="33625" y="1240"/>
                  </a:lnTo>
                  <a:lnTo>
                    <a:pt x="34464" y="1240"/>
                  </a:lnTo>
                  <a:lnTo>
                    <a:pt x="34464" y="2541"/>
                  </a:lnTo>
                  <a:cubicBezTo>
                    <a:pt x="34464" y="2841"/>
                    <a:pt x="34632" y="3047"/>
                    <a:pt x="34967" y="3161"/>
                  </a:cubicBezTo>
                  <a:cubicBezTo>
                    <a:pt x="35303" y="3274"/>
                    <a:pt x="35912" y="3331"/>
                    <a:pt x="36794" y="3331"/>
                  </a:cubicBezTo>
                  <a:lnTo>
                    <a:pt x="37969" y="3331"/>
                  </a:lnTo>
                  <a:lnTo>
                    <a:pt x="37969" y="3001"/>
                  </a:lnTo>
                  <a:lnTo>
                    <a:pt x="36794" y="3001"/>
                  </a:lnTo>
                  <a:cubicBezTo>
                    <a:pt x="36318" y="3001"/>
                    <a:pt x="36002" y="2974"/>
                    <a:pt x="35847" y="2918"/>
                  </a:cubicBezTo>
                  <a:cubicBezTo>
                    <a:pt x="35691" y="2862"/>
                    <a:pt x="35614" y="2737"/>
                    <a:pt x="35614" y="2541"/>
                  </a:cubicBezTo>
                  <a:lnTo>
                    <a:pt x="35614" y="1240"/>
                  </a:lnTo>
                  <a:lnTo>
                    <a:pt x="37969" y="1240"/>
                  </a:lnTo>
                  <a:lnTo>
                    <a:pt x="37969" y="934"/>
                  </a:lnTo>
                  <a:lnTo>
                    <a:pt x="35614" y="934"/>
                  </a:lnTo>
                  <a:lnTo>
                    <a:pt x="35614" y="253"/>
                  </a:lnTo>
                  <a:close/>
                  <a:moveTo>
                    <a:pt x="13298" y="1"/>
                  </a:moveTo>
                  <a:lnTo>
                    <a:pt x="13298" y="3331"/>
                  </a:lnTo>
                  <a:lnTo>
                    <a:pt x="14448" y="3331"/>
                  </a:lnTo>
                  <a:lnTo>
                    <a:pt x="14448" y="2971"/>
                  </a:lnTo>
                  <a:cubicBezTo>
                    <a:pt x="14688" y="3114"/>
                    <a:pt x="14991" y="3220"/>
                    <a:pt x="15358" y="3289"/>
                  </a:cubicBezTo>
                  <a:cubicBezTo>
                    <a:pt x="15725" y="3358"/>
                    <a:pt x="16163" y="3393"/>
                    <a:pt x="16672" y="3393"/>
                  </a:cubicBezTo>
                  <a:cubicBezTo>
                    <a:pt x="17517" y="3393"/>
                    <a:pt x="18204" y="3277"/>
                    <a:pt x="18732" y="3046"/>
                  </a:cubicBezTo>
                  <a:cubicBezTo>
                    <a:pt x="19260" y="2815"/>
                    <a:pt x="19524" y="2511"/>
                    <a:pt x="19524" y="2135"/>
                  </a:cubicBezTo>
                  <a:cubicBezTo>
                    <a:pt x="19524" y="1758"/>
                    <a:pt x="19260" y="1454"/>
                    <a:pt x="18732" y="1223"/>
                  </a:cubicBezTo>
                  <a:cubicBezTo>
                    <a:pt x="18204" y="992"/>
                    <a:pt x="17517" y="876"/>
                    <a:pt x="16672" y="876"/>
                  </a:cubicBezTo>
                  <a:cubicBezTo>
                    <a:pt x="16163" y="876"/>
                    <a:pt x="15725" y="911"/>
                    <a:pt x="15358" y="980"/>
                  </a:cubicBezTo>
                  <a:cubicBezTo>
                    <a:pt x="14991" y="1049"/>
                    <a:pt x="14688" y="1155"/>
                    <a:pt x="14448" y="1298"/>
                  </a:cubicBezTo>
                  <a:lnTo>
                    <a:pt x="14448" y="1"/>
                  </a:lnTo>
                  <a:close/>
                  <a:moveTo>
                    <a:pt x="24334" y="876"/>
                  </a:moveTo>
                  <a:cubicBezTo>
                    <a:pt x="23290" y="876"/>
                    <a:pt x="22460" y="991"/>
                    <a:pt x="21845" y="1222"/>
                  </a:cubicBezTo>
                  <a:cubicBezTo>
                    <a:pt x="21230" y="1452"/>
                    <a:pt x="20922" y="1764"/>
                    <a:pt x="20922" y="2156"/>
                  </a:cubicBezTo>
                  <a:cubicBezTo>
                    <a:pt x="20922" y="2536"/>
                    <a:pt x="21247" y="2837"/>
                    <a:pt x="21895" y="3059"/>
                  </a:cubicBezTo>
                  <a:cubicBezTo>
                    <a:pt x="22543" y="3282"/>
                    <a:pt x="23423" y="3393"/>
                    <a:pt x="24533" y="3393"/>
                  </a:cubicBezTo>
                  <a:cubicBezTo>
                    <a:pt x="24976" y="3393"/>
                    <a:pt x="25413" y="3377"/>
                    <a:pt x="25844" y="3346"/>
                  </a:cubicBezTo>
                  <a:cubicBezTo>
                    <a:pt x="26275" y="3315"/>
                    <a:pt x="26695" y="3269"/>
                    <a:pt x="27105" y="3209"/>
                  </a:cubicBezTo>
                  <a:lnTo>
                    <a:pt x="27105" y="2837"/>
                  </a:lnTo>
                  <a:cubicBezTo>
                    <a:pt x="26699" y="2911"/>
                    <a:pt x="26290" y="2966"/>
                    <a:pt x="25878" y="3004"/>
                  </a:cubicBezTo>
                  <a:cubicBezTo>
                    <a:pt x="25466" y="3041"/>
                    <a:pt x="25040" y="3059"/>
                    <a:pt x="24601" y="3059"/>
                  </a:cubicBezTo>
                  <a:cubicBezTo>
                    <a:pt x="23843" y="3059"/>
                    <a:pt x="23252" y="2988"/>
                    <a:pt x="22827" y="2846"/>
                  </a:cubicBezTo>
                  <a:cubicBezTo>
                    <a:pt x="22402" y="2704"/>
                    <a:pt x="22165" y="2498"/>
                    <a:pt x="22116" y="2227"/>
                  </a:cubicBezTo>
                  <a:lnTo>
                    <a:pt x="27372" y="2227"/>
                  </a:lnTo>
                  <a:lnTo>
                    <a:pt x="27372" y="2034"/>
                  </a:lnTo>
                  <a:cubicBezTo>
                    <a:pt x="27372" y="1677"/>
                    <a:pt x="27100" y="1395"/>
                    <a:pt x="26555" y="1188"/>
                  </a:cubicBezTo>
                  <a:cubicBezTo>
                    <a:pt x="26011" y="980"/>
                    <a:pt x="25270" y="876"/>
                    <a:pt x="24334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2140650" y="2314925"/>
              <a:ext cx="978375" cy="82925"/>
            </a:xfrm>
            <a:custGeom>
              <a:rect b="b" l="l" r="r" t="t"/>
              <a:pathLst>
                <a:path extrusionOk="0" h="3317" w="39135">
                  <a:moveTo>
                    <a:pt x="1" y="1878"/>
                  </a:moveTo>
                  <a:lnTo>
                    <a:pt x="1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3"/>
                    <a:pt x="9481" y="672"/>
                  </a:cubicBezTo>
                  <a:cubicBezTo>
                    <a:pt x="9806" y="891"/>
                    <a:pt x="9969" y="1220"/>
                    <a:pt x="9969" y="1660"/>
                  </a:cubicBezTo>
                  <a:cubicBezTo>
                    <a:pt x="9969" y="2098"/>
                    <a:pt x="9806" y="2426"/>
                    <a:pt x="9481" y="2645"/>
                  </a:cubicBezTo>
                  <a:cubicBezTo>
                    <a:pt x="9156" y="2864"/>
                    <a:pt x="8668" y="2974"/>
                    <a:pt x="8018" y="2974"/>
                  </a:cubicBezTo>
                  <a:cubicBezTo>
                    <a:pt x="7371" y="2974"/>
                    <a:pt x="6886" y="2864"/>
                    <a:pt x="6560" y="2645"/>
                  </a:cubicBezTo>
                  <a:cubicBezTo>
                    <a:pt x="6235" y="2426"/>
                    <a:pt x="6073" y="2098"/>
                    <a:pt x="6073" y="1660"/>
                  </a:cubicBezTo>
                  <a:cubicBezTo>
                    <a:pt x="6073" y="1220"/>
                    <a:pt x="6235" y="891"/>
                    <a:pt x="6560" y="672"/>
                  </a:cubicBezTo>
                  <a:cubicBezTo>
                    <a:pt x="6886" y="453"/>
                    <a:pt x="7371" y="343"/>
                    <a:pt x="8018" y="343"/>
                  </a:cubicBezTo>
                  <a:close/>
                  <a:moveTo>
                    <a:pt x="20161" y="343"/>
                  </a:moveTo>
                  <a:cubicBezTo>
                    <a:pt x="20811" y="343"/>
                    <a:pt x="21299" y="453"/>
                    <a:pt x="21624" y="672"/>
                  </a:cubicBezTo>
                  <a:cubicBezTo>
                    <a:pt x="21949" y="891"/>
                    <a:pt x="22112" y="1220"/>
                    <a:pt x="22112" y="1660"/>
                  </a:cubicBezTo>
                  <a:cubicBezTo>
                    <a:pt x="22112" y="2098"/>
                    <a:pt x="21949" y="2426"/>
                    <a:pt x="21624" y="2645"/>
                  </a:cubicBezTo>
                  <a:cubicBezTo>
                    <a:pt x="21299" y="2864"/>
                    <a:pt x="20811" y="2974"/>
                    <a:pt x="20161" y="2974"/>
                  </a:cubicBezTo>
                  <a:cubicBezTo>
                    <a:pt x="19514" y="2974"/>
                    <a:pt x="19029" y="2864"/>
                    <a:pt x="18703" y="2645"/>
                  </a:cubicBezTo>
                  <a:cubicBezTo>
                    <a:pt x="18378" y="2426"/>
                    <a:pt x="18216" y="2098"/>
                    <a:pt x="18216" y="1660"/>
                  </a:cubicBezTo>
                  <a:cubicBezTo>
                    <a:pt x="18216" y="1220"/>
                    <a:pt x="18378" y="891"/>
                    <a:pt x="18703" y="672"/>
                  </a:cubicBezTo>
                  <a:cubicBezTo>
                    <a:pt x="19029" y="453"/>
                    <a:pt x="19514" y="343"/>
                    <a:pt x="20161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25257" y="59"/>
                  </a:moveTo>
                  <a:lnTo>
                    <a:pt x="25257" y="423"/>
                  </a:lnTo>
                  <a:lnTo>
                    <a:pt x="29713" y="423"/>
                  </a:lnTo>
                  <a:lnTo>
                    <a:pt x="26543" y="3254"/>
                  </a:lnTo>
                  <a:lnTo>
                    <a:pt x="27855" y="3254"/>
                  </a:lnTo>
                  <a:lnTo>
                    <a:pt x="31223" y="243"/>
                  </a:lnTo>
                  <a:lnTo>
                    <a:pt x="31223" y="59"/>
                  </a:lnTo>
                  <a:close/>
                  <a:moveTo>
                    <a:pt x="35928" y="1"/>
                  </a:moveTo>
                  <a:cubicBezTo>
                    <a:pt x="35563" y="1"/>
                    <a:pt x="35161" y="19"/>
                    <a:pt x="34722" y="54"/>
                  </a:cubicBezTo>
                  <a:cubicBezTo>
                    <a:pt x="34283" y="90"/>
                    <a:pt x="33811" y="143"/>
                    <a:pt x="33306" y="213"/>
                  </a:cubicBezTo>
                  <a:lnTo>
                    <a:pt x="33306" y="649"/>
                  </a:lnTo>
                  <a:cubicBezTo>
                    <a:pt x="33803" y="554"/>
                    <a:pt x="34270" y="483"/>
                    <a:pt x="34707" y="435"/>
                  </a:cubicBezTo>
                  <a:cubicBezTo>
                    <a:pt x="35144" y="388"/>
                    <a:pt x="35559" y="365"/>
                    <a:pt x="35953" y="365"/>
                  </a:cubicBezTo>
                  <a:cubicBezTo>
                    <a:pt x="36508" y="365"/>
                    <a:pt x="36958" y="418"/>
                    <a:pt x="37304" y="525"/>
                  </a:cubicBezTo>
                  <a:cubicBezTo>
                    <a:pt x="37650" y="632"/>
                    <a:pt x="37823" y="771"/>
                    <a:pt x="37823" y="941"/>
                  </a:cubicBezTo>
                  <a:cubicBezTo>
                    <a:pt x="37823" y="1045"/>
                    <a:pt x="37743" y="1151"/>
                    <a:pt x="37584" y="1258"/>
                  </a:cubicBezTo>
                  <a:cubicBezTo>
                    <a:pt x="37424" y="1366"/>
                    <a:pt x="37144" y="1498"/>
                    <a:pt x="36742" y="1653"/>
                  </a:cubicBezTo>
                  <a:cubicBezTo>
                    <a:pt x="36531" y="1736"/>
                    <a:pt x="36014" y="1920"/>
                    <a:pt x="35191" y="2206"/>
                  </a:cubicBezTo>
                  <a:cubicBezTo>
                    <a:pt x="34369" y="2492"/>
                    <a:pt x="33720" y="2720"/>
                    <a:pt x="33243" y="2890"/>
                  </a:cubicBezTo>
                  <a:lnTo>
                    <a:pt x="33243" y="3254"/>
                  </a:lnTo>
                  <a:lnTo>
                    <a:pt x="39134" y="3254"/>
                  </a:lnTo>
                  <a:lnTo>
                    <a:pt x="39134" y="2890"/>
                  </a:lnTo>
                  <a:lnTo>
                    <a:pt x="34753" y="2890"/>
                  </a:lnTo>
                  <a:cubicBezTo>
                    <a:pt x="35764" y="2535"/>
                    <a:pt x="36547" y="2258"/>
                    <a:pt x="37102" y="2061"/>
                  </a:cubicBezTo>
                  <a:cubicBezTo>
                    <a:pt x="37657" y="1863"/>
                    <a:pt x="37987" y="1744"/>
                    <a:pt x="38090" y="1702"/>
                  </a:cubicBezTo>
                  <a:cubicBezTo>
                    <a:pt x="38467" y="1543"/>
                    <a:pt x="38727" y="1404"/>
                    <a:pt x="38870" y="1286"/>
                  </a:cubicBezTo>
                  <a:cubicBezTo>
                    <a:pt x="39013" y="1168"/>
                    <a:pt x="39084" y="1044"/>
                    <a:pt x="39084" y="913"/>
                  </a:cubicBezTo>
                  <a:cubicBezTo>
                    <a:pt x="39084" y="636"/>
                    <a:pt x="38799" y="415"/>
                    <a:pt x="38227" y="249"/>
                  </a:cubicBezTo>
                  <a:cubicBezTo>
                    <a:pt x="37655" y="84"/>
                    <a:pt x="36889" y="1"/>
                    <a:pt x="35928" y="1"/>
                  </a:cubicBezTo>
                  <a:close/>
                  <a:moveTo>
                    <a:pt x="8018" y="1"/>
                  </a:moveTo>
                  <a:cubicBezTo>
                    <a:pt x="6978" y="1"/>
                    <a:pt x="6183" y="143"/>
                    <a:pt x="5635" y="426"/>
                  </a:cubicBezTo>
                  <a:cubicBezTo>
                    <a:pt x="5086" y="709"/>
                    <a:pt x="4811" y="1120"/>
                    <a:pt x="4811" y="1660"/>
                  </a:cubicBezTo>
                  <a:cubicBezTo>
                    <a:pt x="4811" y="2197"/>
                    <a:pt x="5086" y="2608"/>
                    <a:pt x="5635" y="2891"/>
                  </a:cubicBezTo>
                  <a:cubicBezTo>
                    <a:pt x="6183" y="3174"/>
                    <a:pt x="6978" y="3316"/>
                    <a:pt x="8018" y="3316"/>
                  </a:cubicBezTo>
                  <a:cubicBezTo>
                    <a:pt x="9057" y="3316"/>
                    <a:pt x="9852" y="3174"/>
                    <a:pt x="10401" y="2891"/>
                  </a:cubicBezTo>
                  <a:cubicBezTo>
                    <a:pt x="10949" y="2608"/>
                    <a:pt x="11224" y="2197"/>
                    <a:pt x="11224" y="1660"/>
                  </a:cubicBezTo>
                  <a:cubicBezTo>
                    <a:pt x="11224" y="1120"/>
                    <a:pt x="10949" y="709"/>
                    <a:pt x="10401" y="426"/>
                  </a:cubicBezTo>
                  <a:cubicBezTo>
                    <a:pt x="9852" y="143"/>
                    <a:pt x="9057" y="1"/>
                    <a:pt x="8018" y="1"/>
                  </a:cubicBezTo>
                  <a:close/>
                  <a:moveTo>
                    <a:pt x="20161" y="1"/>
                  </a:moveTo>
                  <a:cubicBezTo>
                    <a:pt x="19121" y="1"/>
                    <a:pt x="18326" y="143"/>
                    <a:pt x="17778" y="426"/>
                  </a:cubicBezTo>
                  <a:cubicBezTo>
                    <a:pt x="17229" y="709"/>
                    <a:pt x="16954" y="1120"/>
                    <a:pt x="16954" y="1660"/>
                  </a:cubicBezTo>
                  <a:cubicBezTo>
                    <a:pt x="16954" y="2197"/>
                    <a:pt x="17229" y="2608"/>
                    <a:pt x="17778" y="2891"/>
                  </a:cubicBezTo>
                  <a:cubicBezTo>
                    <a:pt x="18326" y="3174"/>
                    <a:pt x="19121" y="3316"/>
                    <a:pt x="20161" y="3316"/>
                  </a:cubicBezTo>
                  <a:cubicBezTo>
                    <a:pt x="21200" y="3316"/>
                    <a:pt x="21995" y="3174"/>
                    <a:pt x="22544" y="2891"/>
                  </a:cubicBezTo>
                  <a:cubicBezTo>
                    <a:pt x="23092" y="2608"/>
                    <a:pt x="23367" y="2197"/>
                    <a:pt x="23367" y="1660"/>
                  </a:cubicBezTo>
                  <a:cubicBezTo>
                    <a:pt x="23367" y="1120"/>
                    <a:pt x="23092" y="709"/>
                    <a:pt x="22544" y="426"/>
                  </a:cubicBezTo>
                  <a:cubicBezTo>
                    <a:pt x="21995" y="143"/>
                    <a:pt x="21200" y="1"/>
                    <a:pt x="201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69275" y="2455450"/>
              <a:ext cx="1094800" cy="84825"/>
            </a:xfrm>
            <a:custGeom>
              <a:rect b="b" l="l" r="r" t="t"/>
              <a:pathLst>
                <a:path extrusionOk="0" h="3393" w="43792">
                  <a:moveTo>
                    <a:pt x="4251" y="561"/>
                  </a:moveTo>
                  <a:lnTo>
                    <a:pt x="5960" y="2151"/>
                  </a:lnTo>
                  <a:lnTo>
                    <a:pt x="2548" y="2151"/>
                  </a:lnTo>
                  <a:lnTo>
                    <a:pt x="4251" y="561"/>
                  </a:lnTo>
                  <a:close/>
                  <a:moveTo>
                    <a:pt x="26504" y="2126"/>
                  </a:moveTo>
                  <a:lnTo>
                    <a:pt x="26504" y="2213"/>
                  </a:lnTo>
                  <a:cubicBezTo>
                    <a:pt x="26504" y="2470"/>
                    <a:pt x="26312" y="2676"/>
                    <a:pt x="25929" y="2831"/>
                  </a:cubicBezTo>
                  <a:cubicBezTo>
                    <a:pt x="25546" y="2986"/>
                    <a:pt x="25037" y="3063"/>
                    <a:pt x="24403" y="3063"/>
                  </a:cubicBezTo>
                  <a:cubicBezTo>
                    <a:pt x="23943" y="3063"/>
                    <a:pt x="23580" y="3022"/>
                    <a:pt x="23313" y="2940"/>
                  </a:cubicBezTo>
                  <a:cubicBezTo>
                    <a:pt x="23046" y="2858"/>
                    <a:pt x="22912" y="2747"/>
                    <a:pt x="22912" y="2607"/>
                  </a:cubicBezTo>
                  <a:cubicBezTo>
                    <a:pt x="22912" y="2432"/>
                    <a:pt x="23090" y="2308"/>
                    <a:pt x="23446" y="2235"/>
                  </a:cubicBezTo>
                  <a:cubicBezTo>
                    <a:pt x="23803" y="2162"/>
                    <a:pt x="24443" y="2126"/>
                    <a:pt x="25366" y="2126"/>
                  </a:cubicBezTo>
                  <a:close/>
                  <a:moveTo>
                    <a:pt x="40697" y="1205"/>
                  </a:moveTo>
                  <a:cubicBezTo>
                    <a:pt x="41302" y="1205"/>
                    <a:pt x="41778" y="1288"/>
                    <a:pt x="42126" y="1453"/>
                  </a:cubicBezTo>
                  <a:cubicBezTo>
                    <a:pt x="42474" y="1617"/>
                    <a:pt x="42648" y="1845"/>
                    <a:pt x="42648" y="2134"/>
                  </a:cubicBezTo>
                  <a:cubicBezTo>
                    <a:pt x="42648" y="2424"/>
                    <a:pt x="42474" y="2651"/>
                    <a:pt x="42126" y="2816"/>
                  </a:cubicBezTo>
                  <a:cubicBezTo>
                    <a:pt x="41778" y="2981"/>
                    <a:pt x="41302" y="3063"/>
                    <a:pt x="40697" y="3063"/>
                  </a:cubicBezTo>
                  <a:cubicBezTo>
                    <a:pt x="40092" y="3063"/>
                    <a:pt x="39617" y="2981"/>
                    <a:pt x="39271" y="2816"/>
                  </a:cubicBezTo>
                  <a:cubicBezTo>
                    <a:pt x="38925" y="2651"/>
                    <a:pt x="38752" y="2424"/>
                    <a:pt x="38752" y="2134"/>
                  </a:cubicBezTo>
                  <a:cubicBezTo>
                    <a:pt x="38752" y="1845"/>
                    <a:pt x="38925" y="1617"/>
                    <a:pt x="39271" y="1453"/>
                  </a:cubicBezTo>
                  <a:cubicBezTo>
                    <a:pt x="39617" y="1288"/>
                    <a:pt x="40092" y="1205"/>
                    <a:pt x="40697" y="1205"/>
                  </a:cubicBezTo>
                  <a:close/>
                  <a:moveTo>
                    <a:pt x="3543" y="135"/>
                  </a:moveTo>
                  <a:lnTo>
                    <a:pt x="1" y="3331"/>
                  </a:lnTo>
                  <a:lnTo>
                    <a:pt x="1324" y="3331"/>
                  </a:lnTo>
                  <a:lnTo>
                    <a:pt x="2169" y="2511"/>
                  </a:lnTo>
                  <a:lnTo>
                    <a:pt x="6351" y="2511"/>
                  </a:lnTo>
                  <a:lnTo>
                    <a:pt x="7196" y="3331"/>
                  </a:lnTo>
                  <a:lnTo>
                    <a:pt x="8501" y="3331"/>
                  </a:lnTo>
                  <a:lnTo>
                    <a:pt x="4966" y="135"/>
                  </a:lnTo>
                  <a:close/>
                  <a:moveTo>
                    <a:pt x="13149" y="876"/>
                  </a:moveTo>
                  <a:cubicBezTo>
                    <a:pt x="12647" y="876"/>
                    <a:pt x="12214" y="911"/>
                    <a:pt x="11850" y="981"/>
                  </a:cubicBezTo>
                  <a:cubicBezTo>
                    <a:pt x="11485" y="1051"/>
                    <a:pt x="11173" y="1159"/>
                    <a:pt x="10912" y="1306"/>
                  </a:cubicBezTo>
                  <a:lnTo>
                    <a:pt x="10912" y="934"/>
                  </a:lnTo>
                  <a:lnTo>
                    <a:pt x="9762" y="934"/>
                  </a:lnTo>
                  <a:lnTo>
                    <a:pt x="9762" y="3331"/>
                  </a:lnTo>
                  <a:lnTo>
                    <a:pt x="10912" y="3331"/>
                  </a:lnTo>
                  <a:lnTo>
                    <a:pt x="10912" y="1976"/>
                  </a:lnTo>
                  <a:cubicBezTo>
                    <a:pt x="10912" y="1743"/>
                    <a:pt x="11084" y="1559"/>
                    <a:pt x="11427" y="1423"/>
                  </a:cubicBezTo>
                  <a:cubicBezTo>
                    <a:pt x="11771" y="1286"/>
                    <a:pt x="12235" y="1218"/>
                    <a:pt x="12819" y="1218"/>
                  </a:cubicBezTo>
                  <a:cubicBezTo>
                    <a:pt x="13312" y="1218"/>
                    <a:pt x="13677" y="1274"/>
                    <a:pt x="13913" y="1384"/>
                  </a:cubicBezTo>
                  <a:cubicBezTo>
                    <a:pt x="14149" y="1495"/>
                    <a:pt x="14267" y="1666"/>
                    <a:pt x="14267" y="1897"/>
                  </a:cubicBezTo>
                  <a:lnTo>
                    <a:pt x="14267" y="3331"/>
                  </a:lnTo>
                  <a:lnTo>
                    <a:pt x="15417" y="3331"/>
                  </a:lnTo>
                  <a:lnTo>
                    <a:pt x="15417" y="1976"/>
                  </a:lnTo>
                  <a:cubicBezTo>
                    <a:pt x="15417" y="1742"/>
                    <a:pt x="15589" y="1557"/>
                    <a:pt x="15932" y="1422"/>
                  </a:cubicBezTo>
                  <a:cubicBezTo>
                    <a:pt x="16276" y="1286"/>
                    <a:pt x="16744" y="1218"/>
                    <a:pt x="17337" y="1218"/>
                  </a:cubicBezTo>
                  <a:cubicBezTo>
                    <a:pt x="17821" y="1218"/>
                    <a:pt x="18182" y="1274"/>
                    <a:pt x="18418" y="1385"/>
                  </a:cubicBezTo>
                  <a:cubicBezTo>
                    <a:pt x="18654" y="1496"/>
                    <a:pt x="18772" y="1667"/>
                    <a:pt x="18772" y="1897"/>
                  </a:cubicBezTo>
                  <a:lnTo>
                    <a:pt x="18772" y="3331"/>
                  </a:lnTo>
                  <a:lnTo>
                    <a:pt x="19922" y="3331"/>
                  </a:lnTo>
                  <a:lnTo>
                    <a:pt x="19922" y="1884"/>
                  </a:lnTo>
                  <a:cubicBezTo>
                    <a:pt x="19922" y="1561"/>
                    <a:pt x="19725" y="1313"/>
                    <a:pt x="19331" y="1138"/>
                  </a:cubicBezTo>
                  <a:cubicBezTo>
                    <a:pt x="18938" y="963"/>
                    <a:pt x="18379" y="876"/>
                    <a:pt x="17654" y="876"/>
                  </a:cubicBezTo>
                  <a:cubicBezTo>
                    <a:pt x="17115" y="876"/>
                    <a:pt x="16647" y="918"/>
                    <a:pt x="16249" y="1002"/>
                  </a:cubicBezTo>
                  <a:cubicBezTo>
                    <a:pt x="15852" y="1086"/>
                    <a:pt x="15510" y="1217"/>
                    <a:pt x="15224" y="1394"/>
                  </a:cubicBezTo>
                  <a:cubicBezTo>
                    <a:pt x="15054" y="1225"/>
                    <a:pt x="14792" y="1097"/>
                    <a:pt x="14438" y="1009"/>
                  </a:cubicBezTo>
                  <a:cubicBezTo>
                    <a:pt x="14084" y="920"/>
                    <a:pt x="13654" y="876"/>
                    <a:pt x="13149" y="876"/>
                  </a:cubicBezTo>
                  <a:close/>
                  <a:moveTo>
                    <a:pt x="33358" y="876"/>
                  </a:moveTo>
                  <a:cubicBezTo>
                    <a:pt x="32873" y="876"/>
                    <a:pt x="32446" y="912"/>
                    <a:pt x="32075" y="983"/>
                  </a:cubicBezTo>
                  <a:cubicBezTo>
                    <a:pt x="31704" y="1054"/>
                    <a:pt x="31382" y="1162"/>
                    <a:pt x="31109" y="1306"/>
                  </a:cubicBezTo>
                  <a:lnTo>
                    <a:pt x="31109" y="934"/>
                  </a:lnTo>
                  <a:lnTo>
                    <a:pt x="29959" y="934"/>
                  </a:lnTo>
                  <a:lnTo>
                    <a:pt x="29959" y="3331"/>
                  </a:lnTo>
                  <a:lnTo>
                    <a:pt x="31109" y="3331"/>
                  </a:lnTo>
                  <a:lnTo>
                    <a:pt x="31109" y="1976"/>
                  </a:lnTo>
                  <a:cubicBezTo>
                    <a:pt x="31109" y="1742"/>
                    <a:pt x="31287" y="1557"/>
                    <a:pt x="31643" y="1422"/>
                  </a:cubicBezTo>
                  <a:cubicBezTo>
                    <a:pt x="31999" y="1286"/>
                    <a:pt x="32486" y="1218"/>
                    <a:pt x="33103" y="1218"/>
                  </a:cubicBezTo>
                  <a:cubicBezTo>
                    <a:pt x="33617" y="1218"/>
                    <a:pt x="34002" y="1275"/>
                    <a:pt x="34259" y="1387"/>
                  </a:cubicBezTo>
                  <a:cubicBezTo>
                    <a:pt x="34516" y="1500"/>
                    <a:pt x="34644" y="1670"/>
                    <a:pt x="34644" y="1897"/>
                  </a:cubicBezTo>
                  <a:lnTo>
                    <a:pt x="34644" y="3331"/>
                  </a:lnTo>
                  <a:lnTo>
                    <a:pt x="35788" y="3331"/>
                  </a:lnTo>
                  <a:lnTo>
                    <a:pt x="35788" y="1884"/>
                  </a:lnTo>
                  <a:cubicBezTo>
                    <a:pt x="35788" y="1553"/>
                    <a:pt x="35583" y="1302"/>
                    <a:pt x="35173" y="1132"/>
                  </a:cubicBezTo>
                  <a:cubicBezTo>
                    <a:pt x="34762" y="961"/>
                    <a:pt x="34158" y="876"/>
                    <a:pt x="33358" y="876"/>
                  </a:cubicBezTo>
                  <a:close/>
                  <a:moveTo>
                    <a:pt x="24646" y="876"/>
                  </a:moveTo>
                  <a:cubicBezTo>
                    <a:pt x="24273" y="876"/>
                    <a:pt x="23890" y="890"/>
                    <a:pt x="23496" y="918"/>
                  </a:cubicBezTo>
                  <a:cubicBezTo>
                    <a:pt x="23103" y="945"/>
                    <a:pt x="22697" y="987"/>
                    <a:pt x="22278" y="1043"/>
                  </a:cubicBezTo>
                  <a:lnTo>
                    <a:pt x="22278" y="1407"/>
                  </a:lnTo>
                  <a:cubicBezTo>
                    <a:pt x="22626" y="1341"/>
                    <a:pt x="22989" y="1292"/>
                    <a:pt x="23366" y="1259"/>
                  </a:cubicBezTo>
                  <a:cubicBezTo>
                    <a:pt x="23743" y="1226"/>
                    <a:pt x="24130" y="1210"/>
                    <a:pt x="24528" y="1210"/>
                  </a:cubicBezTo>
                  <a:cubicBezTo>
                    <a:pt x="25153" y="1210"/>
                    <a:pt x="25639" y="1259"/>
                    <a:pt x="25985" y="1358"/>
                  </a:cubicBezTo>
                  <a:cubicBezTo>
                    <a:pt x="26331" y="1458"/>
                    <a:pt x="26504" y="1598"/>
                    <a:pt x="26504" y="1779"/>
                  </a:cubicBezTo>
                  <a:lnTo>
                    <a:pt x="26504" y="1817"/>
                  </a:lnTo>
                  <a:lnTo>
                    <a:pt x="24900" y="1817"/>
                  </a:lnTo>
                  <a:cubicBezTo>
                    <a:pt x="23861" y="1817"/>
                    <a:pt x="23079" y="1886"/>
                    <a:pt x="22555" y="2023"/>
                  </a:cubicBezTo>
                  <a:cubicBezTo>
                    <a:pt x="22031" y="2160"/>
                    <a:pt x="21769" y="2363"/>
                    <a:pt x="21769" y="2633"/>
                  </a:cubicBezTo>
                  <a:cubicBezTo>
                    <a:pt x="21769" y="2864"/>
                    <a:pt x="21979" y="3048"/>
                    <a:pt x="22399" y="3186"/>
                  </a:cubicBezTo>
                  <a:cubicBezTo>
                    <a:pt x="22820" y="3324"/>
                    <a:pt x="23386" y="3393"/>
                    <a:pt x="24099" y="3393"/>
                  </a:cubicBezTo>
                  <a:cubicBezTo>
                    <a:pt x="24662" y="3393"/>
                    <a:pt x="25139" y="3358"/>
                    <a:pt x="25528" y="3289"/>
                  </a:cubicBezTo>
                  <a:cubicBezTo>
                    <a:pt x="25917" y="3220"/>
                    <a:pt x="26243" y="3112"/>
                    <a:pt x="26504" y="2967"/>
                  </a:cubicBezTo>
                  <a:lnTo>
                    <a:pt x="26504" y="3331"/>
                  </a:lnTo>
                  <a:lnTo>
                    <a:pt x="27647" y="3331"/>
                  </a:lnTo>
                  <a:lnTo>
                    <a:pt x="27647" y="1963"/>
                  </a:lnTo>
                  <a:cubicBezTo>
                    <a:pt x="27647" y="1598"/>
                    <a:pt x="27398" y="1325"/>
                    <a:pt x="26901" y="1146"/>
                  </a:cubicBezTo>
                  <a:cubicBezTo>
                    <a:pt x="26404" y="966"/>
                    <a:pt x="25652" y="876"/>
                    <a:pt x="24646" y="876"/>
                  </a:cubicBezTo>
                  <a:close/>
                  <a:moveTo>
                    <a:pt x="42648" y="1"/>
                  </a:moveTo>
                  <a:lnTo>
                    <a:pt x="42648" y="1297"/>
                  </a:lnTo>
                  <a:cubicBezTo>
                    <a:pt x="42408" y="1155"/>
                    <a:pt x="42105" y="1049"/>
                    <a:pt x="41738" y="980"/>
                  </a:cubicBezTo>
                  <a:cubicBezTo>
                    <a:pt x="41371" y="910"/>
                    <a:pt x="40931" y="876"/>
                    <a:pt x="40417" y="876"/>
                  </a:cubicBezTo>
                  <a:cubicBezTo>
                    <a:pt x="39577" y="876"/>
                    <a:pt x="38892" y="991"/>
                    <a:pt x="38364" y="1223"/>
                  </a:cubicBezTo>
                  <a:cubicBezTo>
                    <a:pt x="37836" y="1454"/>
                    <a:pt x="37571" y="1758"/>
                    <a:pt x="37571" y="2134"/>
                  </a:cubicBezTo>
                  <a:cubicBezTo>
                    <a:pt x="37571" y="2511"/>
                    <a:pt x="37836" y="2815"/>
                    <a:pt x="38364" y="3046"/>
                  </a:cubicBezTo>
                  <a:cubicBezTo>
                    <a:pt x="38892" y="3277"/>
                    <a:pt x="39577" y="3393"/>
                    <a:pt x="40417" y="3393"/>
                  </a:cubicBezTo>
                  <a:cubicBezTo>
                    <a:pt x="40931" y="3393"/>
                    <a:pt x="41371" y="3358"/>
                    <a:pt x="41738" y="3289"/>
                  </a:cubicBezTo>
                  <a:cubicBezTo>
                    <a:pt x="42105" y="3220"/>
                    <a:pt x="42408" y="3114"/>
                    <a:pt x="42648" y="2971"/>
                  </a:cubicBezTo>
                  <a:lnTo>
                    <a:pt x="42648" y="3331"/>
                  </a:lnTo>
                  <a:lnTo>
                    <a:pt x="43792" y="3331"/>
                  </a:lnTo>
                  <a:lnTo>
                    <a:pt x="437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2296550" y="2457375"/>
              <a:ext cx="782275" cy="82900"/>
            </a:xfrm>
            <a:custGeom>
              <a:rect b="b" l="l" r="r" t="t"/>
              <a:pathLst>
                <a:path extrusionOk="0" h="3316" w="31291"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2"/>
                  </a:cubicBezTo>
                  <a:cubicBezTo>
                    <a:pt x="9806" y="891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0" y="2645"/>
                  </a:cubicBezTo>
                  <a:cubicBezTo>
                    <a:pt x="9155" y="2864"/>
                    <a:pt x="8667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1"/>
                    <a:pt x="6560" y="672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20160" y="343"/>
                  </a:moveTo>
                  <a:cubicBezTo>
                    <a:pt x="20810" y="343"/>
                    <a:pt x="21298" y="452"/>
                    <a:pt x="21623" y="672"/>
                  </a:cubicBezTo>
                  <a:cubicBezTo>
                    <a:pt x="21949" y="891"/>
                    <a:pt x="22111" y="1220"/>
                    <a:pt x="22111" y="1659"/>
                  </a:cubicBezTo>
                  <a:cubicBezTo>
                    <a:pt x="22111" y="2097"/>
                    <a:pt x="21949" y="2426"/>
                    <a:pt x="21623" y="2645"/>
                  </a:cubicBezTo>
                  <a:cubicBezTo>
                    <a:pt x="21298" y="2864"/>
                    <a:pt x="20810" y="2973"/>
                    <a:pt x="20160" y="2973"/>
                  </a:cubicBezTo>
                  <a:cubicBezTo>
                    <a:pt x="19514" y="2973"/>
                    <a:pt x="19028" y="2864"/>
                    <a:pt x="18703" y="2645"/>
                  </a:cubicBezTo>
                  <a:cubicBezTo>
                    <a:pt x="18378" y="2426"/>
                    <a:pt x="18215" y="2097"/>
                    <a:pt x="18215" y="1659"/>
                  </a:cubicBezTo>
                  <a:cubicBezTo>
                    <a:pt x="18215" y="1220"/>
                    <a:pt x="18378" y="891"/>
                    <a:pt x="18703" y="672"/>
                  </a:cubicBezTo>
                  <a:cubicBezTo>
                    <a:pt x="19028" y="452"/>
                    <a:pt x="19514" y="343"/>
                    <a:pt x="20160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8017" y="1"/>
                  </a:moveTo>
                  <a:cubicBezTo>
                    <a:pt x="6977" y="1"/>
                    <a:pt x="6183" y="142"/>
                    <a:pt x="5634" y="425"/>
                  </a:cubicBezTo>
                  <a:cubicBezTo>
                    <a:pt x="5085" y="709"/>
                    <a:pt x="4811" y="1120"/>
                    <a:pt x="4811" y="1659"/>
                  </a:cubicBezTo>
                  <a:cubicBezTo>
                    <a:pt x="4811" y="2197"/>
                    <a:pt x="5085" y="2608"/>
                    <a:pt x="5634" y="2891"/>
                  </a:cubicBezTo>
                  <a:cubicBezTo>
                    <a:pt x="6183" y="3174"/>
                    <a:pt x="6977" y="3316"/>
                    <a:pt x="8017" y="3316"/>
                  </a:cubicBezTo>
                  <a:cubicBezTo>
                    <a:pt x="9057" y="3316"/>
                    <a:pt x="9851" y="3174"/>
                    <a:pt x="10400" y="2891"/>
                  </a:cubicBezTo>
                  <a:cubicBezTo>
                    <a:pt x="10949" y="2608"/>
                    <a:pt x="11223" y="2197"/>
                    <a:pt x="11223" y="1659"/>
                  </a:cubicBezTo>
                  <a:cubicBezTo>
                    <a:pt x="11223" y="1120"/>
                    <a:pt x="10949" y="709"/>
                    <a:pt x="10400" y="425"/>
                  </a:cubicBezTo>
                  <a:cubicBezTo>
                    <a:pt x="9851" y="142"/>
                    <a:pt x="9057" y="1"/>
                    <a:pt x="8017" y="1"/>
                  </a:cubicBezTo>
                  <a:close/>
                  <a:moveTo>
                    <a:pt x="20160" y="1"/>
                  </a:moveTo>
                  <a:cubicBezTo>
                    <a:pt x="19120" y="1"/>
                    <a:pt x="18326" y="142"/>
                    <a:pt x="17777" y="425"/>
                  </a:cubicBezTo>
                  <a:cubicBezTo>
                    <a:pt x="17228" y="709"/>
                    <a:pt x="16954" y="1120"/>
                    <a:pt x="16954" y="1659"/>
                  </a:cubicBezTo>
                  <a:cubicBezTo>
                    <a:pt x="16954" y="2197"/>
                    <a:pt x="17228" y="2608"/>
                    <a:pt x="17777" y="2891"/>
                  </a:cubicBezTo>
                  <a:cubicBezTo>
                    <a:pt x="18326" y="3174"/>
                    <a:pt x="19120" y="3316"/>
                    <a:pt x="20160" y="3316"/>
                  </a:cubicBezTo>
                  <a:cubicBezTo>
                    <a:pt x="21200" y="3316"/>
                    <a:pt x="21994" y="3174"/>
                    <a:pt x="22543" y="2891"/>
                  </a:cubicBezTo>
                  <a:cubicBezTo>
                    <a:pt x="23092" y="2608"/>
                    <a:pt x="23366" y="2197"/>
                    <a:pt x="23366" y="1659"/>
                  </a:cubicBezTo>
                  <a:cubicBezTo>
                    <a:pt x="23366" y="1120"/>
                    <a:pt x="23092" y="709"/>
                    <a:pt x="22543" y="425"/>
                  </a:cubicBezTo>
                  <a:cubicBezTo>
                    <a:pt x="21994" y="142"/>
                    <a:pt x="21200" y="1"/>
                    <a:pt x="20160" y="1"/>
                  </a:cubicBezTo>
                  <a:close/>
                  <a:moveTo>
                    <a:pt x="27978" y="1"/>
                  </a:moveTo>
                  <a:cubicBezTo>
                    <a:pt x="27610" y="1"/>
                    <a:pt x="27217" y="12"/>
                    <a:pt x="26801" y="35"/>
                  </a:cubicBezTo>
                  <a:cubicBezTo>
                    <a:pt x="26384" y="58"/>
                    <a:pt x="25938" y="92"/>
                    <a:pt x="25462" y="138"/>
                  </a:cubicBezTo>
                  <a:lnTo>
                    <a:pt x="25462" y="523"/>
                  </a:lnTo>
                  <a:cubicBezTo>
                    <a:pt x="25934" y="469"/>
                    <a:pt x="26367" y="429"/>
                    <a:pt x="26760" y="403"/>
                  </a:cubicBezTo>
                  <a:cubicBezTo>
                    <a:pt x="27154" y="377"/>
                    <a:pt x="27523" y="364"/>
                    <a:pt x="27866" y="364"/>
                  </a:cubicBezTo>
                  <a:cubicBezTo>
                    <a:pt x="28496" y="364"/>
                    <a:pt x="28980" y="408"/>
                    <a:pt x="29317" y="496"/>
                  </a:cubicBezTo>
                  <a:cubicBezTo>
                    <a:pt x="29655" y="584"/>
                    <a:pt x="29824" y="710"/>
                    <a:pt x="29824" y="874"/>
                  </a:cubicBezTo>
                  <a:cubicBezTo>
                    <a:pt x="29824" y="1034"/>
                    <a:pt x="29660" y="1156"/>
                    <a:pt x="29333" y="1241"/>
                  </a:cubicBezTo>
                  <a:cubicBezTo>
                    <a:pt x="29006" y="1326"/>
                    <a:pt x="28533" y="1368"/>
                    <a:pt x="27916" y="1368"/>
                  </a:cubicBezTo>
                  <a:lnTo>
                    <a:pt x="26785" y="1368"/>
                  </a:lnTo>
                  <a:lnTo>
                    <a:pt x="26785" y="1723"/>
                  </a:lnTo>
                  <a:lnTo>
                    <a:pt x="27866" y="1723"/>
                  </a:lnTo>
                  <a:cubicBezTo>
                    <a:pt x="28550" y="1723"/>
                    <a:pt x="29083" y="1777"/>
                    <a:pt x="29467" y="1883"/>
                  </a:cubicBezTo>
                  <a:cubicBezTo>
                    <a:pt x="29850" y="1989"/>
                    <a:pt x="30041" y="2136"/>
                    <a:pt x="30041" y="2325"/>
                  </a:cubicBezTo>
                  <a:cubicBezTo>
                    <a:pt x="30041" y="2529"/>
                    <a:pt x="29835" y="2684"/>
                    <a:pt x="29423" y="2791"/>
                  </a:cubicBezTo>
                  <a:cubicBezTo>
                    <a:pt x="29011" y="2898"/>
                    <a:pt x="28411" y="2952"/>
                    <a:pt x="27624" y="2952"/>
                  </a:cubicBezTo>
                  <a:cubicBezTo>
                    <a:pt x="27173" y="2952"/>
                    <a:pt x="26740" y="2934"/>
                    <a:pt x="26325" y="2898"/>
                  </a:cubicBezTo>
                  <a:cubicBezTo>
                    <a:pt x="25911" y="2863"/>
                    <a:pt x="25530" y="2810"/>
                    <a:pt x="25182" y="2740"/>
                  </a:cubicBezTo>
                  <a:lnTo>
                    <a:pt x="25182" y="3157"/>
                  </a:lnTo>
                  <a:cubicBezTo>
                    <a:pt x="25621" y="3210"/>
                    <a:pt x="26047" y="3250"/>
                    <a:pt x="26459" y="3276"/>
                  </a:cubicBezTo>
                  <a:cubicBezTo>
                    <a:pt x="26871" y="3302"/>
                    <a:pt x="27272" y="3316"/>
                    <a:pt x="27661" y="3316"/>
                  </a:cubicBezTo>
                  <a:cubicBezTo>
                    <a:pt x="28821" y="3316"/>
                    <a:pt x="29716" y="3229"/>
                    <a:pt x="30346" y="3057"/>
                  </a:cubicBezTo>
                  <a:cubicBezTo>
                    <a:pt x="30975" y="2884"/>
                    <a:pt x="31290" y="2640"/>
                    <a:pt x="31290" y="2325"/>
                  </a:cubicBezTo>
                  <a:cubicBezTo>
                    <a:pt x="31290" y="2119"/>
                    <a:pt x="31121" y="1947"/>
                    <a:pt x="30784" y="1807"/>
                  </a:cubicBezTo>
                  <a:cubicBezTo>
                    <a:pt x="30446" y="1667"/>
                    <a:pt x="29977" y="1575"/>
                    <a:pt x="29376" y="1531"/>
                  </a:cubicBezTo>
                  <a:cubicBezTo>
                    <a:pt x="29919" y="1484"/>
                    <a:pt x="30338" y="1399"/>
                    <a:pt x="30632" y="1277"/>
                  </a:cubicBezTo>
                  <a:cubicBezTo>
                    <a:pt x="30926" y="1155"/>
                    <a:pt x="31073" y="1006"/>
                    <a:pt x="31073" y="829"/>
                  </a:cubicBezTo>
                  <a:cubicBezTo>
                    <a:pt x="31073" y="575"/>
                    <a:pt x="30795" y="373"/>
                    <a:pt x="30240" y="224"/>
                  </a:cubicBezTo>
                  <a:cubicBezTo>
                    <a:pt x="29685" y="75"/>
                    <a:pt x="28931" y="1"/>
                    <a:pt x="279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98025" y="2597900"/>
              <a:ext cx="694800" cy="84825"/>
            </a:xfrm>
            <a:custGeom>
              <a:rect b="b" l="l" r="r" t="t"/>
              <a:pathLst>
                <a:path extrusionOk="0" h="3393" w="27792">
                  <a:moveTo>
                    <a:pt x="23113" y="0"/>
                  </a:moveTo>
                  <a:lnTo>
                    <a:pt x="23113" y="499"/>
                  </a:lnTo>
                  <a:lnTo>
                    <a:pt x="24256" y="499"/>
                  </a:lnTo>
                  <a:lnTo>
                    <a:pt x="24256" y="0"/>
                  </a:lnTo>
                  <a:close/>
                  <a:moveTo>
                    <a:pt x="3113" y="490"/>
                  </a:moveTo>
                  <a:cubicBezTo>
                    <a:pt x="3727" y="490"/>
                    <a:pt x="4183" y="530"/>
                    <a:pt x="4484" y="610"/>
                  </a:cubicBezTo>
                  <a:cubicBezTo>
                    <a:pt x="4784" y="690"/>
                    <a:pt x="4934" y="811"/>
                    <a:pt x="4934" y="972"/>
                  </a:cubicBezTo>
                  <a:cubicBezTo>
                    <a:pt x="4934" y="1134"/>
                    <a:pt x="4784" y="1255"/>
                    <a:pt x="4484" y="1334"/>
                  </a:cubicBezTo>
                  <a:cubicBezTo>
                    <a:pt x="4183" y="1414"/>
                    <a:pt x="3727" y="1453"/>
                    <a:pt x="3113" y="1453"/>
                  </a:cubicBezTo>
                  <a:lnTo>
                    <a:pt x="1255" y="1453"/>
                  </a:lnTo>
                  <a:lnTo>
                    <a:pt x="1255" y="490"/>
                  </a:lnTo>
                  <a:close/>
                  <a:moveTo>
                    <a:pt x="3269" y="1804"/>
                  </a:moveTo>
                  <a:cubicBezTo>
                    <a:pt x="3944" y="1804"/>
                    <a:pt x="4444" y="1852"/>
                    <a:pt x="4769" y="1947"/>
                  </a:cubicBezTo>
                  <a:cubicBezTo>
                    <a:pt x="5095" y="2041"/>
                    <a:pt x="5257" y="2189"/>
                    <a:pt x="5257" y="2389"/>
                  </a:cubicBezTo>
                  <a:cubicBezTo>
                    <a:pt x="5257" y="2587"/>
                    <a:pt x="5095" y="2734"/>
                    <a:pt x="4769" y="2830"/>
                  </a:cubicBezTo>
                  <a:cubicBezTo>
                    <a:pt x="4444" y="2927"/>
                    <a:pt x="3944" y="2975"/>
                    <a:pt x="3269" y="2975"/>
                  </a:cubicBezTo>
                  <a:lnTo>
                    <a:pt x="1255" y="2975"/>
                  </a:lnTo>
                  <a:lnTo>
                    <a:pt x="1255" y="1804"/>
                  </a:lnTo>
                  <a:close/>
                  <a:moveTo>
                    <a:pt x="12982" y="2125"/>
                  </a:moveTo>
                  <a:lnTo>
                    <a:pt x="12982" y="2213"/>
                  </a:lnTo>
                  <a:cubicBezTo>
                    <a:pt x="12982" y="2470"/>
                    <a:pt x="12790" y="2676"/>
                    <a:pt x="12407" y="2830"/>
                  </a:cubicBezTo>
                  <a:cubicBezTo>
                    <a:pt x="12024" y="2985"/>
                    <a:pt x="11515" y="3063"/>
                    <a:pt x="10881" y="3063"/>
                  </a:cubicBezTo>
                  <a:cubicBezTo>
                    <a:pt x="10421" y="3063"/>
                    <a:pt x="10058" y="3022"/>
                    <a:pt x="9791" y="2940"/>
                  </a:cubicBezTo>
                  <a:cubicBezTo>
                    <a:pt x="9524" y="2858"/>
                    <a:pt x="9390" y="2747"/>
                    <a:pt x="9390" y="2607"/>
                  </a:cubicBezTo>
                  <a:cubicBezTo>
                    <a:pt x="9390" y="2431"/>
                    <a:pt x="9568" y="2307"/>
                    <a:pt x="9924" y="2234"/>
                  </a:cubicBezTo>
                  <a:cubicBezTo>
                    <a:pt x="10281" y="2162"/>
                    <a:pt x="10921" y="2125"/>
                    <a:pt x="11844" y="2125"/>
                  </a:cubicBezTo>
                  <a:close/>
                  <a:moveTo>
                    <a:pt x="0" y="135"/>
                  </a:moveTo>
                  <a:lnTo>
                    <a:pt x="0" y="3330"/>
                  </a:lnTo>
                  <a:lnTo>
                    <a:pt x="3331" y="3330"/>
                  </a:lnTo>
                  <a:cubicBezTo>
                    <a:pt x="4371" y="3330"/>
                    <a:pt x="5172" y="3252"/>
                    <a:pt x="5736" y="3097"/>
                  </a:cubicBezTo>
                  <a:cubicBezTo>
                    <a:pt x="6299" y="2941"/>
                    <a:pt x="6581" y="2721"/>
                    <a:pt x="6581" y="2436"/>
                  </a:cubicBezTo>
                  <a:cubicBezTo>
                    <a:pt x="6581" y="2219"/>
                    <a:pt x="6410" y="2038"/>
                    <a:pt x="6068" y="1893"/>
                  </a:cubicBezTo>
                  <a:cubicBezTo>
                    <a:pt x="5726" y="1748"/>
                    <a:pt x="5247" y="1653"/>
                    <a:pt x="4630" y="1607"/>
                  </a:cubicBezTo>
                  <a:cubicBezTo>
                    <a:pt x="5143" y="1579"/>
                    <a:pt x="5533" y="1507"/>
                    <a:pt x="5798" y="1391"/>
                  </a:cubicBezTo>
                  <a:cubicBezTo>
                    <a:pt x="6063" y="1276"/>
                    <a:pt x="6196" y="1120"/>
                    <a:pt x="6196" y="925"/>
                  </a:cubicBezTo>
                  <a:cubicBezTo>
                    <a:pt x="6196" y="672"/>
                    <a:pt x="5937" y="477"/>
                    <a:pt x="5419" y="340"/>
                  </a:cubicBezTo>
                  <a:cubicBezTo>
                    <a:pt x="4901" y="203"/>
                    <a:pt x="4164" y="135"/>
                    <a:pt x="3207" y="135"/>
                  </a:cubicBezTo>
                  <a:close/>
                  <a:moveTo>
                    <a:pt x="23113" y="933"/>
                  </a:moveTo>
                  <a:lnTo>
                    <a:pt x="23113" y="3330"/>
                  </a:lnTo>
                  <a:lnTo>
                    <a:pt x="24256" y="3330"/>
                  </a:lnTo>
                  <a:lnTo>
                    <a:pt x="24256" y="933"/>
                  </a:lnTo>
                  <a:close/>
                  <a:moveTo>
                    <a:pt x="26649" y="0"/>
                  </a:moveTo>
                  <a:lnTo>
                    <a:pt x="26649" y="3330"/>
                  </a:lnTo>
                  <a:lnTo>
                    <a:pt x="27792" y="3330"/>
                  </a:lnTo>
                  <a:lnTo>
                    <a:pt x="27792" y="0"/>
                  </a:lnTo>
                  <a:close/>
                  <a:moveTo>
                    <a:pt x="11124" y="875"/>
                  </a:moveTo>
                  <a:cubicBezTo>
                    <a:pt x="10751" y="875"/>
                    <a:pt x="10368" y="889"/>
                    <a:pt x="9974" y="917"/>
                  </a:cubicBezTo>
                  <a:cubicBezTo>
                    <a:pt x="9581" y="945"/>
                    <a:pt x="9175" y="987"/>
                    <a:pt x="8756" y="1042"/>
                  </a:cubicBezTo>
                  <a:lnTo>
                    <a:pt x="8756" y="1406"/>
                  </a:lnTo>
                  <a:cubicBezTo>
                    <a:pt x="9104" y="1341"/>
                    <a:pt x="9467" y="1291"/>
                    <a:pt x="9844" y="1259"/>
                  </a:cubicBezTo>
                  <a:cubicBezTo>
                    <a:pt x="10221" y="1226"/>
                    <a:pt x="10608" y="1209"/>
                    <a:pt x="11006" y="1209"/>
                  </a:cubicBezTo>
                  <a:cubicBezTo>
                    <a:pt x="11631" y="1209"/>
                    <a:pt x="12117" y="1259"/>
                    <a:pt x="12463" y="1358"/>
                  </a:cubicBezTo>
                  <a:cubicBezTo>
                    <a:pt x="12809" y="1457"/>
                    <a:pt x="12982" y="1597"/>
                    <a:pt x="12982" y="1779"/>
                  </a:cubicBezTo>
                  <a:lnTo>
                    <a:pt x="12982" y="1817"/>
                  </a:lnTo>
                  <a:lnTo>
                    <a:pt x="11378" y="1817"/>
                  </a:lnTo>
                  <a:cubicBezTo>
                    <a:pt x="10339" y="1817"/>
                    <a:pt x="9557" y="1886"/>
                    <a:pt x="9033" y="2023"/>
                  </a:cubicBezTo>
                  <a:cubicBezTo>
                    <a:pt x="8509" y="2160"/>
                    <a:pt x="8247" y="2363"/>
                    <a:pt x="8247" y="2632"/>
                  </a:cubicBezTo>
                  <a:cubicBezTo>
                    <a:pt x="8247" y="2864"/>
                    <a:pt x="8457" y="3048"/>
                    <a:pt x="8877" y="3186"/>
                  </a:cubicBezTo>
                  <a:cubicBezTo>
                    <a:pt x="9298" y="3323"/>
                    <a:pt x="9864" y="3392"/>
                    <a:pt x="10577" y="3392"/>
                  </a:cubicBezTo>
                  <a:cubicBezTo>
                    <a:pt x="11140" y="3392"/>
                    <a:pt x="11617" y="3358"/>
                    <a:pt x="12006" y="3288"/>
                  </a:cubicBezTo>
                  <a:cubicBezTo>
                    <a:pt x="12395" y="3219"/>
                    <a:pt x="12721" y="3112"/>
                    <a:pt x="12982" y="2966"/>
                  </a:cubicBezTo>
                  <a:lnTo>
                    <a:pt x="12982" y="3330"/>
                  </a:lnTo>
                  <a:lnTo>
                    <a:pt x="14125" y="3330"/>
                  </a:lnTo>
                  <a:lnTo>
                    <a:pt x="14125" y="1963"/>
                  </a:lnTo>
                  <a:cubicBezTo>
                    <a:pt x="14125" y="1597"/>
                    <a:pt x="13876" y="1325"/>
                    <a:pt x="13379" y="1145"/>
                  </a:cubicBezTo>
                  <a:cubicBezTo>
                    <a:pt x="12882" y="965"/>
                    <a:pt x="12130" y="875"/>
                    <a:pt x="11124" y="875"/>
                  </a:cubicBezTo>
                  <a:close/>
                  <a:moveTo>
                    <a:pt x="18693" y="875"/>
                  </a:moveTo>
                  <a:cubicBezTo>
                    <a:pt x="17839" y="875"/>
                    <a:pt x="17181" y="937"/>
                    <a:pt x="16717" y="1059"/>
                  </a:cubicBezTo>
                  <a:cubicBezTo>
                    <a:pt x="16253" y="1182"/>
                    <a:pt x="16021" y="1356"/>
                    <a:pt x="16021" y="1582"/>
                  </a:cubicBezTo>
                  <a:cubicBezTo>
                    <a:pt x="16021" y="1767"/>
                    <a:pt x="16178" y="1913"/>
                    <a:pt x="16493" y="2019"/>
                  </a:cubicBezTo>
                  <a:cubicBezTo>
                    <a:pt x="16808" y="2126"/>
                    <a:pt x="17319" y="2204"/>
                    <a:pt x="18028" y="2256"/>
                  </a:cubicBezTo>
                  <a:lnTo>
                    <a:pt x="18426" y="2288"/>
                  </a:lnTo>
                  <a:cubicBezTo>
                    <a:pt x="19134" y="2341"/>
                    <a:pt x="19593" y="2396"/>
                    <a:pt x="19802" y="2453"/>
                  </a:cubicBezTo>
                  <a:cubicBezTo>
                    <a:pt x="20011" y="2510"/>
                    <a:pt x="20116" y="2592"/>
                    <a:pt x="20116" y="2699"/>
                  </a:cubicBezTo>
                  <a:cubicBezTo>
                    <a:pt x="20116" y="2814"/>
                    <a:pt x="19971" y="2904"/>
                    <a:pt x="19681" y="2967"/>
                  </a:cubicBezTo>
                  <a:cubicBezTo>
                    <a:pt x="19391" y="3031"/>
                    <a:pt x="18976" y="3063"/>
                    <a:pt x="18438" y="3063"/>
                  </a:cubicBezTo>
                  <a:cubicBezTo>
                    <a:pt x="18036" y="3063"/>
                    <a:pt x="17630" y="3044"/>
                    <a:pt x="17220" y="3006"/>
                  </a:cubicBezTo>
                  <a:cubicBezTo>
                    <a:pt x="16810" y="2968"/>
                    <a:pt x="16394" y="2911"/>
                    <a:pt x="15971" y="2836"/>
                  </a:cubicBezTo>
                  <a:lnTo>
                    <a:pt x="15971" y="3242"/>
                  </a:lnTo>
                  <a:cubicBezTo>
                    <a:pt x="16418" y="3292"/>
                    <a:pt x="16844" y="3330"/>
                    <a:pt x="17248" y="3355"/>
                  </a:cubicBezTo>
                  <a:cubicBezTo>
                    <a:pt x="17652" y="3380"/>
                    <a:pt x="18040" y="3392"/>
                    <a:pt x="18413" y="3392"/>
                  </a:cubicBezTo>
                  <a:cubicBezTo>
                    <a:pt x="19308" y="3392"/>
                    <a:pt x="20011" y="3327"/>
                    <a:pt x="20523" y="3197"/>
                  </a:cubicBezTo>
                  <a:cubicBezTo>
                    <a:pt x="21034" y="3068"/>
                    <a:pt x="21290" y="2891"/>
                    <a:pt x="21290" y="2669"/>
                  </a:cubicBezTo>
                  <a:cubicBezTo>
                    <a:pt x="21290" y="2473"/>
                    <a:pt x="21119" y="2321"/>
                    <a:pt x="20777" y="2212"/>
                  </a:cubicBezTo>
                  <a:cubicBezTo>
                    <a:pt x="20436" y="2103"/>
                    <a:pt x="19859" y="2018"/>
                    <a:pt x="19047" y="1958"/>
                  </a:cubicBezTo>
                  <a:lnTo>
                    <a:pt x="18655" y="1928"/>
                  </a:lnTo>
                  <a:cubicBezTo>
                    <a:pt x="18042" y="1881"/>
                    <a:pt x="17634" y="1832"/>
                    <a:pt x="17431" y="1780"/>
                  </a:cubicBezTo>
                  <a:cubicBezTo>
                    <a:pt x="17228" y="1728"/>
                    <a:pt x="17127" y="1656"/>
                    <a:pt x="17127" y="1565"/>
                  </a:cubicBezTo>
                  <a:cubicBezTo>
                    <a:pt x="17127" y="1445"/>
                    <a:pt x="17269" y="1355"/>
                    <a:pt x="17552" y="1295"/>
                  </a:cubicBezTo>
                  <a:cubicBezTo>
                    <a:pt x="17836" y="1235"/>
                    <a:pt x="18262" y="1205"/>
                    <a:pt x="18829" y="1205"/>
                  </a:cubicBezTo>
                  <a:cubicBezTo>
                    <a:pt x="19202" y="1205"/>
                    <a:pt x="19563" y="1219"/>
                    <a:pt x="19911" y="1248"/>
                  </a:cubicBezTo>
                  <a:cubicBezTo>
                    <a:pt x="20259" y="1276"/>
                    <a:pt x="20594" y="1319"/>
                    <a:pt x="20917" y="1376"/>
                  </a:cubicBezTo>
                  <a:lnTo>
                    <a:pt x="20917" y="1004"/>
                  </a:lnTo>
                  <a:cubicBezTo>
                    <a:pt x="20602" y="961"/>
                    <a:pt x="20259" y="929"/>
                    <a:pt x="19886" y="908"/>
                  </a:cubicBezTo>
                  <a:cubicBezTo>
                    <a:pt x="19513" y="886"/>
                    <a:pt x="19115" y="875"/>
                    <a:pt x="18693" y="8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4"/>
            <p:cNvSpPr/>
            <p:nvPr/>
          </p:nvSpPr>
          <p:spPr>
            <a:xfrm>
              <a:off x="2121575" y="2599825"/>
              <a:ext cx="992325" cy="82900"/>
            </a:xfrm>
            <a:custGeom>
              <a:rect b="b" l="l" r="r" t="t"/>
              <a:pathLst>
                <a:path extrusionOk="0" h="3316" w="39693">
                  <a:moveTo>
                    <a:pt x="37120" y="435"/>
                  </a:moveTo>
                  <a:lnTo>
                    <a:pt x="37120" y="2140"/>
                  </a:lnTo>
                  <a:lnTo>
                    <a:pt x="33951" y="2140"/>
                  </a:lnTo>
                  <a:lnTo>
                    <a:pt x="37120" y="435"/>
                  </a:lnTo>
                  <a:close/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1"/>
                  </a:cubicBezTo>
                  <a:cubicBezTo>
                    <a:pt x="9806" y="890"/>
                    <a:pt x="9968" y="1219"/>
                    <a:pt x="9968" y="1659"/>
                  </a:cubicBezTo>
                  <a:cubicBezTo>
                    <a:pt x="9968" y="2097"/>
                    <a:pt x="9806" y="2425"/>
                    <a:pt x="9480" y="2644"/>
                  </a:cubicBezTo>
                  <a:cubicBezTo>
                    <a:pt x="9155" y="2863"/>
                    <a:pt x="8667" y="2973"/>
                    <a:pt x="8017" y="2973"/>
                  </a:cubicBezTo>
                  <a:cubicBezTo>
                    <a:pt x="7371" y="2973"/>
                    <a:pt x="6885" y="2863"/>
                    <a:pt x="6560" y="2644"/>
                  </a:cubicBezTo>
                  <a:cubicBezTo>
                    <a:pt x="6235" y="2425"/>
                    <a:pt x="6072" y="2097"/>
                    <a:pt x="6072" y="1659"/>
                  </a:cubicBezTo>
                  <a:cubicBezTo>
                    <a:pt x="6072" y="1219"/>
                    <a:pt x="6235" y="890"/>
                    <a:pt x="6560" y="671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19731" y="0"/>
                  </a:moveTo>
                  <a:cubicBezTo>
                    <a:pt x="19367" y="0"/>
                    <a:pt x="18965" y="18"/>
                    <a:pt x="18526" y="54"/>
                  </a:cubicBezTo>
                  <a:cubicBezTo>
                    <a:pt x="18087" y="89"/>
                    <a:pt x="17614" y="142"/>
                    <a:pt x="17109" y="212"/>
                  </a:cubicBezTo>
                  <a:lnTo>
                    <a:pt x="17109" y="649"/>
                  </a:lnTo>
                  <a:cubicBezTo>
                    <a:pt x="17606" y="553"/>
                    <a:pt x="18073" y="482"/>
                    <a:pt x="18510" y="435"/>
                  </a:cubicBezTo>
                  <a:cubicBezTo>
                    <a:pt x="18947" y="388"/>
                    <a:pt x="19363" y="364"/>
                    <a:pt x="19756" y="364"/>
                  </a:cubicBezTo>
                  <a:cubicBezTo>
                    <a:pt x="20311" y="364"/>
                    <a:pt x="20762" y="417"/>
                    <a:pt x="21108" y="524"/>
                  </a:cubicBezTo>
                  <a:cubicBezTo>
                    <a:pt x="21454" y="631"/>
                    <a:pt x="21626" y="770"/>
                    <a:pt x="21626" y="940"/>
                  </a:cubicBezTo>
                  <a:cubicBezTo>
                    <a:pt x="21626" y="1044"/>
                    <a:pt x="21547" y="1150"/>
                    <a:pt x="21387" y="1257"/>
                  </a:cubicBezTo>
                  <a:cubicBezTo>
                    <a:pt x="21228" y="1365"/>
                    <a:pt x="20947" y="1497"/>
                    <a:pt x="20545" y="1652"/>
                  </a:cubicBezTo>
                  <a:cubicBezTo>
                    <a:pt x="20334" y="1735"/>
                    <a:pt x="19817" y="1920"/>
                    <a:pt x="18995" y="2206"/>
                  </a:cubicBezTo>
                  <a:cubicBezTo>
                    <a:pt x="18173" y="2492"/>
                    <a:pt x="17523" y="2720"/>
                    <a:pt x="17047" y="2889"/>
                  </a:cubicBezTo>
                  <a:lnTo>
                    <a:pt x="17047" y="3253"/>
                  </a:lnTo>
                  <a:lnTo>
                    <a:pt x="22938" y="3253"/>
                  </a:lnTo>
                  <a:lnTo>
                    <a:pt x="22938" y="2889"/>
                  </a:lnTo>
                  <a:lnTo>
                    <a:pt x="18557" y="2889"/>
                  </a:lnTo>
                  <a:cubicBezTo>
                    <a:pt x="19568" y="2534"/>
                    <a:pt x="20351" y="2258"/>
                    <a:pt x="20906" y="2060"/>
                  </a:cubicBezTo>
                  <a:cubicBezTo>
                    <a:pt x="21461" y="1862"/>
                    <a:pt x="21790" y="1743"/>
                    <a:pt x="21894" y="1702"/>
                  </a:cubicBezTo>
                  <a:cubicBezTo>
                    <a:pt x="22271" y="1542"/>
                    <a:pt x="22531" y="1403"/>
                    <a:pt x="22674" y="1285"/>
                  </a:cubicBezTo>
                  <a:cubicBezTo>
                    <a:pt x="22816" y="1168"/>
                    <a:pt x="22888" y="1043"/>
                    <a:pt x="22888" y="912"/>
                  </a:cubicBezTo>
                  <a:cubicBezTo>
                    <a:pt x="22888" y="635"/>
                    <a:pt x="22602" y="414"/>
                    <a:pt x="22030" y="248"/>
                  </a:cubicBezTo>
                  <a:cubicBezTo>
                    <a:pt x="21459" y="83"/>
                    <a:pt x="20692" y="0"/>
                    <a:pt x="19731" y="0"/>
                  </a:cubicBezTo>
                  <a:close/>
                  <a:moveTo>
                    <a:pt x="36791" y="58"/>
                  </a:moveTo>
                  <a:lnTo>
                    <a:pt x="32932" y="2083"/>
                  </a:lnTo>
                  <a:lnTo>
                    <a:pt x="32932" y="2500"/>
                  </a:lnTo>
                  <a:lnTo>
                    <a:pt x="37120" y="2500"/>
                  </a:lnTo>
                  <a:lnTo>
                    <a:pt x="37120" y="3253"/>
                  </a:lnTo>
                  <a:lnTo>
                    <a:pt x="38369" y="3253"/>
                  </a:lnTo>
                  <a:lnTo>
                    <a:pt x="38369" y="2500"/>
                  </a:lnTo>
                  <a:lnTo>
                    <a:pt x="39693" y="2500"/>
                  </a:lnTo>
                  <a:lnTo>
                    <a:pt x="39693" y="2140"/>
                  </a:lnTo>
                  <a:lnTo>
                    <a:pt x="38369" y="2140"/>
                  </a:lnTo>
                  <a:lnTo>
                    <a:pt x="38369" y="58"/>
                  </a:lnTo>
                  <a:close/>
                  <a:moveTo>
                    <a:pt x="8017" y="0"/>
                  </a:moveTo>
                  <a:cubicBezTo>
                    <a:pt x="6977" y="0"/>
                    <a:pt x="6183" y="142"/>
                    <a:pt x="5634" y="425"/>
                  </a:cubicBezTo>
                  <a:cubicBezTo>
                    <a:pt x="5085" y="708"/>
                    <a:pt x="4811" y="1119"/>
                    <a:pt x="4811" y="1659"/>
                  </a:cubicBezTo>
                  <a:cubicBezTo>
                    <a:pt x="4811" y="2197"/>
                    <a:pt x="5085" y="2607"/>
                    <a:pt x="5634" y="2890"/>
                  </a:cubicBezTo>
                  <a:cubicBezTo>
                    <a:pt x="6183" y="3174"/>
                    <a:pt x="6977" y="3315"/>
                    <a:pt x="8017" y="3315"/>
                  </a:cubicBezTo>
                  <a:cubicBezTo>
                    <a:pt x="9057" y="3315"/>
                    <a:pt x="9851" y="3174"/>
                    <a:pt x="10400" y="2890"/>
                  </a:cubicBezTo>
                  <a:cubicBezTo>
                    <a:pt x="10949" y="2607"/>
                    <a:pt x="11223" y="2197"/>
                    <a:pt x="11223" y="1659"/>
                  </a:cubicBezTo>
                  <a:cubicBezTo>
                    <a:pt x="11223" y="1119"/>
                    <a:pt x="10949" y="708"/>
                    <a:pt x="10400" y="425"/>
                  </a:cubicBezTo>
                  <a:cubicBezTo>
                    <a:pt x="9851" y="142"/>
                    <a:pt x="9057" y="0"/>
                    <a:pt x="8017" y="0"/>
                  </a:cubicBezTo>
                  <a:close/>
                  <a:moveTo>
                    <a:pt x="25586" y="58"/>
                  </a:moveTo>
                  <a:lnTo>
                    <a:pt x="25586" y="1663"/>
                  </a:lnTo>
                  <a:cubicBezTo>
                    <a:pt x="25934" y="1609"/>
                    <a:pt x="26275" y="1569"/>
                    <a:pt x="26608" y="1543"/>
                  </a:cubicBezTo>
                  <a:cubicBezTo>
                    <a:pt x="26942" y="1518"/>
                    <a:pt x="27276" y="1505"/>
                    <a:pt x="27612" y="1505"/>
                  </a:cubicBezTo>
                  <a:cubicBezTo>
                    <a:pt x="28328" y="1505"/>
                    <a:pt x="28896" y="1570"/>
                    <a:pt x="29314" y="1699"/>
                  </a:cubicBezTo>
                  <a:cubicBezTo>
                    <a:pt x="29733" y="1829"/>
                    <a:pt x="29942" y="2005"/>
                    <a:pt x="29942" y="2228"/>
                  </a:cubicBezTo>
                  <a:cubicBezTo>
                    <a:pt x="29942" y="2451"/>
                    <a:pt x="29733" y="2627"/>
                    <a:pt x="29314" y="2757"/>
                  </a:cubicBezTo>
                  <a:cubicBezTo>
                    <a:pt x="28896" y="2886"/>
                    <a:pt x="28328" y="2951"/>
                    <a:pt x="27612" y="2951"/>
                  </a:cubicBezTo>
                  <a:cubicBezTo>
                    <a:pt x="27169" y="2951"/>
                    <a:pt x="26748" y="2934"/>
                    <a:pt x="26350" y="2900"/>
                  </a:cubicBezTo>
                  <a:cubicBezTo>
                    <a:pt x="25953" y="2866"/>
                    <a:pt x="25567" y="2814"/>
                    <a:pt x="25195" y="2744"/>
                  </a:cubicBezTo>
                  <a:lnTo>
                    <a:pt x="25195" y="3178"/>
                  </a:lnTo>
                  <a:cubicBezTo>
                    <a:pt x="25625" y="3224"/>
                    <a:pt x="26043" y="3258"/>
                    <a:pt x="26447" y="3281"/>
                  </a:cubicBezTo>
                  <a:cubicBezTo>
                    <a:pt x="26851" y="3304"/>
                    <a:pt x="27247" y="3315"/>
                    <a:pt x="27637" y="3315"/>
                  </a:cubicBezTo>
                  <a:cubicBezTo>
                    <a:pt x="28768" y="3315"/>
                    <a:pt x="29644" y="3220"/>
                    <a:pt x="30265" y="3030"/>
                  </a:cubicBezTo>
                  <a:cubicBezTo>
                    <a:pt x="30886" y="2839"/>
                    <a:pt x="31197" y="2572"/>
                    <a:pt x="31197" y="2228"/>
                  </a:cubicBezTo>
                  <a:cubicBezTo>
                    <a:pt x="31197" y="1894"/>
                    <a:pt x="30895" y="1630"/>
                    <a:pt x="30290" y="1434"/>
                  </a:cubicBezTo>
                  <a:cubicBezTo>
                    <a:pt x="29685" y="1239"/>
                    <a:pt x="28865" y="1141"/>
                    <a:pt x="27829" y="1141"/>
                  </a:cubicBezTo>
                  <a:cubicBezTo>
                    <a:pt x="27647" y="1141"/>
                    <a:pt x="27465" y="1146"/>
                    <a:pt x="27282" y="1157"/>
                  </a:cubicBezTo>
                  <a:cubicBezTo>
                    <a:pt x="27100" y="1168"/>
                    <a:pt x="26918" y="1184"/>
                    <a:pt x="26736" y="1205"/>
                  </a:cubicBezTo>
                  <a:lnTo>
                    <a:pt x="26736" y="422"/>
                  </a:lnTo>
                  <a:lnTo>
                    <a:pt x="30514" y="422"/>
                  </a:lnTo>
                  <a:lnTo>
                    <a:pt x="305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98025" y="2740325"/>
              <a:ext cx="691800" cy="84825"/>
            </a:xfrm>
            <a:custGeom>
              <a:rect b="b" l="l" r="r" t="t"/>
              <a:pathLst>
                <a:path extrusionOk="0" h="3393" w="27672">
                  <a:moveTo>
                    <a:pt x="11527" y="1"/>
                  </a:moveTo>
                  <a:lnTo>
                    <a:pt x="11527" y="499"/>
                  </a:lnTo>
                  <a:lnTo>
                    <a:pt x="12670" y="499"/>
                  </a:lnTo>
                  <a:lnTo>
                    <a:pt x="12670" y="1"/>
                  </a:lnTo>
                  <a:close/>
                  <a:moveTo>
                    <a:pt x="19363" y="2126"/>
                  </a:moveTo>
                  <a:lnTo>
                    <a:pt x="19363" y="2214"/>
                  </a:lnTo>
                  <a:cubicBezTo>
                    <a:pt x="19363" y="2470"/>
                    <a:pt x="19171" y="2676"/>
                    <a:pt x="18788" y="2831"/>
                  </a:cubicBezTo>
                  <a:cubicBezTo>
                    <a:pt x="18405" y="2986"/>
                    <a:pt x="17896" y="3063"/>
                    <a:pt x="17262" y="3063"/>
                  </a:cubicBezTo>
                  <a:cubicBezTo>
                    <a:pt x="16802" y="3063"/>
                    <a:pt x="16439" y="3022"/>
                    <a:pt x="16172" y="2940"/>
                  </a:cubicBezTo>
                  <a:cubicBezTo>
                    <a:pt x="15905" y="2858"/>
                    <a:pt x="15771" y="2747"/>
                    <a:pt x="15771" y="2607"/>
                  </a:cubicBezTo>
                  <a:cubicBezTo>
                    <a:pt x="15771" y="2432"/>
                    <a:pt x="15949" y="2308"/>
                    <a:pt x="16305" y="2235"/>
                  </a:cubicBezTo>
                  <a:cubicBezTo>
                    <a:pt x="16662" y="2162"/>
                    <a:pt x="17302" y="2126"/>
                    <a:pt x="18225" y="2126"/>
                  </a:cubicBezTo>
                  <a:close/>
                  <a:moveTo>
                    <a:pt x="0" y="136"/>
                  </a:moveTo>
                  <a:lnTo>
                    <a:pt x="0" y="3331"/>
                  </a:lnTo>
                  <a:lnTo>
                    <a:pt x="5978" y="3331"/>
                  </a:lnTo>
                  <a:lnTo>
                    <a:pt x="5978" y="2967"/>
                  </a:lnTo>
                  <a:lnTo>
                    <a:pt x="1255" y="2967"/>
                  </a:lnTo>
                  <a:lnTo>
                    <a:pt x="1255" y="1809"/>
                  </a:lnTo>
                  <a:lnTo>
                    <a:pt x="5674" y="1809"/>
                  </a:lnTo>
                  <a:lnTo>
                    <a:pt x="5674" y="1445"/>
                  </a:lnTo>
                  <a:lnTo>
                    <a:pt x="1255" y="1445"/>
                  </a:lnTo>
                  <a:lnTo>
                    <a:pt x="1255" y="499"/>
                  </a:lnTo>
                  <a:lnTo>
                    <a:pt x="5866" y="499"/>
                  </a:lnTo>
                  <a:lnTo>
                    <a:pt x="5866" y="136"/>
                  </a:lnTo>
                  <a:close/>
                  <a:moveTo>
                    <a:pt x="7991" y="1"/>
                  </a:moveTo>
                  <a:lnTo>
                    <a:pt x="7991" y="3331"/>
                  </a:lnTo>
                  <a:lnTo>
                    <a:pt x="9134" y="3331"/>
                  </a:lnTo>
                  <a:lnTo>
                    <a:pt x="9134" y="1"/>
                  </a:lnTo>
                  <a:close/>
                  <a:moveTo>
                    <a:pt x="11527" y="934"/>
                  </a:moveTo>
                  <a:lnTo>
                    <a:pt x="11527" y="3331"/>
                  </a:lnTo>
                  <a:lnTo>
                    <a:pt x="12670" y="3331"/>
                  </a:lnTo>
                  <a:lnTo>
                    <a:pt x="12670" y="934"/>
                  </a:lnTo>
                  <a:close/>
                  <a:moveTo>
                    <a:pt x="17505" y="876"/>
                  </a:moveTo>
                  <a:cubicBezTo>
                    <a:pt x="17132" y="876"/>
                    <a:pt x="16749" y="890"/>
                    <a:pt x="16355" y="918"/>
                  </a:cubicBezTo>
                  <a:cubicBezTo>
                    <a:pt x="15962" y="946"/>
                    <a:pt x="15556" y="987"/>
                    <a:pt x="15137" y="1043"/>
                  </a:cubicBezTo>
                  <a:lnTo>
                    <a:pt x="15137" y="1407"/>
                  </a:lnTo>
                  <a:cubicBezTo>
                    <a:pt x="15485" y="1341"/>
                    <a:pt x="15848" y="1292"/>
                    <a:pt x="16225" y="1259"/>
                  </a:cubicBezTo>
                  <a:cubicBezTo>
                    <a:pt x="16602" y="1226"/>
                    <a:pt x="16989" y="1210"/>
                    <a:pt x="17387" y="1210"/>
                  </a:cubicBezTo>
                  <a:cubicBezTo>
                    <a:pt x="18012" y="1210"/>
                    <a:pt x="18498" y="1259"/>
                    <a:pt x="18844" y="1359"/>
                  </a:cubicBezTo>
                  <a:cubicBezTo>
                    <a:pt x="19190" y="1458"/>
                    <a:pt x="19363" y="1598"/>
                    <a:pt x="19363" y="1779"/>
                  </a:cubicBezTo>
                  <a:lnTo>
                    <a:pt x="19363" y="1818"/>
                  </a:lnTo>
                  <a:lnTo>
                    <a:pt x="17759" y="1818"/>
                  </a:lnTo>
                  <a:cubicBezTo>
                    <a:pt x="16720" y="1818"/>
                    <a:pt x="15938" y="1886"/>
                    <a:pt x="15414" y="2023"/>
                  </a:cubicBezTo>
                  <a:cubicBezTo>
                    <a:pt x="14890" y="2160"/>
                    <a:pt x="14628" y="2363"/>
                    <a:pt x="14628" y="2633"/>
                  </a:cubicBezTo>
                  <a:cubicBezTo>
                    <a:pt x="14628" y="2864"/>
                    <a:pt x="14838" y="3049"/>
                    <a:pt x="15258" y="3186"/>
                  </a:cubicBezTo>
                  <a:cubicBezTo>
                    <a:pt x="15679" y="3324"/>
                    <a:pt x="16245" y="3393"/>
                    <a:pt x="16958" y="3393"/>
                  </a:cubicBezTo>
                  <a:cubicBezTo>
                    <a:pt x="17521" y="3393"/>
                    <a:pt x="17998" y="3358"/>
                    <a:pt x="18387" y="3289"/>
                  </a:cubicBezTo>
                  <a:cubicBezTo>
                    <a:pt x="18776" y="3220"/>
                    <a:pt x="19102" y="3112"/>
                    <a:pt x="19363" y="2967"/>
                  </a:cubicBezTo>
                  <a:lnTo>
                    <a:pt x="19363" y="3331"/>
                  </a:lnTo>
                  <a:lnTo>
                    <a:pt x="20506" y="3331"/>
                  </a:lnTo>
                  <a:lnTo>
                    <a:pt x="20506" y="1963"/>
                  </a:lnTo>
                  <a:cubicBezTo>
                    <a:pt x="20506" y="1598"/>
                    <a:pt x="20257" y="1325"/>
                    <a:pt x="19760" y="1146"/>
                  </a:cubicBezTo>
                  <a:cubicBezTo>
                    <a:pt x="19263" y="966"/>
                    <a:pt x="18511" y="876"/>
                    <a:pt x="17505" y="876"/>
                  </a:cubicBezTo>
                  <a:close/>
                  <a:moveTo>
                    <a:pt x="25074" y="876"/>
                  </a:moveTo>
                  <a:cubicBezTo>
                    <a:pt x="24220" y="876"/>
                    <a:pt x="23562" y="937"/>
                    <a:pt x="23098" y="1060"/>
                  </a:cubicBezTo>
                  <a:cubicBezTo>
                    <a:pt x="22634" y="1183"/>
                    <a:pt x="22402" y="1357"/>
                    <a:pt x="22402" y="1582"/>
                  </a:cubicBezTo>
                  <a:cubicBezTo>
                    <a:pt x="22402" y="1768"/>
                    <a:pt x="22559" y="1914"/>
                    <a:pt x="22874" y="2020"/>
                  </a:cubicBezTo>
                  <a:cubicBezTo>
                    <a:pt x="23189" y="2126"/>
                    <a:pt x="23700" y="2205"/>
                    <a:pt x="24409" y="2256"/>
                  </a:cubicBezTo>
                  <a:lnTo>
                    <a:pt x="24807" y="2289"/>
                  </a:lnTo>
                  <a:cubicBezTo>
                    <a:pt x="25515" y="2341"/>
                    <a:pt x="25974" y="2396"/>
                    <a:pt x="26183" y="2453"/>
                  </a:cubicBezTo>
                  <a:cubicBezTo>
                    <a:pt x="26392" y="2510"/>
                    <a:pt x="26497" y="2592"/>
                    <a:pt x="26497" y="2699"/>
                  </a:cubicBezTo>
                  <a:cubicBezTo>
                    <a:pt x="26497" y="2815"/>
                    <a:pt x="26352" y="2905"/>
                    <a:pt x="26062" y="2968"/>
                  </a:cubicBezTo>
                  <a:cubicBezTo>
                    <a:pt x="25772" y="3031"/>
                    <a:pt x="25357" y="3063"/>
                    <a:pt x="24819" y="3063"/>
                  </a:cubicBezTo>
                  <a:cubicBezTo>
                    <a:pt x="24417" y="3063"/>
                    <a:pt x="24011" y="3044"/>
                    <a:pt x="23601" y="3007"/>
                  </a:cubicBezTo>
                  <a:cubicBezTo>
                    <a:pt x="23191" y="2969"/>
                    <a:pt x="22775" y="2912"/>
                    <a:pt x="22352" y="2836"/>
                  </a:cubicBezTo>
                  <a:lnTo>
                    <a:pt x="22352" y="3243"/>
                  </a:lnTo>
                  <a:cubicBezTo>
                    <a:pt x="22799" y="3293"/>
                    <a:pt x="23225" y="3330"/>
                    <a:pt x="23629" y="3355"/>
                  </a:cubicBezTo>
                  <a:cubicBezTo>
                    <a:pt x="24033" y="3380"/>
                    <a:pt x="24421" y="3393"/>
                    <a:pt x="24794" y="3393"/>
                  </a:cubicBezTo>
                  <a:cubicBezTo>
                    <a:pt x="25689" y="3393"/>
                    <a:pt x="26392" y="3328"/>
                    <a:pt x="26904" y="3198"/>
                  </a:cubicBezTo>
                  <a:cubicBezTo>
                    <a:pt x="27415" y="3068"/>
                    <a:pt x="27671" y="2892"/>
                    <a:pt x="27671" y="2669"/>
                  </a:cubicBezTo>
                  <a:cubicBezTo>
                    <a:pt x="27671" y="2474"/>
                    <a:pt x="27500" y="2322"/>
                    <a:pt x="27158" y="2213"/>
                  </a:cubicBezTo>
                  <a:cubicBezTo>
                    <a:pt x="26817" y="2103"/>
                    <a:pt x="26240" y="2019"/>
                    <a:pt x="25428" y="1959"/>
                  </a:cubicBezTo>
                  <a:lnTo>
                    <a:pt x="25036" y="1929"/>
                  </a:lnTo>
                  <a:cubicBezTo>
                    <a:pt x="24423" y="1882"/>
                    <a:pt x="24015" y="1832"/>
                    <a:pt x="23812" y="1780"/>
                  </a:cubicBezTo>
                  <a:cubicBezTo>
                    <a:pt x="23609" y="1728"/>
                    <a:pt x="23508" y="1656"/>
                    <a:pt x="23508" y="1565"/>
                  </a:cubicBezTo>
                  <a:cubicBezTo>
                    <a:pt x="23508" y="1445"/>
                    <a:pt x="23650" y="1355"/>
                    <a:pt x="23933" y="1295"/>
                  </a:cubicBezTo>
                  <a:cubicBezTo>
                    <a:pt x="24217" y="1236"/>
                    <a:pt x="24643" y="1206"/>
                    <a:pt x="25210" y="1206"/>
                  </a:cubicBezTo>
                  <a:cubicBezTo>
                    <a:pt x="25583" y="1206"/>
                    <a:pt x="25944" y="1220"/>
                    <a:pt x="26292" y="1248"/>
                  </a:cubicBezTo>
                  <a:cubicBezTo>
                    <a:pt x="26640" y="1277"/>
                    <a:pt x="26975" y="1320"/>
                    <a:pt x="27298" y="1377"/>
                  </a:cubicBezTo>
                  <a:lnTo>
                    <a:pt x="27298" y="1004"/>
                  </a:lnTo>
                  <a:cubicBezTo>
                    <a:pt x="26983" y="962"/>
                    <a:pt x="26640" y="930"/>
                    <a:pt x="26267" y="908"/>
                  </a:cubicBezTo>
                  <a:cubicBezTo>
                    <a:pt x="25894" y="887"/>
                    <a:pt x="25496" y="876"/>
                    <a:pt x="25074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2115200" y="2742250"/>
              <a:ext cx="978375" cy="82900"/>
            </a:xfrm>
            <a:custGeom>
              <a:rect b="b" l="l" r="r" t="t"/>
              <a:pathLst>
                <a:path extrusionOk="0" h="3316" w="39135">
                  <a:moveTo>
                    <a:pt x="28259" y="343"/>
                  </a:moveTo>
                  <a:cubicBezTo>
                    <a:pt x="28797" y="343"/>
                    <a:pt x="29219" y="390"/>
                    <a:pt x="29523" y="482"/>
                  </a:cubicBezTo>
                  <a:cubicBezTo>
                    <a:pt x="29828" y="575"/>
                    <a:pt x="29980" y="704"/>
                    <a:pt x="29980" y="870"/>
                  </a:cubicBezTo>
                  <a:cubicBezTo>
                    <a:pt x="29980" y="1035"/>
                    <a:pt x="29828" y="1164"/>
                    <a:pt x="29523" y="1257"/>
                  </a:cubicBezTo>
                  <a:cubicBezTo>
                    <a:pt x="29219" y="1350"/>
                    <a:pt x="28797" y="1396"/>
                    <a:pt x="28259" y="1396"/>
                  </a:cubicBezTo>
                  <a:cubicBezTo>
                    <a:pt x="27716" y="1396"/>
                    <a:pt x="27294" y="1350"/>
                    <a:pt x="26994" y="1257"/>
                  </a:cubicBezTo>
                  <a:cubicBezTo>
                    <a:pt x="26694" y="1164"/>
                    <a:pt x="26543" y="1035"/>
                    <a:pt x="26543" y="870"/>
                  </a:cubicBezTo>
                  <a:cubicBezTo>
                    <a:pt x="26543" y="704"/>
                    <a:pt x="26694" y="575"/>
                    <a:pt x="26994" y="482"/>
                  </a:cubicBezTo>
                  <a:cubicBezTo>
                    <a:pt x="27294" y="390"/>
                    <a:pt x="27716" y="343"/>
                    <a:pt x="28259" y="343"/>
                  </a:cubicBezTo>
                  <a:close/>
                  <a:moveTo>
                    <a:pt x="1" y="1878"/>
                  </a:moveTo>
                  <a:lnTo>
                    <a:pt x="1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3"/>
                    <a:pt x="9481" y="672"/>
                  </a:cubicBezTo>
                  <a:cubicBezTo>
                    <a:pt x="9806" y="891"/>
                    <a:pt x="9969" y="1220"/>
                    <a:pt x="9969" y="1659"/>
                  </a:cubicBezTo>
                  <a:cubicBezTo>
                    <a:pt x="9969" y="2097"/>
                    <a:pt x="9806" y="2426"/>
                    <a:pt x="9481" y="2645"/>
                  </a:cubicBezTo>
                  <a:cubicBezTo>
                    <a:pt x="9156" y="2864"/>
                    <a:pt x="8668" y="2973"/>
                    <a:pt x="8018" y="2973"/>
                  </a:cubicBezTo>
                  <a:cubicBezTo>
                    <a:pt x="7371" y="2973"/>
                    <a:pt x="6886" y="2864"/>
                    <a:pt x="6560" y="2645"/>
                  </a:cubicBezTo>
                  <a:cubicBezTo>
                    <a:pt x="6235" y="2426"/>
                    <a:pt x="6073" y="2097"/>
                    <a:pt x="6073" y="1659"/>
                  </a:cubicBezTo>
                  <a:cubicBezTo>
                    <a:pt x="6073" y="1220"/>
                    <a:pt x="6235" y="891"/>
                    <a:pt x="6560" y="672"/>
                  </a:cubicBezTo>
                  <a:cubicBezTo>
                    <a:pt x="6886" y="453"/>
                    <a:pt x="7371" y="343"/>
                    <a:pt x="8018" y="343"/>
                  </a:cubicBezTo>
                  <a:close/>
                  <a:moveTo>
                    <a:pt x="28259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4" y="2011"/>
                    <a:pt x="30185" y="2162"/>
                    <a:pt x="30185" y="2355"/>
                  </a:cubicBezTo>
                  <a:cubicBezTo>
                    <a:pt x="30185" y="2546"/>
                    <a:pt x="30013" y="2697"/>
                    <a:pt x="29669" y="2808"/>
                  </a:cubicBezTo>
                  <a:cubicBezTo>
                    <a:pt x="29325" y="2918"/>
                    <a:pt x="28855" y="2973"/>
                    <a:pt x="28259" y="2973"/>
                  </a:cubicBezTo>
                  <a:cubicBezTo>
                    <a:pt x="27662" y="2973"/>
                    <a:pt x="27193" y="2918"/>
                    <a:pt x="26851" y="2809"/>
                  </a:cubicBezTo>
                  <a:cubicBezTo>
                    <a:pt x="26509" y="2699"/>
                    <a:pt x="26338" y="2548"/>
                    <a:pt x="26338" y="2355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3" y="1791"/>
                    <a:pt x="27662" y="1736"/>
                    <a:pt x="28259" y="1736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19732" y="1"/>
                  </a:moveTo>
                  <a:cubicBezTo>
                    <a:pt x="19367" y="1"/>
                    <a:pt x="18965" y="19"/>
                    <a:pt x="18526" y="54"/>
                  </a:cubicBezTo>
                  <a:cubicBezTo>
                    <a:pt x="18087" y="90"/>
                    <a:pt x="17615" y="143"/>
                    <a:pt x="17110" y="213"/>
                  </a:cubicBezTo>
                  <a:lnTo>
                    <a:pt x="17110" y="649"/>
                  </a:lnTo>
                  <a:cubicBezTo>
                    <a:pt x="17607" y="554"/>
                    <a:pt x="18074" y="482"/>
                    <a:pt x="18511" y="435"/>
                  </a:cubicBezTo>
                  <a:cubicBezTo>
                    <a:pt x="18948" y="388"/>
                    <a:pt x="19363" y="365"/>
                    <a:pt x="19757" y="365"/>
                  </a:cubicBezTo>
                  <a:cubicBezTo>
                    <a:pt x="20312" y="365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8" y="1258"/>
                  </a:cubicBezTo>
                  <a:cubicBezTo>
                    <a:pt x="21228" y="1366"/>
                    <a:pt x="20948" y="1497"/>
                    <a:pt x="20546" y="1653"/>
                  </a:cubicBezTo>
                  <a:cubicBezTo>
                    <a:pt x="20334" y="1736"/>
                    <a:pt x="19818" y="1920"/>
                    <a:pt x="18995" y="2206"/>
                  </a:cubicBezTo>
                  <a:cubicBezTo>
                    <a:pt x="18173" y="2492"/>
                    <a:pt x="17524" y="2720"/>
                    <a:pt x="17047" y="2890"/>
                  </a:cubicBezTo>
                  <a:lnTo>
                    <a:pt x="17047" y="3254"/>
                  </a:lnTo>
                  <a:lnTo>
                    <a:pt x="22938" y="3254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5"/>
                    <a:pt x="20351" y="2258"/>
                    <a:pt x="20906" y="2061"/>
                  </a:cubicBezTo>
                  <a:cubicBezTo>
                    <a:pt x="21461" y="1863"/>
                    <a:pt x="21791" y="1744"/>
                    <a:pt x="21894" y="1702"/>
                  </a:cubicBezTo>
                  <a:cubicBezTo>
                    <a:pt x="22271" y="1542"/>
                    <a:pt x="22531" y="1404"/>
                    <a:pt x="22674" y="1286"/>
                  </a:cubicBezTo>
                  <a:cubicBezTo>
                    <a:pt x="22817" y="1168"/>
                    <a:pt x="22888" y="1044"/>
                    <a:pt x="22888" y="912"/>
                  </a:cubicBezTo>
                  <a:cubicBezTo>
                    <a:pt x="22888" y="636"/>
                    <a:pt x="22603" y="415"/>
                    <a:pt x="22031" y="249"/>
                  </a:cubicBezTo>
                  <a:cubicBezTo>
                    <a:pt x="21459" y="83"/>
                    <a:pt x="20693" y="1"/>
                    <a:pt x="19732" y="1"/>
                  </a:cubicBezTo>
                  <a:close/>
                  <a:moveTo>
                    <a:pt x="35928" y="1"/>
                  </a:moveTo>
                  <a:cubicBezTo>
                    <a:pt x="35563" y="1"/>
                    <a:pt x="35161" y="19"/>
                    <a:pt x="34722" y="54"/>
                  </a:cubicBezTo>
                  <a:cubicBezTo>
                    <a:pt x="34283" y="90"/>
                    <a:pt x="33811" y="143"/>
                    <a:pt x="33306" y="213"/>
                  </a:cubicBezTo>
                  <a:lnTo>
                    <a:pt x="33306" y="649"/>
                  </a:lnTo>
                  <a:cubicBezTo>
                    <a:pt x="33803" y="554"/>
                    <a:pt x="34270" y="482"/>
                    <a:pt x="34707" y="435"/>
                  </a:cubicBezTo>
                  <a:cubicBezTo>
                    <a:pt x="35144" y="388"/>
                    <a:pt x="35559" y="365"/>
                    <a:pt x="35953" y="365"/>
                  </a:cubicBezTo>
                  <a:cubicBezTo>
                    <a:pt x="36508" y="365"/>
                    <a:pt x="36958" y="418"/>
                    <a:pt x="37304" y="525"/>
                  </a:cubicBezTo>
                  <a:cubicBezTo>
                    <a:pt x="37650" y="632"/>
                    <a:pt x="37823" y="770"/>
                    <a:pt x="37823" y="940"/>
                  </a:cubicBezTo>
                  <a:cubicBezTo>
                    <a:pt x="37823" y="1044"/>
                    <a:pt x="37743" y="1150"/>
                    <a:pt x="37584" y="1258"/>
                  </a:cubicBezTo>
                  <a:cubicBezTo>
                    <a:pt x="37424" y="1366"/>
                    <a:pt x="37144" y="1497"/>
                    <a:pt x="36742" y="1653"/>
                  </a:cubicBezTo>
                  <a:cubicBezTo>
                    <a:pt x="36530" y="1736"/>
                    <a:pt x="36014" y="1920"/>
                    <a:pt x="35191" y="2206"/>
                  </a:cubicBezTo>
                  <a:cubicBezTo>
                    <a:pt x="34369" y="2492"/>
                    <a:pt x="33720" y="2720"/>
                    <a:pt x="33243" y="2890"/>
                  </a:cubicBezTo>
                  <a:lnTo>
                    <a:pt x="33243" y="3254"/>
                  </a:lnTo>
                  <a:lnTo>
                    <a:pt x="39134" y="3254"/>
                  </a:lnTo>
                  <a:lnTo>
                    <a:pt x="39134" y="2890"/>
                  </a:lnTo>
                  <a:lnTo>
                    <a:pt x="34753" y="2890"/>
                  </a:lnTo>
                  <a:cubicBezTo>
                    <a:pt x="35764" y="2535"/>
                    <a:pt x="36547" y="2258"/>
                    <a:pt x="37102" y="2061"/>
                  </a:cubicBezTo>
                  <a:cubicBezTo>
                    <a:pt x="37657" y="1863"/>
                    <a:pt x="37987" y="1744"/>
                    <a:pt x="38090" y="1702"/>
                  </a:cubicBezTo>
                  <a:cubicBezTo>
                    <a:pt x="38467" y="1542"/>
                    <a:pt x="38727" y="1404"/>
                    <a:pt x="38870" y="1286"/>
                  </a:cubicBezTo>
                  <a:cubicBezTo>
                    <a:pt x="39013" y="1168"/>
                    <a:pt x="39084" y="1044"/>
                    <a:pt x="39084" y="912"/>
                  </a:cubicBezTo>
                  <a:cubicBezTo>
                    <a:pt x="39084" y="636"/>
                    <a:pt x="38799" y="415"/>
                    <a:pt x="38227" y="249"/>
                  </a:cubicBezTo>
                  <a:cubicBezTo>
                    <a:pt x="37655" y="83"/>
                    <a:pt x="36889" y="1"/>
                    <a:pt x="35928" y="1"/>
                  </a:cubicBezTo>
                  <a:close/>
                  <a:moveTo>
                    <a:pt x="8018" y="1"/>
                  </a:moveTo>
                  <a:cubicBezTo>
                    <a:pt x="6978" y="1"/>
                    <a:pt x="6183" y="142"/>
                    <a:pt x="5634" y="426"/>
                  </a:cubicBezTo>
                  <a:cubicBezTo>
                    <a:pt x="5086" y="709"/>
                    <a:pt x="4811" y="1120"/>
                    <a:pt x="4811" y="1659"/>
                  </a:cubicBezTo>
                  <a:cubicBezTo>
                    <a:pt x="4811" y="2197"/>
                    <a:pt x="5086" y="2608"/>
                    <a:pt x="5634" y="2891"/>
                  </a:cubicBezTo>
                  <a:cubicBezTo>
                    <a:pt x="6183" y="3174"/>
                    <a:pt x="6978" y="3316"/>
                    <a:pt x="8018" y="3316"/>
                  </a:cubicBezTo>
                  <a:cubicBezTo>
                    <a:pt x="9057" y="3316"/>
                    <a:pt x="9852" y="3174"/>
                    <a:pt x="10401" y="2891"/>
                  </a:cubicBezTo>
                  <a:cubicBezTo>
                    <a:pt x="10949" y="2608"/>
                    <a:pt x="11224" y="2197"/>
                    <a:pt x="11224" y="1659"/>
                  </a:cubicBezTo>
                  <a:cubicBezTo>
                    <a:pt x="11224" y="1120"/>
                    <a:pt x="10949" y="709"/>
                    <a:pt x="10401" y="426"/>
                  </a:cubicBezTo>
                  <a:cubicBezTo>
                    <a:pt x="9852" y="142"/>
                    <a:pt x="9057" y="1"/>
                    <a:pt x="8018" y="1"/>
                  </a:cubicBezTo>
                  <a:close/>
                  <a:moveTo>
                    <a:pt x="28259" y="1"/>
                  </a:moveTo>
                  <a:cubicBezTo>
                    <a:pt x="27339" y="1"/>
                    <a:pt x="26615" y="75"/>
                    <a:pt x="26087" y="223"/>
                  </a:cubicBezTo>
                  <a:cubicBezTo>
                    <a:pt x="25559" y="372"/>
                    <a:pt x="25295" y="574"/>
                    <a:pt x="25295" y="829"/>
                  </a:cubicBezTo>
                  <a:cubicBezTo>
                    <a:pt x="25295" y="1012"/>
                    <a:pt x="25445" y="1166"/>
                    <a:pt x="25745" y="1293"/>
                  </a:cubicBezTo>
                  <a:cubicBezTo>
                    <a:pt x="26045" y="1420"/>
                    <a:pt x="26465" y="1507"/>
                    <a:pt x="27003" y="1552"/>
                  </a:cubicBezTo>
                  <a:cubicBezTo>
                    <a:pt x="26399" y="1601"/>
                    <a:pt x="25926" y="1696"/>
                    <a:pt x="25587" y="1837"/>
                  </a:cubicBezTo>
                  <a:cubicBezTo>
                    <a:pt x="25247" y="1978"/>
                    <a:pt x="25077" y="2151"/>
                    <a:pt x="25077" y="2355"/>
                  </a:cubicBezTo>
                  <a:cubicBezTo>
                    <a:pt x="25077" y="2664"/>
                    <a:pt x="25351" y="2902"/>
                    <a:pt x="25900" y="3068"/>
                  </a:cubicBezTo>
                  <a:cubicBezTo>
                    <a:pt x="26449" y="3233"/>
                    <a:pt x="27235" y="3316"/>
                    <a:pt x="28259" y="3316"/>
                  </a:cubicBezTo>
                  <a:cubicBezTo>
                    <a:pt x="29282" y="3316"/>
                    <a:pt x="30068" y="3233"/>
                    <a:pt x="30617" y="3068"/>
                  </a:cubicBezTo>
                  <a:cubicBezTo>
                    <a:pt x="31166" y="2902"/>
                    <a:pt x="31440" y="2664"/>
                    <a:pt x="31440" y="2355"/>
                  </a:cubicBezTo>
                  <a:cubicBezTo>
                    <a:pt x="31440" y="2151"/>
                    <a:pt x="31271" y="1978"/>
                    <a:pt x="30934" y="1837"/>
                  </a:cubicBezTo>
                  <a:cubicBezTo>
                    <a:pt x="30596" y="1696"/>
                    <a:pt x="30125" y="1601"/>
                    <a:pt x="29520" y="1552"/>
                  </a:cubicBezTo>
                  <a:cubicBezTo>
                    <a:pt x="30054" y="1507"/>
                    <a:pt x="30472" y="1420"/>
                    <a:pt x="30772" y="1293"/>
                  </a:cubicBezTo>
                  <a:cubicBezTo>
                    <a:pt x="31072" y="1166"/>
                    <a:pt x="31223" y="1012"/>
                    <a:pt x="31223" y="829"/>
                  </a:cubicBezTo>
                  <a:cubicBezTo>
                    <a:pt x="31223" y="574"/>
                    <a:pt x="30959" y="372"/>
                    <a:pt x="30433" y="223"/>
                  </a:cubicBezTo>
                  <a:cubicBezTo>
                    <a:pt x="29907" y="75"/>
                    <a:pt x="29182" y="1"/>
                    <a:pt x="282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87775" y="2882775"/>
              <a:ext cx="1573300" cy="106075"/>
            </a:xfrm>
            <a:custGeom>
              <a:rect b="b" l="l" r="r" t="t"/>
              <a:pathLst>
                <a:path extrusionOk="0" h="4243" w="62932">
                  <a:moveTo>
                    <a:pt x="8439" y="0"/>
                  </a:moveTo>
                  <a:lnTo>
                    <a:pt x="8439" y="499"/>
                  </a:lnTo>
                  <a:lnTo>
                    <a:pt x="9582" y="499"/>
                  </a:lnTo>
                  <a:lnTo>
                    <a:pt x="9582" y="0"/>
                  </a:lnTo>
                  <a:close/>
                  <a:moveTo>
                    <a:pt x="35987" y="0"/>
                  </a:moveTo>
                  <a:lnTo>
                    <a:pt x="35987" y="499"/>
                  </a:lnTo>
                  <a:lnTo>
                    <a:pt x="37130" y="499"/>
                  </a:lnTo>
                  <a:lnTo>
                    <a:pt x="37130" y="0"/>
                  </a:lnTo>
                  <a:close/>
                  <a:moveTo>
                    <a:pt x="46520" y="0"/>
                  </a:moveTo>
                  <a:lnTo>
                    <a:pt x="46520" y="499"/>
                  </a:lnTo>
                  <a:lnTo>
                    <a:pt x="47663" y="499"/>
                  </a:lnTo>
                  <a:lnTo>
                    <a:pt x="47663" y="0"/>
                  </a:lnTo>
                  <a:close/>
                  <a:moveTo>
                    <a:pt x="27424" y="1205"/>
                  </a:moveTo>
                  <a:cubicBezTo>
                    <a:pt x="28028" y="1205"/>
                    <a:pt x="28504" y="1288"/>
                    <a:pt x="28850" y="1452"/>
                  </a:cubicBezTo>
                  <a:cubicBezTo>
                    <a:pt x="29196" y="1617"/>
                    <a:pt x="29369" y="1844"/>
                    <a:pt x="29369" y="2134"/>
                  </a:cubicBezTo>
                  <a:cubicBezTo>
                    <a:pt x="29369" y="2424"/>
                    <a:pt x="29196" y="2651"/>
                    <a:pt x="28850" y="2816"/>
                  </a:cubicBezTo>
                  <a:cubicBezTo>
                    <a:pt x="28504" y="2980"/>
                    <a:pt x="28028" y="3063"/>
                    <a:pt x="27424" y="3063"/>
                  </a:cubicBezTo>
                  <a:cubicBezTo>
                    <a:pt x="26819" y="3063"/>
                    <a:pt x="26343" y="2980"/>
                    <a:pt x="25998" y="2816"/>
                  </a:cubicBezTo>
                  <a:cubicBezTo>
                    <a:pt x="25652" y="2651"/>
                    <a:pt x="25479" y="2424"/>
                    <a:pt x="25479" y="2134"/>
                  </a:cubicBezTo>
                  <a:cubicBezTo>
                    <a:pt x="25479" y="1844"/>
                    <a:pt x="25652" y="1617"/>
                    <a:pt x="25998" y="1452"/>
                  </a:cubicBezTo>
                  <a:cubicBezTo>
                    <a:pt x="26343" y="1288"/>
                    <a:pt x="26819" y="1205"/>
                    <a:pt x="27424" y="1205"/>
                  </a:cubicBezTo>
                  <a:close/>
                  <a:moveTo>
                    <a:pt x="8439" y="933"/>
                  </a:moveTo>
                  <a:lnTo>
                    <a:pt x="8439" y="3330"/>
                  </a:lnTo>
                  <a:lnTo>
                    <a:pt x="9582" y="3330"/>
                  </a:lnTo>
                  <a:lnTo>
                    <a:pt x="9582" y="933"/>
                  </a:lnTo>
                  <a:close/>
                  <a:moveTo>
                    <a:pt x="15318" y="876"/>
                  </a:moveTo>
                  <a:cubicBezTo>
                    <a:pt x="14816" y="876"/>
                    <a:pt x="14384" y="911"/>
                    <a:pt x="14019" y="980"/>
                  </a:cubicBezTo>
                  <a:cubicBezTo>
                    <a:pt x="13654" y="1050"/>
                    <a:pt x="13342" y="1159"/>
                    <a:pt x="13081" y="1306"/>
                  </a:cubicBezTo>
                  <a:lnTo>
                    <a:pt x="13081" y="933"/>
                  </a:lnTo>
                  <a:lnTo>
                    <a:pt x="11931" y="933"/>
                  </a:lnTo>
                  <a:lnTo>
                    <a:pt x="11931" y="3330"/>
                  </a:lnTo>
                  <a:lnTo>
                    <a:pt x="13081" y="3330"/>
                  </a:lnTo>
                  <a:lnTo>
                    <a:pt x="13081" y="1976"/>
                  </a:lnTo>
                  <a:cubicBezTo>
                    <a:pt x="13081" y="1743"/>
                    <a:pt x="13253" y="1559"/>
                    <a:pt x="13596" y="1422"/>
                  </a:cubicBezTo>
                  <a:cubicBezTo>
                    <a:pt x="13940" y="1286"/>
                    <a:pt x="14404" y="1218"/>
                    <a:pt x="14988" y="1218"/>
                  </a:cubicBezTo>
                  <a:cubicBezTo>
                    <a:pt x="15481" y="1218"/>
                    <a:pt x="15846" y="1273"/>
                    <a:pt x="16082" y="1384"/>
                  </a:cubicBezTo>
                  <a:cubicBezTo>
                    <a:pt x="16318" y="1494"/>
                    <a:pt x="16436" y="1665"/>
                    <a:pt x="16436" y="1896"/>
                  </a:cubicBezTo>
                  <a:lnTo>
                    <a:pt x="16436" y="3330"/>
                  </a:lnTo>
                  <a:lnTo>
                    <a:pt x="17586" y="3330"/>
                  </a:lnTo>
                  <a:lnTo>
                    <a:pt x="17586" y="1976"/>
                  </a:lnTo>
                  <a:cubicBezTo>
                    <a:pt x="17586" y="1742"/>
                    <a:pt x="17758" y="1557"/>
                    <a:pt x="18101" y="1421"/>
                  </a:cubicBezTo>
                  <a:cubicBezTo>
                    <a:pt x="18445" y="1286"/>
                    <a:pt x="18913" y="1218"/>
                    <a:pt x="19506" y="1218"/>
                  </a:cubicBezTo>
                  <a:cubicBezTo>
                    <a:pt x="19990" y="1218"/>
                    <a:pt x="20351" y="1274"/>
                    <a:pt x="20587" y="1385"/>
                  </a:cubicBezTo>
                  <a:cubicBezTo>
                    <a:pt x="20823" y="1496"/>
                    <a:pt x="20941" y="1667"/>
                    <a:pt x="20941" y="1896"/>
                  </a:cubicBezTo>
                  <a:lnTo>
                    <a:pt x="20941" y="3330"/>
                  </a:lnTo>
                  <a:lnTo>
                    <a:pt x="22091" y="3330"/>
                  </a:lnTo>
                  <a:lnTo>
                    <a:pt x="22091" y="1884"/>
                  </a:lnTo>
                  <a:cubicBezTo>
                    <a:pt x="22091" y="1561"/>
                    <a:pt x="21894" y="1313"/>
                    <a:pt x="21500" y="1138"/>
                  </a:cubicBezTo>
                  <a:cubicBezTo>
                    <a:pt x="21107" y="963"/>
                    <a:pt x="20548" y="876"/>
                    <a:pt x="19823" y="876"/>
                  </a:cubicBezTo>
                  <a:cubicBezTo>
                    <a:pt x="19284" y="876"/>
                    <a:pt x="18816" y="918"/>
                    <a:pt x="18418" y="1002"/>
                  </a:cubicBezTo>
                  <a:cubicBezTo>
                    <a:pt x="18021" y="1086"/>
                    <a:pt x="17679" y="1217"/>
                    <a:pt x="17393" y="1394"/>
                  </a:cubicBezTo>
                  <a:cubicBezTo>
                    <a:pt x="17223" y="1225"/>
                    <a:pt x="16961" y="1097"/>
                    <a:pt x="16607" y="1008"/>
                  </a:cubicBezTo>
                  <a:cubicBezTo>
                    <a:pt x="16253" y="920"/>
                    <a:pt x="15823" y="876"/>
                    <a:pt x="15318" y="876"/>
                  </a:cubicBezTo>
                  <a:close/>
                  <a:moveTo>
                    <a:pt x="32451" y="0"/>
                  </a:moveTo>
                  <a:lnTo>
                    <a:pt x="32451" y="3330"/>
                  </a:lnTo>
                  <a:lnTo>
                    <a:pt x="33594" y="3330"/>
                  </a:lnTo>
                  <a:lnTo>
                    <a:pt x="33594" y="0"/>
                  </a:lnTo>
                  <a:close/>
                  <a:moveTo>
                    <a:pt x="35987" y="933"/>
                  </a:moveTo>
                  <a:lnTo>
                    <a:pt x="35987" y="3330"/>
                  </a:lnTo>
                  <a:lnTo>
                    <a:pt x="37130" y="3330"/>
                  </a:lnTo>
                  <a:lnTo>
                    <a:pt x="37130" y="933"/>
                  </a:lnTo>
                  <a:close/>
                  <a:moveTo>
                    <a:pt x="46520" y="933"/>
                  </a:moveTo>
                  <a:lnTo>
                    <a:pt x="46520" y="3330"/>
                  </a:lnTo>
                  <a:lnTo>
                    <a:pt x="47663" y="3330"/>
                  </a:lnTo>
                  <a:lnTo>
                    <a:pt x="47663" y="933"/>
                  </a:lnTo>
                  <a:close/>
                  <a:moveTo>
                    <a:pt x="3256" y="77"/>
                  </a:moveTo>
                  <a:cubicBezTo>
                    <a:pt x="2241" y="77"/>
                    <a:pt x="1445" y="159"/>
                    <a:pt x="867" y="321"/>
                  </a:cubicBezTo>
                  <a:cubicBezTo>
                    <a:pt x="289" y="484"/>
                    <a:pt x="0" y="707"/>
                    <a:pt x="0" y="989"/>
                  </a:cubicBezTo>
                  <a:cubicBezTo>
                    <a:pt x="0" y="1233"/>
                    <a:pt x="209" y="1423"/>
                    <a:pt x="628" y="1560"/>
                  </a:cubicBezTo>
                  <a:cubicBezTo>
                    <a:pt x="1046" y="1697"/>
                    <a:pt x="1723" y="1798"/>
                    <a:pt x="2660" y="1862"/>
                  </a:cubicBezTo>
                  <a:lnTo>
                    <a:pt x="3424" y="1914"/>
                  </a:lnTo>
                  <a:cubicBezTo>
                    <a:pt x="4062" y="1958"/>
                    <a:pt x="4521" y="2024"/>
                    <a:pt x="4800" y="2113"/>
                  </a:cubicBezTo>
                  <a:cubicBezTo>
                    <a:pt x="5080" y="2201"/>
                    <a:pt x="5220" y="2324"/>
                    <a:pt x="5220" y="2481"/>
                  </a:cubicBezTo>
                  <a:cubicBezTo>
                    <a:pt x="5220" y="2660"/>
                    <a:pt x="5025" y="2799"/>
                    <a:pt x="4636" y="2896"/>
                  </a:cubicBezTo>
                  <a:cubicBezTo>
                    <a:pt x="4246" y="2993"/>
                    <a:pt x="3693" y="3041"/>
                    <a:pt x="2977" y="3041"/>
                  </a:cubicBezTo>
                  <a:cubicBezTo>
                    <a:pt x="2504" y="3041"/>
                    <a:pt x="2024" y="3016"/>
                    <a:pt x="1535" y="2967"/>
                  </a:cubicBezTo>
                  <a:cubicBezTo>
                    <a:pt x="1046" y="2917"/>
                    <a:pt x="547" y="2842"/>
                    <a:pt x="37" y="2744"/>
                  </a:cubicBezTo>
                  <a:lnTo>
                    <a:pt x="37" y="3189"/>
                  </a:lnTo>
                  <a:cubicBezTo>
                    <a:pt x="568" y="3256"/>
                    <a:pt x="1080" y="3307"/>
                    <a:pt x="1575" y="3341"/>
                  </a:cubicBezTo>
                  <a:cubicBezTo>
                    <a:pt x="2070" y="3375"/>
                    <a:pt x="2538" y="3392"/>
                    <a:pt x="2977" y="3392"/>
                  </a:cubicBezTo>
                  <a:cubicBezTo>
                    <a:pt x="4141" y="3392"/>
                    <a:pt x="5024" y="3313"/>
                    <a:pt x="5627" y="3153"/>
                  </a:cubicBezTo>
                  <a:cubicBezTo>
                    <a:pt x="6230" y="2993"/>
                    <a:pt x="6531" y="2758"/>
                    <a:pt x="6531" y="2449"/>
                  </a:cubicBezTo>
                  <a:cubicBezTo>
                    <a:pt x="6531" y="2189"/>
                    <a:pt x="6308" y="1982"/>
                    <a:pt x="5863" y="1827"/>
                  </a:cubicBezTo>
                  <a:cubicBezTo>
                    <a:pt x="5418" y="1672"/>
                    <a:pt x="4727" y="1564"/>
                    <a:pt x="3791" y="1503"/>
                  </a:cubicBezTo>
                  <a:lnTo>
                    <a:pt x="3033" y="1449"/>
                  </a:lnTo>
                  <a:cubicBezTo>
                    <a:pt x="2345" y="1405"/>
                    <a:pt x="1878" y="1347"/>
                    <a:pt x="1631" y="1275"/>
                  </a:cubicBezTo>
                  <a:cubicBezTo>
                    <a:pt x="1385" y="1203"/>
                    <a:pt x="1262" y="1096"/>
                    <a:pt x="1262" y="955"/>
                  </a:cubicBezTo>
                  <a:cubicBezTo>
                    <a:pt x="1262" y="786"/>
                    <a:pt x="1447" y="657"/>
                    <a:pt x="1818" y="565"/>
                  </a:cubicBezTo>
                  <a:cubicBezTo>
                    <a:pt x="2189" y="474"/>
                    <a:pt x="2716" y="428"/>
                    <a:pt x="3399" y="428"/>
                  </a:cubicBezTo>
                  <a:cubicBezTo>
                    <a:pt x="3793" y="428"/>
                    <a:pt x="4201" y="448"/>
                    <a:pt x="4623" y="486"/>
                  </a:cubicBezTo>
                  <a:cubicBezTo>
                    <a:pt x="5046" y="525"/>
                    <a:pt x="5495" y="583"/>
                    <a:pt x="5972" y="662"/>
                  </a:cubicBezTo>
                  <a:lnTo>
                    <a:pt x="5972" y="240"/>
                  </a:lnTo>
                  <a:cubicBezTo>
                    <a:pt x="5499" y="186"/>
                    <a:pt x="5038" y="145"/>
                    <a:pt x="4586" y="118"/>
                  </a:cubicBezTo>
                  <a:cubicBezTo>
                    <a:pt x="4134" y="91"/>
                    <a:pt x="3691" y="77"/>
                    <a:pt x="3256" y="77"/>
                  </a:cubicBezTo>
                  <a:close/>
                  <a:moveTo>
                    <a:pt x="42524" y="876"/>
                  </a:moveTo>
                  <a:cubicBezTo>
                    <a:pt x="41439" y="876"/>
                    <a:pt x="40584" y="988"/>
                    <a:pt x="39961" y="1212"/>
                  </a:cubicBezTo>
                  <a:cubicBezTo>
                    <a:pt x="39337" y="1436"/>
                    <a:pt x="39025" y="1743"/>
                    <a:pt x="39025" y="2134"/>
                  </a:cubicBezTo>
                  <a:cubicBezTo>
                    <a:pt x="39025" y="2519"/>
                    <a:pt x="39334" y="2825"/>
                    <a:pt x="39951" y="3052"/>
                  </a:cubicBezTo>
                  <a:cubicBezTo>
                    <a:pt x="40569" y="3279"/>
                    <a:pt x="41401" y="3392"/>
                    <a:pt x="42449" y="3392"/>
                  </a:cubicBezTo>
                  <a:cubicBezTo>
                    <a:pt x="42835" y="3392"/>
                    <a:pt x="43198" y="3380"/>
                    <a:pt x="43540" y="3354"/>
                  </a:cubicBezTo>
                  <a:cubicBezTo>
                    <a:pt x="43882" y="3328"/>
                    <a:pt x="44212" y="3290"/>
                    <a:pt x="44531" y="3238"/>
                  </a:cubicBezTo>
                  <a:lnTo>
                    <a:pt x="44531" y="2875"/>
                  </a:lnTo>
                  <a:cubicBezTo>
                    <a:pt x="44208" y="2936"/>
                    <a:pt x="43884" y="2982"/>
                    <a:pt x="43559" y="3013"/>
                  </a:cubicBezTo>
                  <a:cubicBezTo>
                    <a:pt x="43233" y="3043"/>
                    <a:pt x="42905" y="3059"/>
                    <a:pt x="42574" y="3059"/>
                  </a:cubicBezTo>
                  <a:cubicBezTo>
                    <a:pt x="41832" y="3059"/>
                    <a:pt x="41256" y="2978"/>
                    <a:pt x="40846" y="2816"/>
                  </a:cubicBezTo>
                  <a:cubicBezTo>
                    <a:pt x="40436" y="2654"/>
                    <a:pt x="40231" y="2426"/>
                    <a:pt x="40231" y="2134"/>
                  </a:cubicBezTo>
                  <a:cubicBezTo>
                    <a:pt x="40231" y="1842"/>
                    <a:pt x="40436" y="1614"/>
                    <a:pt x="40846" y="1452"/>
                  </a:cubicBezTo>
                  <a:cubicBezTo>
                    <a:pt x="41256" y="1290"/>
                    <a:pt x="41832" y="1209"/>
                    <a:pt x="42574" y="1209"/>
                  </a:cubicBezTo>
                  <a:cubicBezTo>
                    <a:pt x="42905" y="1209"/>
                    <a:pt x="43233" y="1225"/>
                    <a:pt x="43559" y="1255"/>
                  </a:cubicBezTo>
                  <a:cubicBezTo>
                    <a:pt x="43884" y="1286"/>
                    <a:pt x="44208" y="1332"/>
                    <a:pt x="44531" y="1394"/>
                  </a:cubicBezTo>
                  <a:lnTo>
                    <a:pt x="44531" y="1025"/>
                  </a:lnTo>
                  <a:cubicBezTo>
                    <a:pt x="44216" y="975"/>
                    <a:pt x="43891" y="938"/>
                    <a:pt x="43555" y="913"/>
                  </a:cubicBezTo>
                  <a:cubicBezTo>
                    <a:pt x="43220" y="888"/>
                    <a:pt x="42876" y="876"/>
                    <a:pt x="42524" y="876"/>
                  </a:cubicBezTo>
                  <a:close/>
                  <a:moveTo>
                    <a:pt x="49938" y="933"/>
                  </a:moveTo>
                  <a:lnTo>
                    <a:pt x="49938" y="2384"/>
                  </a:lnTo>
                  <a:cubicBezTo>
                    <a:pt x="49938" y="2714"/>
                    <a:pt x="50145" y="2964"/>
                    <a:pt x="50559" y="3136"/>
                  </a:cubicBezTo>
                  <a:cubicBezTo>
                    <a:pt x="50973" y="3307"/>
                    <a:pt x="51580" y="3392"/>
                    <a:pt x="52380" y="3392"/>
                  </a:cubicBezTo>
                  <a:cubicBezTo>
                    <a:pt x="52864" y="3392"/>
                    <a:pt x="53290" y="3357"/>
                    <a:pt x="53657" y="3286"/>
                  </a:cubicBezTo>
                  <a:cubicBezTo>
                    <a:pt x="54023" y="3216"/>
                    <a:pt x="54345" y="3108"/>
                    <a:pt x="54623" y="2962"/>
                  </a:cubicBezTo>
                  <a:lnTo>
                    <a:pt x="54623" y="3330"/>
                  </a:lnTo>
                  <a:lnTo>
                    <a:pt x="55766" y="3330"/>
                  </a:lnTo>
                  <a:lnTo>
                    <a:pt x="55766" y="933"/>
                  </a:lnTo>
                  <a:lnTo>
                    <a:pt x="54623" y="933"/>
                  </a:lnTo>
                  <a:lnTo>
                    <a:pt x="54623" y="2292"/>
                  </a:lnTo>
                  <a:cubicBezTo>
                    <a:pt x="54623" y="2526"/>
                    <a:pt x="54444" y="2711"/>
                    <a:pt x="54085" y="2847"/>
                  </a:cubicBezTo>
                  <a:cubicBezTo>
                    <a:pt x="53727" y="2982"/>
                    <a:pt x="53239" y="3050"/>
                    <a:pt x="52622" y="3050"/>
                  </a:cubicBezTo>
                  <a:cubicBezTo>
                    <a:pt x="52108" y="3050"/>
                    <a:pt x="51723" y="2993"/>
                    <a:pt x="51466" y="2880"/>
                  </a:cubicBezTo>
                  <a:cubicBezTo>
                    <a:pt x="51209" y="2766"/>
                    <a:pt x="51081" y="2596"/>
                    <a:pt x="51081" y="2369"/>
                  </a:cubicBezTo>
                  <a:lnTo>
                    <a:pt x="51081" y="933"/>
                  </a:lnTo>
                  <a:close/>
                  <a:moveTo>
                    <a:pt x="60334" y="876"/>
                  </a:moveTo>
                  <a:cubicBezTo>
                    <a:pt x="59480" y="876"/>
                    <a:pt x="58822" y="937"/>
                    <a:pt x="58358" y="1060"/>
                  </a:cubicBezTo>
                  <a:cubicBezTo>
                    <a:pt x="57894" y="1182"/>
                    <a:pt x="57662" y="1356"/>
                    <a:pt x="57662" y="1582"/>
                  </a:cubicBezTo>
                  <a:cubicBezTo>
                    <a:pt x="57662" y="1767"/>
                    <a:pt x="57819" y="1913"/>
                    <a:pt x="58134" y="2020"/>
                  </a:cubicBezTo>
                  <a:cubicBezTo>
                    <a:pt x="58449" y="2126"/>
                    <a:pt x="58960" y="2205"/>
                    <a:pt x="59669" y="2256"/>
                  </a:cubicBezTo>
                  <a:lnTo>
                    <a:pt x="60067" y="2288"/>
                  </a:lnTo>
                  <a:cubicBezTo>
                    <a:pt x="60775" y="2341"/>
                    <a:pt x="61234" y="2396"/>
                    <a:pt x="61443" y="2453"/>
                  </a:cubicBezTo>
                  <a:cubicBezTo>
                    <a:pt x="61652" y="2510"/>
                    <a:pt x="61757" y="2592"/>
                    <a:pt x="61757" y="2699"/>
                  </a:cubicBezTo>
                  <a:cubicBezTo>
                    <a:pt x="61757" y="2815"/>
                    <a:pt x="61612" y="2904"/>
                    <a:pt x="61322" y="2968"/>
                  </a:cubicBezTo>
                  <a:cubicBezTo>
                    <a:pt x="61032" y="3031"/>
                    <a:pt x="60618" y="3063"/>
                    <a:pt x="60079" y="3063"/>
                  </a:cubicBezTo>
                  <a:cubicBezTo>
                    <a:pt x="59677" y="3063"/>
                    <a:pt x="59271" y="3044"/>
                    <a:pt x="58861" y="3006"/>
                  </a:cubicBezTo>
                  <a:cubicBezTo>
                    <a:pt x="58451" y="2968"/>
                    <a:pt x="58035" y="2912"/>
                    <a:pt x="57612" y="2836"/>
                  </a:cubicBezTo>
                  <a:lnTo>
                    <a:pt x="57612" y="3243"/>
                  </a:lnTo>
                  <a:cubicBezTo>
                    <a:pt x="58059" y="3293"/>
                    <a:pt x="58485" y="3330"/>
                    <a:pt x="58889" y="3355"/>
                  </a:cubicBezTo>
                  <a:cubicBezTo>
                    <a:pt x="59293" y="3380"/>
                    <a:pt x="59681" y="3392"/>
                    <a:pt x="60054" y="3392"/>
                  </a:cubicBezTo>
                  <a:cubicBezTo>
                    <a:pt x="60949" y="3392"/>
                    <a:pt x="61652" y="3327"/>
                    <a:pt x="62164" y="3198"/>
                  </a:cubicBezTo>
                  <a:cubicBezTo>
                    <a:pt x="62675" y="3068"/>
                    <a:pt x="62931" y="2892"/>
                    <a:pt x="62931" y="2669"/>
                  </a:cubicBezTo>
                  <a:cubicBezTo>
                    <a:pt x="62931" y="2474"/>
                    <a:pt x="62760" y="2321"/>
                    <a:pt x="62418" y="2212"/>
                  </a:cubicBezTo>
                  <a:cubicBezTo>
                    <a:pt x="62077" y="2103"/>
                    <a:pt x="61500" y="2018"/>
                    <a:pt x="60688" y="1959"/>
                  </a:cubicBezTo>
                  <a:lnTo>
                    <a:pt x="60296" y="1929"/>
                  </a:lnTo>
                  <a:cubicBezTo>
                    <a:pt x="59683" y="1881"/>
                    <a:pt x="59275" y="1832"/>
                    <a:pt x="59072" y="1780"/>
                  </a:cubicBezTo>
                  <a:cubicBezTo>
                    <a:pt x="58869" y="1728"/>
                    <a:pt x="58768" y="1656"/>
                    <a:pt x="58768" y="1565"/>
                  </a:cubicBezTo>
                  <a:cubicBezTo>
                    <a:pt x="58768" y="1445"/>
                    <a:pt x="58910" y="1355"/>
                    <a:pt x="59193" y="1295"/>
                  </a:cubicBezTo>
                  <a:cubicBezTo>
                    <a:pt x="59477" y="1235"/>
                    <a:pt x="59903" y="1205"/>
                    <a:pt x="60470" y="1205"/>
                  </a:cubicBezTo>
                  <a:cubicBezTo>
                    <a:pt x="60843" y="1205"/>
                    <a:pt x="61204" y="1219"/>
                    <a:pt x="61552" y="1248"/>
                  </a:cubicBezTo>
                  <a:cubicBezTo>
                    <a:pt x="61900" y="1277"/>
                    <a:pt x="62235" y="1319"/>
                    <a:pt x="62558" y="1376"/>
                  </a:cubicBezTo>
                  <a:lnTo>
                    <a:pt x="62558" y="1004"/>
                  </a:lnTo>
                  <a:cubicBezTo>
                    <a:pt x="62243" y="961"/>
                    <a:pt x="61900" y="929"/>
                    <a:pt x="61527" y="908"/>
                  </a:cubicBezTo>
                  <a:cubicBezTo>
                    <a:pt x="61154" y="886"/>
                    <a:pt x="60756" y="876"/>
                    <a:pt x="60334" y="876"/>
                  </a:cubicBezTo>
                  <a:close/>
                  <a:moveTo>
                    <a:pt x="27703" y="876"/>
                  </a:moveTo>
                  <a:cubicBezTo>
                    <a:pt x="27194" y="876"/>
                    <a:pt x="26756" y="910"/>
                    <a:pt x="26389" y="979"/>
                  </a:cubicBezTo>
                  <a:cubicBezTo>
                    <a:pt x="26022" y="1049"/>
                    <a:pt x="25719" y="1155"/>
                    <a:pt x="25479" y="1297"/>
                  </a:cubicBezTo>
                  <a:lnTo>
                    <a:pt x="25479" y="933"/>
                  </a:lnTo>
                  <a:lnTo>
                    <a:pt x="24329" y="933"/>
                  </a:lnTo>
                  <a:lnTo>
                    <a:pt x="24329" y="4242"/>
                  </a:lnTo>
                  <a:lnTo>
                    <a:pt x="25479" y="4242"/>
                  </a:lnTo>
                  <a:lnTo>
                    <a:pt x="25479" y="2971"/>
                  </a:lnTo>
                  <a:cubicBezTo>
                    <a:pt x="25719" y="3113"/>
                    <a:pt x="26022" y="3219"/>
                    <a:pt x="26389" y="3289"/>
                  </a:cubicBezTo>
                  <a:cubicBezTo>
                    <a:pt x="26756" y="3358"/>
                    <a:pt x="27194" y="3392"/>
                    <a:pt x="27703" y="3392"/>
                  </a:cubicBezTo>
                  <a:cubicBezTo>
                    <a:pt x="28548" y="3392"/>
                    <a:pt x="29235" y="3277"/>
                    <a:pt x="29763" y="3046"/>
                  </a:cubicBezTo>
                  <a:cubicBezTo>
                    <a:pt x="30291" y="2815"/>
                    <a:pt x="30555" y="2511"/>
                    <a:pt x="30555" y="2134"/>
                  </a:cubicBezTo>
                  <a:cubicBezTo>
                    <a:pt x="30555" y="1757"/>
                    <a:pt x="30291" y="1453"/>
                    <a:pt x="29763" y="1222"/>
                  </a:cubicBezTo>
                  <a:cubicBezTo>
                    <a:pt x="29235" y="991"/>
                    <a:pt x="28548" y="876"/>
                    <a:pt x="27703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2140650" y="2884700"/>
              <a:ext cx="983025" cy="82900"/>
            </a:xfrm>
            <a:custGeom>
              <a:rect b="b" l="l" r="r" t="t"/>
              <a:pathLst>
                <a:path extrusionOk="0" h="3316" w="39321">
                  <a:moveTo>
                    <a:pt x="28259" y="343"/>
                  </a:moveTo>
                  <a:cubicBezTo>
                    <a:pt x="28797" y="343"/>
                    <a:pt x="29219" y="389"/>
                    <a:pt x="29523" y="482"/>
                  </a:cubicBezTo>
                  <a:cubicBezTo>
                    <a:pt x="29828" y="575"/>
                    <a:pt x="29980" y="704"/>
                    <a:pt x="29980" y="869"/>
                  </a:cubicBezTo>
                  <a:cubicBezTo>
                    <a:pt x="29980" y="1035"/>
                    <a:pt x="29828" y="1164"/>
                    <a:pt x="29523" y="1257"/>
                  </a:cubicBezTo>
                  <a:cubicBezTo>
                    <a:pt x="29219" y="1349"/>
                    <a:pt x="28797" y="1396"/>
                    <a:pt x="28259" y="1396"/>
                  </a:cubicBezTo>
                  <a:cubicBezTo>
                    <a:pt x="27716" y="1396"/>
                    <a:pt x="27294" y="1349"/>
                    <a:pt x="26994" y="1257"/>
                  </a:cubicBezTo>
                  <a:cubicBezTo>
                    <a:pt x="26694" y="1164"/>
                    <a:pt x="26543" y="1035"/>
                    <a:pt x="26543" y="869"/>
                  </a:cubicBezTo>
                  <a:cubicBezTo>
                    <a:pt x="26543" y="704"/>
                    <a:pt x="26694" y="575"/>
                    <a:pt x="26994" y="482"/>
                  </a:cubicBezTo>
                  <a:cubicBezTo>
                    <a:pt x="27294" y="389"/>
                    <a:pt x="27716" y="343"/>
                    <a:pt x="28259" y="343"/>
                  </a:cubicBezTo>
                  <a:close/>
                  <a:moveTo>
                    <a:pt x="1" y="1877"/>
                  </a:moveTo>
                  <a:lnTo>
                    <a:pt x="1" y="2228"/>
                  </a:lnTo>
                  <a:lnTo>
                    <a:pt x="3350" y="2228"/>
                  </a:lnTo>
                  <a:lnTo>
                    <a:pt x="3350" y="1877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2"/>
                    <a:pt x="9481" y="671"/>
                  </a:cubicBezTo>
                  <a:cubicBezTo>
                    <a:pt x="9806" y="890"/>
                    <a:pt x="9969" y="1220"/>
                    <a:pt x="9969" y="1659"/>
                  </a:cubicBezTo>
                  <a:cubicBezTo>
                    <a:pt x="9969" y="2097"/>
                    <a:pt x="9806" y="2425"/>
                    <a:pt x="9481" y="2644"/>
                  </a:cubicBezTo>
                  <a:cubicBezTo>
                    <a:pt x="9156" y="2863"/>
                    <a:pt x="8668" y="2973"/>
                    <a:pt x="8018" y="2973"/>
                  </a:cubicBezTo>
                  <a:cubicBezTo>
                    <a:pt x="7371" y="2973"/>
                    <a:pt x="6886" y="2863"/>
                    <a:pt x="6560" y="2644"/>
                  </a:cubicBezTo>
                  <a:cubicBezTo>
                    <a:pt x="6235" y="2425"/>
                    <a:pt x="6073" y="2097"/>
                    <a:pt x="6073" y="1659"/>
                  </a:cubicBezTo>
                  <a:cubicBezTo>
                    <a:pt x="6073" y="1220"/>
                    <a:pt x="6235" y="890"/>
                    <a:pt x="6560" y="671"/>
                  </a:cubicBezTo>
                  <a:cubicBezTo>
                    <a:pt x="6886" y="452"/>
                    <a:pt x="7371" y="343"/>
                    <a:pt x="8018" y="343"/>
                  </a:cubicBezTo>
                  <a:close/>
                  <a:moveTo>
                    <a:pt x="28259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4" y="2011"/>
                    <a:pt x="30185" y="2162"/>
                    <a:pt x="30185" y="2354"/>
                  </a:cubicBezTo>
                  <a:cubicBezTo>
                    <a:pt x="30185" y="2546"/>
                    <a:pt x="30013" y="2697"/>
                    <a:pt x="29669" y="2807"/>
                  </a:cubicBezTo>
                  <a:cubicBezTo>
                    <a:pt x="29325" y="2918"/>
                    <a:pt x="28855" y="2973"/>
                    <a:pt x="28259" y="2973"/>
                  </a:cubicBezTo>
                  <a:cubicBezTo>
                    <a:pt x="27662" y="2973"/>
                    <a:pt x="27193" y="2918"/>
                    <a:pt x="26851" y="2808"/>
                  </a:cubicBezTo>
                  <a:cubicBezTo>
                    <a:pt x="26509" y="2698"/>
                    <a:pt x="26338" y="2547"/>
                    <a:pt x="26338" y="2354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3" y="1791"/>
                    <a:pt x="27662" y="1736"/>
                    <a:pt x="28259" y="1736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19732" y="0"/>
                  </a:moveTo>
                  <a:cubicBezTo>
                    <a:pt x="19367" y="0"/>
                    <a:pt x="18965" y="18"/>
                    <a:pt x="18526" y="54"/>
                  </a:cubicBezTo>
                  <a:cubicBezTo>
                    <a:pt x="18087" y="90"/>
                    <a:pt x="17615" y="142"/>
                    <a:pt x="17110" y="212"/>
                  </a:cubicBezTo>
                  <a:lnTo>
                    <a:pt x="17110" y="649"/>
                  </a:lnTo>
                  <a:cubicBezTo>
                    <a:pt x="17607" y="553"/>
                    <a:pt x="18074" y="482"/>
                    <a:pt x="18511" y="435"/>
                  </a:cubicBezTo>
                  <a:cubicBezTo>
                    <a:pt x="18948" y="388"/>
                    <a:pt x="19363" y="364"/>
                    <a:pt x="19757" y="364"/>
                  </a:cubicBezTo>
                  <a:cubicBezTo>
                    <a:pt x="20312" y="364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8" y="1258"/>
                  </a:cubicBezTo>
                  <a:cubicBezTo>
                    <a:pt x="21228" y="1365"/>
                    <a:pt x="20948" y="1497"/>
                    <a:pt x="20546" y="1653"/>
                  </a:cubicBezTo>
                  <a:cubicBezTo>
                    <a:pt x="20335" y="1735"/>
                    <a:pt x="19818" y="1920"/>
                    <a:pt x="18995" y="2206"/>
                  </a:cubicBezTo>
                  <a:cubicBezTo>
                    <a:pt x="18173" y="2492"/>
                    <a:pt x="17524" y="2720"/>
                    <a:pt x="17047" y="2890"/>
                  </a:cubicBezTo>
                  <a:lnTo>
                    <a:pt x="17047" y="3253"/>
                  </a:lnTo>
                  <a:lnTo>
                    <a:pt x="22938" y="3253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4"/>
                    <a:pt x="20351" y="2258"/>
                    <a:pt x="20906" y="2060"/>
                  </a:cubicBezTo>
                  <a:cubicBezTo>
                    <a:pt x="21461" y="1863"/>
                    <a:pt x="21791" y="1743"/>
                    <a:pt x="21894" y="1702"/>
                  </a:cubicBezTo>
                  <a:cubicBezTo>
                    <a:pt x="22271" y="1542"/>
                    <a:pt x="22531" y="1403"/>
                    <a:pt x="22674" y="1285"/>
                  </a:cubicBezTo>
                  <a:cubicBezTo>
                    <a:pt x="22817" y="1168"/>
                    <a:pt x="22888" y="1043"/>
                    <a:pt x="22888" y="912"/>
                  </a:cubicBezTo>
                  <a:cubicBezTo>
                    <a:pt x="22888" y="635"/>
                    <a:pt x="22603" y="414"/>
                    <a:pt x="22031" y="249"/>
                  </a:cubicBezTo>
                  <a:cubicBezTo>
                    <a:pt x="21459" y="83"/>
                    <a:pt x="20693" y="0"/>
                    <a:pt x="19732" y="0"/>
                  </a:cubicBezTo>
                  <a:close/>
                  <a:moveTo>
                    <a:pt x="33355" y="58"/>
                  </a:moveTo>
                  <a:lnTo>
                    <a:pt x="33355" y="422"/>
                  </a:lnTo>
                  <a:lnTo>
                    <a:pt x="37811" y="422"/>
                  </a:lnTo>
                  <a:lnTo>
                    <a:pt x="34641" y="3253"/>
                  </a:lnTo>
                  <a:lnTo>
                    <a:pt x="35953" y="3253"/>
                  </a:lnTo>
                  <a:lnTo>
                    <a:pt x="39321" y="242"/>
                  </a:lnTo>
                  <a:lnTo>
                    <a:pt x="39321" y="58"/>
                  </a:lnTo>
                  <a:close/>
                  <a:moveTo>
                    <a:pt x="8018" y="0"/>
                  </a:moveTo>
                  <a:cubicBezTo>
                    <a:pt x="6978" y="0"/>
                    <a:pt x="6183" y="142"/>
                    <a:pt x="5635" y="425"/>
                  </a:cubicBezTo>
                  <a:cubicBezTo>
                    <a:pt x="5086" y="708"/>
                    <a:pt x="4811" y="1120"/>
                    <a:pt x="4811" y="1659"/>
                  </a:cubicBezTo>
                  <a:cubicBezTo>
                    <a:pt x="4811" y="2197"/>
                    <a:pt x="5086" y="2607"/>
                    <a:pt x="5635" y="2891"/>
                  </a:cubicBezTo>
                  <a:cubicBezTo>
                    <a:pt x="6183" y="3174"/>
                    <a:pt x="6978" y="3315"/>
                    <a:pt x="8018" y="3315"/>
                  </a:cubicBezTo>
                  <a:cubicBezTo>
                    <a:pt x="9057" y="3315"/>
                    <a:pt x="9852" y="3174"/>
                    <a:pt x="10401" y="2891"/>
                  </a:cubicBezTo>
                  <a:cubicBezTo>
                    <a:pt x="10949" y="2607"/>
                    <a:pt x="11224" y="2197"/>
                    <a:pt x="11224" y="1659"/>
                  </a:cubicBezTo>
                  <a:cubicBezTo>
                    <a:pt x="11224" y="1120"/>
                    <a:pt x="10949" y="708"/>
                    <a:pt x="10401" y="425"/>
                  </a:cubicBezTo>
                  <a:cubicBezTo>
                    <a:pt x="9852" y="142"/>
                    <a:pt x="9057" y="0"/>
                    <a:pt x="8018" y="0"/>
                  </a:cubicBezTo>
                  <a:close/>
                  <a:moveTo>
                    <a:pt x="28259" y="0"/>
                  </a:moveTo>
                  <a:cubicBezTo>
                    <a:pt x="27339" y="0"/>
                    <a:pt x="26615" y="75"/>
                    <a:pt x="26087" y="223"/>
                  </a:cubicBezTo>
                  <a:cubicBezTo>
                    <a:pt x="25559" y="371"/>
                    <a:pt x="25295" y="573"/>
                    <a:pt x="25295" y="829"/>
                  </a:cubicBezTo>
                  <a:cubicBezTo>
                    <a:pt x="25295" y="1011"/>
                    <a:pt x="25445" y="1166"/>
                    <a:pt x="25745" y="1293"/>
                  </a:cubicBezTo>
                  <a:cubicBezTo>
                    <a:pt x="26045" y="1420"/>
                    <a:pt x="26465" y="1506"/>
                    <a:pt x="27003" y="1552"/>
                  </a:cubicBezTo>
                  <a:cubicBezTo>
                    <a:pt x="26399" y="1600"/>
                    <a:pt x="25926" y="1695"/>
                    <a:pt x="25587" y="1837"/>
                  </a:cubicBezTo>
                  <a:cubicBezTo>
                    <a:pt x="25247" y="1978"/>
                    <a:pt x="25077" y="2150"/>
                    <a:pt x="25077" y="2354"/>
                  </a:cubicBezTo>
                  <a:cubicBezTo>
                    <a:pt x="25077" y="2664"/>
                    <a:pt x="25351" y="2902"/>
                    <a:pt x="25900" y="3067"/>
                  </a:cubicBezTo>
                  <a:cubicBezTo>
                    <a:pt x="26449" y="3233"/>
                    <a:pt x="27235" y="3315"/>
                    <a:pt x="28259" y="3315"/>
                  </a:cubicBezTo>
                  <a:cubicBezTo>
                    <a:pt x="29282" y="3315"/>
                    <a:pt x="30068" y="3233"/>
                    <a:pt x="30617" y="3067"/>
                  </a:cubicBezTo>
                  <a:cubicBezTo>
                    <a:pt x="31166" y="2902"/>
                    <a:pt x="31440" y="2664"/>
                    <a:pt x="31440" y="2354"/>
                  </a:cubicBezTo>
                  <a:cubicBezTo>
                    <a:pt x="31440" y="2150"/>
                    <a:pt x="31271" y="1978"/>
                    <a:pt x="30934" y="1837"/>
                  </a:cubicBezTo>
                  <a:cubicBezTo>
                    <a:pt x="30596" y="1695"/>
                    <a:pt x="30125" y="1600"/>
                    <a:pt x="29520" y="1552"/>
                  </a:cubicBezTo>
                  <a:cubicBezTo>
                    <a:pt x="30054" y="1506"/>
                    <a:pt x="30472" y="1420"/>
                    <a:pt x="30772" y="1293"/>
                  </a:cubicBezTo>
                  <a:cubicBezTo>
                    <a:pt x="31072" y="1166"/>
                    <a:pt x="31223" y="1011"/>
                    <a:pt x="31223" y="829"/>
                  </a:cubicBezTo>
                  <a:cubicBezTo>
                    <a:pt x="31223" y="573"/>
                    <a:pt x="30959" y="371"/>
                    <a:pt x="30433" y="223"/>
                  </a:cubicBezTo>
                  <a:cubicBezTo>
                    <a:pt x="29907" y="75"/>
                    <a:pt x="29182" y="0"/>
                    <a:pt x="2825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12725" y="0"/>
              <a:ext cx="2980925" cy="0"/>
            </a:xfrm>
            <a:custGeom>
              <a:rect b="b" l="l" r="r" t="t"/>
              <a:pathLst>
                <a:path extrusionOk="0" fill="none" h="0" w="119237">
                  <a:moveTo>
                    <a:pt x="0" y="0"/>
                  </a:moveTo>
                  <a:lnTo>
                    <a:pt x="119236" y="0"/>
                  </a:lnTo>
                </a:path>
              </a:pathLst>
            </a:custGeom>
            <a:noFill/>
            <a:ln cap="rnd" cmpd="sng" w="75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12725" y="0"/>
              <a:ext cx="2980925" cy="8775"/>
            </a:xfrm>
            <a:custGeom>
              <a:rect b="b" l="l" r="r" t="t"/>
              <a:pathLst>
                <a:path extrusionOk="0" h="351" w="119237">
                  <a:moveTo>
                    <a:pt x="0" y="0"/>
                  </a:moveTo>
                  <a:lnTo>
                    <a:pt x="0" y="351"/>
                  </a:lnTo>
                  <a:lnTo>
                    <a:pt x="119236" y="351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12725" y="142425"/>
              <a:ext cx="2980925" cy="25"/>
            </a:xfrm>
            <a:custGeom>
              <a:rect b="b" l="l" r="r" t="t"/>
              <a:pathLst>
                <a:path extrusionOk="0" fill="none" h="1" w="119237">
                  <a:moveTo>
                    <a:pt x="0" y="1"/>
                  </a:moveTo>
                  <a:lnTo>
                    <a:pt x="119236" y="1"/>
                  </a:lnTo>
                </a:path>
              </a:pathLst>
            </a:custGeom>
            <a:noFill/>
            <a:ln cap="rnd" cmpd="sng" w="75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12725" y="142425"/>
              <a:ext cx="2980925" cy="8800"/>
            </a:xfrm>
            <a:custGeom>
              <a:rect b="b" l="l" r="r" t="t"/>
              <a:pathLst>
                <a:path extrusionOk="0" h="352" w="119237">
                  <a:moveTo>
                    <a:pt x="0" y="1"/>
                  </a:moveTo>
                  <a:lnTo>
                    <a:pt x="0" y="351"/>
                  </a:lnTo>
                  <a:lnTo>
                    <a:pt x="119236" y="351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12725" y="2991225"/>
              <a:ext cx="2980925" cy="25"/>
            </a:xfrm>
            <a:custGeom>
              <a:rect b="b" l="l" r="r" t="t"/>
              <a:pathLst>
                <a:path extrusionOk="0" fill="none" h="1" w="119237">
                  <a:moveTo>
                    <a:pt x="0" y="0"/>
                  </a:moveTo>
                  <a:lnTo>
                    <a:pt x="119236" y="0"/>
                  </a:lnTo>
                </a:path>
              </a:pathLst>
            </a:custGeom>
            <a:noFill/>
            <a:ln cap="rnd" cmpd="sng" w="75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12725" y="2991225"/>
              <a:ext cx="2980925" cy="8775"/>
            </a:xfrm>
            <a:custGeom>
              <a:rect b="b" l="l" r="r" t="t"/>
              <a:pathLst>
                <a:path extrusionOk="0" h="351" w="119237">
                  <a:moveTo>
                    <a:pt x="0" y="0"/>
                  </a:moveTo>
                  <a:lnTo>
                    <a:pt x="0" y="351"/>
                  </a:lnTo>
                  <a:lnTo>
                    <a:pt x="119236" y="351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