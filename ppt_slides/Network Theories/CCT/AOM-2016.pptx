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Economica"/>
      <p:regular r:id="rId14"/>
      <p:bold r:id="rId15"/>
      <p:italic r:id="rId16"/>
      <p:bold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Economica-bold.fntdata"/><Relationship Id="rId14" Type="http://schemas.openxmlformats.org/officeDocument/2006/relationships/font" Target="fonts/Economica-regular.fntdata"/><Relationship Id="rId17" Type="http://schemas.openxmlformats.org/officeDocument/2006/relationships/font" Target="fonts/Economica-boldItalic.fntdata"/><Relationship Id="rId16" Type="http://schemas.openxmlformats.org/officeDocument/2006/relationships/font" Target="fonts/Economica-italic.fntdata"/><Relationship Id="rId5" Type="http://schemas.openxmlformats.org/officeDocument/2006/relationships/slide" Target="slides/slide1.xml"/><Relationship Id="rId19" Type="http://schemas.openxmlformats.org/officeDocument/2006/relationships/font" Target="fonts/OpenSans-bold.fntdata"/><Relationship Id="rId6" Type="http://schemas.openxmlformats.org/officeDocument/2006/relationships/slide" Target="slides/slide2.xml"/><Relationship Id="rId18" Type="http://schemas.openxmlformats.org/officeDocument/2006/relationships/font" Target="fonts/Open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55bee6e6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55bee6e6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55bee6e60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55bee6e60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55bee6e60_0_1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55bee6e60_0_1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55bee6e60_0_1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55bee6e60_0_1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55bee6e60_0_1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55bee6e60_0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55bee6e60_0_1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55bee6e60_0_1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5bee6e60_0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55bee6e60_0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607aa08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607aa08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96250" y="1155425"/>
            <a:ext cx="2951400" cy="205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Culture Network Link: From “Effects” to Mechanisms in Context</a:t>
            </a:r>
            <a:endParaRPr sz="300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96375" y="3022848"/>
            <a:ext cx="2951400" cy="9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/>
              <a:t>Omar Lizardo</a:t>
            </a:r>
            <a:endParaRPr b="0"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/>
              <a:t>University of Notre Dame</a:t>
            </a:r>
            <a:endParaRPr b="0"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/>
              <a:t>olizardo@nd.edu</a:t>
            </a:r>
            <a:endParaRPr b="0" i="1"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1st Generation work on the culture/networks link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generation work on the culture/network link: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From theoretical proposal (e.g. DiMaggio 1987; Fine and Kleinman 1983; Fine 1977)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empirical results (Erickson 1996; Lizardo 2006; Vaisey and Lizardo 2010; Lewis et al 2010, 2012)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Initially seen as controversial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relation to hard-core “structuralism” (e.g. Wellman 1988; Blau 1977; Mayhew 1981)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“effects” on networks now largely uncontroversial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(e.g. Mische 2011; Pachucki and Breiger 2010)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move beyond demonstration of yet another cultural “effect”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Toward explicit consideration of the mechanisms that realize these effects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conduits to culture conversion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generation 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cultural variety a product of network variety (Erickson 1996)?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 is network variety a product of cultural variety (DiMaggio 1987?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pits influence/contagion/niche location models against “culture coversion”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Lizardo (2006) provides evidence for the latter assertion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work corroborates these findings (Lewis et al 2012; Friemel 2012; Nagel, Ganzeboom and Kalmijn 2010)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logic of the conversion model can be extended to the case of redundancy (e.g. Burt 1992) in ego-networks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The more actors spread their attention across a wide variety of cultural pursuits (the larger the number of “weak” preferences), the less likely are their contacts to be connected to one another (Lizardo 2011)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conduits to culture conversion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generation 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cultural variety a product of network variety (Erickson 1996)?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 is network variety a product of cultural variety (DiMaggio 1987?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pits influence/contagion/niche location models against “culture coversion”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Lizardo (2006) provides evidence for the latter assertion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work corroborates these findings (Lewis et al 2012; Friemel 2012; Nagel, Ganzeboom and Kalmijn 2010)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similar logic can be used to link the culture conversion imagery to Granovetter’s (1973) classic proposition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Lizardo (2013) finds that persons who report engaging in a wide variety of cultural activities are more likely to have found out about their last job via a social contact, especially a weak tie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conduits to culture conversion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generation 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cultural variety a product of network variety (Erickson 1996)?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 is network variety a product of cultural variety (DiMaggio 1987?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pits influence/contagion/niche location models against “culture coversion”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Lizardo (2006) provides evidence for the latter assertion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work corroborates these findings (Lewis et al 2012; Friemel 2012; Nagel, Ganzeboom and Kalmijn 2010)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Recent work by Joseph and Carley (2015) tested four postulates from the culture conversion model (CCM) using linked Twitter and Foursquare data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Two of the model’s propositions received support: (i) the more weak preferences the larger the total twitter network; (ii) the more weak preferences the larger number of weak ties in the twitter network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generation work: Mechanisms in context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 generation work on culture/network link seeks to move beyond “effects” and towards the specification of mechanisms in context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Particular attention to linking culture and network dynamics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formation, durability, and decay processes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recent conceptual piece Lizardo and Pirkey (2014) identify four broad classes of cultural mechanisms implicated in dynamic network processes: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Cultural matching/mismatching </a:t>
            </a:r>
            <a:r>
              <a:rPr lang="en"/>
              <a:t>(e.g. Rivera 2012; Vaisey and Lizardo 2010)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Relational imprinting </a:t>
            </a:r>
            <a:r>
              <a:rPr lang="en"/>
              <a:t>(e.g. Marquis 2003)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Content-fit dependency </a:t>
            </a:r>
            <a:r>
              <a:rPr lang="en"/>
              <a:t>(e.g. Aral and Van Alstyne 2011)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Category spanning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generation work: Mechanisms in context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matching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well-studied (and theorized) class of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Goes all the way back to Lazarsfeld and Merton (1954) proposal for “value homophily” as an input into relationship formation processes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Selection into (e.g. econometric)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mismatching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Involved in relationship dissolution processes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Selective “unfriending” as a dynamic outcome (Noel and Nyhan 2011)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Selectionist (e.g. Darwinian logic)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generation work: Mechanisms in context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Relational imprinting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Culture can play a role in network ties by defining their “type” or “category” at the outset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categories that fit the environment more likely to survive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Changes in category type threaten durability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(e.g. reset the clock and bring back “liability of newness”)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Content-fit dependencies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Certain ties (strong) fit certain contents (sensitive gossip)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Ties that exhibit content-fit matching more likely to last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Ties are more likely to transmit the appropriate type of content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weak ties are not good at transmitting “asset specific” information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has implications for diffusion and cross-domain transfer dynamics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generation work: Mechanisms in context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Category spanning processes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Relations may contain ties that  “typed” into categories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Relations that are made up of ties of multiple categories are </a:t>
            </a:r>
            <a:r>
              <a:rPr b="1" lang="en"/>
              <a:t>multiplex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Traditionally multiplex ties have been seen as stronger than special purpose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Recent research on the dangers of category spanning suggest that this is not always the case: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When ties cross incompatible category they may endanger the underlying relation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Category spanning at the tie level has implications for network dynamics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