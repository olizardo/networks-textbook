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9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Economic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visibility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Homophily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Ego Network Composition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05417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Proportions, IQV, Mean, St. Dev.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traits or Tie Trats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and Similarity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Redo composition measures as 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Categorical variable:  proportion similar vs. different  (on vs. off-diagonal)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Continuous variable: Average of difference scores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Nodal Trait Clustering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 in ego network with bias in network composition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Bias towards people like ego →  homophily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Bias toward people not like ego → heterophily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 bias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Seen in whole network as high correlation between yi and yj for xij = 1 (assortativity)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know if there is bias (nodal trait clustering)?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Nodal Trait Clustering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-  nodal trait clustering at level of dyads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are connected by an edge are likely to be more similar than non-connected nodes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Segmentation (segregation) - nodal trait clustering at the whole network level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Few ties between clusters (segments), most ties within clusters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Macro traits associated with social inequalities (race, gender, class, occupation, religion, education, age, income) → micro patterns of social interaction (ties within and between categorical groups)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also look at variation in behaviors (e.g., health) and tastes (e.g., musical genres)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network derived nodal traits (degree, clustering)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Theories (causes) of Homophily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Personal preferences influencing choice of alters (choice homophily - Lazerfeld &amp; Merton)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likely to associate with people who are similar to them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population from which alters are drawn (induced homophily - Blau)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social foci in which ego interacts with others (Feld)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 (degree) of ego’s network (Marsden)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Preference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47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Birds of a feather flock together -- but why?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Comfort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Proximity because of physical segregation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Prejudice and discrimination (animous, unconscious, statistical)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Identities and salience -- seek out those who are similar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assumes preferences operate at the time of tie formation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also operate during tie evolution (maintenance) and tie decay (dissolution)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Assumes similarities and differences are visible (can be easily known)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Issue of multiform heterogeneity (Blau)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dimensions of stratification are correlated (e.g, religion and race), homophily on a nodal trait could indicate (1) preference for people with that trait or (2) preference for people with another trait that is highly coupled with that trait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Preference for those who are different -- heterophily ?????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Induced Homophily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47225"/>
            <a:ext cx="4503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Baseline model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selection, no preferences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Size effects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 of numerically smaller social groups are more likely to have ties to members outgroup members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Members of numerically larger social groups are less likely to have ties to outgroup members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selection in context of skewed distributions →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for majority group members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Heterophily for minority group members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Biased????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FT_15.06.12.Interracial.png" id="93" name="Google Shape;93;p18"/>
          <p:cNvPicPr preferRelativeResize="0"/>
          <p:nvPr/>
        </p:nvPicPr>
        <p:blipFill rotWithShape="1">
          <a:blip r:embed="rId3">
            <a:alphaModFix/>
          </a:blip>
          <a:srcRect b="38169" l="-3713" r="0" t="2764"/>
          <a:stretch/>
        </p:blipFill>
        <p:spPr>
          <a:xfrm>
            <a:off x="5560600" y="689025"/>
            <a:ext cx="2877000" cy="20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7325" y="2716099"/>
            <a:ext cx="3183550" cy="17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Social Foci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insight:  People do not form ties at random, but rather they form ties through settings where they meet and interact with others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foci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“ a social, psychological, legal, or physical entity around which joint activities are organized (e.g., workplaces, voluntary organizations, hangouts, families, etc.” (Feld 1981: 1016)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 formation via affiliations (e.g., clubs, religious organizations, classes)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Foci vary in constraint (time and energy required) and size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can belong to multiple intersecting foci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cross-cutting or overlapping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Composition of foci → composition of ego networks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Segregated foci → homophily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Integrated foci → reduce homophily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Ego Network Size (Degree)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33330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Larger networks should be more diverse (heterogeneous)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Majority Group Members:  more likely to choose at random a minority group member if more choices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Minority Group Members:  even if prefer similar others, run out of others as network  size increases</a:t>
            </a:r>
            <a:endParaRPr/>
          </a:p>
        </p:txBody>
      </p:sp>
      <p:pic>
        <p:nvPicPr>
          <p:cNvPr descr="Screenshot 2017-10-12 at 08.42.45.png" id="107" name="Google Shape;107;p20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4105200" y="1147237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Homophily can be observed at both the ego and dyad level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network:  composition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Dyad:  Similarity between vertices connected by an edge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 Processes -- tie formation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Preference/Choice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Induced:  random formation within skewed population distributions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Foci:  formation through affiliations with skewed population distributions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Size: The more choices a person makes (ie. the larger their network) the more the composition of their network will represent the population distribution.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triadic processes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Triadic closure → increases homophily.  WHY?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Formation or decay?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