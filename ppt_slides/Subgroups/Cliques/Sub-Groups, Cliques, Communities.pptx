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</p:sldIdLst>
  <p:sldSz cy="5143500" cx="9144000"/>
  <p:notesSz cx="6858000" cy="9144000"/>
  <p:embeddedFontLst>
    <p:embeddedFont>
      <p:font typeface="Economica"/>
      <p:regular r:id="rId85"/>
      <p:bold r:id="rId86"/>
      <p:italic r:id="rId87"/>
      <p:boldItalic r:id="rId88"/>
    </p:embeddedFont>
    <p:embeddedFont>
      <p:font typeface="Roboto"/>
      <p:regular r:id="rId89"/>
      <p:bold r:id="rId90"/>
      <p:italic r:id="rId91"/>
      <p:boldItalic r:id="rId92"/>
    </p:embeddedFont>
    <p:embeddedFont>
      <p:font typeface="Pacifico"/>
      <p:regular r:id="rId93"/>
    </p:embeddedFont>
    <p:embeddedFont>
      <p:font typeface="Open Sans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font" Target="fonts/OpenSans-bold.fntdata"/><Relationship Id="rId94" Type="http://schemas.openxmlformats.org/officeDocument/2006/relationships/font" Target="fonts/OpenSans-regular.fntdata"/><Relationship Id="rId97" Type="http://schemas.openxmlformats.org/officeDocument/2006/relationships/font" Target="fonts/OpenSans-boldItalic.fntdata"/><Relationship Id="rId96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font" Target="fonts/Roboto-italic.fntdata"/><Relationship Id="rId90" Type="http://schemas.openxmlformats.org/officeDocument/2006/relationships/font" Target="fonts/Roboto-bold.fntdata"/><Relationship Id="rId93" Type="http://schemas.openxmlformats.org/officeDocument/2006/relationships/font" Target="fonts/Pacifico-regular.fntdata"/><Relationship Id="rId92" Type="http://schemas.openxmlformats.org/officeDocument/2006/relationships/font" Target="fonts/Robot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font" Target="fonts/Economica-bold.fntdata"/><Relationship Id="rId85" Type="http://schemas.openxmlformats.org/officeDocument/2006/relationships/font" Target="fonts/Economica-regular.fntdata"/><Relationship Id="rId88" Type="http://schemas.openxmlformats.org/officeDocument/2006/relationships/font" Target="fonts/Economica-boldItalic.fntdata"/><Relationship Id="rId87" Type="http://schemas.openxmlformats.org/officeDocument/2006/relationships/font" Target="fonts/Economica-italic.fntdata"/><Relationship Id="rId89" Type="http://schemas.openxmlformats.org/officeDocument/2006/relationships/font" Target="fonts/Roboto-regular.fntdata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edddbde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6edddbde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edddbde8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6edddbde8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eeeb620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eeeb62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eeeb6206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eeeb6206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ee94015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4ee94015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4ee940158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4ee940158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ee940158c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ee940158c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f8cf90f27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4f8cf90f27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4ee940158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4ee940158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ee940158c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ee940158c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4eeeb6206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4eeeb620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4eeeb62062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4eeeb62062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93d7734b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93d7734b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4ee940158c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4ee940158c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4ee940158c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4ee940158c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4ee940158c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4ee940158c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4eeeb62062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4eeeb62062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4ee940158c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4ee940158c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4ee940158c_0_1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4ee940158c_0_1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4eeeb62062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4eeeb6206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4ee940158c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4ee940158c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4ee940158c_0_2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4ee940158c_0_2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4ee940158c_0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4ee940158c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4eeeb62062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4eeeb62062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4ee940158c_0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4ee940158c_0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4ee940158c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4ee940158c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80d548d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80d548d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4ee940158c_0_2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4ee940158c_0_2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4ee940158c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4ee940158c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4ee940158c_0_2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4ee940158c_0_2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ee940158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ee940158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4ee940158c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4ee940158c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4ee940158c_0_2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4ee940158c_0_2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4ee940158c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4ee940158c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4ee940158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4ee940158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4ee940158c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4ee940158c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4ee940158c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4ee940158c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4ee940158c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4ee940158c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5d702eef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9" name="Google Shape;1599;g5d702eef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4ee940158c_0_2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4ee940158c_0_2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5d702eefb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5d702eefb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5d702eefb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5d702eefb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5d702eefb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5d702eefb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4ee940158c_0_2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4ee940158c_0_2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4ee940158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4ee940158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4ee940158c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4ee940158c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6edddbde87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6edddbde87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4ee940158c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4ee940158c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4ee940158c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4ee940158c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6edddbde87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6edddbde87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4ee940158c_0_2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4ee940158c_0_2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4ee940158c_0_2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4ee940158c_0_2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4f8cf90f27_6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4f8cf90f27_6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52c7df4e1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52c7df4e1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4f8cf90f27_6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4f8cf90f27_6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g4f8cf90f27_6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6" name="Google Shape;2356;g4f8cf90f27_6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4f8cf90f27_6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4f8cf90f27_6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52c7df4e1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6" name="Google Shape;2456;g52c7df4e1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4ee940158c_0_3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5" name="Google Shape;2505;g4ee940158c_0_3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4ee940158c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4ee940158c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g6edddbde87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1" name="Google Shape;2601;g6edddbde87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g6edddbde87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2" name="Google Shape;2752;g6edddbde87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g6edddbde87_0_1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5" name="Google Shape;2905;g6edddbde87_0_1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6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g6edddbde87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8" name="Google Shape;3058;g6edddbde87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3" name="Shape 3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g6edddbde87_0_1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5" name="Google Shape;3205;g6edddbde87_0_1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0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1" name="Google Shape;3351;g6edddbde87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2" name="Google Shape;3352;g6edddbde87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g6edddbde87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0" name="Google Shape;3490;g6edddbde87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6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Google Shape;3617;g6edddbde87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8" name="Google Shape;3618;g6edddbde87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2" name="Shape 3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3" name="Google Shape;3743;g4eeeb62062_0_6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4" name="Google Shape;3744;g4eeeb62062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1" name="Shape 3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g6edddbde8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3" name="Google Shape;3753;g6edddbde8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8" name="Shape 3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" name="Google Shape;3829;g6edddbde87_0_2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0" name="Google Shape;3830;g6edddbde87_0_2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6" name="Shape 3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7" name="Google Shape;3907;g6edddbde87_0_2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8" name="Google Shape;3908;g6edddbde87_0_2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4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g6edddbde87_0_2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6" name="Google Shape;3986;g6edddbde87_0_2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5" name="Shape 4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6" name="Google Shape;4056;g6edddbde87_0_2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7" name="Google Shape;4057;g6edddbde87_0_2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7" name="Shape 4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Google Shape;4128;g6edddbde87_0_2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9" name="Google Shape;4129;g6edddbde87_0_2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9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g6edddbde87_0_2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1" name="Google Shape;4201;g6edddbde87_0_2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8" name="Shape 4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9" name="Google Shape;4269;g6edddbde87_2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0" name="Google Shape;4270;g6edddbde87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4" name="Shape 4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5" name="Google Shape;4275;g6edddbde87_2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6" name="Google Shape;4276;g6edddbde87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0" name="Shape 4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1" name="Google Shape;4281;g6edddbde87_2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2" name="Google Shape;4282;g6edddbde87_2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www.jstor.org/stable/pdf/3088904.pdf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3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Sub-Groups, Cliques, Communities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" name="Google Shape;70;p14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74" name="Google Shape;74;p14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" name="Google Shape;75;p14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79" name="Google Shape;79;p14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" name="Google Shape;80;p14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84" name="Google Shape;84;p14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" name="Google Shape;85;p14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89" name="Google Shape;89;p14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0" name="Google Shape;90;p14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1" name="Google Shape;91;p14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2" name="Google Shape;92;p14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3" name="Google Shape;93;p14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4" name="Google Shape;94;p14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5" name="Google Shape;95;p14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6" name="Google Shape;96;p14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7" name="Google Shape;97;p14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8" name="Google Shape;98;p14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9" name="Google Shape;99;p14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0" name="Google Shape;100;p14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1" name="Google Shape;101;p14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2" name="Google Shape;102;p14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3" name="Google Shape;103;p14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4" name="Google Shape;104;p14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5" name="Google Shape;105;p14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106" name="Google Shape;106;p14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07" name="Google Shape;107;p14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" name="Google Shape;108;p14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1" name="Google Shape;111;p14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5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8" name="Google Shape;118;p15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5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3" name="Google Shape;123;p15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5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28" name="Google Shape;128;p15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15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3" name="Google Shape;133;p15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15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38" name="Google Shape;138;p15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39" name="Google Shape;139;p15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0" name="Google Shape;140;p1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1" name="Google Shape;141;p15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2" name="Google Shape;142;p15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15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15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15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15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1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15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1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15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1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15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1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1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155" name="Google Shape;155;p15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56" name="Google Shape;156;p15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5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" name="Google Shape;160;p15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311700" y="2662975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Cohesion, connectivity, subgroups</a:t>
            </a:r>
            <a:endParaRPr/>
          </a:p>
        </p:txBody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Important functional units in organizations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Workplaces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Creative industries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Important units for solidarity and interaction in social systems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Primary groups (family, support cliques)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Cohesion, connectivity, subgroups</a:t>
            </a:r>
            <a:endParaRPr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Important sources of: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Ideational homogeneity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Conformity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Influence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transmission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Cohesion, connectivity, subgroups</a:t>
            </a:r>
            <a:endParaRPr/>
          </a:p>
        </p:txBody>
      </p:sp>
      <p:sp>
        <p:nvSpPr>
          <p:cNvPr id="180" name="Google Shape;180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we translate the concept of a group into network terms?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most important group properties from a network perspective?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Cohesion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Polarization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Fragmentation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 or “communities”? 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311700" y="1225225"/>
            <a:ext cx="527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“Group,” is a fuzzy social science concept, with many overlapping but sometimes contradictory verbal definitions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always graph theory to the rescue!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theoretic concept of group/community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relatively dense subgraph featuring more links among the subset of vertices that belong to the subgraph than links to vertices in the rest of the graph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250" y="1190325"/>
            <a:ext cx="2852041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193" name="Google Shape;193;p20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  <p:sp>
        <p:nvSpPr>
          <p:cNvPr id="194" name="Google Shape;194;p2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0"/>
          <p:cNvCxnSpPr>
            <a:stCxn id="194" idx="3"/>
            <a:endCxn id="19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>
            <a:stCxn id="197" idx="1"/>
            <a:endCxn id="19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>
            <a:stCxn id="194" idx="4"/>
            <a:endCxn id="19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>
            <a:stCxn id="194" idx="5"/>
            <a:endCxn id="19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>
            <a:stCxn id="196" idx="2"/>
            <a:endCxn id="19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0"/>
          <p:cNvCxnSpPr>
            <a:stCxn id="203" idx="3"/>
            <a:endCxn id="20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>
            <a:stCxn id="206" idx="0"/>
            <a:endCxn id="20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0"/>
          <p:cNvCxnSpPr>
            <a:stCxn id="203" idx="5"/>
            <a:endCxn id="20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0"/>
          <p:cNvCxnSpPr>
            <a:stCxn id="205" idx="2"/>
            <a:endCxn id="20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20"/>
          <p:cNvCxnSpPr>
            <a:stCxn id="211" idx="0"/>
            <a:endCxn id="20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0"/>
          <p:cNvCxnSpPr>
            <a:stCxn id="205" idx="3"/>
            <a:endCxn id="20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>
            <a:stCxn id="205" idx="3"/>
            <a:endCxn id="21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0"/>
          <p:cNvCxnSpPr>
            <a:stCxn id="203" idx="4"/>
            <a:endCxn id="21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0"/>
          <p:cNvCxnSpPr>
            <a:stCxn id="196" idx="7"/>
            <a:endCxn id="20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>
            <a:stCxn id="197" idx="7"/>
            <a:endCxn id="19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0"/>
          <p:cNvCxnSpPr>
            <a:stCxn id="206" idx="6"/>
            <a:endCxn id="21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0"/>
          <p:cNvCxnSpPr>
            <a:stCxn id="203" idx="4"/>
            <a:endCxn id="20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0"/>
          <p:cNvCxnSpPr>
            <a:stCxn id="220" idx="3"/>
            <a:endCxn id="22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20"/>
          <p:cNvCxnSpPr>
            <a:stCxn id="223" idx="2"/>
            <a:endCxn id="22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0"/>
          <p:cNvCxnSpPr>
            <a:stCxn id="223" idx="0"/>
            <a:endCxn id="22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0"/>
          <p:cNvCxnSpPr>
            <a:endCxn id="22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156075" y="36488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subgraph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21"/>
          <p:cNvCxnSpPr>
            <a:stCxn id="233" idx="3"/>
            <a:endCxn id="23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1"/>
          <p:cNvCxnSpPr>
            <a:stCxn id="236" idx="1"/>
            <a:endCxn id="23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1"/>
          <p:cNvCxnSpPr>
            <a:stCxn id="233" idx="4"/>
            <a:endCxn id="23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1"/>
          <p:cNvCxnSpPr>
            <a:stCxn id="233" idx="5"/>
            <a:endCxn id="23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1"/>
          <p:cNvCxnSpPr>
            <a:stCxn id="235" idx="2"/>
            <a:endCxn id="23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21"/>
          <p:cNvCxnSpPr>
            <a:stCxn id="242" idx="3"/>
            <a:endCxn id="24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1"/>
          <p:cNvCxnSpPr>
            <a:stCxn id="245" idx="0"/>
            <a:endCxn id="24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1"/>
          <p:cNvCxnSpPr>
            <a:stCxn id="242" idx="5"/>
            <a:endCxn id="24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1"/>
          <p:cNvCxnSpPr>
            <a:stCxn id="244" idx="2"/>
            <a:endCxn id="24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" name="Google Shape;251;p21"/>
          <p:cNvCxnSpPr>
            <a:stCxn id="250" idx="0"/>
            <a:endCxn id="24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1"/>
          <p:cNvCxnSpPr>
            <a:stCxn id="244" idx="3"/>
            <a:endCxn id="24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1"/>
          <p:cNvCxnSpPr>
            <a:stCxn id="244" idx="3"/>
            <a:endCxn id="25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1"/>
          <p:cNvCxnSpPr>
            <a:stCxn id="242" idx="4"/>
            <a:endCxn id="25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1"/>
          <p:cNvCxnSpPr>
            <a:stCxn id="235" idx="7"/>
            <a:endCxn id="24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1"/>
          <p:cNvCxnSpPr>
            <a:stCxn id="236" idx="7"/>
            <a:endCxn id="235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>
            <a:stCxn id="245" idx="6"/>
            <a:endCxn id="250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>
            <a:stCxn id="242" idx="4"/>
            <a:endCxn id="245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1"/>
          <p:cNvCxnSpPr>
            <a:stCxn id="259" idx="3"/>
            <a:endCxn id="26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21"/>
          <p:cNvCxnSpPr>
            <a:stCxn id="262" idx="2"/>
            <a:endCxn id="26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>
            <a:stCxn id="262" idx="0"/>
            <a:endCxn id="25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1"/>
          <p:cNvCxnSpPr>
            <a:endCxn id="260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1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6" name="Google Shape;276;p22"/>
          <p:cNvCxnSpPr>
            <a:stCxn id="272" idx="3"/>
            <a:endCxn id="27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2"/>
          <p:cNvCxnSpPr>
            <a:stCxn id="275" idx="1"/>
            <a:endCxn id="27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2"/>
          <p:cNvCxnSpPr>
            <a:stCxn id="272" idx="4"/>
            <a:endCxn id="27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2"/>
          <p:cNvCxnSpPr>
            <a:stCxn id="272" idx="5"/>
            <a:endCxn id="27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2"/>
          <p:cNvCxnSpPr>
            <a:stCxn id="274" idx="2"/>
            <a:endCxn id="27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22"/>
          <p:cNvCxnSpPr>
            <a:stCxn id="281" idx="3"/>
            <a:endCxn id="28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2"/>
          <p:cNvCxnSpPr>
            <a:stCxn id="284" idx="0"/>
            <a:endCxn id="28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2"/>
          <p:cNvCxnSpPr>
            <a:stCxn id="281" idx="5"/>
            <a:endCxn id="28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2"/>
          <p:cNvCxnSpPr>
            <a:stCxn id="283" idx="2"/>
            <a:endCxn id="28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22"/>
          <p:cNvCxnSpPr>
            <a:stCxn id="289" idx="0"/>
            <a:endCxn id="28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2"/>
          <p:cNvCxnSpPr>
            <a:stCxn id="283" idx="3"/>
            <a:endCxn id="28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2"/>
          <p:cNvCxnSpPr>
            <a:stCxn id="283" idx="3"/>
            <a:endCxn id="28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2"/>
          <p:cNvCxnSpPr>
            <a:stCxn id="281" idx="4"/>
            <a:endCxn id="28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2"/>
          <p:cNvCxnSpPr>
            <a:stCxn id="274" idx="7"/>
            <a:endCxn id="28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2"/>
          <p:cNvCxnSpPr>
            <a:stCxn id="275" idx="7"/>
            <a:endCxn id="274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2"/>
          <p:cNvCxnSpPr>
            <a:stCxn id="284" idx="6"/>
            <a:endCxn id="289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2"/>
          <p:cNvCxnSpPr>
            <a:stCxn id="281" idx="4"/>
            <a:endCxn id="284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2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" name="Google Shape;300;p22"/>
          <p:cNvCxnSpPr>
            <a:stCxn id="298" idx="3"/>
            <a:endCxn id="299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2" name="Google Shape;302;p22"/>
          <p:cNvCxnSpPr>
            <a:stCxn id="301" idx="2"/>
            <a:endCxn id="299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2"/>
          <p:cNvCxnSpPr>
            <a:stCxn id="301" idx="0"/>
            <a:endCxn id="298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2"/>
          <p:cNvCxnSpPr>
            <a:endCxn id="299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2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  <p:sp>
        <p:nvSpPr>
          <p:cNvPr id="306" name="Google Shape;306;p22"/>
          <p:cNvSpPr txBox="1"/>
          <p:nvPr/>
        </p:nvSpPr>
        <p:spPr>
          <a:xfrm>
            <a:off x="5431150" y="41568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subgraph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12" name="Google Shape;312;p2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4156075" y="36488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connected :)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23"/>
          <p:cNvCxnSpPr>
            <a:stCxn id="314" idx="3"/>
            <a:endCxn id="31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3"/>
          <p:cNvCxnSpPr>
            <a:stCxn id="317" idx="1"/>
            <a:endCxn id="31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3"/>
          <p:cNvCxnSpPr>
            <a:stCxn id="314" idx="4"/>
            <a:endCxn id="31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3"/>
          <p:cNvCxnSpPr>
            <a:stCxn id="314" idx="5"/>
            <a:endCxn id="31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3"/>
          <p:cNvCxnSpPr>
            <a:stCxn id="316" idx="2"/>
            <a:endCxn id="31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2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" name="Google Shape;327;p23"/>
          <p:cNvCxnSpPr>
            <a:stCxn id="323" idx="3"/>
            <a:endCxn id="32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3"/>
          <p:cNvCxnSpPr>
            <a:stCxn id="326" idx="0"/>
            <a:endCxn id="32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3"/>
          <p:cNvCxnSpPr>
            <a:stCxn id="323" idx="5"/>
            <a:endCxn id="32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3"/>
          <p:cNvCxnSpPr>
            <a:stCxn id="325" idx="2"/>
            <a:endCxn id="32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23"/>
          <p:cNvCxnSpPr>
            <a:stCxn id="331" idx="0"/>
            <a:endCxn id="32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3"/>
          <p:cNvCxnSpPr>
            <a:stCxn id="325" idx="3"/>
            <a:endCxn id="32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3"/>
          <p:cNvCxnSpPr>
            <a:stCxn id="325" idx="3"/>
            <a:endCxn id="33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3"/>
          <p:cNvCxnSpPr>
            <a:stCxn id="323" idx="4"/>
            <a:endCxn id="33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3"/>
          <p:cNvCxnSpPr>
            <a:stCxn id="316" idx="7"/>
            <a:endCxn id="32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3"/>
          <p:cNvCxnSpPr>
            <a:stCxn id="317" idx="7"/>
            <a:endCxn id="31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3"/>
          <p:cNvCxnSpPr>
            <a:stCxn id="326" idx="6"/>
            <a:endCxn id="33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3"/>
          <p:cNvCxnSpPr>
            <a:stCxn id="323" idx="4"/>
            <a:endCxn id="32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2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23"/>
          <p:cNvCxnSpPr>
            <a:stCxn id="340" idx="3"/>
            <a:endCxn id="34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23"/>
          <p:cNvCxnSpPr>
            <a:stCxn id="343" idx="2"/>
            <a:endCxn id="34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3"/>
          <p:cNvCxnSpPr>
            <a:stCxn id="343" idx="0"/>
            <a:endCxn id="34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3"/>
          <p:cNvCxnSpPr>
            <a:endCxn id="34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52" name="Google Shape;352;p24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is </a:t>
            </a:r>
            <a:r>
              <a:rPr b="1" lang="en"/>
              <a:t>disconnected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4915275" y="3648863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disconnected :(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8" name="Google Shape;358;p24"/>
          <p:cNvCxnSpPr>
            <a:stCxn id="354" idx="3"/>
            <a:endCxn id="35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4"/>
          <p:cNvCxnSpPr>
            <a:stCxn id="357" idx="1"/>
            <a:endCxn id="35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4"/>
          <p:cNvCxnSpPr>
            <a:stCxn id="354" idx="4"/>
            <a:endCxn id="35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4"/>
          <p:cNvCxnSpPr>
            <a:stCxn id="354" idx="5"/>
            <a:endCxn id="35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4"/>
          <p:cNvCxnSpPr>
            <a:stCxn id="356" idx="2"/>
            <a:endCxn id="35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2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24"/>
          <p:cNvCxnSpPr>
            <a:stCxn id="363" idx="3"/>
            <a:endCxn id="36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4"/>
          <p:cNvCxnSpPr>
            <a:stCxn id="366" idx="0"/>
            <a:endCxn id="36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24"/>
          <p:cNvCxnSpPr>
            <a:stCxn id="363" idx="5"/>
            <a:endCxn id="36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4"/>
          <p:cNvCxnSpPr>
            <a:stCxn id="365" idx="2"/>
            <a:endCxn id="36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2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2" name="Google Shape;372;p24"/>
          <p:cNvCxnSpPr>
            <a:stCxn id="371" idx="0"/>
            <a:endCxn id="36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4"/>
          <p:cNvCxnSpPr>
            <a:stCxn id="365" idx="3"/>
            <a:endCxn id="36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4"/>
          <p:cNvCxnSpPr>
            <a:stCxn id="365" idx="3"/>
            <a:endCxn id="37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4"/>
          <p:cNvCxnSpPr>
            <a:stCxn id="363" idx="4"/>
            <a:endCxn id="37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4"/>
          <p:cNvCxnSpPr>
            <a:stCxn id="356" idx="7"/>
            <a:endCxn id="36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4"/>
          <p:cNvCxnSpPr>
            <a:stCxn id="357" idx="7"/>
            <a:endCxn id="35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4"/>
          <p:cNvCxnSpPr>
            <a:stCxn id="366" idx="6"/>
            <a:endCxn id="37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4"/>
          <p:cNvCxnSpPr>
            <a:stCxn id="363" idx="4"/>
            <a:endCxn id="36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2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2" name="Google Shape;382;p24"/>
          <p:cNvCxnSpPr>
            <a:stCxn id="380" idx="3"/>
            <a:endCxn id="38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2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4" name="Google Shape;384;p24"/>
          <p:cNvCxnSpPr>
            <a:stCxn id="383" idx="2"/>
            <a:endCxn id="38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4"/>
          <p:cNvCxnSpPr>
            <a:stCxn id="383" idx="0"/>
            <a:endCxn id="38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4"/>
          <p:cNvCxnSpPr>
            <a:endCxn id="38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5232263" y="402355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maximal connected subgraph of order 7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93" name="Google Shape;393;p25"/>
          <p:cNvCxnSpPr>
            <a:stCxn id="392" idx="0"/>
          </p:cNvCxnSpPr>
          <p:nvPr/>
        </p:nvCxnSpPr>
        <p:spPr>
          <a:xfrm flipH="1" rot="10800000">
            <a:off x="6182513" y="3415450"/>
            <a:ext cx="535200" cy="60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2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p25"/>
          <p:cNvCxnSpPr>
            <a:stCxn id="394" idx="3"/>
            <a:endCxn id="39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5"/>
          <p:cNvCxnSpPr>
            <a:stCxn id="397" idx="1"/>
            <a:endCxn id="39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5"/>
          <p:cNvCxnSpPr>
            <a:stCxn id="394" idx="4"/>
            <a:endCxn id="39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5"/>
          <p:cNvCxnSpPr>
            <a:stCxn id="394" idx="5"/>
            <a:endCxn id="39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25"/>
          <p:cNvCxnSpPr>
            <a:stCxn id="396" idx="2"/>
            <a:endCxn id="39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7" name="Google Shape;407;p25"/>
          <p:cNvCxnSpPr>
            <a:stCxn id="403" idx="3"/>
            <a:endCxn id="40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5"/>
          <p:cNvCxnSpPr>
            <a:stCxn id="406" idx="0"/>
            <a:endCxn id="40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5"/>
          <p:cNvCxnSpPr>
            <a:stCxn id="403" idx="5"/>
            <a:endCxn id="40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5"/>
          <p:cNvCxnSpPr>
            <a:stCxn id="405" idx="2"/>
            <a:endCxn id="40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2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2" name="Google Shape;412;p25"/>
          <p:cNvCxnSpPr>
            <a:stCxn id="411" idx="0"/>
            <a:endCxn id="40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5"/>
          <p:cNvCxnSpPr>
            <a:stCxn id="405" idx="3"/>
            <a:endCxn id="40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5"/>
          <p:cNvCxnSpPr>
            <a:stCxn id="405" idx="3"/>
            <a:endCxn id="41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5"/>
          <p:cNvCxnSpPr>
            <a:stCxn id="403" idx="4"/>
            <a:endCxn id="41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5"/>
          <p:cNvCxnSpPr>
            <a:stCxn id="396" idx="7"/>
            <a:endCxn id="40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5"/>
          <p:cNvCxnSpPr>
            <a:stCxn id="397" idx="7"/>
            <a:endCxn id="396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25"/>
          <p:cNvCxnSpPr>
            <a:stCxn id="406" idx="6"/>
            <a:endCxn id="411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5"/>
          <p:cNvCxnSpPr>
            <a:stCxn id="403" idx="4"/>
            <a:endCxn id="406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2" name="Google Shape;422;p25"/>
          <p:cNvCxnSpPr>
            <a:stCxn id="420" idx="3"/>
            <a:endCxn id="42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2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25"/>
          <p:cNvCxnSpPr>
            <a:stCxn id="423" idx="2"/>
            <a:endCxn id="42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25"/>
          <p:cNvCxnSpPr>
            <a:stCxn id="423" idx="0"/>
            <a:endCxn id="42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5"/>
          <p:cNvCxnSpPr>
            <a:endCxn id="421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25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maximal</a:t>
            </a:r>
            <a:r>
              <a:rPr lang="en"/>
              <a:t> with respect to a given property: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(e.g., connectivity)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If adding more nodes or links to the subgraph will mean it no longer has that property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5232263" y="402355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maximal connected subgraph of order 8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34" name="Google Shape;434;p26"/>
          <p:cNvCxnSpPr>
            <a:stCxn id="433" idx="0"/>
          </p:cNvCxnSpPr>
          <p:nvPr/>
        </p:nvCxnSpPr>
        <p:spPr>
          <a:xfrm flipH="1" rot="10800000">
            <a:off x="6182513" y="3415450"/>
            <a:ext cx="535200" cy="60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2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9" name="Google Shape;439;p26"/>
          <p:cNvCxnSpPr>
            <a:stCxn id="435" idx="3"/>
            <a:endCxn id="43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26"/>
          <p:cNvCxnSpPr>
            <a:stCxn id="438" idx="1"/>
            <a:endCxn id="43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26"/>
          <p:cNvCxnSpPr>
            <a:stCxn id="435" idx="4"/>
            <a:endCxn id="43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26"/>
          <p:cNvCxnSpPr>
            <a:stCxn id="435" idx="5"/>
            <a:endCxn id="437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26"/>
          <p:cNvCxnSpPr>
            <a:stCxn id="437" idx="2"/>
            <a:endCxn id="436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2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26"/>
          <p:cNvCxnSpPr>
            <a:stCxn id="444" idx="3"/>
            <a:endCxn id="44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6"/>
          <p:cNvCxnSpPr>
            <a:stCxn id="447" idx="0"/>
            <a:endCxn id="44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6"/>
          <p:cNvCxnSpPr>
            <a:stCxn id="444" idx="5"/>
            <a:endCxn id="44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6"/>
          <p:cNvCxnSpPr>
            <a:stCxn id="446" idx="2"/>
            <a:endCxn id="44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2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3" name="Google Shape;453;p26"/>
          <p:cNvCxnSpPr>
            <a:stCxn id="452" idx="0"/>
            <a:endCxn id="44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26"/>
          <p:cNvCxnSpPr>
            <a:stCxn id="446" idx="3"/>
            <a:endCxn id="44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6"/>
          <p:cNvCxnSpPr>
            <a:stCxn id="446" idx="3"/>
            <a:endCxn id="45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26"/>
          <p:cNvCxnSpPr>
            <a:stCxn id="444" idx="4"/>
            <a:endCxn id="45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6"/>
          <p:cNvCxnSpPr>
            <a:stCxn id="437" idx="7"/>
            <a:endCxn id="447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6"/>
          <p:cNvCxnSpPr>
            <a:stCxn id="438" idx="7"/>
            <a:endCxn id="437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26"/>
          <p:cNvCxnSpPr>
            <a:stCxn id="447" idx="6"/>
            <a:endCxn id="452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26"/>
          <p:cNvCxnSpPr>
            <a:stCxn id="444" idx="4"/>
            <a:endCxn id="447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2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3" name="Google Shape;463;p26"/>
          <p:cNvCxnSpPr>
            <a:stCxn id="461" idx="3"/>
            <a:endCxn id="46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2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5" name="Google Shape;465;p26"/>
          <p:cNvCxnSpPr>
            <a:stCxn id="464" idx="2"/>
            <a:endCxn id="46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6"/>
          <p:cNvCxnSpPr>
            <a:stCxn id="464" idx="0"/>
            <a:endCxn id="46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26"/>
          <p:cNvCxnSpPr>
            <a:endCxn id="462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6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maximal</a:t>
            </a:r>
            <a:r>
              <a:rPr lang="en"/>
              <a:t> with respect to a given property: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(e.g., connectivity)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If adding more nodes or links to the subgraph will mean it no longer has that property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74" name="Google Shape;474;p2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maximally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Clique of size 2, clique of size 3, clique of size 4, etc.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7"/>
          <p:cNvSpPr txBox="1"/>
          <p:nvPr/>
        </p:nvSpPr>
        <p:spPr>
          <a:xfrm>
            <a:off x="5263825" y="3971175"/>
            <a:ext cx="15711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4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76" name="Google Shape;476;p27"/>
          <p:cNvCxnSpPr>
            <a:stCxn id="475" idx="0"/>
          </p:cNvCxnSpPr>
          <p:nvPr/>
        </p:nvCxnSpPr>
        <p:spPr>
          <a:xfrm rot="10800000">
            <a:off x="5960275" y="3388275"/>
            <a:ext cx="89100" cy="58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2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1" name="Google Shape;481;p27"/>
          <p:cNvCxnSpPr>
            <a:stCxn id="477" idx="3"/>
            <a:endCxn id="47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27"/>
          <p:cNvCxnSpPr>
            <a:stCxn id="480" idx="1"/>
            <a:endCxn id="47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7"/>
          <p:cNvCxnSpPr>
            <a:stCxn id="477" idx="4"/>
            <a:endCxn id="48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27"/>
          <p:cNvCxnSpPr>
            <a:stCxn id="477" idx="5"/>
            <a:endCxn id="47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7"/>
          <p:cNvCxnSpPr>
            <a:stCxn id="479" idx="2"/>
            <a:endCxn id="47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2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0" name="Google Shape;490;p27"/>
          <p:cNvCxnSpPr>
            <a:stCxn id="486" idx="3"/>
            <a:endCxn id="48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7"/>
          <p:cNvCxnSpPr>
            <a:stCxn id="489" idx="0"/>
            <a:endCxn id="48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7"/>
          <p:cNvCxnSpPr>
            <a:stCxn id="486" idx="5"/>
            <a:endCxn id="48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7"/>
          <p:cNvCxnSpPr>
            <a:stCxn id="488" idx="2"/>
            <a:endCxn id="48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2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" name="Google Shape;495;p27"/>
          <p:cNvCxnSpPr>
            <a:stCxn id="494" idx="0"/>
            <a:endCxn id="48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27"/>
          <p:cNvCxnSpPr>
            <a:stCxn id="488" idx="3"/>
            <a:endCxn id="48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27"/>
          <p:cNvCxnSpPr>
            <a:stCxn id="488" idx="3"/>
            <a:endCxn id="49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27"/>
          <p:cNvCxnSpPr>
            <a:stCxn id="486" idx="4"/>
            <a:endCxn id="49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7"/>
          <p:cNvCxnSpPr>
            <a:stCxn id="479" idx="7"/>
            <a:endCxn id="48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27"/>
          <p:cNvCxnSpPr>
            <a:stCxn id="480" idx="7"/>
            <a:endCxn id="479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27"/>
          <p:cNvCxnSpPr>
            <a:stCxn id="489" idx="6"/>
            <a:endCxn id="494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27"/>
          <p:cNvCxnSpPr>
            <a:stCxn id="486" idx="4"/>
            <a:endCxn id="489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2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27"/>
          <p:cNvCxnSpPr>
            <a:stCxn id="503" idx="3"/>
            <a:endCxn id="50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2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7" name="Google Shape;507;p27"/>
          <p:cNvCxnSpPr>
            <a:stCxn id="506" idx="2"/>
            <a:endCxn id="50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27"/>
          <p:cNvCxnSpPr>
            <a:stCxn id="506" idx="0"/>
            <a:endCxn id="50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27"/>
          <p:cNvCxnSpPr>
            <a:endCxn id="504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9" name="Google Shape;519;p28"/>
          <p:cNvCxnSpPr>
            <a:stCxn id="515" idx="3"/>
            <a:endCxn id="51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28"/>
          <p:cNvCxnSpPr>
            <a:stCxn id="518" idx="1"/>
            <a:endCxn id="51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28"/>
          <p:cNvCxnSpPr>
            <a:stCxn id="515" idx="4"/>
            <a:endCxn id="51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28"/>
          <p:cNvCxnSpPr>
            <a:stCxn id="515" idx="5"/>
            <a:endCxn id="517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28"/>
          <p:cNvCxnSpPr>
            <a:stCxn id="517" idx="2"/>
            <a:endCxn id="516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2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8" name="Google Shape;528;p28"/>
          <p:cNvCxnSpPr>
            <a:stCxn id="524" idx="3"/>
            <a:endCxn id="52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28"/>
          <p:cNvCxnSpPr>
            <a:stCxn id="527" idx="0"/>
            <a:endCxn id="52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28"/>
          <p:cNvCxnSpPr>
            <a:stCxn id="524" idx="5"/>
            <a:endCxn id="52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28"/>
          <p:cNvCxnSpPr>
            <a:stCxn id="526" idx="2"/>
            <a:endCxn id="52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2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3" name="Google Shape;533;p28"/>
          <p:cNvCxnSpPr>
            <a:stCxn id="532" idx="0"/>
            <a:endCxn id="52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28"/>
          <p:cNvCxnSpPr>
            <a:stCxn id="526" idx="3"/>
            <a:endCxn id="52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8"/>
          <p:cNvCxnSpPr>
            <a:stCxn id="526" idx="3"/>
            <a:endCxn id="53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28"/>
          <p:cNvCxnSpPr>
            <a:stCxn id="524" idx="4"/>
            <a:endCxn id="53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28"/>
          <p:cNvCxnSpPr>
            <a:stCxn id="517" idx="7"/>
            <a:endCxn id="527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28"/>
          <p:cNvCxnSpPr>
            <a:stCxn id="518" idx="7"/>
            <a:endCxn id="517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28"/>
          <p:cNvCxnSpPr>
            <a:stCxn id="527" idx="6"/>
            <a:endCxn id="532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28"/>
          <p:cNvCxnSpPr>
            <a:stCxn id="524" idx="4"/>
            <a:endCxn id="527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2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3" name="Google Shape;543;p28"/>
          <p:cNvCxnSpPr>
            <a:stCxn id="541" idx="3"/>
            <a:endCxn id="54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2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5" name="Google Shape;545;p28"/>
          <p:cNvCxnSpPr>
            <a:stCxn id="544" idx="2"/>
            <a:endCxn id="54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28"/>
          <p:cNvCxnSpPr>
            <a:stCxn id="544" idx="0"/>
            <a:endCxn id="54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28"/>
          <p:cNvCxnSpPr>
            <a:endCxn id="542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28"/>
          <p:cNvSpPr txBox="1"/>
          <p:nvPr/>
        </p:nvSpPr>
        <p:spPr>
          <a:xfrm>
            <a:off x="4965400" y="1071800"/>
            <a:ext cx="1576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5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49" name="Google Shape;549;p28"/>
          <p:cNvCxnSpPr/>
          <p:nvPr/>
        </p:nvCxnSpPr>
        <p:spPr>
          <a:xfrm flipH="1" rot="10800000">
            <a:off x="6382000" y="1303600"/>
            <a:ext cx="808200" cy="5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2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maximally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Clique of size 2, clique of size 3, clique of size 4, etc.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0" name="Google Shape;560;p29"/>
          <p:cNvCxnSpPr>
            <a:stCxn id="556" idx="3"/>
            <a:endCxn id="557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29"/>
          <p:cNvCxnSpPr>
            <a:stCxn id="559" idx="1"/>
            <a:endCxn id="557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29"/>
          <p:cNvCxnSpPr>
            <a:stCxn id="556" idx="4"/>
            <a:endCxn id="55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29"/>
          <p:cNvCxnSpPr>
            <a:stCxn id="556" idx="5"/>
            <a:endCxn id="558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29"/>
          <p:cNvCxnSpPr>
            <a:stCxn id="558" idx="2"/>
            <a:endCxn id="557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2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9" name="Google Shape;569;p29"/>
          <p:cNvCxnSpPr>
            <a:stCxn id="565" idx="3"/>
            <a:endCxn id="566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29"/>
          <p:cNvCxnSpPr>
            <a:stCxn id="568" idx="0"/>
            <a:endCxn id="566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29"/>
          <p:cNvCxnSpPr>
            <a:stCxn id="565" idx="5"/>
            <a:endCxn id="567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29"/>
          <p:cNvCxnSpPr>
            <a:stCxn id="567" idx="2"/>
            <a:endCxn id="566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2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4" name="Google Shape;574;p29"/>
          <p:cNvCxnSpPr>
            <a:stCxn id="573" idx="0"/>
            <a:endCxn id="566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29"/>
          <p:cNvCxnSpPr>
            <a:stCxn id="567" idx="3"/>
            <a:endCxn id="56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29"/>
          <p:cNvCxnSpPr>
            <a:stCxn id="567" idx="3"/>
            <a:endCxn id="573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29"/>
          <p:cNvCxnSpPr>
            <a:stCxn id="565" idx="4"/>
            <a:endCxn id="573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29"/>
          <p:cNvCxnSpPr>
            <a:stCxn id="558" idx="7"/>
            <a:endCxn id="568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29"/>
          <p:cNvCxnSpPr>
            <a:stCxn id="559" idx="7"/>
            <a:endCxn id="558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29"/>
          <p:cNvCxnSpPr>
            <a:stCxn id="568" idx="6"/>
            <a:endCxn id="573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29"/>
          <p:cNvCxnSpPr>
            <a:stCxn id="565" idx="4"/>
            <a:endCxn id="568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2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4" name="Google Shape;584;p29"/>
          <p:cNvCxnSpPr>
            <a:stCxn id="582" idx="3"/>
            <a:endCxn id="58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2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6" name="Google Shape;586;p29"/>
          <p:cNvCxnSpPr>
            <a:stCxn id="585" idx="2"/>
            <a:endCxn id="58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29"/>
          <p:cNvCxnSpPr>
            <a:stCxn id="585" idx="0"/>
            <a:endCxn id="58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29"/>
          <p:cNvCxnSpPr>
            <a:endCxn id="583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29"/>
          <p:cNvSpPr txBox="1"/>
          <p:nvPr/>
        </p:nvSpPr>
        <p:spPr>
          <a:xfrm>
            <a:off x="4891200" y="4083325"/>
            <a:ext cx="174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 closed triad is a clique of size 3!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90" name="Google Shape;590;p29"/>
          <p:cNvCxnSpPr>
            <a:stCxn id="589" idx="3"/>
          </p:cNvCxnSpPr>
          <p:nvPr/>
        </p:nvCxnSpPr>
        <p:spPr>
          <a:xfrm flipH="1" rot="10800000">
            <a:off x="6640500" y="3955075"/>
            <a:ext cx="612000" cy="52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1" name="Google Shape;591;p2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maximally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Clique of size 2, clique of size 3, clique of size 4, etc.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1" name="Google Shape;601;p30"/>
          <p:cNvCxnSpPr>
            <a:stCxn id="597" idx="3"/>
            <a:endCxn id="59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0"/>
          <p:cNvCxnSpPr>
            <a:stCxn id="600" idx="1"/>
            <a:endCxn id="59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0"/>
          <p:cNvCxnSpPr>
            <a:stCxn id="597" idx="4"/>
            <a:endCxn id="60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0"/>
          <p:cNvCxnSpPr>
            <a:stCxn id="597" idx="5"/>
            <a:endCxn id="59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30"/>
          <p:cNvCxnSpPr>
            <a:stCxn id="599" idx="2"/>
            <a:endCxn id="59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3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0" name="Google Shape;610;p30"/>
          <p:cNvCxnSpPr>
            <a:stCxn id="606" idx="3"/>
            <a:endCxn id="60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0"/>
          <p:cNvCxnSpPr>
            <a:stCxn id="609" idx="0"/>
            <a:endCxn id="60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0"/>
          <p:cNvCxnSpPr>
            <a:stCxn id="606" idx="5"/>
            <a:endCxn id="60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30"/>
          <p:cNvCxnSpPr>
            <a:stCxn id="608" idx="2"/>
            <a:endCxn id="60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3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5" name="Google Shape;615;p30"/>
          <p:cNvCxnSpPr>
            <a:stCxn id="614" idx="0"/>
            <a:endCxn id="60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0"/>
          <p:cNvCxnSpPr>
            <a:stCxn id="608" idx="3"/>
            <a:endCxn id="60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0"/>
          <p:cNvCxnSpPr>
            <a:stCxn id="608" idx="3"/>
            <a:endCxn id="61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0"/>
          <p:cNvCxnSpPr>
            <a:stCxn id="606" idx="4"/>
            <a:endCxn id="61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30"/>
          <p:cNvCxnSpPr>
            <a:stCxn id="599" idx="7"/>
            <a:endCxn id="60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0"/>
          <p:cNvCxnSpPr>
            <a:stCxn id="600" idx="7"/>
            <a:endCxn id="599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0"/>
          <p:cNvCxnSpPr>
            <a:stCxn id="609" idx="6"/>
            <a:endCxn id="614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0"/>
          <p:cNvCxnSpPr>
            <a:stCxn id="606" idx="4"/>
            <a:endCxn id="609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3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5" name="Google Shape;625;p30"/>
          <p:cNvCxnSpPr>
            <a:stCxn id="623" idx="3"/>
            <a:endCxn id="62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3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7" name="Google Shape;627;p30"/>
          <p:cNvCxnSpPr>
            <a:stCxn id="626" idx="2"/>
            <a:endCxn id="62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0"/>
          <p:cNvCxnSpPr>
            <a:stCxn id="626" idx="0"/>
            <a:endCxn id="62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0"/>
          <p:cNvCxnSpPr>
            <a:stCxn id="599" idx="5"/>
            <a:endCxn id="624" idx="0"/>
          </p:cNvCxnSpPr>
          <p:nvPr/>
        </p:nvCxnSpPr>
        <p:spPr>
          <a:xfrm>
            <a:off x="6516801" y="2675826"/>
            <a:ext cx="847800" cy="1104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0"/>
          <p:cNvSpPr txBox="1"/>
          <p:nvPr/>
        </p:nvSpPr>
        <p:spPr>
          <a:xfrm>
            <a:off x="4891200" y="4083325"/>
            <a:ext cx="174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same actor can belong to multiple cliques!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31" name="Google Shape;631;p30"/>
          <p:cNvCxnSpPr>
            <a:stCxn id="630" idx="0"/>
          </p:cNvCxnSpPr>
          <p:nvPr/>
        </p:nvCxnSpPr>
        <p:spPr>
          <a:xfrm flipH="1" rot="10800000">
            <a:off x="5765850" y="2804125"/>
            <a:ext cx="663600" cy="127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3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maximal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</a:t>
            </a:r>
            <a:r>
              <a:rPr lang="en"/>
              <a:t>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Clique of size 2, clique of size 3, clique of size 4, etc.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633" name="Google Shape;633;p30"/>
          <p:cNvCxnSpPr>
            <a:stCxn id="599" idx="5"/>
            <a:endCxn id="626" idx="1"/>
          </p:cNvCxnSpPr>
          <p:nvPr/>
        </p:nvCxnSpPr>
        <p:spPr>
          <a:xfrm>
            <a:off x="6516801" y="2675826"/>
            <a:ext cx="1491300" cy="129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0"/>
          <p:cNvCxnSpPr>
            <a:stCxn id="599" idx="5"/>
            <a:endCxn id="623" idx="2"/>
          </p:cNvCxnSpPr>
          <p:nvPr/>
        </p:nvCxnSpPr>
        <p:spPr>
          <a:xfrm>
            <a:off x="6516801" y="2675826"/>
            <a:ext cx="1215300" cy="568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40" name="Google Shape;640;p31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</a:t>
            </a:r>
            <a:r>
              <a:rPr lang="en"/>
              <a:t>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relax the definition to </a:t>
            </a:r>
            <a:r>
              <a:rPr lang="en"/>
              <a:t>accommodate</a:t>
            </a:r>
            <a:r>
              <a:rPr lang="en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n</a:t>
            </a:r>
            <a:r>
              <a:rPr b="1" lang="en"/>
              <a:t>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</a:t>
            </a:r>
            <a:r>
              <a:rPr b="1" lang="en"/>
              <a:t>n</a:t>
            </a:r>
            <a:r>
              <a:rPr b="1" lang="en"/>
              <a:t> steps away</a:t>
            </a:r>
            <a:r>
              <a:rPr lang="en"/>
              <a:t> from each other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5" name="Google Shape;645;p31"/>
          <p:cNvCxnSpPr>
            <a:stCxn id="641" idx="3"/>
            <a:endCxn id="64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1"/>
          <p:cNvCxnSpPr>
            <a:stCxn id="644" idx="1"/>
            <a:endCxn id="64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1"/>
          <p:cNvCxnSpPr>
            <a:stCxn id="641" idx="4"/>
            <a:endCxn id="64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1"/>
          <p:cNvCxnSpPr>
            <a:stCxn id="641" idx="5"/>
            <a:endCxn id="64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1"/>
          <p:cNvCxnSpPr>
            <a:stCxn id="643" idx="2"/>
            <a:endCxn id="64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3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4" name="Google Shape;654;p31"/>
          <p:cNvCxnSpPr>
            <a:stCxn id="650" idx="3"/>
            <a:endCxn id="65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31"/>
          <p:cNvCxnSpPr>
            <a:stCxn id="653" idx="0"/>
            <a:endCxn id="65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31"/>
          <p:cNvCxnSpPr>
            <a:stCxn id="650" idx="5"/>
            <a:endCxn id="65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1"/>
          <p:cNvCxnSpPr>
            <a:stCxn id="652" idx="2"/>
            <a:endCxn id="65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3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9" name="Google Shape;659;p31"/>
          <p:cNvCxnSpPr>
            <a:stCxn id="658" idx="0"/>
            <a:endCxn id="65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1"/>
          <p:cNvCxnSpPr>
            <a:stCxn id="652" idx="3"/>
            <a:endCxn id="65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1"/>
          <p:cNvCxnSpPr>
            <a:stCxn id="652" idx="3"/>
            <a:endCxn id="65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1"/>
          <p:cNvCxnSpPr>
            <a:stCxn id="650" idx="4"/>
            <a:endCxn id="65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3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7" name="Google Shape;667;p31"/>
          <p:cNvCxnSpPr>
            <a:stCxn id="663" idx="3"/>
            <a:endCxn id="66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1"/>
          <p:cNvCxnSpPr>
            <a:stCxn id="666" idx="0"/>
            <a:endCxn id="664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1"/>
          <p:cNvCxnSpPr>
            <a:stCxn id="663" idx="5"/>
            <a:endCxn id="66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31"/>
          <p:cNvCxnSpPr>
            <a:stCxn id="665" idx="2"/>
            <a:endCxn id="66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3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2" name="Google Shape;672;p31"/>
          <p:cNvCxnSpPr>
            <a:stCxn id="665" idx="3"/>
            <a:endCxn id="666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1"/>
          <p:cNvCxnSpPr>
            <a:stCxn id="671" idx="2"/>
            <a:endCxn id="66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31"/>
          <p:cNvCxnSpPr>
            <a:stCxn id="671" idx="0"/>
            <a:endCxn id="66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1"/>
          <p:cNvCxnSpPr>
            <a:stCxn id="666" idx="6"/>
            <a:endCxn id="671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1"/>
          <p:cNvCxnSpPr>
            <a:stCxn id="643" idx="5"/>
            <a:endCxn id="664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1"/>
          <p:cNvCxnSpPr>
            <a:stCxn id="643" idx="7"/>
            <a:endCxn id="65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31"/>
          <p:cNvCxnSpPr>
            <a:stCxn id="658" idx="3"/>
            <a:endCxn id="66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1"/>
          <p:cNvCxnSpPr>
            <a:stCxn id="652" idx="4"/>
            <a:endCxn id="665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85" name="Google Shape;685;p3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9" name="Google Shape;689;p32"/>
          <p:cNvCxnSpPr>
            <a:stCxn id="685" idx="3"/>
            <a:endCxn id="68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32"/>
          <p:cNvCxnSpPr>
            <a:stCxn id="688" idx="1"/>
            <a:endCxn id="68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32"/>
          <p:cNvCxnSpPr>
            <a:stCxn id="685" idx="4"/>
            <a:endCxn id="68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32"/>
          <p:cNvCxnSpPr>
            <a:stCxn id="685" idx="5"/>
            <a:endCxn id="687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32"/>
          <p:cNvCxnSpPr>
            <a:stCxn id="687" idx="2"/>
            <a:endCxn id="686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3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8" name="Google Shape;698;p32"/>
          <p:cNvCxnSpPr>
            <a:stCxn id="694" idx="3"/>
            <a:endCxn id="69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2"/>
          <p:cNvCxnSpPr>
            <a:stCxn id="697" idx="0"/>
            <a:endCxn id="69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32"/>
          <p:cNvCxnSpPr>
            <a:stCxn id="694" idx="5"/>
            <a:endCxn id="69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2"/>
          <p:cNvCxnSpPr>
            <a:stCxn id="696" idx="2"/>
            <a:endCxn id="69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3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3" name="Google Shape;703;p32"/>
          <p:cNvCxnSpPr>
            <a:stCxn id="702" idx="0"/>
            <a:endCxn id="69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2"/>
          <p:cNvCxnSpPr>
            <a:stCxn id="696" idx="3"/>
            <a:endCxn id="69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32"/>
          <p:cNvCxnSpPr>
            <a:stCxn id="696" idx="3"/>
            <a:endCxn id="70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2"/>
          <p:cNvCxnSpPr>
            <a:stCxn id="694" idx="4"/>
            <a:endCxn id="70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7" name="Google Shape;707;p3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2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2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1" name="Google Shape;711;p32"/>
          <p:cNvCxnSpPr>
            <a:stCxn id="707" idx="3"/>
            <a:endCxn id="70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32"/>
          <p:cNvCxnSpPr>
            <a:stCxn id="710" idx="0"/>
            <a:endCxn id="708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2"/>
          <p:cNvCxnSpPr>
            <a:stCxn id="707" idx="5"/>
            <a:endCxn id="709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32"/>
          <p:cNvCxnSpPr>
            <a:stCxn id="709" idx="2"/>
            <a:endCxn id="70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3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6" name="Google Shape;716;p32"/>
          <p:cNvCxnSpPr>
            <a:stCxn id="709" idx="3"/>
            <a:endCxn id="710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32"/>
          <p:cNvCxnSpPr>
            <a:stCxn id="715" idx="2"/>
            <a:endCxn id="70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2"/>
          <p:cNvCxnSpPr>
            <a:stCxn id="715" idx="0"/>
            <a:endCxn id="70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2"/>
          <p:cNvCxnSpPr>
            <a:stCxn id="710" idx="6"/>
            <a:endCxn id="715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2"/>
          <p:cNvCxnSpPr>
            <a:stCxn id="687" idx="5"/>
            <a:endCxn id="708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2"/>
          <p:cNvCxnSpPr>
            <a:stCxn id="687" idx="7"/>
            <a:endCxn id="697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2"/>
          <p:cNvCxnSpPr>
            <a:stCxn id="702" idx="3"/>
            <a:endCxn id="707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2"/>
          <p:cNvCxnSpPr>
            <a:stCxn id="696" idx="4"/>
            <a:endCxn id="709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32"/>
          <p:cNvSpPr txBox="1"/>
          <p:nvPr/>
        </p:nvSpPr>
        <p:spPr>
          <a:xfrm>
            <a:off x="4767500" y="4226475"/>
            <a:ext cx="174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2-clique!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25" name="Google Shape;725;p32"/>
          <p:cNvCxnSpPr>
            <a:stCxn id="724" idx="0"/>
          </p:cNvCxnSpPr>
          <p:nvPr/>
        </p:nvCxnSpPr>
        <p:spPr>
          <a:xfrm flipH="1" rot="10800000">
            <a:off x="5642150" y="3387075"/>
            <a:ext cx="255000" cy="8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6" name="Google Shape;726;p32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relax the definition to accommodate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32" name="Google Shape;732;p3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6" name="Google Shape;736;p33"/>
          <p:cNvCxnSpPr>
            <a:stCxn id="732" idx="3"/>
            <a:endCxn id="73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33"/>
          <p:cNvCxnSpPr>
            <a:stCxn id="735" idx="1"/>
            <a:endCxn id="73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33"/>
          <p:cNvCxnSpPr>
            <a:stCxn id="732" idx="4"/>
            <a:endCxn id="73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33"/>
          <p:cNvCxnSpPr>
            <a:stCxn id="732" idx="5"/>
            <a:endCxn id="73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33"/>
          <p:cNvCxnSpPr>
            <a:stCxn id="734" idx="2"/>
            <a:endCxn id="73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3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5" name="Google Shape;745;p33"/>
          <p:cNvCxnSpPr>
            <a:stCxn id="741" idx="3"/>
            <a:endCxn id="74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33"/>
          <p:cNvCxnSpPr>
            <a:stCxn id="744" idx="0"/>
            <a:endCxn id="74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33"/>
          <p:cNvCxnSpPr>
            <a:stCxn id="741" idx="5"/>
            <a:endCxn id="74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33"/>
          <p:cNvCxnSpPr>
            <a:stCxn id="743" idx="2"/>
            <a:endCxn id="74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3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0" name="Google Shape;750;p33"/>
          <p:cNvCxnSpPr>
            <a:stCxn id="749" idx="0"/>
            <a:endCxn id="74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33"/>
          <p:cNvCxnSpPr>
            <a:stCxn id="743" idx="3"/>
            <a:endCxn id="74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33"/>
          <p:cNvCxnSpPr>
            <a:stCxn id="743" idx="3"/>
            <a:endCxn id="74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33"/>
          <p:cNvCxnSpPr>
            <a:stCxn id="741" idx="4"/>
            <a:endCxn id="74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3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3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8" name="Google Shape;758;p33"/>
          <p:cNvCxnSpPr>
            <a:stCxn id="754" idx="3"/>
            <a:endCxn id="75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33"/>
          <p:cNvCxnSpPr>
            <a:stCxn id="757" idx="0"/>
            <a:endCxn id="755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33"/>
          <p:cNvCxnSpPr>
            <a:stCxn id="754" idx="5"/>
            <a:endCxn id="75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33"/>
          <p:cNvCxnSpPr>
            <a:stCxn id="756" idx="2"/>
            <a:endCxn id="75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3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3" name="Google Shape;763;p33"/>
          <p:cNvCxnSpPr>
            <a:stCxn id="756" idx="3"/>
            <a:endCxn id="757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33"/>
          <p:cNvCxnSpPr>
            <a:stCxn id="762" idx="2"/>
            <a:endCxn id="75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33"/>
          <p:cNvCxnSpPr>
            <a:stCxn id="762" idx="0"/>
            <a:endCxn id="75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33"/>
          <p:cNvCxnSpPr>
            <a:stCxn id="757" idx="6"/>
            <a:endCxn id="762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33"/>
          <p:cNvCxnSpPr>
            <a:stCxn id="734" idx="5"/>
            <a:endCxn id="75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33"/>
          <p:cNvCxnSpPr>
            <a:stCxn id="734" idx="7"/>
            <a:endCxn id="74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33"/>
          <p:cNvCxnSpPr>
            <a:stCxn id="749" idx="3"/>
            <a:endCxn id="75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33"/>
          <p:cNvCxnSpPr>
            <a:stCxn id="743" idx="4"/>
            <a:endCxn id="75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33"/>
          <p:cNvSpPr txBox="1"/>
          <p:nvPr/>
        </p:nvSpPr>
        <p:spPr>
          <a:xfrm>
            <a:off x="4767500" y="4226475"/>
            <a:ext cx="174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3-clique!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72" name="Google Shape;772;p33"/>
          <p:cNvCxnSpPr>
            <a:stCxn id="771" idx="0"/>
          </p:cNvCxnSpPr>
          <p:nvPr/>
        </p:nvCxnSpPr>
        <p:spPr>
          <a:xfrm flipH="1" rot="10800000">
            <a:off x="5642150" y="3387075"/>
            <a:ext cx="255000" cy="8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3" name="Google Shape;773;p33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relax the definition to accommodate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3-clique, 4-clique, 5-clique...</a:t>
            </a:r>
            <a:r>
              <a:rPr i="1" lang="en"/>
              <a:t>k-</a:t>
            </a:r>
            <a:r>
              <a:rPr lang="en"/>
              <a:t>clique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779" name="Google Shape;779;p34"/>
          <p:cNvSpPr txBox="1"/>
          <p:nvPr>
            <p:ph idx="1" type="body"/>
          </p:nvPr>
        </p:nvSpPr>
        <p:spPr>
          <a:xfrm>
            <a:off x="311700" y="1225225"/>
            <a:ext cx="4796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pair of nodes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4" name="Google Shape;784;p34"/>
          <p:cNvCxnSpPr>
            <a:stCxn id="780" idx="3"/>
            <a:endCxn id="781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34"/>
          <p:cNvCxnSpPr>
            <a:stCxn id="783" idx="1"/>
            <a:endCxn id="781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34"/>
          <p:cNvCxnSpPr>
            <a:stCxn id="780" idx="4"/>
            <a:endCxn id="783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34"/>
          <p:cNvCxnSpPr>
            <a:stCxn id="780" idx="5"/>
            <a:endCxn id="782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34"/>
          <p:cNvCxnSpPr>
            <a:stCxn id="782" idx="2"/>
            <a:endCxn id="781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3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34"/>
          <p:cNvCxnSpPr>
            <a:stCxn id="789" idx="3"/>
            <a:endCxn id="79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34"/>
          <p:cNvCxnSpPr>
            <a:stCxn id="792" idx="0"/>
            <a:endCxn id="79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34"/>
          <p:cNvCxnSpPr>
            <a:stCxn id="789" idx="5"/>
            <a:endCxn id="79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34"/>
          <p:cNvCxnSpPr>
            <a:stCxn id="791" idx="2"/>
            <a:endCxn id="79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3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8" name="Google Shape;798;p34"/>
          <p:cNvCxnSpPr>
            <a:stCxn id="797" idx="0"/>
            <a:endCxn id="79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34"/>
          <p:cNvCxnSpPr>
            <a:stCxn id="791" idx="3"/>
            <a:endCxn id="79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34"/>
          <p:cNvCxnSpPr>
            <a:stCxn id="791" idx="3"/>
            <a:endCxn id="79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34"/>
          <p:cNvCxnSpPr>
            <a:stCxn id="789" idx="4"/>
            <a:endCxn id="79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3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4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6" name="Google Shape;806;p34"/>
          <p:cNvCxnSpPr>
            <a:stCxn id="802" idx="3"/>
            <a:endCxn id="80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34"/>
          <p:cNvCxnSpPr>
            <a:stCxn id="805" idx="0"/>
            <a:endCxn id="803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34"/>
          <p:cNvCxnSpPr>
            <a:stCxn id="802" idx="5"/>
            <a:endCxn id="804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34"/>
          <p:cNvCxnSpPr>
            <a:stCxn id="804" idx="2"/>
            <a:endCxn id="803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3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1" name="Google Shape;811;p34"/>
          <p:cNvCxnSpPr>
            <a:stCxn id="804" idx="3"/>
            <a:endCxn id="805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34"/>
          <p:cNvCxnSpPr>
            <a:stCxn id="810" idx="2"/>
            <a:endCxn id="80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34"/>
          <p:cNvCxnSpPr>
            <a:stCxn id="810" idx="0"/>
            <a:endCxn id="80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34"/>
          <p:cNvCxnSpPr>
            <a:stCxn id="805" idx="6"/>
            <a:endCxn id="810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34"/>
          <p:cNvCxnSpPr>
            <a:stCxn id="782" idx="5"/>
            <a:endCxn id="803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34"/>
          <p:cNvCxnSpPr>
            <a:stCxn id="782" idx="7"/>
            <a:endCxn id="79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34"/>
          <p:cNvCxnSpPr>
            <a:stCxn id="797" idx="3"/>
            <a:endCxn id="802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34"/>
          <p:cNvCxnSpPr>
            <a:stCxn id="791" idx="4"/>
            <a:endCxn id="804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34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connected graph! :)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20" name="Google Shape;820;p34"/>
          <p:cNvCxnSpPr>
            <a:stCxn id="819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826" name="Google Shape;826;p35"/>
          <p:cNvSpPr txBox="1"/>
          <p:nvPr>
            <p:ph idx="1" type="body"/>
          </p:nvPr>
        </p:nvSpPr>
        <p:spPr>
          <a:xfrm>
            <a:off x="311700" y="1225225"/>
            <a:ext cx="463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1" name="Google Shape;831;p35"/>
          <p:cNvCxnSpPr>
            <a:stCxn id="827" idx="3"/>
            <a:endCxn id="82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35"/>
          <p:cNvCxnSpPr>
            <a:stCxn id="830" idx="1"/>
            <a:endCxn id="82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35"/>
          <p:cNvCxnSpPr>
            <a:stCxn id="827" idx="4"/>
            <a:endCxn id="83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35"/>
          <p:cNvCxnSpPr>
            <a:stCxn id="827" idx="5"/>
            <a:endCxn id="82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35"/>
          <p:cNvCxnSpPr>
            <a:stCxn id="829" idx="2"/>
            <a:endCxn id="82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3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0" name="Google Shape;840;p35"/>
          <p:cNvCxnSpPr>
            <a:stCxn id="836" idx="3"/>
            <a:endCxn id="83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35"/>
          <p:cNvCxnSpPr>
            <a:stCxn id="839" idx="0"/>
            <a:endCxn id="83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35"/>
          <p:cNvCxnSpPr>
            <a:stCxn id="836" idx="5"/>
            <a:endCxn id="83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35"/>
          <p:cNvCxnSpPr>
            <a:stCxn id="838" idx="2"/>
            <a:endCxn id="83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3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5" name="Google Shape;845;p35"/>
          <p:cNvCxnSpPr>
            <a:stCxn id="844" idx="0"/>
            <a:endCxn id="83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35"/>
          <p:cNvCxnSpPr>
            <a:stCxn id="838" idx="3"/>
            <a:endCxn id="83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35"/>
          <p:cNvCxnSpPr>
            <a:stCxn id="838" idx="3"/>
            <a:endCxn id="84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35"/>
          <p:cNvCxnSpPr>
            <a:stCxn id="836" idx="4"/>
            <a:endCxn id="84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3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5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3" name="Google Shape;853;p35"/>
          <p:cNvCxnSpPr>
            <a:stCxn id="849" idx="3"/>
            <a:endCxn id="85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35"/>
          <p:cNvCxnSpPr>
            <a:stCxn id="852" idx="0"/>
            <a:endCxn id="85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35"/>
          <p:cNvCxnSpPr>
            <a:stCxn id="849" idx="5"/>
            <a:endCxn id="85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35"/>
          <p:cNvCxnSpPr>
            <a:stCxn id="851" idx="2"/>
            <a:endCxn id="85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7" name="Google Shape;857;p3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8" name="Google Shape;858;p35"/>
          <p:cNvCxnSpPr>
            <a:stCxn id="851" idx="3"/>
            <a:endCxn id="85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35"/>
          <p:cNvCxnSpPr>
            <a:stCxn id="857" idx="2"/>
            <a:endCxn id="85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35"/>
          <p:cNvCxnSpPr>
            <a:stCxn id="857" idx="0"/>
            <a:endCxn id="84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35"/>
          <p:cNvCxnSpPr>
            <a:stCxn id="852" idx="6"/>
            <a:endCxn id="85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35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disconnected :(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63" name="Google Shape;863;p35"/>
          <p:cNvCxnSpPr>
            <a:stCxn id="862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869" name="Google Shape;869;p36"/>
          <p:cNvSpPr txBox="1"/>
          <p:nvPr>
            <p:ph idx="1" type="body"/>
          </p:nvPr>
        </p:nvSpPr>
        <p:spPr>
          <a:xfrm>
            <a:off x="311700" y="1225225"/>
            <a:ext cx="481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has more than one component it is by definition disconnected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6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two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71" name="Google Shape;871;p36"/>
          <p:cNvCxnSpPr>
            <a:stCxn id="870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36"/>
          <p:cNvCxnSpPr>
            <a:stCxn id="870" idx="0"/>
          </p:cNvCxnSpPr>
          <p:nvPr/>
        </p:nvCxnSpPr>
        <p:spPr>
          <a:xfrm flipH="1" rot="10800000">
            <a:off x="5673625" y="2611100"/>
            <a:ext cx="1951800" cy="1567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73" name="Google Shape;873;p3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874" name="Google Shape;874;p3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8" name="Google Shape;878;p36"/>
            <p:cNvCxnSpPr>
              <a:stCxn id="874" idx="3"/>
              <a:endCxn id="87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" name="Google Shape;879;p36"/>
            <p:cNvCxnSpPr>
              <a:stCxn id="877" idx="1"/>
              <a:endCxn id="87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36"/>
            <p:cNvCxnSpPr>
              <a:stCxn id="874" idx="4"/>
              <a:endCxn id="87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36"/>
            <p:cNvCxnSpPr>
              <a:stCxn id="874" idx="5"/>
              <a:endCxn id="87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36"/>
            <p:cNvCxnSpPr>
              <a:stCxn id="876" idx="2"/>
              <a:endCxn id="87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3" name="Google Shape;883;p3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7" name="Google Shape;887;p36"/>
            <p:cNvCxnSpPr>
              <a:stCxn id="883" idx="3"/>
              <a:endCxn id="88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36"/>
            <p:cNvCxnSpPr>
              <a:stCxn id="886" idx="0"/>
              <a:endCxn id="88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36"/>
            <p:cNvCxnSpPr>
              <a:stCxn id="883" idx="5"/>
              <a:endCxn id="88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36"/>
            <p:cNvCxnSpPr>
              <a:stCxn id="885" idx="2"/>
              <a:endCxn id="88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1" name="Google Shape;891;p3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92" name="Google Shape;892;p36"/>
            <p:cNvCxnSpPr>
              <a:stCxn id="891" idx="0"/>
              <a:endCxn id="88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36"/>
            <p:cNvCxnSpPr>
              <a:stCxn id="885" idx="3"/>
              <a:endCxn id="88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36"/>
            <p:cNvCxnSpPr>
              <a:stCxn id="885" idx="3"/>
              <a:endCxn id="89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p36"/>
            <p:cNvCxnSpPr>
              <a:stCxn id="883" idx="4"/>
              <a:endCxn id="89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6" name="Google Shape;896;p3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0" name="Google Shape;900;p36"/>
            <p:cNvCxnSpPr>
              <a:stCxn id="896" idx="3"/>
              <a:endCxn id="89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36"/>
            <p:cNvCxnSpPr>
              <a:stCxn id="899" idx="0"/>
              <a:endCxn id="89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2" name="Google Shape;902;p36"/>
            <p:cNvCxnSpPr>
              <a:stCxn id="896" idx="5"/>
              <a:endCxn id="89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36"/>
            <p:cNvCxnSpPr>
              <a:stCxn id="898" idx="2"/>
              <a:endCxn id="89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4" name="Google Shape;904;p3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5" name="Google Shape;905;p36"/>
            <p:cNvCxnSpPr>
              <a:stCxn id="898" idx="3"/>
              <a:endCxn id="89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36"/>
            <p:cNvCxnSpPr>
              <a:stCxn id="904" idx="2"/>
              <a:endCxn id="89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36"/>
            <p:cNvCxnSpPr>
              <a:stCxn id="904" idx="0"/>
              <a:endCxn id="89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36"/>
            <p:cNvCxnSpPr>
              <a:stCxn id="899" idx="6"/>
              <a:endCxn id="90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36"/>
            <p:cNvCxnSpPr>
              <a:stCxn id="891" idx="3"/>
              <a:endCxn id="89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36"/>
            <p:cNvCxnSpPr>
              <a:stCxn id="885" idx="4"/>
              <a:endCxn id="89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916" name="Google Shape;916;p37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three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17" name="Google Shape;917;p37"/>
          <p:cNvCxnSpPr>
            <a:stCxn id="916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8" name="Google Shape;918;p37"/>
          <p:cNvCxnSpPr>
            <a:stCxn id="916" idx="0"/>
          </p:cNvCxnSpPr>
          <p:nvPr/>
        </p:nvCxnSpPr>
        <p:spPr>
          <a:xfrm flipH="1" rot="10800000">
            <a:off x="5673625" y="1987400"/>
            <a:ext cx="2003100" cy="219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19" name="Google Shape;919;p3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920" name="Google Shape;920;p3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4" name="Google Shape;924;p37"/>
            <p:cNvCxnSpPr>
              <a:stCxn id="920" idx="3"/>
              <a:endCxn id="92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5" name="Google Shape;925;p37"/>
            <p:cNvCxnSpPr>
              <a:stCxn id="923" idx="1"/>
              <a:endCxn id="92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6" name="Google Shape;926;p37"/>
            <p:cNvCxnSpPr>
              <a:stCxn id="920" idx="4"/>
              <a:endCxn id="92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37"/>
            <p:cNvCxnSpPr>
              <a:stCxn id="920" idx="5"/>
              <a:endCxn id="92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37"/>
            <p:cNvCxnSpPr>
              <a:stCxn id="922" idx="2"/>
              <a:endCxn id="92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29" name="Google Shape;929;p3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33" name="Google Shape;933;p37"/>
            <p:cNvCxnSpPr>
              <a:stCxn id="929" idx="3"/>
              <a:endCxn id="93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4" name="Google Shape;934;p37"/>
            <p:cNvCxnSpPr>
              <a:stCxn id="932" idx="0"/>
              <a:endCxn id="93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37"/>
            <p:cNvCxnSpPr>
              <a:stCxn id="929" idx="5"/>
              <a:endCxn id="93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37"/>
            <p:cNvCxnSpPr>
              <a:stCxn id="931" idx="2"/>
              <a:endCxn id="93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7" name="Google Shape;937;p3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38" name="Google Shape;938;p37"/>
            <p:cNvCxnSpPr>
              <a:stCxn id="937" idx="0"/>
              <a:endCxn id="93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9" name="Google Shape;939;p37"/>
            <p:cNvCxnSpPr>
              <a:stCxn id="931" idx="3"/>
              <a:endCxn id="93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0" name="Google Shape;940;p37"/>
            <p:cNvCxnSpPr>
              <a:stCxn id="931" idx="3"/>
              <a:endCxn id="93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1" name="Google Shape;941;p37"/>
            <p:cNvCxnSpPr>
              <a:stCxn id="929" idx="4"/>
              <a:endCxn id="93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2" name="Google Shape;942;p3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46" name="Google Shape;946;p37"/>
            <p:cNvCxnSpPr>
              <a:stCxn id="942" idx="3"/>
              <a:endCxn id="94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7" name="Google Shape;947;p37"/>
            <p:cNvCxnSpPr>
              <a:stCxn id="945" idx="0"/>
              <a:endCxn id="943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" name="Google Shape;948;p37"/>
            <p:cNvCxnSpPr>
              <a:stCxn id="942" idx="5"/>
              <a:endCxn id="94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9" name="Google Shape;949;p37"/>
            <p:cNvCxnSpPr>
              <a:stCxn id="944" idx="2"/>
              <a:endCxn id="94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0" name="Google Shape;950;p3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51" name="Google Shape;951;p37"/>
            <p:cNvCxnSpPr>
              <a:stCxn id="944" idx="3"/>
              <a:endCxn id="945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2" name="Google Shape;952;p37"/>
            <p:cNvCxnSpPr>
              <a:stCxn id="950" idx="2"/>
              <a:endCxn id="94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3" name="Google Shape;953;p37"/>
            <p:cNvCxnSpPr>
              <a:stCxn id="950" idx="0"/>
              <a:endCxn id="94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4" name="Google Shape;954;p37"/>
            <p:cNvCxnSpPr>
              <a:stCxn id="945" idx="6"/>
              <a:endCxn id="950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55" name="Google Shape;955;p37"/>
          <p:cNvCxnSpPr>
            <a:stCxn id="916" idx="0"/>
          </p:cNvCxnSpPr>
          <p:nvPr/>
        </p:nvCxnSpPr>
        <p:spPr>
          <a:xfrm flipH="1" rot="10800000">
            <a:off x="5673625" y="3890600"/>
            <a:ext cx="1450200" cy="28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6" name="Google Shape;956;p37"/>
          <p:cNvSpPr txBox="1"/>
          <p:nvPr/>
        </p:nvSpPr>
        <p:spPr>
          <a:xfrm>
            <a:off x="311700" y="1225225"/>
            <a:ext cx="48153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graph is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connected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if there exists a (finite) path between each pair of nodes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Otherwise the graph is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disconnected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maximal connected subgraph is called a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component</a:t>
            </a:r>
            <a:endParaRPr b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a graph has more than one component it is by definition disconnected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962" name="Google Shape;962;p38"/>
          <p:cNvSpPr txBox="1"/>
          <p:nvPr/>
        </p:nvSpPr>
        <p:spPr>
          <a:xfrm>
            <a:off x="5599850" y="3934375"/>
            <a:ext cx="141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giant component!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63" name="Google Shape;963;p38"/>
          <p:cNvCxnSpPr>
            <a:stCxn id="962" idx="0"/>
          </p:cNvCxnSpPr>
          <p:nvPr/>
        </p:nvCxnSpPr>
        <p:spPr>
          <a:xfrm flipH="1" rot="10800000">
            <a:off x="6308750" y="2623975"/>
            <a:ext cx="1348800" cy="131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4" name="Google Shape;964;p3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8" name="Google Shape;968;p38"/>
          <p:cNvCxnSpPr>
            <a:stCxn id="964" idx="3"/>
            <a:endCxn id="96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38"/>
          <p:cNvCxnSpPr>
            <a:stCxn id="967" idx="1"/>
            <a:endCxn id="96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38"/>
          <p:cNvCxnSpPr>
            <a:stCxn id="964" idx="4"/>
            <a:endCxn id="96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38"/>
          <p:cNvCxnSpPr>
            <a:stCxn id="964" idx="5"/>
            <a:endCxn id="96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38"/>
          <p:cNvCxnSpPr>
            <a:stCxn id="966" idx="2"/>
            <a:endCxn id="96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3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38"/>
          <p:cNvCxnSpPr>
            <a:stCxn id="973" idx="3"/>
            <a:endCxn id="97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38"/>
          <p:cNvCxnSpPr>
            <a:stCxn id="976" idx="0"/>
            <a:endCxn id="97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38"/>
          <p:cNvCxnSpPr>
            <a:stCxn id="973" idx="5"/>
            <a:endCxn id="97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38"/>
          <p:cNvCxnSpPr>
            <a:stCxn id="975" idx="2"/>
            <a:endCxn id="97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3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2" name="Google Shape;982;p38"/>
          <p:cNvCxnSpPr>
            <a:stCxn id="981" idx="0"/>
            <a:endCxn id="97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38"/>
          <p:cNvCxnSpPr>
            <a:stCxn id="975" idx="3"/>
            <a:endCxn id="97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38"/>
          <p:cNvCxnSpPr>
            <a:stCxn id="975" idx="3"/>
            <a:endCxn id="98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38"/>
          <p:cNvCxnSpPr>
            <a:stCxn id="973" idx="4"/>
            <a:endCxn id="98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6" name="Google Shape;986;p3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8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0" name="Google Shape;990;p38"/>
          <p:cNvCxnSpPr>
            <a:stCxn id="986" idx="3"/>
            <a:endCxn id="98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38"/>
          <p:cNvCxnSpPr>
            <a:stCxn id="989" idx="0"/>
            <a:endCxn id="98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38"/>
          <p:cNvCxnSpPr>
            <a:stCxn id="986" idx="5"/>
            <a:endCxn id="98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38"/>
          <p:cNvCxnSpPr>
            <a:stCxn id="988" idx="2"/>
            <a:endCxn id="98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3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5" name="Google Shape;995;p38"/>
          <p:cNvCxnSpPr>
            <a:stCxn id="988" idx="3"/>
            <a:endCxn id="98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38"/>
          <p:cNvCxnSpPr>
            <a:stCxn id="994" idx="2"/>
            <a:endCxn id="98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38"/>
          <p:cNvCxnSpPr>
            <a:stCxn id="994" idx="0"/>
            <a:endCxn id="98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38"/>
          <p:cNvCxnSpPr>
            <a:stCxn id="989" idx="6"/>
            <a:endCxn id="99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38"/>
          <p:cNvCxnSpPr>
            <a:stCxn id="981" idx="3"/>
            <a:endCxn id="98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38"/>
          <p:cNvCxnSpPr>
            <a:stCxn id="975" idx="4"/>
            <a:endCxn id="98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38"/>
          <p:cNvSpPr txBox="1"/>
          <p:nvPr>
            <p:ph idx="1" type="body"/>
          </p:nvPr>
        </p:nvSpPr>
        <p:spPr>
          <a:xfrm>
            <a:off x="311700" y="1225225"/>
            <a:ext cx="4878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 </a:t>
            </a:r>
            <a:r>
              <a:rPr lang="en"/>
              <a:t>if there exists a (finite) path between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disconnected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has </a:t>
            </a:r>
            <a:r>
              <a:rPr b="1" lang="en"/>
              <a:t>more than one</a:t>
            </a:r>
            <a:r>
              <a:rPr lang="en"/>
              <a:t> component it is by definition </a:t>
            </a:r>
            <a:r>
              <a:rPr b="1" lang="en"/>
              <a:t>disconnected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connected subgraph containing the largest number of vertices in a graph is called the </a:t>
            </a:r>
            <a:r>
              <a:rPr b="1" lang="en"/>
              <a:t>giant component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1007" name="Google Shape;1007;p3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that contains the </a:t>
            </a:r>
            <a:r>
              <a:rPr b="1" lang="en"/>
              <a:t>largest</a:t>
            </a:r>
            <a:r>
              <a:rPr lang="en"/>
              <a:t> proportion of vertices is called the </a:t>
            </a:r>
            <a:r>
              <a:rPr b="1" lang="en"/>
              <a:t>giant</a:t>
            </a:r>
            <a:r>
              <a:rPr lang="en"/>
              <a:t>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component is </a:t>
            </a:r>
            <a:r>
              <a:rPr b="1" lang="en"/>
              <a:t>k-connected</a:t>
            </a:r>
            <a:r>
              <a:rPr lang="en"/>
              <a:t> if every node in the component can reach any other one via a path of length </a:t>
            </a:r>
            <a:r>
              <a:rPr i="1" lang="en"/>
              <a:t>k </a:t>
            </a:r>
            <a:r>
              <a:rPr lang="en"/>
              <a:t>or less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9"/>
          <p:cNvSpPr txBox="1"/>
          <p:nvPr/>
        </p:nvSpPr>
        <p:spPr>
          <a:xfrm>
            <a:off x="4923450" y="4139675"/>
            <a:ext cx="1861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component is 2-connected!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09" name="Google Shape;1009;p39"/>
          <p:cNvCxnSpPr>
            <a:stCxn id="1008" idx="0"/>
          </p:cNvCxnSpPr>
          <p:nvPr/>
        </p:nvCxnSpPr>
        <p:spPr>
          <a:xfrm flipH="1" rot="10800000">
            <a:off x="5854050" y="3443975"/>
            <a:ext cx="24000" cy="69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10" name="Google Shape;1010;p39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11" name="Google Shape;1011;p3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5" name="Google Shape;1015;p39"/>
            <p:cNvCxnSpPr>
              <a:stCxn id="1011" idx="3"/>
              <a:endCxn id="101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39"/>
            <p:cNvCxnSpPr>
              <a:stCxn id="1014" idx="1"/>
              <a:endCxn id="101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39"/>
            <p:cNvCxnSpPr>
              <a:stCxn id="1011" idx="4"/>
              <a:endCxn id="101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39"/>
            <p:cNvCxnSpPr>
              <a:stCxn id="1011" idx="5"/>
              <a:endCxn id="101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39"/>
            <p:cNvCxnSpPr>
              <a:stCxn id="1013" idx="2"/>
              <a:endCxn id="101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0" name="Google Shape;1020;p3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4" name="Google Shape;1024;p39"/>
            <p:cNvCxnSpPr>
              <a:stCxn id="1020" idx="3"/>
              <a:endCxn id="102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5" name="Google Shape;1025;p39"/>
            <p:cNvCxnSpPr>
              <a:stCxn id="1023" idx="0"/>
              <a:endCxn id="102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6" name="Google Shape;1026;p39"/>
            <p:cNvCxnSpPr>
              <a:stCxn id="1020" idx="5"/>
              <a:endCxn id="102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7" name="Google Shape;1027;p39"/>
            <p:cNvCxnSpPr>
              <a:stCxn id="1022" idx="2"/>
              <a:endCxn id="102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8" name="Google Shape;1028;p3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9" name="Google Shape;1029;p39"/>
            <p:cNvCxnSpPr>
              <a:stCxn id="1028" idx="0"/>
              <a:endCxn id="102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0" name="Google Shape;1030;p39"/>
            <p:cNvCxnSpPr>
              <a:stCxn id="1022" idx="3"/>
              <a:endCxn id="102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39"/>
            <p:cNvCxnSpPr>
              <a:stCxn id="1022" idx="3"/>
              <a:endCxn id="102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39"/>
            <p:cNvCxnSpPr>
              <a:stCxn id="1020" idx="4"/>
              <a:endCxn id="102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3" name="Google Shape;1033;p3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7" name="Google Shape;1037;p39"/>
            <p:cNvCxnSpPr>
              <a:stCxn id="1033" idx="3"/>
              <a:endCxn id="103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8" name="Google Shape;1038;p39"/>
            <p:cNvCxnSpPr>
              <a:stCxn id="1036" idx="0"/>
              <a:endCxn id="103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9" name="Google Shape;1039;p39"/>
            <p:cNvCxnSpPr>
              <a:stCxn id="1033" idx="5"/>
              <a:endCxn id="103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0" name="Google Shape;1040;p39"/>
            <p:cNvCxnSpPr>
              <a:stCxn id="1035" idx="2"/>
              <a:endCxn id="103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1" name="Google Shape;1041;p3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2" name="Google Shape;1042;p39"/>
            <p:cNvCxnSpPr>
              <a:stCxn id="1035" idx="3"/>
              <a:endCxn id="103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3" name="Google Shape;1043;p39"/>
            <p:cNvCxnSpPr>
              <a:stCxn id="1041" idx="2"/>
              <a:endCxn id="103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4" name="Google Shape;1044;p39"/>
            <p:cNvCxnSpPr>
              <a:stCxn id="1041" idx="0"/>
              <a:endCxn id="103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39"/>
            <p:cNvCxnSpPr>
              <a:stCxn id="1036" idx="6"/>
              <a:endCxn id="104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39"/>
            <p:cNvCxnSpPr>
              <a:stCxn id="1028" idx="3"/>
              <a:endCxn id="103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39"/>
            <p:cNvCxnSpPr>
              <a:stCxn id="1022" idx="4"/>
              <a:endCxn id="103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1053" name="Google Shape;1053;p4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that contains the </a:t>
            </a:r>
            <a:r>
              <a:rPr b="1" lang="en"/>
              <a:t>largest</a:t>
            </a:r>
            <a:r>
              <a:rPr lang="en"/>
              <a:t> proportion of vertices is called the </a:t>
            </a:r>
            <a:r>
              <a:rPr b="1" lang="en"/>
              <a:t>giant</a:t>
            </a:r>
            <a:r>
              <a:rPr lang="en"/>
              <a:t>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bicomponent </a:t>
            </a:r>
            <a:r>
              <a:rPr lang="en"/>
              <a:t>is a component in which every pair of nodes is connected by at least </a:t>
            </a:r>
            <a:r>
              <a:rPr i="1" lang="en"/>
              <a:t>two </a:t>
            </a:r>
            <a:r>
              <a:rPr lang="en"/>
              <a:t>paths that do not share any intervening nodes (except the start and end nodes)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0"/>
          <p:cNvSpPr txBox="1"/>
          <p:nvPr/>
        </p:nvSpPr>
        <p:spPr>
          <a:xfrm>
            <a:off x="4923450" y="4139675"/>
            <a:ext cx="1861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component is 2-connected!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55" name="Google Shape;1055;p40"/>
          <p:cNvCxnSpPr>
            <a:stCxn id="1054" idx="0"/>
          </p:cNvCxnSpPr>
          <p:nvPr/>
        </p:nvCxnSpPr>
        <p:spPr>
          <a:xfrm flipH="1" rot="10800000">
            <a:off x="5854050" y="3443975"/>
            <a:ext cx="24000" cy="695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56" name="Google Shape;1056;p40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57" name="Google Shape;1057;p40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61" name="Google Shape;1061;p40"/>
            <p:cNvCxnSpPr>
              <a:stCxn id="1057" idx="3"/>
              <a:endCxn id="105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40"/>
            <p:cNvCxnSpPr>
              <a:stCxn id="1060" idx="1"/>
              <a:endCxn id="105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40"/>
            <p:cNvCxnSpPr>
              <a:stCxn id="1057" idx="4"/>
              <a:endCxn id="106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40"/>
            <p:cNvCxnSpPr>
              <a:stCxn id="1057" idx="5"/>
              <a:endCxn id="105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40"/>
            <p:cNvCxnSpPr>
              <a:stCxn id="1059" idx="2"/>
              <a:endCxn id="105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6" name="Google Shape;1066;p40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0" name="Google Shape;1070;p40"/>
            <p:cNvCxnSpPr>
              <a:stCxn id="1066" idx="3"/>
              <a:endCxn id="106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1" name="Google Shape;1071;p40"/>
            <p:cNvCxnSpPr>
              <a:stCxn id="1069" idx="0"/>
              <a:endCxn id="106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40"/>
            <p:cNvCxnSpPr>
              <a:stCxn id="1066" idx="5"/>
              <a:endCxn id="106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40"/>
            <p:cNvCxnSpPr>
              <a:stCxn id="1068" idx="2"/>
              <a:endCxn id="106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4" name="Google Shape;1074;p40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5" name="Google Shape;1075;p40"/>
            <p:cNvCxnSpPr>
              <a:stCxn id="1074" idx="0"/>
              <a:endCxn id="106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6" name="Google Shape;1076;p40"/>
            <p:cNvCxnSpPr>
              <a:stCxn id="1068" idx="3"/>
              <a:endCxn id="106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7" name="Google Shape;1077;p40"/>
            <p:cNvCxnSpPr>
              <a:stCxn id="1068" idx="3"/>
              <a:endCxn id="107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40"/>
            <p:cNvCxnSpPr>
              <a:stCxn id="1066" idx="4"/>
              <a:endCxn id="107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9" name="Google Shape;1079;p40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0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0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3" name="Google Shape;1083;p40"/>
            <p:cNvCxnSpPr>
              <a:stCxn id="1079" idx="3"/>
              <a:endCxn id="108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4" name="Google Shape;1084;p40"/>
            <p:cNvCxnSpPr>
              <a:stCxn id="1082" idx="0"/>
              <a:endCxn id="108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5" name="Google Shape;1085;p40"/>
            <p:cNvCxnSpPr>
              <a:stCxn id="1079" idx="5"/>
              <a:endCxn id="108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6" name="Google Shape;1086;p40"/>
            <p:cNvCxnSpPr>
              <a:stCxn id="1081" idx="2"/>
              <a:endCxn id="108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7" name="Google Shape;1087;p40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8" name="Google Shape;1088;p40"/>
            <p:cNvCxnSpPr>
              <a:stCxn id="1081" idx="3"/>
              <a:endCxn id="108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9" name="Google Shape;1089;p40"/>
            <p:cNvCxnSpPr>
              <a:stCxn id="1087" idx="2"/>
              <a:endCxn id="108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0" name="Google Shape;1090;p40"/>
            <p:cNvCxnSpPr>
              <a:stCxn id="1087" idx="0"/>
              <a:endCxn id="107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1" name="Google Shape;1091;p40"/>
            <p:cNvCxnSpPr>
              <a:stCxn id="1082" idx="6"/>
              <a:endCxn id="108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2" name="Google Shape;1092;p40"/>
            <p:cNvCxnSpPr>
              <a:stCxn id="1074" idx="3"/>
              <a:endCxn id="107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3" name="Google Shape;1093;p40"/>
            <p:cNvCxnSpPr>
              <a:stCxn id="1068" idx="4"/>
              <a:endCxn id="108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99" name="Google Shape;1099;p4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4" name="Google Shape;1104;p41"/>
          <p:cNvCxnSpPr>
            <a:stCxn id="1100" idx="3"/>
            <a:endCxn id="1101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41"/>
          <p:cNvCxnSpPr>
            <a:stCxn id="1103" idx="1"/>
            <a:endCxn id="1101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41"/>
          <p:cNvCxnSpPr>
            <a:stCxn id="1100" idx="4"/>
            <a:endCxn id="1103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41"/>
          <p:cNvCxnSpPr>
            <a:stCxn id="1100" idx="5"/>
            <a:endCxn id="1102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41"/>
          <p:cNvCxnSpPr>
            <a:stCxn id="1102" idx="2"/>
            <a:endCxn id="1101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4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3" name="Google Shape;1113;p41"/>
          <p:cNvCxnSpPr>
            <a:stCxn id="1109" idx="3"/>
            <a:endCxn id="111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41"/>
          <p:cNvCxnSpPr>
            <a:stCxn id="1112" idx="0"/>
            <a:endCxn id="111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41"/>
          <p:cNvCxnSpPr>
            <a:stCxn id="1109" idx="5"/>
            <a:endCxn id="111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41"/>
          <p:cNvCxnSpPr>
            <a:stCxn id="1111" idx="2"/>
            <a:endCxn id="111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4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8" name="Google Shape;1118;p41"/>
          <p:cNvCxnSpPr>
            <a:stCxn id="1117" idx="0"/>
            <a:endCxn id="111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41"/>
          <p:cNvCxnSpPr>
            <a:stCxn id="1111" idx="3"/>
            <a:endCxn id="111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41"/>
          <p:cNvCxnSpPr>
            <a:stCxn id="1111" idx="3"/>
            <a:endCxn id="111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41"/>
          <p:cNvCxnSpPr>
            <a:stCxn id="1109" idx="4"/>
            <a:endCxn id="111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4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4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6" name="Google Shape;1126;p41"/>
          <p:cNvCxnSpPr>
            <a:stCxn id="1122" idx="3"/>
            <a:endCxn id="112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41"/>
          <p:cNvCxnSpPr>
            <a:stCxn id="1125" idx="0"/>
            <a:endCxn id="1123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41"/>
          <p:cNvCxnSpPr>
            <a:stCxn id="1122" idx="5"/>
            <a:endCxn id="1124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41"/>
          <p:cNvCxnSpPr>
            <a:stCxn id="1124" idx="2"/>
            <a:endCxn id="1123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0" name="Google Shape;1130;p4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1" name="Google Shape;1131;p41"/>
          <p:cNvCxnSpPr>
            <a:stCxn id="1124" idx="3"/>
            <a:endCxn id="1125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41"/>
          <p:cNvCxnSpPr>
            <a:stCxn id="1130" idx="2"/>
            <a:endCxn id="112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41"/>
          <p:cNvCxnSpPr>
            <a:stCxn id="1130" idx="0"/>
            <a:endCxn id="112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41"/>
          <p:cNvCxnSpPr>
            <a:stCxn id="1125" idx="6"/>
            <a:endCxn id="1130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>
            <a:stCxn id="1102" idx="5"/>
            <a:endCxn id="1123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41"/>
          <p:cNvCxnSpPr>
            <a:stCxn id="1102" idx="7"/>
            <a:endCxn id="111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41"/>
          <p:cNvCxnSpPr>
            <a:stCxn id="1117" idx="3"/>
            <a:endCxn id="1122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41"/>
          <p:cNvCxnSpPr>
            <a:stCxn id="1111" idx="4"/>
            <a:endCxn id="1124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44" name="Google Shape;1144;p4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4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9" name="Google Shape;1149;p42"/>
          <p:cNvCxnSpPr>
            <a:stCxn id="1145" idx="3"/>
            <a:endCxn id="114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42"/>
          <p:cNvCxnSpPr>
            <a:stCxn id="1148" idx="1"/>
            <a:endCxn id="114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42"/>
          <p:cNvCxnSpPr>
            <a:stCxn id="1145" idx="4"/>
            <a:endCxn id="114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42"/>
          <p:cNvCxnSpPr>
            <a:stCxn id="1145" idx="5"/>
            <a:endCxn id="1147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42"/>
          <p:cNvCxnSpPr>
            <a:stCxn id="1147" idx="2"/>
            <a:endCxn id="1146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4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4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4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8" name="Google Shape;1158;p42"/>
          <p:cNvCxnSpPr>
            <a:stCxn id="1154" idx="3"/>
            <a:endCxn id="115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42"/>
          <p:cNvCxnSpPr>
            <a:stCxn id="1157" idx="0"/>
            <a:endCxn id="115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42"/>
          <p:cNvCxnSpPr>
            <a:stCxn id="1154" idx="5"/>
            <a:endCxn id="115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42"/>
          <p:cNvCxnSpPr>
            <a:stCxn id="1156" idx="2"/>
            <a:endCxn id="115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4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3" name="Google Shape;1163;p42"/>
          <p:cNvCxnSpPr>
            <a:stCxn id="1162" idx="0"/>
            <a:endCxn id="115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42"/>
          <p:cNvCxnSpPr>
            <a:stCxn id="1156" idx="3"/>
            <a:endCxn id="115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42"/>
          <p:cNvCxnSpPr>
            <a:stCxn id="1156" idx="3"/>
            <a:endCxn id="116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42"/>
          <p:cNvCxnSpPr>
            <a:stCxn id="1154" idx="4"/>
            <a:endCxn id="116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4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4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42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2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1" name="Google Shape;1171;p42"/>
          <p:cNvCxnSpPr>
            <a:stCxn id="1167" idx="3"/>
            <a:endCxn id="116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42"/>
          <p:cNvCxnSpPr>
            <a:stCxn id="1170" idx="0"/>
            <a:endCxn id="1168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42"/>
          <p:cNvCxnSpPr>
            <a:stCxn id="1167" idx="5"/>
            <a:endCxn id="1169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42"/>
          <p:cNvCxnSpPr>
            <a:stCxn id="1169" idx="2"/>
            <a:endCxn id="116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4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6" name="Google Shape;1176;p42"/>
          <p:cNvCxnSpPr>
            <a:stCxn id="1169" idx="3"/>
            <a:endCxn id="1170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42"/>
          <p:cNvCxnSpPr>
            <a:stCxn id="1175" idx="2"/>
            <a:endCxn id="116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42"/>
          <p:cNvCxnSpPr>
            <a:stCxn id="1175" idx="0"/>
            <a:endCxn id="116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42"/>
          <p:cNvCxnSpPr>
            <a:stCxn id="1170" idx="6"/>
            <a:endCxn id="1175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42"/>
          <p:cNvCxnSpPr>
            <a:stCxn id="1162" idx="3"/>
            <a:endCxn id="1167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42"/>
          <p:cNvCxnSpPr>
            <a:stCxn id="1156" idx="4"/>
            <a:endCxn id="1169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88" name="Google Shape;1188;p4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189" name="Google Shape;1189;p4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90" name="Google Shape;1190;p4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4" name="Google Shape;1194;p43"/>
            <p:cNvCxnSpPr>
              <a:stCxn id="1190" idx="3"/>
              <a:endCxn id="119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43"/>
            <p:cNvCxnSpPr>
              <a:stCxn id="1193" idx="1"/>
              <a:endCxn id="119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6" name="Google Shape;1196;p43"/>
            <p:cNvCxnSpPr>
              <a:stCxn id="1190" idx="4"/>
              <a:endCxn id="119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" name="Google Shape;1197;p43"/>
            <p:cNvCxnSpPr>
              <a:stCxn id="1190" idx="5"/>
              <a:endCxn id="119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" name="Google Shape;1198;p43"/>
            <p:cNvCxnSpPr>
              <a:stCxn id="1192" idx="2"/>
              <a:endCxn id="119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9" name="Google Shape;1199;p4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3" name="Google Shape;1203;p43"/>
            <p:cNvCxnSpPr>
              <a:stCxn id="1199" idx="3"/>
              <a:endCxn id="120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43"/>
            <p:cNvCxnSpPr>
              <a:stCxn id="1202" idx="0"/>
              <a:endCxn id="120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43"/>
            <p:cNvCxnSpPr>
              <a:stCxn id="1199" idx="5"/>
              <a:endCxn id="120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43"/>
            <p:cNvCxnSpPr>
              <a:stCxn id="1201" idx="2"/>
              <a:endCxn id="120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7" name="Google Shape;1207;p4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8" name="Google Shape;1208;p43"/>
            <p:cNvCxnSpPr>
              <a:stCxn id="1207" idx="0"/>
              <a:endCxn id="120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43"/>
            <p:cNvCxnSpPr>
              <a:stCxn id="1201" idx="3"/>
              <a:endCxn id="120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43"/>
            <p:cNvCxnSpPr>
              <a:stCxn id="1201" idx="3"/>
              <a:endCxn id="120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43"/>
            <p:cNvCxnSpPr>
              <a:stCxn id="1199" idx="4"/>
              <a:endCxn id="120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2" name="Google Shape;1212;p4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6" name="Google Shape;1216;p43"/>
            <p:cNvCxnSpPr>
              <a:stCxn id="1212" idx="3"/>
              <a:endCxn id="121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7" name="Google Shape;1217;p43"/>
            <p:cNvCxnSpPr>
              <a:stCxn id="1215" idx="0"/>
              <a:endCxn id="1213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8" name="Google Shape;1218;p43"/>
            <p:cNvCxnSpPr>
              <a:stCxn id="1212" idx="5"/>
              <a:endCxn id="121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9" name="Google Shape;1219;p43"/>
            <p:cNvCxnSpPr>
              <a:stCxn id="1214" idx="2"/>
              <a:endCxn id="121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0" name="Google Shape;1220;p4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21" name="Google Shape;1221;p43"/>
            <p:cNvCxnSpPr>
              <a:stCxn id="1214" idx="3"/>
              <a:endCxn id="1215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2" name="Google Shape;1222;p43"/>
            <p:cNvCxnSpPr>
              <a:stCxn id="1220" idx="2"/>
              <a:endCxn id="121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3" name="Google Shape;1223;p43"/>
            <p:cNvCxnSpPr>
              <a:stCxn id="1220" idx="0"/>
              <a:endCxn id="121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4" name="Google Shape;1224;p43"/>
            <p:cNvCxnSpPr>
              <a:stCxn id="1215" idx="6"/>
              <a:endCxn id="1220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5" name="Google Shape;1225;p43"/>
            <p:cNvCxnSpPr>
              <a:stCxn id="1192" idx="5"/>
              <a:endCxn id="1213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6" name="Google Shape;1226;p43"/>
            <p:cNvCxnSpPr>
              <a:stCxn id="1192" idx="7"/>
              <a:endCxn id="1202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43"/>
            <p:cNvCxnSpPr>
              <a:stCxn id="1207" idx="3"/>
              <a:endCxn id="1212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43"/>
            <p:cNvCxnSpPr>
              <a:stCxn id="1201" idx="4"/>
              <a:endCxn id="1214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34" name="Google Shape;1234;p4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44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4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7" name="Google Shape;1237;p4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238" name="Google Shape;1238;p4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2" name="Google Shape;1242;p44"/>
            <p:cNvCxnSpPr>
              <a:stCxn id="1238" idx="3"/>
              <a:endCxn id="1239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44"/>
            <p:cNvCxnSpPr>
              <a:stCxn id="1241" idx="1"/>
              <a:endCxn id="1239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44"/>
            <p:cNvCxnSpPr>
              <a:stCxn id="1238" idx="4"/>
              <a:endCxn id="1241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44"/>
            <p:cNvCxnSpPr>
              <a:stCxn id="1238" idx="5"/>
              <a:endCxn id="1240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44"/>
            <p:cNvCxnSpPr>
              <a:stCxn id="1240" idx="2"/>
              <a:endCxn id="1239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7" name="Google Shape;1247;p4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1" name="Google Shape;1251;p44"/>
            <p:cNvCxnSpPr>
              <a:stCxn id="1247" idx="3"/>
              <a:endCxn id="1248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2" name="Google Shape;1252;p44"/>
            <p:cNvCxnSpPr>
              <a:stCxn id="1250" idx="0"/>
              <a:endCxn id="1248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44"/>
            <p:cNvCxnSpPr>
              <a:stCxn id="1247" idx="5"/>
              <a:endCxn id="1249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44"/>
            <p:cNvCxnSpPr>
              <a:stCxn id="1249" idx="2"/>
              <a:endCxn id="1248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5" name="Google Shape;1255;p4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6" name="Google Shape;1256;p44"/>
            <p:cNvCxnSpPr>
              <a:stCxn id="1255" idx="0"/>
              <a:endCxn id="1248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44"/>
            <p:cNvCxnSpPr>
              <a:stCxn id="1249" idx="3"/>
              <a:endCxn id="1250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44"/>
            <p:cNvCxnSpPr>
              <a:stCxn id="1249" idx="3"/>
              <a:endCxn id="1255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44"/>
            <p:cNvCxnSpPr>
              <a:stCxn id="1247" idx="4"/>
              <a:endCxn id="1255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0" name="Google Shape;1260;p4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4" name="Google Shape;1264;p44"/>
            <p:cNvCxnSpPr>
              <a:stCxn id="1260" idx="3"/>
              <a:endCxn id="1261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44"/>
            <p:cNvCxnSpPr>
              <a:stCxn id="1263" idx="0"/>
              <a:endCxn id="1261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6" name="Google Shape;1266;p44"/>
            <p:cNvCxnSpPr>
              <a:stCxn id="1260" idx="5"/>
              <a:endCxn id="1262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44"/>
            <p:cNvCxnSpPr>
              <a:stCxn id="1262" idx="2"/>
              <a:endCxn id="1261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8" name="Google Shape;1268;p4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9" name="Google Shape;1269;p44"/>
            <p:cNvCxnSpPr>
              <a:stCxn id="1262" idx="3"/>
              <a:endCxn id="1263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44"/>
            <p:cNvCxnSpPr>
              <a:stCxn id="1268" idx="2"/>
              <a:endCxn id="1261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44"/>
            <p:cNvCxnSpPr>
              <a:stCxn id="1268" idx="0"/>
              <a:endCxn id="1260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44"/>
            <p:cNvCxnSpPr>
              <a:stCxn id="1263" idx="6"/>
              <a:endCxn id="1268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44"/>
            <p:cNvCxnSpPr>
              <a:stCxn id="1240" idx="5"/>
              <a:endCxn id="1261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44"/>
            <p:cNvCxnSpPr>
              <a:stCxn id="1249" idx="4"/>
              <a:endCxn id="1262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5" name="Google Shape;1275;p44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removed some edges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76" name="Google Shape;1276;p44"/>
          <p:cNvSpPr txBox="1"/>
          <p:nvPr/>
        </p:nvSpPr>
        <p:spPr>
          <a:xfrm>
            <a:off x="4099750" y="4076700"/>
            <a:ext cx="2717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Is this graph disconnected?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82" name="Google Shape;1282;p4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45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45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45"/>
          <p:cNvSpPr txBox="1"/>
          <p:nvPr/>
        </p:nvSpPr>
        <p:spPr>
          <a:xfrm>
            <a:off x="4726150" y="39821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it is!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286" name="Google Shape;1286;p4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287" name="Google Shape;1287;p4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1" name="Google Shape;1291;p45"/>
            <p:cNvCxnSpPr>
              <a:stCxn id="1287" idx="3"/>
              <a:endCxn id="128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2" name="Google Shape;1292;p45"/>
            <p:cNvCxnSpPr>
              <a:stCxn id="1290" idx="1"/>
              <a:endCxn id="128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45"/>
            <p:cNvCxnSpPr>
              <a:stCxn id="1287" idx="4"/>
              <a:endCxn id="129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4" name="Google Shape;1294;p45"/>
            <p:cNvCxnSpPr>
              <a:stCxn id="1287" idx="5"/>
              <a:endCxn id="128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5" name="Google Shape;1295;p45"/>
            <p:cNvCxnSpPr>
              <a:stCxn id="1289" idx="2"/>
              <a:endCxn id="128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6" name="Google Shape;1296;p4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00" name="Google Shape;1300;p45"/>
            <p:cNvCxnSpPr>
              <a:stCxn id="1296" idx="3"/>
              <a:endCxn id="129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1" name="Google Shape;1301;p45"/>
            <p:cNvCxnSpPr>
              <a:stCxn id="1299" idx="0"/>
              <a:endCxn id="129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2" name="Google Shape;1302;p45"/>
            <p:cNvCxnSpPr>
              <a:stCxn id="1296" idx="5"/>
              <a:endCxn id="129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3" name="Google Shape;1303;p45"/>
            <p:cNvCxnSpPr>
              <a:stCxn id="1298" idx="2"/>
              <a:endCxn id="129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4" name="Google Shape;1304;p4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05" name="Google Shape;1305;p45"/>
            <p:cNvCxnSpPr>
              <a:stCxn id="1304" idx="0"/>
              <a:endCxn id="129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45"/>
            <p:cNvCxnSpPr>
              <a:stCxn id="1298" idx="3"/>
              <a:endCxn id="129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7" name="Google Shape;1307;p45"/>
            <p:cNvCxnSpPr>
              <a:stCxn id="1298" idx="3"/>
              <a:endCxn id="130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8" name="Google Shape;1308;p45"/>
            <p:cNvCxnSpPr>
              <a:stCxn id="1296" idx="4"/>
              <a:endCxn id="130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9" name="Google Shape;1309;p4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3" name="Google Shape;1313;p45"/>
            <p:cNvCxnSpPr>
              <a:stCxn id="1309" idx="3"/>
              <a:endCxn id="131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4" name="Google Shape;1314;p45"/>
            <p:cNvCxnSpPr>
              <a:stCxn id="1312" idx="0"/>
              <a:endCxn id="131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5" name="Google Shape;1315;p45"/>
            <p:cNvCxnSpPr>
              <a:stCxn id="1309" idx="5"/>
              <a:endCxn id="131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6" name="Google Shape;1316;p45"/>
            <p:cNvCxnSpPr>
              <a:stCxn id="1311" idx="2"/>
              <a:endCxn id="131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7" name="Google Shape;1317;p4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8" name="Google Shape;1318;p45"/>
            <p:cNvCxnSpPr>
              <a:stCxn id="1311" idx="3"/>
              <a:endCxn id="131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9" name="Google Shape;1319;p45"/>
            <p:cNvCxnSpPr>
              <a:stCxn id="1317" idx="2"/>
              <a:endCxn id="131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0" name="Google Shape;1320;p45"/>
            <p:cNvCxnSpPr>
              <a:stCxn id="1317" idx="0"/>
              <a:endCxn id="130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1" name="Google Shape;1321;p45"/>
            <p:cNvCxnSpPr>
              <a:stCxn id="1312" idx="6"/>
              <a:endCxn id="131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2" name="Google Shape;1322;p45"/>
            <p:cNvCxnSpPr>
              <a:stCxn id="1289" idx="5"/>
              <a:endCxn id="1310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28" name="Google Shape;1328;p4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one edge leads to disconnection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46"/>
          <p:cNvSpPr txBox="1"/>
          <p:nvPr/>
        </p:nvSpPr>
        <p:spPr>
          <a:xfrm>
            <a:off x="4626000" y="939800"/>
            <a:ext cx="161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bridge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330" name="Google Shape;1330;p4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331" name="Google Shape;1331;p4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5" name="Google Shape;1335;p46"/>
            <p:cNvCxnSpPr>
              <a:stCxn id="1331" idx="3"/>
              <a:endCxn id="133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6" name="Google Shape;1336;p46"/>
            <p:cNvCxnSpPr>
              <a:stCxn id="1334" idx="1"/>
              <a:endCxn id="133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7" name="Google Shape;1337;p46"/>
            <p:cNvCxnSpPr>
              <a:stCxn id="1331" idx="4"/>
              <a:endCxn id="133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8" name="Google Shape;1338;p46"/>
            <p:cNvCxnSpPr>
              <a:stCxn id="1331" idx="5"/>
              <a:endCxn id="133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9" name="Google Shape;1339;p46"/>
            <p:cNvCxnSpPr>
              <a:stCxn id="1333" idx="2"/>
              <a:endCxn id="133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0" name="Google Shape;1340;p4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44" name="Google Shape;1344;p46"/>
            <p:cNvCxnSpPr>
              <a:stCxn id="1340" idx="3"/>
              <a:endCxn id="134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5" name="Google Shape;1345;p46"/>
            <p:cNvCxnSpPr>
              <a:stCxn id="1343" idx="0"/>
              <a:endCxn id="134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6" name="Google Shape;1346;p46"/>
            <p:cNvCxnSpPr>
              <a:stCxn id="1340" idx="5"/>
              <a:endCxn id="134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7" name="Google Shape;1347;p46"/>
            <p:cNvCxnSpPr>
              <a:stCxn id="1342" idx="2"/>
              <a:endCxn id="134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8" name="Google Shape;1348;p4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49" name="Google Shape;1349;p46"/>
            <p:cNvCxnSpPr>
              <a:stCxn id="1348" idx="0"/>
              <a:endCxn id="134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0" name="Google Shape;1350;p46"/>
            <p:cNvCxnSpPr>
              <a:stCxn id="1342" idx="3"/>
              <a:endCxn id="134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1" name="Google Shape;1351;p46"/>
            <p:cNvCxnSpPr>
              <a:stCxn id="1342" idx="3"/>
              <a:endCxn id="134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2" name="Google Shape;1352;p46"/>
            <p:cNvCxnSpPr>
              <a:stCxn id="1340" idx="4"/>
              <a:endCxn id="134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3" name="Google Shape;1353;p4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7" name="Google Shape;1357;p46"/>
            <p:cNvCxnSpPr>
              <a:stCxn id="1353" idx="3"/>
              <a:endCxn id="135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8" name="Google Shape;1358;p46"/>
            <p:cNvCxnSpPr>
              <a:stCxn id="1356" idx="0"/>
              <a:endCxn id="135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46"/>
            <p:cNvCxnSpPr>
              <a:stCxn id="1353" idx="5"/>
              <a:endCxn id="135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46"/>
            <p:cNvCxnSpPr>
              <a:stCxn id="1355" idx="2"/>
              <a:endCxn id="135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1" name="Google Shape;1361;p4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2" name="Google Shape;1362;p46"/>
            <p:cNvCxnSpPr>
              <a:stCxn id="1355" idx="3"/>
              <a:endCxn id="135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3" name="Google Shape;1363;p46"/>
            <p:cNvCxnSpPr>
              <a:stCxn id="1361" idx="2"/>
              <a:endCxn id="135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4" name="Google Shape;1364;p46"/>
            <p:cNvCxnSpPr>
              <a:stCxn id="1361" idx="0"/>
              <a:endCxn id="135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5" name="Google Shape;1365;p46"/>
            <p:cNvCxnSpPr>
              <a:stCxn id="1356" idx="6"/>
              <a:endCxn id="136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6" name="Google Shape;1366;p46"/>
            <p:cNvCxnSpPr>
              <a:stCxn id="1333" idx="7"/>
              <a:endCxn id="134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7" name="Google Shape;1367;p46"/>
            <p:cNvCxnSpPr>
              <a:stCxn id="1348" idx="3"/>
              <a:endCxn id="135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8" name="Google Shape;1368;p46"/>
            <p:cNvCxnSpPr>
              <a:stCxn id="1342" idx="4"/>
              <a:endCxn id="135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69" name="Google Shape;1369;p46"/>
          <p:cNvCxnSpPr>
            <a:stCxn id="1329" idx="2"/>
          </p:cNvCxnSpPr>
          <p:nvPr/>
        </p:nvCxnSpPr>
        <p:spPr>
          <a:xfrm>
            <a:off x="5434950" y="1379600"/>
            <a:ext cx="1384500" cy="45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75" name="Google Shape;1375;p4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376" name="Google Shape;1376;p4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377" name="Google Shape;1377;p4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1" name="Google Shape;1381;p47"/>
            <p:cNvCxnSpPr>
              <a:stCxn id="1377" idx="3"/>
              <a:endCxn id="137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2" name="Google Shape;1382;p47"/>
            <p:cNvCxnSpPr>
              <a:stCxn id="1380" idx="1"/>
              <a:endCxn id="137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3" name="Google Shape;1383;p47"/>
            <p:cNvCxnSpPr>
              <a:stCxn id="1377" idx="4"/>
              <a:endCxn id="138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4" name="Google Shape;1384;p47"/>
            <p:cNvCxnSpPr>
              <a:stCxn id="1377" idx="5"/>
              <a:endCxn id="137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5" name="Google Shape;1385;p47"/>
            <p:cNvCxnSpPr>
              <a:stCxn id="1379" idx="2"/>
              <a:endCxn id="137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6" name="Google Shape;1386;p4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0" name="Google Shape;1390;p47"/>
            <p:cNvCxnSpPr>
              <a:stCxn id="1386" idx="3"/>
              <a:endCxn id="138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47"/>
            <p:cNvCxnSpPr>
              <a:stCxn id="1389" idx="0"/>
              <a:endCxn id="138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47"/>
            <p:cNvCxnSpPr>
              <a:stCxn id="1386" idx="5"/>
              <a:endCxn id="138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3" name="Google Shape;1393;p47"/>
            <p:cNvCxnSpPr>
              <a:stCxn id="1388" idx="2"/>
              <a:endCxn id="138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4" name="Google Shape;1394;p4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5" name="Google Shape;1395;p47"/>
            <p:cNvCxnSpPr>
              <a:stCxn id="1394" idx="0"/>
              <a:endCxn id="138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6" name="Google Shape;1396;p47"/>
            <p:cNvCxnSpPr>
              <a:stCxn id="1388" idx="3"/>
              <a:endCxn id="138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7" name="Google Shape;1397;p47"/>
            <p:cNvCxnSpPr>
              <a:stCxn id="1388" idx="3"/>
              <a:endCxn id="139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8" name="Google Shape;1398;p47"/>
            <p:cNvCxnSpPr>
              <a:stCxn id="1386" idx="4"/>
              <a:endCxn id="139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9" name="Google Shape;1399;p4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3" name="Google Shape;1403;p47"/>
            <p:cNvCxnSpPr>
              <a:stCxn id="1399" idx="3"/>
              <a:endCxn id="140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47"/>
            <p:cNvCxnSpPr>
              <a:stCxn id="1402" idx="0"/>
              <a:endCxn id="140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47"/>
            <p:cNvCxnSpPr>
              <a:stCxn id="1399" idx="5"/>
              <a:endCxn id="140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47"/>
            <p:cNvCxnSpPr>
              <a:stCxn id="1401" idx="2"/>
              <a:endCxn id="140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7" name="Google Shape;1407;p4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8" name="Google Shape;1408;p47"/>
            <p:cNvCxnSpPr>
              <a:stCxn id="1401" idx="3"/>
              <a:endCxn id="140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9" name="Google Shape;1409;p47"/>
            <p:cNvCxnSpPr>
              <a:stCxn id="1407" idx="2"/>
              <a:endCxn id="140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0" name="Google Shape;1410;p47"/>
            <p:cNvCxnSpPr>
              <a:stCxn id="1407" idx="0"/>
              <a:endCxn id="139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1" name="Google Shape;1411;p47"/>
            <p:cNvCxnSpPr>
              <a:stCxn id="1402" idx="6"/>
              <a:endCxn id="140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2" name="Google Shape;1412;p47"/>
            <p:cNvCxnSpPr>
              <a:stCxn id="1379" idx="5"/>
              <a:endCxn id="1400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3" name="Google Shape;1413;p47"/>
            <p:cNvCxnSpPr>
              <a:stCxn id="1379" idx="7"/>
              <a:endCxn id="1389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47"/>
            <p:cNvCxnSpPr>
              <a:stCxn id="1394" idx="3"/>
              <a:endCxn id="139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5" name="Google Shape;1415;p47"/>
            <p:cNvCxnSpPr>
              <a:stCxn id="1388" idx="4"/>
              <a:endCxn id="140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421" name="Google Shape;1421;p4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4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4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4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5" name="Google Shape;1425;p48"/>
          <p:cNvCxnSpPr>
            <a:stCxn id="1422" idx="3"/>
            <a:endCxn id="142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6" name="Google Shape;1426;p48"/>
          <p:cNvCxnSpPr>
            <a:stCxn id="1424" idx="1"/>
            <a:endCxn id="142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48"/>
          <p:cNvCxnSpPr>
            <a:stCxn id="1422" idx="4"/>
            <a:endCxn id="142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4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4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4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2" name="Google Shape;1432;p48"/>
          <p:cNvCxnSpPr>
            <a:stCxn id="1428" idx="3"/>
            <a:endCxn id="142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3" name="Google Shape;1433;p48"/>
          <p:cNvCxnSpPr>
            <a:stCxn id="1431" idx="0"/>
            <a:endCxn id="142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48"/>
          <p:cNvCxnSpPr>
            <a:stCxn id="1428" idx="5"/>
            <a:endCxn id="143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48"/>
          <p:cNvCxnSpPr>
            <a:stCxn id="1430" idx="2"/>
            <a:endCxn id="142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4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7" name="Google Shape;1437;p48"/>
          <p:cNvCxnSpPr>
            <a:stCxn id="1436" idx="0"/>
            <a:endCxn id="142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48"/>
          <p:cNvCxnSpPr>
            <a:stCxn id="1430" idx="3"/>
            <a:endCxn id="143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48"/>
          <p:cNvCxnSpPr>
            <a:stCxn id="1430" idx="3"/>
            <a:endCxn id="143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48"/>
          <p:cNvCxnSpPr>
            <a:stCxn id="1428" idx="4"/>
            <a:endCxn id="143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1" name="Google Shape;1441;p4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4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4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48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5" name="Google Shape;1445;p48"/>
          <p:cNvCxnSpPr>
            <a:stCxn id="1441" idx="3"/>
            <a:endCxn id="144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48"/>
          <p:cNvCxnSpPr>
            <a:stCxn id="1444" idx="0"/>
            <a:endCxn id="1442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48"/>
          <p:cNvCxnSpPr>
            <a:stCxn id="1441" idx="5"/>
            <a:endCxn id="144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48"/>
          <p:cNvCxnSpPr>
            <a:stCxn id="1443" idx="2"/>
            <a:endCxn id="144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4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0" name="Google Shape;1450;p48"/>
          <p:cNvCxnSpPr>
            <a:stCxn id="1443" idx="3"/>
            <a:endCxn id="1444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48"/>
          <p:cNvCxnSpPr>
            <a:stCxn id="1449" idx="2"/>
            <a:endCxn id="144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48"/>
          <p:cNvCxnSpPr>
            <a:stCxn id="1449" idx="0"/>
            <a:endCxn id="144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48"/>
          <p:cNvCxnSpPr>
            <a:stCxn id="1444" idx="6"/>
            <a:endCxn id="1449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48"/>
          <p:cNvCxnSpPr>
            <a:stCxn id="1436" idx="3"/>
            <a:endCxn id="144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48"/>
          <p:cNvCxnSpPr>
            <a:stCxn id="1430" idx="4"/>
            <a:endCxn id="144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6" name="Google Shape;1456;p48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462" name="Google Shape;1462;p4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can be easier to disconnect a graph this way because nodes take their links with them!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4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4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4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6" name="Google Shape;1466;p49"/>
          <p:cNvCxnSpPr>
            <a:stCxn id="1463" idx="3"/>
            <a:endCxn id="146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49"/>
          <p:cNvCxnSpPr>
            <a:stCxn id="1465" idx="1"/>
            <a:endCxn id="146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49"/>
          <p:cNvCxnSpPr>
            <a:stCxn id="1463" idx="4"/>
            <a:endCxn id="146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9" name="Google Shape;1469;p4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4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4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4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3" name="Google Shape;1473;p49"/>
          <p:cNvCxnSpPr>
            <a:stCxn id="1469" idx="3"/>
            <a:endCxn id="147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49"/>
          <p:cNvCxnSpPr>
            <a:stCxn id="1472" idx="0"/>
            <a:endCxn id="147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49"/>
          <p:cNvCxnSpPr>
            <a:stCxn id="1469" idx="5"/>
            <a:endCxn id="147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49"/>
          <p:cNvCxnSpPr>
            <a:stCxn id="1471" idx="2"/>
            <a:endCxn id="147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4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8" name="Google Shape;1478;p49"/>
          <p:cNvCxnSpPr>
            <a:stCxn id="1477" idx="0"/>
            <a:endCxn id="147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49"/>
          <p:cNvCxnSpPr>
            <a:stCxn id="1471" idx="3"/>
            <a:endCxn id="147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0" name="Google Shape;1480;p49"/>
          <p:cNvCxnSpPr>
            <a:stCxn id="1471" idx="3"/>
            <a:endCxn id="147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49"/>
          <p:cNvCxnSpPr>
            <a:stCxn id="1469" idx="4"/>
            <a:endCxn id="147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2" name="Google Shape;1482;p4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4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4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49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6" name="Google Shape;1486;p49"/>
          <p:cNvCxnSpPr>
            <a:stCxn id="1482" idx="3"/>
            <a:endCxn id="148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7" name="Google Shape;1487;p49"/>
          <p:cNvCxnSpPr>
            <a:stCxn id="1485" idx="0"/>
            <a:endCxn id="1483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8" name="Google Shape;1488;p49"/>
          <p:cNvCxnSpPr>
            <a:stCxn id="1482" idx="5"/>
            <a:endCxn id="1484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49"/>
          <p:cNvCxnSpPr>
            <a:stCxn id="1484" idx="2"/>
            <a:endCxn id="1483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4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1" name="Google Shape;1491;p49"/>
          <p:cNvCxnSpPr>
            <a:stCxn id="1484" idx="3"/>
            <a:endCxn id="1485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49"/>
          <p:cNvCxnSpPr>
            <a:stCxn id="1490" idx="2"/>
            <a:endCxn id="148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49"/>
          <p:cNvCxnSpPr>
            <a:stCxn id="1490" idx="0"/>
            <a:endCxn id="148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49"/>
          <p:cNvCxnSpPr>
            <a:stCxn id="1485" idx="6"/>
            <a:endCxn id="1490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49"/>
          <p:cNvCxnSpPr>
            <a:stCxn id="1477" idx="3"/>
            <a:endCxn id="1482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49"/>
          <p:cNvCxnSpPr>
            <a:stCxn id="1471" idx="4"/>
            <a:endCxn id="1484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7" name="Google Shape;1497;p49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503" name="Google Shape;1503;p5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for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Can you guess what kind of centrality “connector” nodes are more likely to have?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504" name="Google Shape;1504;p50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505" name="Google Shape;1505;p50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09" name="Google Shape;1509;p50"/>
            <p:cNvCxnSpPr>
              <a:stCxn id="1505" idx="3"/>
              <a:endCxn id="150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0" name="Google Shape;1510;p50"/>
            <p:cNvCxnSpPr>
              <a:stCxn id="1508" idx="1"/>
              <a:endCxn id="150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50"/>
            <p:cNvCxnSpPr>
              <a:stCxn id="1505" idx="4"/>
              <a:endCxn id="150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50"/>
            <p:cNvCxnSpPr>
              <a:stCxn id="1505" idx="5"/>
              <a:endCxn id="150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50"/>
            <p:cNvCxnSpPr>
              <a:stCxn id="1507" idx="2"/>
              <a:endCxn id="150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4" name="Google Shape;1514;p50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0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8" name="Google Shape;1518;p50"/>
            <p:cNvCxnSpPr>
              <a:stCxn id="1514" idx="3"/>
              <a:endCxn id="151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9" name="Google Shape;1519;p50"/>
            <p:cNvCxnSpPr>
              <a:stCxn id="1517" idx="0"/>
              <a:endCxn id="151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0" name="Google Shape;1520;p50"/>
            <p:cNvCxnSpPr>
              <a:stCxn id="1514" idx="5"/>
              <a:endCxn id="151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1" name="Google Shape;1521;p50"/>
            <p:cNvCxnSpPr>
              <a:stCxn id="1516" idx="2"/>
              <a:endCxn id="151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2" name="Google Shape;1522;p50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23" name="Google Shape;1523;p50"/>
            <p:cNvCxnSpPr>
              <a:stCxn id="1522" idx="0"/>
              <a:endCxn id="151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4" name="Google Shape;1524;p50"/>
            <p:cNvCxnSpPr>
              <a:stCxn id="1516" idx="3"/>
              <a:endCxn id="151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50"/>
            <p:cNvCxnSpPr>
              <a:stCxn id="1516" idx="3"/>
              <a:endCxn id="152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6" name="Google Shape;1526;p50"/>
            <p:cNvCxnSpPr>
              <a:stCxn id="1514" idx="4"/>
              <a:endCxn id="152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7" name="Google Shape;1527;p50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0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0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0000FF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1" name="Google Shape;1531;p50"/>
            <p:cNvCxnSpPr>
              <a:stCxn id="1527" idx="3"/>
              <a:endCxn id="152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2" name="Google Shape;1532;p50"/>
            <p:cNvCxnSpPr>
              <a:stCxn id="1530" idx="0"/>
              <a:endCxn id="152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3" name="Google Shape;1533;p50"/>
            <p:cNvCxnSpPr>
              <a:stCxn id="1527" idx="5"/>
              <a:endCxn id="152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4" name="Google Shape;1534;p50"/>
            <p:cNvCxnSpPr>
              <a:stCxn id="1529" idx="2"/>
              <a:endCxn id="152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5" name="Google Shape;1535;p50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6" name="Google Shape;1536;p50"/>
            <p:cNvCxnSpPr>
              <a:stCxn id="1529" idx="3"/>
              <a:endCxn id="153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7" name="Google Shape;1537;p50"/>
            <p:cNvCxnSpPr>
              <a:stCxn id="1535" idx="2"/>
              <a:endCxn id="152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8" name="Google Shape;1538;p50"/>
            <p:cNvCxnSpPr>
              <a:stCxn id="1535" idx="0"/>
              <a:endCxn id="152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9" name="Google Shape;1539;p50"/>
            <p:cNvCxnSpPr>
              <a:stCxn id="1530" idx="6"/>
              <a:endCxn id="153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0" name="Google Shape;1540;p50"/>
            <p:cNvCxnSpPr>
              <a:stCxn id="1507" idx="5"/>
              <a:endCxn id="1528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1" name="Google Shape;1541;p50"/>
            <p:cNvCxnSpPr>
              <a:stCxn id="1507" idx="7"/>
              <a:endCxn id="1517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2" name="Google Shape;1542;p50"/>
            <p:cNvCxnSpPr>
              <a:stCxn id="1522" idx="3"/>
              <a:endCxn id="152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3" name="Google Shape;1543;p50"/>
            <p:cNvCxnSpPr>
              <a:stCxn id="1516" idx="4"/>
              <a:endCxn id="152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44" name="Google Shape;1544;p50"/>
          <p:cNvSpPr txBox="1"/>
          <p:nvPr/>
        </p:nvSpPr>
        <p:spPr>
          <a:xfrm>
            <a:off x="5594175" y="3711150"/>
            <a:ext cx="1193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VIP Node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45" name="Google Shape;1545;p50"/>
          <p:cNvCxnSpPr>
            <a:stCxn id="1544" idx="0"/>
            <a:endCxn id="1507" idx="4"/>
          </p:cNvCxnSpPr>
          <p:nvPr/>
        </p:nvCxnSpPr>
        <p:spPr>
          <a:xfrm flipH="1" rot="10800000">
            <a:off x="6190875" y="2701050"/>
            <a:ext cx="265500" cy="101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6" name="Google Shape;1546;p50"/>
          <p:cNvSpPr txBox="1"/>
          <p:nvPr/>
        </p:nvSpPr>
        <p:spPr>
          <a:xfrm>
            <a:off x="5412025" y="4397125"/>
            <a:ext cx="860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Not VIP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1547" name="Google Shape;1547;p50"/>
          <p:cNvCxnSpPr>
            <a:stCxn id="1546" idx="3"/>
            <a:endCxn id="1530" idx="2"/>
          </p:cNvCxnSpPr>
          <p:nvPr/>
        </p:nvCxnSpPr>
        <p:spPr>
          <a:xfrm>
            <a:off x="6272125" y="4584775"/>
            <a:ext cx="1459800" cy="5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553" name="Google Shape;1553;p5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554" name="Google Shape;1554;p51"/>
          <p:cNvCxnSpPr>
            <a:stCxn id="1555" idx="0"/>
            <a:endCxn id="1556" idx="3"/>
          </p:cNvCxnSpPr>
          <p:nvPr/>
        </p:nvCxnSpPr>
        <p:spPr>
          <a:xfrm flipH="1" rot="10800000">
            <a:off x="5617675" y="2675725"/>
            <a:ext cx="777900" cy="172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5" name="Google Shape;1555;p51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1-connected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557" name="Google Shape;1557;p51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558" name="Google Shape;1558;p5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9" name="Google Shape;1559;p51"/>
            <p:cNvCxnSpPr>
              <a:stCxn id="1558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51"/>
            <p:cNvCxnSpPr>
              <a:endCxn id="1558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1" name="Google Shape;1561;p51"/>
            <p:cNvCxnSpPr>
              <a:stCxn id="1558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62" name="Google Shape;1562;p51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1563" name="Google Shape;1563;p5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5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1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6" name="Google Shape;1566;p51"/>
            <p:cNvCxnSpPr>
              <a:stCxn id="1563" idx="3"/>
              <a:endCxn id="1564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7" name="Google Shape;1567;p51"/>
            <p:cNvCxnSpPr>
              <a:stCxn id="1565" idx="1"/>
              <a:endCxn id="1564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8" name="Google Shape;1568;p51"/>
            <p:cNvCxnSpPr>
              <a:stCxn id="1563" idx="4"/>
              <a:endCxn id="156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9" name="Google Shape;1569;p51"/>
            <p:cNvCxnSpPr>
              <a:stCxn id="1563" idx="5"/>
              <a:endCxn id="155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51"/>
            <p:cNvCxnSpPr>
              <a:stCxn id="1556" idx="2"/>
              <a:endCxn id="1564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1" name="Google Shape;1571;p5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5" name="Google Shape;1575;p51"/>
            <p:cNvCxnSpPr>
              <a:stCxn id="1571" idx="3"/>
              <a:endCxn id="157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6" name="Google Shape;1576;p51"/>
            <p:cNvCxnSpPr>
              <a:stCxn id="1574" idx="0"/>
              <a:endCxn id="157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7" name="Google Shape;1577;p51"/>
            <p:cNvCxnSpPr>
              <a:stCxn id="1571" idx="5"/>
              <a:endCxn id="157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8" name="Google Shape;1578;p51"/>
            <p:cNvCxnSpPr>
              <a:stCxn id="1573" idx="2"/>
              <a:endCxn id="157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9" name="Google Shape;1579;p5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0" name="Google Shape;1580;p51"/>
            <p:cNvCxnSpPr>
              <a:stCxn id="1579" idx="0"/>
              <a:endCxn id="157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1" name="Google Shape;1581;p51"/>
            <p:cNvCxnSpPr>
              <a:stCxn id="1573" idx="3"/>
              <a:endCxn id="157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2" name="Google Shape;1582;p51"/>
            <p:cNvCxnSpPr>
              <a:stCxn id="1573" idx="3"/>
              <a:endCxn id="157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3" name="Google Shape;1583;p51"/>
            <p:cNvCxnSpPr>
              <a:stCxn id="1571" idx="4"/>
              <a:endCxn id="157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4" name="Google Shape;1584;p5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7" name="Google Shape;1587;p51"/>
            <p:cNvCxnSpPr>
              <a:stCxn id="1584" idx="3"/>
              <a:endCxn id="158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8" name="Google Shape;1588;p51"/>
            <p:cNvCxnSpPr>
              <a:stCxn id="1584" idx="5"/>
              <a:endCxn id="158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9" name="Google Shape;1589;p51"/>
            <p:cNvCxnSpPr>
              <a:stCxn id="1586" idx="2"/>
              <a:endCxn id="158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0" name="Google Shape;1590;p5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1" name="Google Shape;1591;p51"/>
            <p:cNvCxnSpPr>
              <a:stCxn id="1590" idx="2"/>
              <a:endCxn id="158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2" name="Google Shape;1592;p51"/>
            <p:cNvCxnSpPr>
              <a:stCxn id="1590" idx="0"/>
              <a:endCxn id="158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3" name="Google Shape;1593;p51"/>
            <p:cNvCxnSpPr>
              <a:stCxn id="1556" idx="5"/>
              <a:endCxn id="158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4" name="Google Shape;1594;p51"/>
            <p:cNvCxnSpPr>
              <a:stCxn id="1556" idx="7"/>
              <a:endCxn id="157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5" name="Google Shape;1595;p51"/>
            <p:cNvCxnSpPr>
              <a:stCxn id="1579" idx="3"/>
              <a:endCxn id="158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6" name="Google Shape;1596;p51"/>
            <p:cNvCxnSpPr>
              <a:stCxn id="1573" idx="4"/>
              <a:endCxn id="158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602" name="Google Shape;1602;p5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52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1-connected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604" name="Google Shape;1604;p52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605" name="Google Shape;1605;p5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6" name="Google Shape;1606;p52"/>
            <p:cNvCxnSpPr>
              <a:stCxn id="160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7" name="Google Shape;1607;p52"/>
            <p:cNvCxnSpPr>
              <a:endCxn id="160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8" name="Google Shape;1608;p52"/>
            <p:cNvCxnSpPr>
              <a:stCxn id="160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09" name="Google Shape;1609;p52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1610" name="Google Shape;1610;p5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5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5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3" name="Google Shape;1613;p52"/>
            <p:cNvCxnSpPr>
              <a:stCxn id="1610" idx="3"/>
              <a:endCxn id="161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4" name="Google Shape;1614;p52"/>
            <p:cNvCxnSpPr>
              <a:stCxn id="1612" idx="1"/>
              <a:endCxn id="161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5" name="Google Shape;1615;p52"/>
            <p:cNvCxnSpPr>
              <a:stCxn id="1610" idx="4"/>
              <a:endCxn id="161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6" name="Google Shape;1616;p5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5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5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5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0" name="Google Shape;1620;p52"/>
            <p:cNvCxnSpPr>
              <a:stCxn id="1616" idx="3"/>
              <a:endCxn id="161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1" name="Google Shape;1621;p52"/>
            <p:cNvCxnSpPr>
              <a:stCxn id="1619" idx="0"/>
              <a:endCxn id="161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2" name="Google Shape;1622;p52"/>
            <p:cNvCxnSpPr>
              <a:stCxn id="1616" idx="5"/>
              <a:endCxn id="161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3" name="Google Shape;1623;p52"/>
            <p:cNvCxnSpPr>
              <a:stCxn id="1618" idx="2"/>
              <a:endCxn id="161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4" name="Google Shape;1624;p5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5" name="Google Shape;1625;p52"/>
            <p:cNvCxnSpPr>
              <a:stCxn id="1624" idx="0"/>
              <a:endCxn id="161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6" name="Google Shape;1626;p52"/>
            <p:cNvCxnSpPr>
              <a:stCxn id="1618" idx="3"/>
              <a:endCxn id="161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7" name="Google Shape;1627;p52"/>
            <p:cNvCxnSpPr>
              <a:stCxn id="1618" idx="3"/>
              <a:endCxn id="162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8" name="Google Shape;1628;p52"/>
            <p:cNvCxnSpPr>
              <a:stCxn id="1616" idx="4"/>
              <a:endCxn id="162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9" name="Google Shape;1629;p5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32" name="Google Shape;1632;p52"/>
            <p:cNvCxnSpPr>
              <a:stCxn id="1629" idx="3"/>
              <a:endCxn id="163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3" name="Google Shape;1633;p52"/>
            <p:cNvCxnSpPr>
              <a:stCxn id="1629" idx="5"/>
              <a:endCxn id="163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4" name="Google Shape;1634;p52"/>
            <p:cNvCxnSpPr>
              <a:stCxn id="1631" idx="2"/>
              <a:endCxn id="163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5" name="Google Shape;1635;p5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36" name="Google Shape;1636;p52"/>
            <p:cNvCxnSpPr>
              <a:stCxn id="1635" idx="2"/>
              <a:endCxn id="163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7" name="Google Shape;1637;p52"/>
            <p:cNvCxnSpPr>
              <a:stCxn id="1635" idx="0"/>
              <a:endCxn id="162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8" name="Google Shape;1638;p52"/>
            <p:cNvCxnSpPr>
              <a:stCxn id="1624" idx="3"/>
              <a:endCxn id="162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9" name="Google Shape;1639;p52"/>
            <p:cNvCxnSpPr>
              <a:stCxn id="1618" idx="4"/>
              <a:endCxn id="163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645" name="Google Shape;1645;p5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5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5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5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5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0" name="Google Shape;1650;p53"/>
          <p:cNvCxnSpPr>
            <a:stCxn id="1646" idx="3"/>
            <a:endCxn id="1647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53"/>
          <p:cNvCxnSpPr>
            <a:stCxn id="1649" idx="1"/>
            <a:endCxn id="1647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53"/>
          <p:cNvCxnSpPr>
            <a:stCxn id="1646" idx="4"/>
            <a:endCxn id="164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53"/>
          <p:cNvCxnSpPr>
            <a:stCxn id="1646" idx="5"/>
            <a:endCxn id="1648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53"/>
          <p:cNvCxnSpPr>
            <a:stCxn id="1648" idx="2"/>
            <a:endCxn id="1647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5" name="Google Shape;1655;p5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5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5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5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9" name="Google Shape;1659;p53"/>
          <p:cNvCxnSpPr>
            <a:stCxn id="1655" idx="3"/>
            <a:endCxn id="1656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53"/>
          <p:cNvCxnSpPr>
            <a:stCxn id="1658" idx="0"/>
            <a:endCxn id="1656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53"/>
          <p:cNvCxnSpPr>
            <a:stCxn id="1655" idx="5"/>
            <a:endCxn id="1657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53"/>
          <p:cNvCxnSpPr>
            <a:stCxn id="1657" idx="2"/>
            <a:endCxn id="1656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3" name="Google Shape;1663;p5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4" name="Google Shape;1664;p53"/>
          <p:cNvCxnSpPr>
            <a:stCxn id="1663" idx="0"/>
            <a:endCxn id="1656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53"/>
          <p:cNvCxnSpPr>
            <a:stCxn id="1657" idx="3"/>
            <a:endCxn id="165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53"/>
          <p:cNvCxnSpPr>
            <a:stCxn id="1657" idx="3"/>
            <a:endCxn id="1663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53"/>
          <p:cNvCxnSpPr>
            <a:stCxn id="1655" idx="4"/>
            <a:endCxn id="1663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8" name="Google Shape;1668;p5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5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1" name="Google Shape;1671;p53"/>
          <p:cNvCxnSpPr>
            <a:stCxn id="1668" idx="3"/>
            <a:endCxn id="1669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53"/>
          <p:cNvCxnSpPr>
            <a:stCxn id="1668" idx="5"/>
            <a:endCxn id="1670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3" name="Google Shape;1673;p53"/>
          <p:cNvCxnSpPr>
            <a:stCxn id="1670" idx="2"/>
            <a:endCxn id="1669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4" name="Google Shape;1674;p5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5" name="Google Shape;1675;p53"/>
          <p:cNvCxnSpPr>
            <a:stCxn id="1674" idx="2"/>
            <a:endCxn id="1669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53"/>
          <p:cNvCxnSpPr>
            <a:stCxn id="1674" idx="0"/>
            <a:endCxn id="1668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53"/>
          <p:cNvCxnSpPr>
            <a:stCxn id="1648" idx="5"/>
            <a:endCxn id="1669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53"/>
          <p:cNvCxnSpPr>
            <a:stCxn id="1648" idx="7"/>
            <a:endCxn id="1658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53"/>
          <p:cNvCxnSpPr>
            <a:stCxn id="1663" idx="3"/>
            <a:endCxn id="1668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53"/>
          <p:cNvCxnSpPr>
            <a:stCxn id="1657" idx="4"/>
            <a:endCxn id="1670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53"/>
          <p:cNvCxnSpPr>
            <a:stCxn id="1682" idx="0"/>
            <a:endCxn id="1648" idx="4"/>
          </p:cNvCxnSpPr>
          <p:nvPr/>
        </p:nvCxnSpPr>
        <p:spPr>
          <a:xfrm flipH="1" rot="10800000">
            <a:off x="5617675" y="2700925"/>
            <a:ext cx="838500" cy="16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2" name="Google Shape;1682;p53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2-connected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683" name="Google Shape;1683;p53"/>
          <p:cNvCxnSpPr>
            <a:stCxn id="1646" idx="6"/>
            <a:endCxn id="1663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84" name="Google Shape;1684;p53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685" name="Google Shape;1685;p5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86" name="Google Shape;1686;p53"/>
            <p:cNvCxnSpPr>
              <a:stCxn id="168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7" name="Google Shape;1687;p53"/>
            <p:cNvCxnSpPr>
              <a:endCxn id="168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8" name="Google Shape;1688;p53"/>
            <p:cNvCxnSpPr>
              <a:stCxn id="168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89" name="Google Shape;1689;p53"/>
          <p:cNvCxnSpPr>
            <a:stCxn id="1682" idx="0"/>
            <a:endCxn id="1663" idx="3"/>
          </p:cNvCxnSpPr>
          <p:nvPr/>
        </p:nvCxnSpPr>
        <p:spPr>
          <a:xfrm flipH="1" rot="10800000">
            <a:off x="5617675" y="1952425"/>
            <a:ext cx="2228400" cy="244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695" name="Google Shape;1695;p5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54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2-connected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697" name="Google Shape;1697;p54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698" name="Google Shape;1698;p5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9" name="Google Shape;1699;p54"/>
            <p:cNvCxnSpPr>
              <a:stCxn id="1698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0" name="Google Shape;1700;p54"/>
            <p:cNvCxnSpPr>
              <a:endCxn id="1698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1" name="Google Shape;1701;p54"/>
            <p:cNvCxnSpPr>
              <a:stCxn id="1698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2" name="Google Shape;1702;p5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5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5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5" name="Google Shape;1705;p54"/>
          <p:cNvCxnSpPr>
            <a:stCxn id="1702" idx="3"/>
            <a:endCxn id="170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54"/>
          <p:cNvCxnSpPr>
            <a:stCxn id="1704" idx="1"/>
            <a:endCxn id="170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54"/>
          <p:cNvCxnSpPr>
            <a:stCxn id="1702" idx="4"/>
            <a:endCxn id="170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8" name="Google Shape;1708;p5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5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5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5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2" name="Google Shape;1712;p54"/>
          <p:cNvCxnSpPr>
            <a:stCxn id="1708" idx="3"/>
            <a:endCxn id="170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54"/>
          <p:cNvCxnSpPr>
            <a:stCxn id="1711" idx="0"/>
            <a:endCxn id="170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4" name="Google Shape;1714;p54"/>
          <p:cNvCxnSpPr>
            <a:stCxn id="1708" idx="5"/>
            <a:endCxn id="171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5" name="Google Shape;1715;p54"/>
          <p:cNvCxnSpPr>
            <a:stCxn id="1710" idx="2"/>
            <a:endCxn id="170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54"/>
          <p:cNvCxnSpPr>
            <a:stCxn id="1710" idx="3"/>
            <a:endCxn id="171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7" name="Google Shape;1717;p5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5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5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0" name="Google Shape;1720;p54"/>
          <p:cNvCxnSpPr>
            <a:stCxn id="1717" idx="3"/>
            <a:endCxn id="171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54"/>
          <p:cNvCxnSpPr>
            <a:stCxn id="1717" idx="5"/>
            <a:endCxn id="1719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54"/>
          <p:cNvCxnSpPr>
            <a:stCxn id="1719" idx="2"/>
            <a:endCxn id="171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3" name="Google Shape;1723;p5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4" name="Google Shape;1724;p54"/>
          <p:cNvCxnSpPr>
            <a:stCxn id="1723" idx="2"/>
            <a:endCxn id="171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54"/>
          <p:cNvCxnSpPr>
            <a:stCxn id="1723" idx="0"/>
            <a:endCxn id="171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54"/>
          <p:cNvCxnSpPr>
            <a:stCxn id="1710" idx="4"/>
            <a:endCxn id="1719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1" name="Google Shape;1731;p55"/>
          <p:cNvCxnSpPr>
            <a:stCxn id="1732" idx="6"/>
            <a:endCxn id="1733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55"/>
          <p:cNvCxnSpPr>
            <a:stCxn id="1735" idx="5"/>
            <a:endCxn id="1736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55"/>
          <p:cNvCxnSpPr>
            <a:stCxn id="1735" idx="7"/>
            <a:endCxn id="1738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9" name="Google Shape;1739;p55"/>
          <p:cNvCxnSpPr>
            <a:stCxn id="1735" idx="2"/>
            <a:endCxn id="174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55"/>
          <p:cNvCxnSpPr>
            <a:stCxn id="1733" idx="5"/>
            <a:endCxn id="1742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55"/>
          <p:cNvCxnSpPr>
            <a:stCxn id="1744" idx="3"/>
            <a:endCxn id="173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5" name="Google Shape;1745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746" name="Google Shape;1746;p5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5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5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5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5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8" name="Google Shape;1748;p55"/>
          <p:cNvCxnSpPr>
            <a:stCxn id="1747" idx="3"/>
            <a:endCxn id="174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55"/>
          <p:cNvCxnSpPr>
            <a:stCxn id="1732" idx="1"/>
            <a:endCxn id="174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55"/>
          <p:cNvCxnSpPr>
            <a:stCxn id="1747" idx="4"/>
            <a:endCxn id="173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55"/>
          <p:cNvCxnSpPr>
            <a:stCxn id="1747" idx="5"/>
            <a:endCxn id="173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2" name="Google Shape;1752;p5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5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5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5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5" name="Google Shape;1755;p55"/>
          <p:cNvCxnSpPr>
            <a:stCxn id="1752" idx="3"/>
            <a:endCxn id="175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6" name="Google Shape;1756;p55"/>
          <p:cNvCxnSpPr>
            <a:stCxn id="1738" idx="0"/>
            <a:endCxn id="175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7" name="Google Shape;1757;p55"/>
          <p:cNvCxnSpPr>
            <a:stCxn id="1752" idx="5"/>
            <a:endCxn id="175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55"/>
          <p:cNvCxnSpPr>
            <a:stCxn id="1754" idx="2"/>
            <a:endCxn id="175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4" name="Google Shape;1744;p5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9" name="Google Shape;1759;p55"/>
          <p:cNvCxnSpPr>
            <a:stCxn id="1744" idx="0"/>
            <a:endCxn id="175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55"/>
          <p:cNvCxnSpPr>
            <a:stCxn id="1754" idx="3"/>
            <a:endCxn id="173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1" name="Google Shape;1761;p55"/>
          <p:cNvCxnSpPr>
            <a:stCxn id="1754" idx="3"/>
            <a:endCxn id="174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55"/>
          <p:cNvCxnSpPr>
            <a:stCxn id="1752" idx="4"/>
            <a:endCxn id="174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3" name="Google Shape;1733;p5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5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5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3" name="Google Shape;1763;p55"/>
          <p:cNvCxnSpPr>
            <a:stCxn id="1733" idx="3"/>
            <a:endCxn id="1736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55"/>
          <p:cNvCxnSpPr>
            <a:stCxn id="1742" idx="2"/>
            <a:endCxn id="1736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5" name="Google Shape;1765;p5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6" name="Google Shape;1766;p55"/>
          <p:cNvCxnSpPr>
            <a:stCxn id="1765" idx="2"/>
            <a:endCxn id="1736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7" name="Google Shape;1767;p55"/>
          <p:cNvCxnSpPr>
            <a:stCxn id="1765" idx="0"/>
            <a:endCxn id="173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55"/>
          <p:cNvCxnSpPr>
            <a:stCxn id="1769" idx="0"/>
            <a:endCxn id="1735" idx="4"/>
          </p:cNvCxnSpPr>
          <p:nvPr/>
        </p:nvCxnSpPr>
        <p:spPr>
          <a:xfrm flipH="1" rot="10800000">
            <a:off x="5617675" y="2700925"/>
            <a:ext cx="838500" cy="16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9" name="Google Shape;1769;p55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3-connected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770" name="Google Shape;1770;p55"/>
          <p:cNvCxnSpPr>
            <a:stCxn id="1747" idx="6"/>
            <a:endCxn id="1744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1" name="Google Shape;1771;p55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772" name="Google Shape;1772;p5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73" name="Google Shape;1773;p55"/>
            <p:cNvCxnSpPr>
              <a:stCxn id="1772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4" name="Google Shape;1774;p55"/>
            <p:cNvCxnSpPr>
              <a:endCxn id="1772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5" name="Google Shape;1775;p55"/>
            <p:cNvCxnSpPr>
              <a:stCxn id="1772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776" name="Google Shape;1776;p55"/>
          <p:cNvCxnSpPr>
            <a:stCxn id="1769" idx="0"/>
            <a:endCxn id="1733" idx="2"/>
          </p:cNvCxnSpPr>
          <p:nvPr/>
        </p:nvCxnSpPr>
        <p:spPr>
          <a:xfrm flipH="1" rot="10800000">
            <a:off x="5617675" y="3243925"/>
            <a:ext cx="2114400" cy="1153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7" name="Google Shape;1777;p55"/>
          <p:cNvCxnSpPr>
            <a:stCxn id="1769" idx="0"/>
            <a:endCxn id="1744" idx="3"/>
          </p:cNvCxnSpPr>
          <p:nvPr/>
        </p:nvCxnSpPr>
        <p:spPr>
          <a:xfrm flipH="1" rot="10800000">
            <a:off x="5617675" y="1952425"/>
            <a:ext cx="2228400" cy="244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8" name="Google Shape;1778;p55"/>
          <p:cNvCxnSpPr>
            <a:stCxn id="1744" idx="5"/>
            <a:endCxn id="1742" idx="0"/>
          </p:cNvCxnSpPr>
          <p:nvPr/>
        </p:nvCxnSpPr>
        <p:spPr>
          <a:xfrm>
            <a:off x="7967164" y="1952351"/>
            <a:ext cx="645000" cy="149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784" name="Google Shape;1784;p5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5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5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5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8" name="Google Shape;1788;p56"/>
          <p:cNvCxnSpPr>
            <a:stCxn id="1785" idx="3"/>
            <a:endCxn id="1786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9" name="Google Shape;1789;p56"/>
          <p:cNvCxnSpPr>
            <a:stCxn id="1787" idx="1"/>
            <a:endCxn id="1786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0" name="Google Shape;1790;p56"/>
          <p:cNvCxnSpPr>
            <a:stCxn id="1785" idx="4"/>
            <a:endCxn id="178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1" name="Google Shape;1791;p5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5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5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5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5" name="Google Shape;1795;p56"/>
          <p:cNvCxnSpPr>
            <a:stCxn id="1791" idx="3"/>
            <a:endCxn id="179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56"/>
          <p:cNvCxnSpPr>
            <a:stCxn id="1794" idx="0"/>
            <a:endCxn id="179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56"/>
          <p:cNvCxnSpPr>
            <a:stCxn id="1791" idx="5"/>
            <a:endCxn id="179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56"/>
          <p:cNvCxnSpPr>
            <a:stCxn id="1793" idx="2"/>
            <a:endCxn id="179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9" name="Google Shape;1799;p5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0" name="Google Shape;1800;p56"/>
          <p:cNvCxnSpPr>
            <a:stCxn id="1799" idx="0"/>
            <a:endCxn id="179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56"/>
          <p:cNvCxnSpPr>
            <a:stCxn id="1793" idx="3"/>
            <a:endCxn id="179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2" name="Google Shape;1802;p56"/>
          <p:cNvCxnSpPr>
            <a:stCxn id="1793" idx="3"/>
            <a:endCxn id="179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3" name="Google Shape;1803;p56"/>
          <p:cNvCxnSpPr>
            <a:stCxn id="1791" idx="4"/>
            <a:endCxn id="179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5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5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6" name="Google Shape;1806;p56"/>
          <p:cNvCxnSpPr>
            <a:stCxn id="1805" idx="2"/>
            <a:endCxn id="180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7" name="Google Shape;1807;p5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8" name="Google Shape;1808;p56"/>
          <p:cNvCxnSpPr>
            <a:stCxn id="1807" idx="2"/>
            <a:endCxn id="180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9" name="Google Shape;1809;p56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3-connected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810" name="Google Shape;1810;p56"/>
          <p:cNvCxnSpPr>
            <a:stCxn id="1785" idx="6"/>
            <a:endCxn id="179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11" name="Google Shape;1811;p56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812" name="Google Shape;1812;p5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13" name="Google Shape;1813;p56"/>
            <p:cNvCxnSpPr>
              <a:stCxn id="1812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4" name="Google Shape;1814;p56"/>
            <p:cNvCxnSpPr>
              <a:endCxn id="1812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5" name="Google Shape;1815;p56"/>
            <p:cNvCxnSpPr>
              <a:stCxn id="1812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816" name="Google Shape;1816;p56"/>
          <p:cNvCxnSpPr/>
          <p:nvPr/>
        </p:nvCxnSpPr>
        <p:spPr>
          <a:xfrm>
            <a:off x="7967164" y="1952351"/>
            <a:ext cx="645000" cy="149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822" name="Google Shape;1822;p5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k-connected</a:t>
            </a:r>
            <a:r>
              <a:rPr lang="en"/>
              <a:t> if it takes removing </a:t>
            </a:r>
            <a:r>
              <a:rPr i="1" lang="en"/>
              <a:t>k </a:t>
            </a:r>
            <a:r>
              <a:rPr lang="en"/>
              <a:t>nodes to disconnect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5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5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5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6" name="Google Shape;1826;p57"/>
          <p:cNvCxnSpPr>
            <a:stCxn id="1823" idx="3"/>
            <a:endCxn id="182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7" name="Google Shape;1827;p57"/>
          <p:cNvCxnSpPr>
            <a:stCxn id="1825" idx="1"/>
            <a:endCxn id="182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8" name="Google Shape;1828;p57"/>
          <p:cNvCxnSpPr>
            <a:stCxn id="1823" idx="4"/>
            <a:endCxn id="182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9" name="Google Shape;1829;p5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5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5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5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3" name="Google Shape;1833;p57"/>
          <p:cNvCxnSpPr>
            <a:stCxn id="1829" idx="3"/>
            <a:endCxn id="183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4" name="Google Shape;1834;p57"/>
          <p:cNvCxnSpPr>
            <a:stCxn id="1832" idx="0"/>
            <a:endCxn id="183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5" name="Google Shape;1835;p57"/>
          <p:cNvCxnSpPr>
            <a:stCxn id="1829" idx="5"/>
            <a:endCxn id="183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57"/>
          <p:cNvCxnSpPr>
            <a:stCxn id="1831" idx="2"/>
            <a:endCxn id="183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57"/>
          <p:cNvCxnSpPr>
            <a:stCxn id="1831" idx="3"/>
            <a:endCxn id="183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8" name="Google Shape;1838;p5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5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0" name="Google Shape;1840;p57"/>
          <p:cNvCxnSpPr>
            <a:stCxn id="1839" idx="2"/>
            <a:endCxn id="183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1" name="Google Shape;1841;p5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2" name="Google Shape;1842;p57"/>
          <p:cNvCxnSpPr>
            <a:stCxn id="1841" idx="2"/>
            <a:endCxn id="183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3" name="Google Shape;1843;p57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3-connected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844" name="Google Shape;1844;p57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1845" name="Google Shape;1845;p5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46" name="Google Shape;1846;p57"/>
            <p:cNvCxnSpPr>
              <a:stCxn id="184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7" name="Google Shape;1847;p57"/>
            <p:cNvCxnSpPr>
              <a:endCxn id="184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8" name="Google Shape;1848;p57"/>
            <p:cNvCxnSpPr>
              <a:stCxn id="184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854" name="Google Shape;1854;p58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edges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edge-cutset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855" name="Google Shape;1855;p5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856" name="Google Shape;1856;p5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5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0" name="Google Shape;1860;p58"/>
            <p:cNvCxnSpPr>
              <a:stCxn id="1856" idx="3"/>
              <a:endCxn id="1857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1" name="Google Shape;1861;p58"/>
            <p:cNvCxnSpPr>
              <a:stCxn id="1859" idx="1"/>
              <a:endCxn id="1857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2" name="Google Shape;1862;p58"/>
            <p:cNvCxnSpPr>
              <a:stCxn id="1856" idx="4"/>
              <a:endCxn id="1859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3" name="Google Shape;1863;p58"/>
            <p:cNvCxnSpPr>
              <a:stCxn id="1856" idx="5"/>
              <a:endCxn id="1858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4" name="Google Shape;1864;p58"/>
            <p:cNvCxnSpPr>
              <a:stCxn id="1858" idx="2"/>
              <a:endCxn id="1857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65" name="Google Shape;1865;p5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9" name="Google Shape;1869;p58"/>
            <p:cNvCxnSpPr>
              <a:stCxn id="1865" idx="3"/>
              <a:endCxn id="1866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0" name="Google Shape;1870;p58"/>
            <p:cNvCxnSpPr>
              <a:stCxn id="1868" idx="0"/>
              <a:endCxn id="1866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1" name="Google Shape;1871;p58"/>
            <p:cNvCxnSpPr>
              <a:stCxn id="1865" idx="5"/>
              <a:endCxn id="1867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2" name="Google Shape;1872;p58"/>
            <p:cNvCxnSpPr>
              <a:stCxn id="1867" idx="2"/>
              <a:endCxn id="1866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73" name="Google Shape;1873;p5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4" name="Google Shape;1874;p58"/>
            <p:cNvCxnSpPr>
              <a:stCxn id="1873" idx="0"/>
              <a:endCxn id="1866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5" name="Google Shape;1875;p58"/>
            <p:cNvCxnSpPr>
              <a:stCxn id="1867" idx="3"/>
              <a:endCxn id="1868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6" name="Google Shape;1876;p58"/>
            <p:cNvCxnSpPr>
              <a:stCxn id="1867" idx="3"/>
              <a:endCxn id="1873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7" name="Google Shape;1877;p58"/>
            <p:cNvCxnSpPr>
              <a:stCxn id="1865" idx="4"/>
              <a:endCxn id="1873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78" name="Google Shape;1878;p5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82" name="Google Shape;1882;p58"/>
            <p:cNvCxnSpPr>
              <a:stCxn id="1878" idx="3"/>
              <a:endCxn id="1879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3" name="Google Shape;1883;p58"/>
            <p:cNvCxnSpPr>
              <a:stCxn id="1881" idx="0"/>
              <a:endCxn id="1879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4" name="Google Shape;1884;p58"/>
            <p:cNvCxnSpPr>
              <a:stCxn id="1878" idx="5"/>
              <a:endCxn id="1880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5" name="Google Shape;1885;p58"/>
            <p:cNvCxnSpPr>
              <a:stCxn id="1880" idx="2"/>
              <a:endCxn id="1879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6" name="Google Shape;1886;p5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87" name="Google Shape;1887;p58"/>
            <p:cNvCxnSpPr>
              <a:stCxn id="1880" idx="3"/>
              <a:endCxn id="1881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8" name="Google Shape;1888;p58"/>
            <p:cNvCxnSpPr>
              <a:stCxn id="1886" idx="2"/>
              <a:endCxn id="1879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9" name="Google Shape;1889;p58"/>
            <p:cNvCxnSpPr>
              <a:stCxn id="1886" idx="0"/>
              <a:endCxn id="1878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0" name="Google Shape;1890;p58"/>
            <p:cNvCxnSpPr>
              <a:stCxn id="1881" idx="6"/>
              <a:endCxn id="1886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1" name="Google Shape;1891;p58"/>
            <p:cNvCxnSpPr>
              <a:stCxn id="1858" idx="5"/>
              <a:endCxn id="1879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2" name="Google Shape;1892;p58"/>
            <p:cNvCxnSpPr>
              <a:stCxn id="1858" idx="7"/>
              <a:endCxn id="1868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3" name="Google Shape;1893;p58"/>
            <p:cNvCxnSpPr>
              <a:stCxn id="1873" idx="3"/>
              <a:endCxn id="1878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4" name="Google Shape;1894;p58"/>
            <p:cNvCxnSpPr>
              <a:stCxn id="1867" idx="4"/>
              <a:endCxn id="1880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900" name="Google Shape;1900;p59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edges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</a:t>
            </a:r>
            <a:r>
              <a:rPr b="1" lang="en">
                <a:solidFill>
                  <a:srgbClr val="0000FF"/>
                </a:solidFill>
              </a:rPr>
              <a:t>edge-cutset</a:t>
            </a:r>
            <a:r>
              <a:rPr b="1" lang="en">
                <a:solidFill>
                  <a:srgbClr val="FF0000"/>
                </a:solidFill>
              </a:rPr>
              <a:t>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901" name="Google Shape;1901;p59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902" name="Google Shape;1902;p5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06" name="Google Shape;1906;p59"/>
            <p:cNvCxnSpPr>
              <a:stCxn id="1902" idx="3"/>
              <a:endCxn id="190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7" name="Google Shape;1907;p59"/>
            <p:cNvCxnSpPr>
              <a:stCxn id="1905" idx="1"/>
              <a:endCxn id="190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8" name="Google Shape;1908;p59"/>
            <p:cNvCxnSpPr>
              <a:stCxn id="1902" idx="4"/>
              <a:endCxn id="190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9" name="Google Shape;1909;p59"/>
            <p:cNvCxnSpPr>
              <a:stCxn id="1902" idx="5"/>
              <a:endCxn id="190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0" name="Google Shape;1910;p59"/>
            <p:cNvCxnSpPr>
              <a:stCxn id="1904" idx="2"/>
              <a:endCxn id="190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1" name="Google Shape;1911;p5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5" name="Google Shape;1915;p59"/>
            <p:cNvCxnSpPr>
              <a:stCxn id="1911" idx="3"/>
              <a:endCxn id="191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6" name="Google Shape;1916;p59"/>
            <p:cNvCxnSpPr>
              <a:stCxn id="1914" idx="0"/>
              <a:endCxn id="191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7" name="Google Shape;1917;p59"/>
            <p:cNvCxnSpPr>
              <a:stCxn id="1911" idx="5"/>
              <a:endCxn id="191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8" name="Google Shape;1918;p59"/>
            <p:cNvCxnSpPr>
              <a:stCxn id="1913" idx="2"/>
              <a:endCxn id="191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9" name="Google Shape;1919;p5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0" name="Google Shape;1920;p59"/>
            <p:cNvCxnSpPr>
              <a:stCxn id="1919" idx="0"/>
              <a:endCxn id="191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1" name="Google Shape;1921;p59"/>
            <p:cNvCxnSpPr>
              <a:stCxn id="1913" idx="3"/>
              <a:endCxn id="191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2" name="Google Shape;1922;p59"/>
            <p:cNvCxnSpPr>
              <a:stCxn id="1913" idx="3"/>
              <a:endCxn id="191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3" name="Google Shape;1923;p59"/>
            <p:cNvCxnSpPr>
              <a:stCxn id="1911" idx="4"/>
              <a:endCxn id="191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24" name="Google Shape;1924;p5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5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5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8" name="Google Shape;1928;p59"/>
            <p:cNvCxnSpPr>
              <a:stCxn id="1924" idx="3"/>
              <a:endCxn id="192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9" name="Google Shape;1929;p59"/>
            <p:cNvCxnSpPr>
              <a:stCxn id="1927" idx="0"/>
              <a:endCxn id="192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0" name="Google Shape;1930;p59"/>
            <p:cNvCxnSpPr>
              <a:stCxn id="1924" idx="5"/>
              <a:endCxn id="192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1" name="Google Shape;1931;p59"/>
            <p:cNvCxnSpPr>
              <a:stCxn id="1926" idx="2"/>
              <a:endCxn id="192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2" name="Google Shape;1932;p5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3" name="Google Shape;1933;p59"/>
            <p:cNvCxnSpPr>
              <a:stCxn id="1926" idx="3"/>
              <a:endCxn id="192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4" name="Google Shape;1934;p59"/>
            <p:cNvCxnSpPr>
              <a:stCxn id="1932" idx="2"/>
              <a:endCxn id="192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5" name="Google Shape;1935;p59"/>
            <p:cNvCxnSpPr>
              <a:stCxn id="1932" idx="0"/>
              <a:endCxn id="192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6" name="Google Shape;1936;p59"/>
            <p:cNvCxnSpPr>
              <a:stCxn id="1927" idx="6"/>
              <a:endCxn id="193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7" name="Google Shape;1937;p59"/>
            <p:cNvCxnSpPr>
              <a:stCxn id="1904" idx="5"/>
              <a:endCxn id="192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8" name="Google Shape;1938;p59"/>
            <p:cNvCxnSpPr>
              <a:stCxn id="1904" idx="7"/>
              <a:endCxn id="191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9" name="Google Shape;1939;p59"/>
            <p:cNvCxnSpPr>
              <a:stCxn id="1919" idx="3"/>
              <a:endCxn id="192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0" name="Google Shape;1940;p59"/>
            <p:cNvCxnSpPr>
              <a:stCxn id="1913" idx="4"/>
              <a:endCxn id="192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41" name="Google Shape;1941;p59"/>
          <p:cNvSpPr txBox="1"/>
          <p:nvPr/>
        </p:nvSpPr>
        <p:spPr>
          <a:xfrm>
            <a:off x="4879450" y="4108775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|</a:t>
            </a:r>
            <a:r>
              <a:rPr b="1" lang="en">
                <a:solidFill>
                  <a:srgbClr val="0000FF"/>
                </a:solidFill>
              </a:rPr>
              <a:t>Edge-cutset| = 2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947" name="Google Shape;1947;p60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edges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</a:t>
            </a:r>
            <a:r>
              <a:rPr b="1" lang="en">
                <a:solidFill>
                  <a:srgbClr val="0000FF"/>
                </a:solidFill>
              </a:rPr>
              <a:t>edge-cutset</a:t>
            </a:r>
            <a:r>
              <a:rPr b="1" lang="en">
                <a:solidFill>
                  <a:srgbClr val="FF0000"/>
                </a:solidFill>
              </a:rPr>
              <a:t>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948" name="Google Shape;1948;p60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949" name="Google Shape;1949;p60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0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0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0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53" name="Google Shape;1953;p60"/>
            <p:cNvCxnSpPr>
              <a:stCxn id="1949" idx="3"/>
              <a:endCxn id="195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4" name="Google Shape;1954;p60"/>
            <p:cNvCxnSpPr>
              <a:stCxn id="1952" idx="1"/>
              <a:endCxn id="195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5" name="Google Shape;1955;p60"/>
            <p:cNvCxnSpPr>
              <a:stCxn id="1949" idx="4"/>
              <a:endCxn id="195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6" name="Google Shape;1956;p60"/>
            <p:cNvCxnSpPr>
              <a:stCxn id="1949" idx="5"/>
              <a:endCxn id="195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7" name="Google Shape;1957;p60"/>
            <p:cNvCxnSpPr>
              <a:stCxn id="1951" idx="2"/>
              <a:endCxn id="195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58" name="Google Shape;1958;p60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0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0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0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2" name="Google Shape;1962;p60"/>
            <p:cNvCxnSpPr>
              <a:stCxn id="1958" idx="3"/>
              <a:endCxn id="195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3" name="Google Shape;1963;p60"/>
            <p:cNvCxnSpPr>
              <a:stCxn id="1961" idx="0"/>
              <a:endCxn id="195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4" name="Google Shape;1964;p60"/>
            <p:cNvCxnSpPr>
              <a:stCxn id="1958" idx="5"/>
              <a:endCxn id="196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5" name="Google Shape;1965;p60"/>
            <p:cNvCxnSpPr>
              <a:stCxn id="1960" idx="2"/>
              <a:endCxn id="195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6" name="Google Shape;1966;p60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7" name="Google Shape;1967;p60"/>
            <p:cNvCxnSpPr>
              <a:stCxn id="1966" idx="0"/>
              <a:endCxn id="195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8" name="Google Shape;1968;p60"/>
            <p:cNvCxnSpPr>
              <a:stCxn id="1960" idx="3"/>
              <a:endCxn id="196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9" name="Google Shape;1969;p60"/>
            <p:cNvCxnSpPr>
              <a:stCxn id="1960" idx="3"/>
              <a:endCxn id="196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0" name="Google Shape;1970;p60"/>
            <p:cNvCxnSpPr>
              <a:stCxn id="1958" idx="4"/>
              <a:endCxn id="196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1" name="Google Shape;1971;p60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0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0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75" name="Google Shape;1975;p60"/>
            <p:cNvCxnSpPr>
              <a:stCxn id="1971" idx="3"/>
              <a:endCxn id="197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6" name="Google Shape;1976;p60"/>
            <p:cNvCxnSpPr>
              <a:stCxn id="1974" idx="0"/>
              <a:endCxn id="1972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7" name="Google Shape;1977;p60"/>
            <p:cNvCxnSpPr>
              <a:stCxn id="1971" idx="5"/>
              <a:endCxn id="197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8" name="Google Shape;1978;p60"/>
            <p:cNvCxnSpPr>
              <a:stCxn id="1973" idx="2"/>
              <a:endCxn id="197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9" name="Google Shape;1979;p60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0" name="Google Shape;1980;p60"/>
            <p:cNvCxnSpPr>
              <a:stCxn id="1973" idx="3"/>
              <a:endCxn id="1974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1" name="Google Shape;1981;p60"/>
            <p:cNvCxnSpPr>
              <a:stCxn id="1979" idx="2"/>
              <a:endCxn id="197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2" name="Google Shape;1982;p60"/>
            <p:cNvCxnSpPr>
              <a:stCxn id="1979" idx="0"/>
              <a:endCxn id="197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3" name="Google Shape;1983;p60"/>
            <p:cNvCxnSpPr>
              <a:stCxn id="1974" idx="6"/>
              <a:endCxn id="1979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4" name="Google Shape;1984;p60"/>
            <p:cNvCxnSpPr>
              <a:stCxn id="1966" idx="3"/>
              <a:endCxn id="197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5" name="Google Shape;1985;p60"/>
            <p:cNvCxnSpPr>
              <a:stCxn id="1960" idx="4"/>
              <a:endCxn id="197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86" name="Google Shape;1986;p60"/>
          <p:cNvSpPr txBox="1"/>
          <p:nvPr/>
        </p:nvSpPr>
        <p:spPr>
          <a:xfrm>
            <a:off x="4879450" y="4108775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|Edge-cutset| = 2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987" name="Google Shape;1987;p60"/>
          <p:cNvSpPr txBox="1"/>
          <p:nvPr/>
        </p:nvSpPr>
        <p:spPr>
          <a:xfrm>
            <a:off x="4879450" y="1004700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Disconnected!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1993" name="Google Shape;1993;p61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</a:t>
            </a:r>
            <a:r>
              <a:rPr b="1" lang="en"/>
              <a:t>node</a:t>
            </a:r>
            <a:r>
              <a:rPr b="1" lang="en"/>
              <a:t>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node</a:t>
            </a:r>
            <a:r>
              <a:rPr b="1" lang="en"/>
              <a:t>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</a:t>
            </a:r>
            <a:r>
              <a:rPr b="1" lang="en">
                <a:solidFill>
                  <a:srgbClr val="0000FF"/>
                </a:solidFill>
              </a:rPr>
              <a:t>node-cutset</a:t>
            </a:r>
            <a:r>
              <a:rPr b="1" lang="en">
                <a:solidFill>
                  <a:srgbClr val="FF0000"/>
                </a:solidFill>
              </a:rPr>
              <a:t>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994" name="Google Shape;1994;p61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995" name="Google Shape;1995;p6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1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99" name="Google Shape;1999;p61"/>
            <p:cNvCxnSpPr>
              <a:stCxn id="1995" idx="3"/>
              <a:endCxn id="199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0" name="Google Shape;2000;p61"/>
            <p:cNvCxnSpPr>
              <a:stCxn id="1998" idx="1"/>
              <a:endCxn id="199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1" name="Google Shape;2001;p61"/>
            <p:cNvCxnSpPr>
              <a:stCxn id="1995" idx="4"/>
              <a:endCxn id="199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2" name="Google Shape;2002;p61"/>
            <p:cNvCxnSpPr>
              <a:stCxn id="1995" idx="5"/>
              <a:endCxn id="199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3" name="Google Shape;2003;p61"/>
            <p:cNvCxnSpPr>
              <a:stCxn id="1997" idx="2"/>
              <a:endCxn id="199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4" name="Google Shape;2004;p6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8" name="Google Shape;2008;p61"/>
            <p:cNvCxnSpPr>
              <a:stCxn id="2004" idx="3"/>
              <a:endCxn id="200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9" name="Google Shape;2009;p61"/>
            <p:cNvCxnSpPr>
              <a:stCxn id="2007" idx="0"/>
              <a:endCxn id="200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0" name="Google Shape;2010;p61"/>
            <p:cNvCxnSpPr>
              <a:stCxn id="2004" idx="5"/>
              <a:endCxn id="200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1" name="Google Shape;2011;p61"/>
            <p:cNvCxnSpPr>
              <a:stCxn id="2006" idx="2"/>
              <a:endCxn id="200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2" name="Google Shape;2012;p6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13" name="Google Shape;2013;p61"/>
            <p:cNvCxnSpPr>
              <a:stCxn id="2012" idx="0"/>
              <a:endCxn id="200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4" name="Google Shape;2014;p61"/>
            <p:cNvCxnSpPr>
              <a:stCxn id="2006" idx="3"/>
              <a:endCxn id="200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5" name="Google Shape;2015;p61"/>
            <p:cNvCxnSpPr>
              <a:stCxn id="2006" idx="3"/>
              <a:endCxn id="201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6" name="Google Shape;2016;p61"/>
            <p:cNvCxnSpPr>
              <a:stCxn id="2004" idx="4"/>
              <a:endCxn id="201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7" name="Google Shape;2017;p6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1" name="Google Shape;2021;p61"/>
            <p:cNvCxnSpPr>
              <a:stCxn id="2017" idx="3"/>
              <a:endCxn id="201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2" name="Google Shape;2022;p61"/>
            <p:cNvCxnSpPr>
              <a:stCxn id="2020" idx="0"/>
              <a:endCxn id="201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3" name="Google Shape;2023;p61"/>
            <p:cNvCxnSpPr>
              <a:stCxn id="2017" idx="5"/>
              <a:endCxn id="201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4" name="Google Shape;2024;p61"/>
            <p:cNvCxnSpPr>
              <a:stCxn id="2019" idx="2"/>
              <a:endCxn id="201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5" name="Google Shape;2025;p6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6" name="Google Shape;2026;p61"/>
            <p:cNvCxnSpPr>
              <a:stCxn id="2019" idx="3"/>
              <a:endCxn id="202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7" name="Google Shape;2027;p61"/>
            <p:cNvCxnSpPr>
              <a:stCxn id="2025" idx="2"/>
              <a:endCxn id="201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61"/>
            <p:cNvCxnSpPr>
              <a:stCxn id="2025" idx="0"/>
              <a:endCxn id="201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9" name="Google Shape;2029;p61"/>
            <p:cNvCxnSpPr>
              <a:stCxn id="2020" idx="6"/>
              <a:endCxn id="202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0" name="Google Shape;2030;p61"/>
            <p:cNvCxnSpPr>
              <a:stCxn id="1997" idx="5"/>
              <a:endCxn id="2018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1" name="Google Shape;2031;p61"/>
            <p:cNvCxnSpPr>
              <a:stCxn id="1997" idx="7"/>
              <a:endCxn id="2007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2" name="Google Shape;2032;p61"/>
            <p:cNvCxnSpPr>
              <a:stCxn id="2012" idx="3"/>
              <a:endCxn id="201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3" name="Google Shape;2033;p61"/>
            <p:cNvCxnSpPr>
              <a:stCxn id="2006" idx="4"/>
              <a:endCxn id="201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039" name="Google Shape;2039;p62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node-cutset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nodes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</a:t>
            </a:r>
            <a:r>
              <a:rPr b="1" lang="en">
                <a:solidFill>
                  <a:srgbClr val="0000FF"/>
                </a:solidFill>
              </a:rPr>
              <a:t>node-cutset</a:t>
            </a:r>
            <a:r>
              <a:rPr b="1" lang="en">
                <a:solidFill>
                  <a:srgbClr val="FF0000"/>
                </a:solidFill>
              </a:rPr>
              <a:t>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040" name="Google Shape;2040;p62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041" name="Google Shape;2041;p6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5" name="Google Shape;2045;p62"/>
            <p:cNvCxnSpPr>
              <a:stCxn id="2041" idx="3"/>
              <a:endCxn id="204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6" name="Google Shape;2046;p62"/>
            <p:cNvCxnSpPr>
              <a:stCxn id="2044" idx="1"/>
              <a:endCxn id="204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7" name="Google Shape;2047;p62"/>
            <p:cNvCxnSpPr>
              <a:stCxn id="2041" idx="4"/>
              <a:endCxn id="204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8" name="Google Shape;2048;p62"/>
            <p:cNvCxnSpPr>
              <a:stCxn id="2041" idx="5"/>
              <a:endCxn id="204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9" name="Google Shape;2049;p62"/>
            <p:cNvCxnSpPr>
              <a:stCxn id="2043" idx="2"/>
              <a:endCxn id="204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0" name="Google Shape;2050;p6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54" name="Google Shape;2054;p62"/>
            <p:cNvCxnSpPr>
              <a:stCxn id="2050" idx="3"/>
              <a:endCxn id="205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5" name="Google Shape;2055;p62"/>
            <p:cNvCxnSpPr>
              <a:stCxn id="2053" idx="0"/>
              <a:endCxn id="205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6" name="Google Shape;2056;p62"/>
            <p:cNvCxnSpPr>
              <a:stCxn id="2050" idx="5"/>
              <a:endCxn id="205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7" name="Google Shape;2057;p62"/>
            <p:cNvCxnSpPr>
              <a:stCxn id="2052" idx="2"/>
              <a:endCxn id="205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8" name="Google Shape;2058;p6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59" name="Google Shape;2059;p62"/>
            <p:cNvCxnSpPr>
              <a:stCxn id="2058" idx="0"/>
              <a:endCxn id="205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0" name="Google Shape;2060;p62"/>
            <p:cNvCxnSpPr>
              <a:stCxn id="2052" idx="3"/>
              <a:endCxn id="205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1" name="Google Shape;2061;p62"/>
            <p:cNvCxnSpPr>
              <a:stCxn id="2052" idx="3"/>
              <a:endCxn id="205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2" name="Google Shape;2062;p62"/>
            <p:cNvCxnSpPr>
              <a:stCxn id="2050" idx="4"/>
              <a:endCxn id="205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3" name="Google Shape;2063;p6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7" name="Google Shape;2067;p62"/>
            <p:cNvCxnSpPr>
              <a:stCxn id="2063" idx="3"/>
              <a:endCxn id="206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8" name="Google Shape;2068;p62"/>
            <p:cNvCxnSpPr>
              <a:stCxn id="2066" idx="0"/>
              <a:endCxn id="206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9" name="Google Shape;2069;p62"/>
            <p:cNvCxnSpPr>
              <a:stCxn id="2063" idx="5"/>
              <a:endCxn id="206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0" name="Google Shape;2070;p62"/>
            <p:cNvCxnSpPr>
              <a:stCxn id="2065" idx="2"/>
              <a:endCxn id="206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1" name="Google Shape;2071;p6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72" name="Google Shape;2072;p62"/>
            <p:cNvCxnSpPr>
              <a:stCxn id="2065" idx="3"/>
              <a:endCxn id="206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3" name="Google Shape;2073;p62"/>
            <p:cNvCxnSpPr>
              <a:stCxn id="2071" idx="2"/>
              <a:endCxn id="206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4" name="Google Shape;2074;p62"/>
            <p:cNvCxnSpPr>
              <a:stCxn id="2071" idx="0"/>
              <a:endCxn id="206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5" name="Google Shape;2075;p62"/>
            <p:cNvCxnSpPr>
              <a:stCxn id="2066" idx="6"/>
              <a:endCxn id="207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6" name="Google Shape;2076;p62"/>
            <p:cNvCxnSpPr>
              <a:stCxn id="2043" idx="5"/>
              <a:endCxn id="206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7" name="Google Shape;2077;p62"/>
            <p:cNvCxnSpPr>
              <a:stCxn id="2043" idx="7"/>
              <a:endCxn id="205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8" name="Google Shape;2078;p62"/>
            <p:cNvCxnSpPr>
              <a:stCxn id="2058" idx="3"/>
              <a:endCxn id="206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9" name="Google Shape;2079;p62"/>
            <p:cNvCxnSpPr>
              <a:stCxn id="2052" idx="4"/>
              <a:endCxn id="206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80" name="Google Shape;2080;p62"/>
          <p:cNvSpPr txBox="1"/>
          <p:nvPr/>
        </p:nvSpPr>
        <p:spPr>
          <a:xfrm>
            <a:off x="4879450" y="4108775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|node</a:t>
            </a:r>
            <a:r>
              <a:rPr b="1" lang="en">
                <a:solidFill>
                  <a:srgbClr val="0000FF"/>
                </a:solidFill>
              </a:rPr>
              <a:t>-cutset| = 1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086" name="Google Shape;2086;p63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or nodes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node-cutset </a:t>
            </a:r>
            <a:r>
              <a:rPr lang="en"/>
              <a:t>is the </a:t>
            </a:r>
            <a:r>
              <a:rPr b="1" lang="en"/>
              <a:t>minimum</a:t>
            </a:r>
            <a:r>
              <a:rPr lang="en"/>
              <a:t> number of </a:t>
            </a:r>
            <a:r>
              <a:rPr b="1" lang="en"/>
              <a:t>nodes</a:t>
            </a:r>
            <a:r>
              <a:rPr lang="en"/>
              <a:t> required to </a:t>
            </a:r>
            <a:r>
              <a:rPr b="1" lang="en"/>
              <a:t>disconnect</a:t>
            </a:r>
            <a:r>
              <a:rPr lang="en"/>
              <a:t> a graph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What’s the </a:t>
            </a:r>
            <a:r>
              <a:rPr b="1" lang="en">
                <a:solidFill>
                  <a:srgbClr val="0000FF"/>
                </a:solidFill>
              </a:rPr>
              <a:t>node-cutset</a:t>
            </a:r>
            <a:r>
              <a:rPr b="1" lang="en">
                <a:solidFill>
                  <a:srgbClr val="FF0000"/>
                </a:solidFill>
              </a:rPr>
              <a:t> of the graph on the right?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087" name="Google Shape;2087;p6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088" name="Google Shape;2088;p6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1" name="Google Shape;2091;p63"/>
            <p:cNvCxnSpPr>
              <a:stCxn id="2088" idx="3"/>
              <a:endCxn id="2089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2" name="Google Shape;2092;p63"/>
            <p:cNvCxnSpPr>
              <a:stCxn id="2090" idx="1"/>
              <a:endCxn id="2089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3" name="Google Shape;2093;p63"/>
            <p:cNvCxnSpPr>
              <a:stCxn id="2088" idx="4"/>
              <a:endCxn id="209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4" name="Google Shape;2094;p6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8" name="Google Shape;2098;p63"/>
            <p:cNvCxnSpPr>
              <a:stCxn id="2094" idx="3"/>
              <a:endCxn id="209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9" name="Google Shape;2099;p63"/>
            <p:cNvCxnSpPr>
              <a:stCxn id="2097" idx="0"/>
              <a:endCxn id="209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0" name="Google Shape;2100;p63"/>
            <p:cNvCxnSpPr>
              <a:stCxn id="2094" idx="5"/>
              <a:endCxn id="209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1" name="Google Shape;2101;p63"/>
            <p:cNvCxnSpPr>
              <a:stCxn id="2096" idx="2"/>
              <a:endCxn id="209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2" name="Google Shape;2102;p6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03" name="Google Shape;2103;p63"/>
            <p:cNvCxnSpPr>
              <a:stCxn id="2102" idx="0"/>
              <a:endCxn id="209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4" name="Google Shape;2104;p63"/>
            <p:cNvCxnSpPr>
              <a:stCxn id="2096" idx="3"/>
              <a:endCxn id="209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5" name="Google Shape;2105;p63"/>
            <p:cNvCxnSpPr>
              <a:stCxn id="2096" idx="3"/>
              <a:endCxn id="210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6" name="Google Shape;2106;p63"/>
            <p:cNvCxnSpPr>
              <a:stCxn id="2094" idx="4"/>
              <a:endCxn id="210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7" name="Google Shape;2107;p6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11" name="Google Shape;2111;p63"/>
            <p:cNvCxnSpPr>
              <a:stCxn id="2107" idx="3"/>
              <a:endCxn id="210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2" name="Google Shape;2112;p63"/>
            <p:cNvCxnSpPr>
              <a:stCxn id="2110" idx="0"/>
              <a:endCxn id="210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3" name="Google Shape;2113;p63"/>
            <p:cNvCxnSpPr>
              <a:stCxn id="2107" idx="5"/>
              <a:endCxn id="210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4" name="Google Shape;2114;p63"/>
            <p:cNvCxnSpPr>
              <a:stCxn id="2109" idx="2"/>
              <a:endCxn id="210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5" name="Google Shape;2115;p6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16" name="Google Shape;2116;p63"/>
            <p:cNvCxnSpPr>
              <a:stCxn id="2109" idx="3"/>
              <a:endCxn id="211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7" name="Google Shape;2117;p63"/>
            <p:cNvCxnSpPr>
              <a:stCxn id="2115" idx="2"/>
              <a:endCxn id="210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8" name="Google Shape;2118;p63"/>
            <p:cNvCxnSpPr>
              <a:stCxn id="2115" idx="0"/>
              <a:endCxn id="210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9" name="Google Shape;2119;p63"/>
            <p:cNvCxnSpPr>
              <a:stCxn id="2110" idx="6"/>
              <a:endCxn id="211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0" name="Google Shape;2120;p63"/>
            <p:cNvCxnSpPr>
              <a:stCxn id="2102" idx="3"/>
              <a:endCxn id="210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1" name="Google Shape;2121;p63"/>
            <p:cNvCxnSpPr>
              <a:stCxn id="2096" idx="4"/>
              <a:endCxn id="210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22" name="Google Shape;2122;p63"/>
          <p:cNvSpPr txBox="1"/>
          <p:nvPr/>
        </p:nvSpPr>
        <p:spPr>
          <a:xfrm>
            <a:off x="4879450" y="4108775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|node-cutset| = 1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123" name="Google Shape;2123;p63"/>
          <p:cNvSpPr txBox="1"/>
          <p:nvPr/>
        </p:nvSpPr>
        <p:spPr>
          <a:xfrm>
            <a:off x="4879450" y="1004700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Disconnected!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 (for node pairs)</a:t>
            </a:r>
            <a:endParaRPr/>
          </a:p>
        </p:txBody>
      </p:sp>
      <p:sp>
        <p:nvSpPr>
          <p:cNvPr id="2129" name="Google Shape;2129;p64"/>
          <p:cNvSpPr txBox="1"/>
          <p:nvPr>
            <p:ph idx="1" type="body"/>
          </p:nvPr>
        </p:nvSpPr>
        <p:spPr>
          <a:xfrm>
            <a:off x="311700" y="1225225"/>
            <a:ext cx="43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For any pair of non-adjacent nodes, u and v: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The UV node cutset is the number of nodes that would have to be removed for them to be disconnected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64"/>
          <p:cNvSpPr/>
          <p:nvPr/>
        </p:nvSpPr>
        <p:spPr>
          <a:xfrm>
            <a:off x="5554499" y="1279288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31" name="Google Shape;2131;p64"/>
          <p:cNvSpPr/>
          <p:nvPr/>
        </p:nvSpPr>
        <p:spPr>
          <a:xfrm>
            <a:off x="8311952" y="1283823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32" name="Google Shape;2132;p64"/>
          <p:cNvSpPr/>
          <p:nvPr/>
        </p:nvSpPr>
        <p:spPr>
          <a:xfrm>
            <a:off x="6885322" y="127928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3" name="Google Shape;2133;p64"/>
          <p:cNvCxnSpPr>
            <a:stCxn id="2130" idx="6"/>
            <a:endCxn id="2132" idx="2"/>
          </p:cNvCxnSpPr>
          <p:nvPr/>
        </p:nvCxnSpPr>
        <p:spPr>
          <a:xfrm>
            <a:off x="5963099" y="1474288"/>
            <a:ext cx="92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64"/>
          <p:cNvCxnSpPr>
            <a:stCxn id="2132" idx="6"/>
            <a:endCxn id="2131" idx="2"/>
          </p:cNvCxnSpPr>
          <p:nvPr/>
        </p:nvCxnSpPr>
        <p:spPr>
          <a:xfrm>
            <a:off x="7293922" y="1474288"/>
            <a:ext cx="10179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5" name="Google Shape;2135;p64"/>
          <p:cNvSpPr/>
          <p:nvPr/>
        </p:nvSpPr>
        <p:spPr>
          <a:xfrm>
            <a:off x="5554474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36" name="Google Shape;2136;p64"/>
          <p:cNvSpPr/>
          <p:nvPr/>
        </p:nvSpPr>
        <p:spPr>
          <a:xfrm>
            <a:off x="8311927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37" name="Google Shape;2137;p64"/>
          <p:cNvSpPr/>
          <p:nvPr/>
        </p:nvSpPr>
        <p:spPr>
          <a:xfrm>
            <a:off x="6933200" y="267187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8" name="Google Shape;2138;p64"/>
          <p:cNvCxnSpPr>
            <a:stCxn id="2135" idx="6"/>
            <a:endCxn id="2137" idx="2"/>
          </p:cNvCxnSpPr>
          <p:nvPr/>
        </p:nvCxnSpPr>
        <p:spPr>
          <a:xfrm>
            <a:off x="5963074" y="2561757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64"/>
          <p:cNvCxnSpPr>
            <a:stCxn id="2137" idx="6"/>
            <a:endCxn id="2136" idx="2"/>
          </p:cNvCxnSpPr>
          <p:nvPr/>
        </p:nvCxnSpPr>
        <p:spPr>
          <a:xfrm flipH="1" rot="10800000">
            <a:off x="7341800" y="2561778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0" name="Google Shape;2140;p64"/>
          <p:cNvSpPr/>
          <p:nvPr/>
        </p:nvSpPr>
        <p:spPr>
          <a:xfrm>
            <a:off x="6933189" y="2074227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1" name="Google Shape;2141;p64"/>
          <p:cNvCxnSpPr>
            <a:stCxn id="2135" idx="6"/>
            <a:endCxn id="2140" idx="2"/>
          </p:cNvCxnSpPr>
          <p:nvPr/>
        </p:nvCxnSpPr>
        <p:spPr>
          <a:xfrm flipH="1" rot="10800000">
            <a:off x="5963074" y="226925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2" name="Google Shape;2142;p64"/>
          <p:cNvCxnSpPr>
            <a:stCxn id="2140" idx="6"/>
            <a:endCxn id="2136" idx="2"/>
          </p:cNvCxnSpPr>
          <p:nvPr/>
        </p:nvCxnSpPr>
        <p:spPr>
          <a:xfrm>
            <a:off x="7341789" y="226922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3" name="Google Shape;2143;p64"/>
          <p:cNvSpPr/>
          <p:nvPr/>
        </p:nvSpPr>
        <p:spPr>
          <a:xfrm>
            <a:off x="5554498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44" name="Google Shape;2144;p64"/>
          <p:cNvSpPr/>
          <p:nvPr/>
        </p:nvSpPr>
        <p:spPr>
          <a:xfrm>
            <a:off x="8311951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45" name="Google Shape;2145;p64"/>
          <p:cNvSpPr/>
          <p:nvPr/>
        </p:nvSpPr>
        <p:spPr>
          <a:xfrm>
            <a:off x="6933224" y="4347729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6" name="Google Shape;2146;p64"/>
          <p:cNvCxnSpPr>
            <a:stCxn id="2143" idx="6"/>
            <a:endCxn id="2145" idx="2"/>
          </p:cNvCxnSpPr>
          <p:nvPr/>
        </p:nvCxnSpPr>
        <p:spPr>
          <a:xfrm>
            <a:off x="5963098" y="407855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7" name="Google Shape;2147;p64"/>
          <p:cNvCxnSpPr>
            <a:stCxn id="2145" idx="6"/>
            <a:endCxn id="2144" idx="2"/>
          </p:cNvCxnSpPr>
          <p:nvPr/>
        </p:nvCxnSpPr>
        <p:spPr>
          <a:xfrm flipH="1" rot="10800000">
            <a:off x="7341824" y="407862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8" name="Google Shape;2148;p64"/>
          <p:cNvSpPr/>
          <p:nvPr/>
        </p:nvSpPr>
        <p:spPr>
          <a:xfrm>
            <a:off x="6933190" y="3400236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9" name="Google Shape;2149;p64"/>
          <p:cNvCxnSpPr>
            <a:stCxn id="2143" idx="6"/>
            <a:endCxn id="2148" idx="2"/>
          </p:cNvCxnSpPr>
          <p:nvPr/>
        </p:nvCxnSpPr>
        <p:spPr>
          <a:xfrm flipH="1" rot="10800000">
            <a:off x="5963098" y="3595259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0" name="Google Shape;2150;p64"/>
          <p:cNvCxnSpPr>
            <a:stCxn id="2148" idx="6"/>
            <a:endCxn id="2144" idx="2"/>
          </p:cNvCxnSpPr>
          <p:nvPr/>
        </p:nvCxnSpPr>
        <p:spPr>
          <a:xfrm>
            <a:off x="7341790" y="3595236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1" name="Google Shape;2151;p64"/>
          <p:cNvSpPr txBox="1"/>
          <p:nvPr/>
        </p:nvSpPr>
        <p:spPr>
          <a:xfrm>
            <a:off x="6248250" y="166645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2" name="Google Shape;2152;p64"/>
          <p:cNvSpPr txBox="1"/>
          <p:nvPr/>
        </p:nvSpPr>
        <p:spPr>
          <a:xfrm>
            <a:off x="6296150" y="305540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3" name="Google Shape;2153;p64"/>
          <p:cNvSpPr/>
          <p:nvPr/>
        </p:nvSpPr>
        <p:spPr>
          <a:xfrm>
            <a:off x="6933228" y="3873973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64"/>
          <p:cNvSpPr txBox="1"/>
          <p:nvPr/>
        </p:nvSpPr>
        <p:spPr>
          <a:xfrm>
            <a:off x="6296150" y="4722713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3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55" name="Google Shape;2155;p64"/>
          <p:cNvCxnSpPr>
            <a:stCxn id="2143" idx="6"/>
            <a:endCxn id="2153" idx="2"/>
          </p:cNvCxnSpPr>
          <p:nvPr/>
        </p:nvCxnSpPr>
        <p:spPr>
          <a:xfrm flipH="1" rot="10800000">
            <a:off x="5963098" y="4068959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6" name="Google Shape;2156;p64"/>
          <p:cNvCxnSpPr>
            <a:stCxn id="2153" idx="6"/>
            <a:endCxn id="2144" idx="2"/>
          </p:cNvCxnSpPr>
          <p:nvPr/>
        </p:nvCxnSpPr>
        <p:spPr>
          <a:xfrm>
            <a:off x="7341828" y="4068973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162" name="Google Shape;2162;p65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6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6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6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6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7" name="Google Shape;2167;p65"/>
          <p:cNvCxnSpPr>
            <a:stCxn id="2163" idx="3"/>
            <a:endCxn id="216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8" name="Google Shape;2168;p65"/>
          <p:cNvCxnSpPr>
            <a:stCxn id="2166" idx="1"/>
            <a:endCxn id="216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65"/>
          <p:cNvCxnSpPr>
            <a:stCxn id="2163" idx="4"/>
            <a:endCxn id="216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65"/>
          <p:cNvCxnSpPr>
            <a:stCxn id="2163" idx="5"/>
            <a:endCxn id="216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65"/>
          <p:cNvCxnSpPr>
            <a:stCxn id="2165" idx="2"/>
            <a:endCxn id="216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6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6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6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6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6" name="Google Shape;2176;p65"/>
          <p:cNvCxnSpPr>
            <a:stCxn id="2172" idx="3"/>
            <a:endCxn id="217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7" name="Google Shape;2177;p65"/>
          <p:cNvCxnSpPr>
            <a:stCxn id="2175" idx="0"/>
            <a:endCxn id="217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8" name="Google Shape;2178;p65"/>
          <p:cNvCxnSpPr>
            <a:stCxn id="2172" idx="5"/>
            <a:endCxn id="217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9" name="Google Shape;2179;p65"/>
          <p:cNvCxnSpPr>
            <a:stCxn id="2174" idx="2"/>
            <a:endCxn id="217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0" name="Google Shape;2180;p6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1" name="Google Shape;2181;p65"/>
          <p:cNvCxnSpPr>
            <a:stCxn id="2180" idx="0"/>
            <a:endCxn id="217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65"/>
          <p:cNvCxnSpPr>
            <a:stCxn id="2174" idx="3"/>
            <a:endCxn id="217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65"/>
          <p:cNvCxnSpPr>
            <a:stCxn id="2174" idx="3"/>
            <a:endCxn id="218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4" name="Google Shape;2184;p65"/>
          <p:cNvCxnSpPr>
            <a:stCxn id="2172" idx="4"/>
            <a:endCxn id="218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5" name="Google Shape;2185;p6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6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6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8" name="Google Shape;2188;p65"/>
          <p:cNvCxnSpPr>
            <a:stCxn id="2185" idx="3"/>
            <a:endCxn id="2186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9" name="Google Shape;2189;p65"/>
          <p:cNvCxnSpPr>
            <a:stCxn id="2185" idx="5"/>
            <a:endCxn id="2187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65"/>
          <p:cNvCxnSpPr>
            <a:stCxn id="2187" idx="2"/>
            <a:endCxn id="2186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1" name="Google Shape;2191;p6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2" name="Google Shape;2192;p65"/>
          <p:cNvCxnSpPr>
            <a:stCxn id="2191" idx="2"/>
            <a:endCxn id="2186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3" name="Google Shape;2193;p65"/>
          <p:cNvCxnSpPr>
            <a:stCxn id="2191" idx="0"/>
            <a:endCxn id="2185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4" name="Google Shape;2194;p65"/>
          <p:cNvCxnSpPr>
            <a:stCxn id="2165" idx="5"/>
            <a:endCxn id="2186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5" name="Google Shape;2195;p65"/>
          <p:cNvCxnSpPr>
            <a:stCxn id="2165" idx="7"/>
            <a:endCxn id="217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6" name="Google Shape;2196;p65"/>
          <p:cNvCxnSpPr>
            <a:stCxn id="2180" idx="3"/>
            <a:endCxn id="2185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65"/>
          <p:cNvCxnSpPr>
            <a:stCxn id="2174" idx="4"/>
            <a:endCxn id="2187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65"/>
          <p:cNvCxnSpPr>
            <a:stCxn id="2163" idx="6"/>
            <a:endCxn id="2180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65"/>
          <p:cNvCxnSpPr>
            <a:stCxn id="2166" idx="6"/>
            <a:endCxn id="2185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00" name="Google Shape;2200;p65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201" name="Google Shape;2201;p6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02" name="Google Shape;2202;p65"/>
            <p:cNvCxnSpPr>
              <a:stCxn id="2201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3" name="Google Shape;2203;p65"/>
            <p:cNvCxnSpPr>
              <a:endCxn id="2201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4" name="Google Shape;2204;p65"/>
            <p:cNvCxnSpPr>
              <a:stCxn id="2201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05" name="Google Shape;2205;p65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graph on the right is three-connected!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(removing the three </a:t>
            </a:r>
            <a:r>
              <a:rPr b="1" lang="en">
                <a:solidFill>
                  <a:srgbClr val="FF0000"/>
                </a:solidFill>
              </a:rPr>
              <a:t>red </a:t>
            </a:r>
            <a:r>
              <a:rPr b="1" lang="en"/>
              <a:t>nodes disconnects the graph)</a:t>
            </a:r>
            <a:endParaRPr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211" name="Google Shape;2211;p6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6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6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6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5" name="Google Shape;2215;p66"/>
          <p:cNvCxnSpPr>
            <a:stCxn id="2211" idx="3"/>
            <a:endCxn id="221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6" name="Google Shape;2216;p66"/>
          <p:cNvCxnSpPr>
            <a:stCxn id="2214" idx="1"/>
            <a:endCxn id="221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66"/>
          <p:cNvCxnSpPr>
            <a:stCxn id="2211" idx="4"/>
            <a:endCxn id="221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8" name="Google Shape;2218;p66"/>
          <p:cNvCxnSpPr>
            <a:stCxn id="2211" idx="5"/>
            <a:endCxn id="221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66"/>
          <p:cNvCxnSpPr>
            <a:stCxn id="2213" idx="2"/>
            <a:endCxn id="221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0" name="Google Shape;2220;p6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6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6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6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4" name="Google Shape;2224;p66"/>
          <p:cNvCxnSpPr>
            <a:stCxn id="2220" idx="3"/>
            <a:endCxn id="222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5" name="Google Shape;2225;p66"/>
          <p:cNvCxnSpPr>
            <a:stCxn id="2223" idx="0"/>
            <a:endCxn id="222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66"/>
          <p:cNvCxnSpPr>
            <a:stCxn id="2220" idx="5"/>
            <a:endCxn id="222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7" name="Google Shape;2227;p66"/>
          <p:cNvCxnSpPr>
            <a:stCxn id="2222" idx="2"/>
            <a:endCxn id="222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8" name="Google Shape;2228;p6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9" name="Google Shape;2229;p66"/>
          <p:cNvCxnSpPr>
            <a:stCxn id="2228" idx="0"/>
            <a:endCxn id="222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66"/>
          <p:cNvCxnSpPr>
            <a:stCxn id="2222" idx="3"/>
            <a:endCxn id="222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66"/>
          <p:cNvCxnSpPr>
            <a:stCxn id="2222" idx="3"/>
            <a:endCxn id="222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2" name="Google Shape;2232;p66"/>
          <p:cNvCxnSpPr>
            <a:stCxn id="2220" idx="4"/>
            <a:endCxn id="222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6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6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6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6" name="Google Shape;2236;p66"/>
          <p:cNvCxnSpPr>
            <a:stCxn id="2233" idx="3"/>
            <a:endCxn id="223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7" name="Google Shape;2237;p66"/>
          <p:cNvCxnSpPr>
            <a:stCxn id="2233" idx="5"/>
            <a:endCxn id="223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8" name="Google Shape;2238;p66"/>
          <p:cNvCxnSpPr>
            <a:stCxn id="2235" idx="2"/>
            <a:endCxn id="223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9" name="Google Shape;2239;p6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0" name="Google Shape;2240;p66"/>
          <p:cNvCxnSpPr>
            <a:stCxn id="2239" idx="2"/>
            <a:endCxn id="223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66"/>
          <p:cNvCxnSpPr>
            <a:stCxn id="2239" idx="0"/>
            <a:endCxn id="223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2" name="Google Shape;2242;p66"/>
          <p:cNvCxnSpPr>
            <a:stCxn id="2213" idx="5"/>
            <a:endCxn id="2234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66"/>
          <p:cNvCxnSpPr>
            <a:stCxn id="2213" idx="7"/>
            <a:endCxn id="222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4" name="Google Shape;2244;p66"/>
          <p:cNvCxnSpPr>
            <a:stCxn id="2228" idx="3"/>
            <a:endCxn id="223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5" name="Google Shape;2245;p66"/>
          <p:cNvCxnSpPr>
            <a:stCxn id="2222" idx="4"/>
            <a:endCxn id="2235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6" name="Google Shape;2246;p66"/>
          <p:cNvCxnSpPr>
            <a:stCxn id="2211" idx="6"/>
            <a:endCxn id="2228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66"/>
          <p:cNvCxnSpPr>
            <a:stCxn id="2214" idx="6"/>
            <a:endCxn id="2233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48" name="Google Shape;2248;p66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249" name="Google Shape;2249;p6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0" name="Google Shape;2250;p66"/>
            <p:cNvCxnSpPr>
              <a:stCxn id="2249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1" name="Google Shape;2251;p66"/>
            <p:cNvCxnSpPr>
              <a:endCxn id="2249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2" name="Google Shape;2252;p66"/>
            <p:cNvCxnSpPr>
              <a:stCxn id="2249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53" name="Google Shape;2253;p66"/>
          <p:cNvSpPr txBox="1"/>
          <p:nvPr>
            <p:ph idx="1" type="body"/>
          </p:nvPr>
        </p:nvSpPr>
        <p:spPr>
          <a:xfrm>
            <a:off x="311700" y="1225225"/>
            <a:ext cx="4290300" cy="23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share other nodes connecting each non-adjacent pair of nodes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66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graph on the right is three-connected!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(removing the three </a:t>
            </a:r>
            <a:r>
              <a:rPr b="1" lang="en">
                <a:solidFill>
                  <a:srgbClr val="FF0000"/>
                </a:solidFill>
              </a:rPr>
              <a:t>red </a:t>
            </a:r>
            <a:r>
              <a:rPr b="1" lang="en"/>
              <a:t>nodes disconnects the graph)</a:t>
            </a:r>
            <a:endParaRPr b="1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260" name="Google Shape;2260;p6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6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6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6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4" name="Google Shape;2264;p67"/>
          <p:cNvCxnSpPr>
            <a:stCxn id="2260" idx="3"/>
            <a:endCxn id="2261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67"/>
          <p:cNvCxnSpPr>
            <a:stCxn id="2263" idx="1"/>
            <a:endCxn id="2261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67"/>
          <p:cNvCxnSpPr>
            <a:stCxn id="2260" idx="4"/>
            <a:endCxn id="2263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7" name="Google Shape;2267;p67"/>
          <p:cNvCxnSpPr>
            <a:stCxn id="2260" idx="5"/>
            <a:endCxn id="2262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8" name="Google Shape;2268;p67"/>
          <p:cNvCxnSpPr>
            <a:stCxn id="2262" idx="2"/>
            <a:endCxn id="2261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9" name="Google Shape;2269;p6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6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6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6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3" name="Google Shape;2273;p67"/>
          <p:cNvCxnSpPr>
            <a:stCxn id="2269" idx="3"/>
            <a:endCxn id="227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4" name="Google Shape;2274;p67"/>
          <p:cNvCxnSpPr>
            <a:stCxn id="2272" idx="0"/>
            <a:endCxn id="227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5" name="Google Shape;2275;p67"/>
          <p:cNvCxnSpPr>
            <a:stCxn id="2269" idx="5"/>
            <a:endCxn id="227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6" name="Google Shape;2276;p67"/>
          <p:cNvCxnSpPr>
            <a:stCxn id="2271" idx="2"/>
            <a:endCxn id="227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7" name="Google Shape;2277;p6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8" name="Google Shape;2278;p67"/>
          <p:cNvCxnSpPr>
            <a:stCxn id="2277" idx="0"/>
            <a:endCxn id="227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9" name="Google Shape;2279;p67"/>
          <p:cNvCxnSpPr>
            <a:stCxn id="2271" idx="3"/>
            <a:endCxn id="227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67"/>
          <p:cNvCxnSpPr>
            <a:stCxn id="2271" idx="3"/>
            <a:endCxn id="227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1" name="Google Shape;2281;p67"/>
          <p:cNvCxnSpPr>
            <a:stCxn id="2269" idx="4"/>
            <a:endCxn id="227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2" name="Google Shape;2282;p6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6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6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5" name="Google Shape;2285;p67"/>
          <p:cNvCxnSpPr>
            <a:stCxn id="2282" idx="3"/>
            <a:endCxn id="228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6" name="Google Shape;2286;p67"/>
          <p:cNvCxnSpPr>
            <a:stCxn id="2282" idx="5"/>
            <a:endCxn id="2284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67"/>
          <p:cNvCxnSpPr>
            <a:stCxn id="2284" idx="2"/>
            <a:endCxn id="2283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6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9" name="Google Shape;2289;p67"/>
          <p:cNvCxnSpPr>
            <a:stCxn id="2288" idx="2"/>
            <a:endCxn id="228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0" name="Google Shape;2290;p67"/>
          <p:cNvCxnSpPr>
            <a:stCxn id="2288" idx="0"/>
            <a:endCxn id="228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1" name="Google Shape;2291;p67"/>
          <p:cNvCxnSpPr>
            <a:stCxn id="2262" idx="5"/>
            <a:endCxn id="2283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2" name="Google Shape;2292;p67"/>
          <p:cNvCxnSpPr>
            <a:stCxn id="2262" idx="7"/>
            <a:endCxn id="227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3" name="Google Shape;2293;p67"/>
          <p:cNvCxnSpPr>
            <a:stCxn id="2277" idx="3"/>
            <a:endCxn id="2282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4" name="Google Shape;2294;p67"/>
          <p:cNvCxnSpPr>
            <a:stCxn id="2271" idx="4"/>
            <a:endCxn id="2284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5" name="Google Shape;2295;p67"/>
          <p:cNvCxnSpPr>
            <a:stCxn id="2260" idx="6"/>
            <a:endCxn id="2277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6" name="Google Shape;2296;p67"/>
          <p:cNvCxnSpPr>
            <a:stCxn id="2263" idx="6"/>
            <a:endCxn id="2282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7" name="Google Shape;2297;p67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298" name="Google Shape;2298;p6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99" name="Google Shape;2299;p67"/>
            <p:cNvCxnSpPr>
              <a:stCxn id="2298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0" name="Google Shape;2300;p67"/>
            <p:cNvCxnSpPr>
              <a:endCxn id="2298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1" name="Google Shape;2301;p67"/>
            <p:cNvCxnSpPr>
              <a:stCxn id="2298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02" name="Google Shape;2302;p67"/>
          <p:cNvSpPr txBox="1"/>
          <p:nvPr>
            <p:ph idx="1" type="body"/>
          </p:nvPr>
        </p:nvSpPr>
        <p:spPr>
          <a:xfrm>
            <a:off x="311700" y="1225225"/>
            <a:ext cx="4290300" cy="23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share other nodes connecting each non-adjacent pair of nodes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67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</a:t>
            </a:r>
            <a:r>
              <a:rPr b="1" lang="en"/>
              <a:t>independent</a:t>
            </a:r>
            <a:r>
              <a:rPr b="1" lang="en"/>
              <a:t>) ways!</a:t>
            </a:r>
            <a:endParaRPr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309" name="Google Shape;2309;p6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6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6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6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3" name="Google Shape;2313;p68"/>
          <p:cNvCxnSpPr>
            <a:stCxn id="2309" idx="3"/>
            <a:endCxn id="231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4" name="Google Shape;2314;p68"/>
          <p:cNvCxnSpPr>
            <a:stCxn id="2312" idx="1"/>
            <a:endCxn id="231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5" name="Google Shape;2315;p68"/>
          <p:cNvCxnSpPr>
            <a:stCxn id="2309" idx="4"/>
            <a:endCxn id="231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6" name="Google Shape;2316;p68"/>
          <p:cNvCxnSpPr>
            <a:stCxn id="2309" idx="5"/>
            <a:endCxn id="231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7" name="Google Shape;2317;p68"/>
          <p:cNvCxnSpPr>
            <a:stCxn id="2311" idx="2"/>
            <a:endCxn id="231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8" name="Google Shape;2318;p6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6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6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6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2" name="Google Shape;2322;p68"/>
          <p:cNvCxnSpPr>
            <a:stCxn id="2318" idx="3"/>
            <a:endCxn id="231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3" name="Google Shape;2323;p68"/>
          <p:cNvCxnSpPr>
            <a:stCxn id="2321" idx="0"/>
            <a:endCxn id="231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4" name="Google Shape;2324;p68"/>
          <p:cNvCxnSpPr>
            <a:stCxn id="2318" idx="5"/>
            <a:endCxn id="232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68"/>
          <p:cNvCxnSpPr>
            <a:stCxn id="2320" idx="2"/>
            <a:endCxn id="231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6" name="Google Shape;2326;p6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7" name="Google Shape;2327;p68"/>
          <p:cNvCxnSpPr>
            <a:stCxn id="2326" idx="0"/>
            <a:endCxn id="231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8" name="Google Shape;2328;p68"/>
          <p:cNvCxnSpPr>
            <a:stCxn id="2320" idx="3"/>
            <a:endCxn id="232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9" name="Google Shape;2329;p68"/>
          <p:cNvCxnSpPr>
            <a:stCxn id="2320" idx="3"/>
            <a:endCxn id="232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0" name="Google Shape;2330;p68"/>
          <p:cNvCxnSpPr>
            <a:stCxn id="2318" idx="4"/>
            <a:endCxn id="232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1" name="Google Shape;2331;p6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6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6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4" name="Google Shape;2334;p68"/>
          <p:cNvCxnSpPr>
            <a:stCxn id="2331" idx="3"/>
            <a:endCxn id="233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5" name="Google Shape;2335;p68"/>
          <p:cNvCxnSpPr>
            <a:stCxn id="2331" idx="5"/>
            <a:endCxn id="233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6" name="Google Shape;2336;p68"/>
          <p:cNvCxnSpPr>
            <a:stCxn id="2333" idx="2"/>
            <a:endCxn id="233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7" name="Google Shape;2337;p6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8" name="Google Shape;2338;p68"/>
          <p:cNvCxnSpPr>
            <a:stCxn id="2337" idx="2"/>
            <a:endCxn id="233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9" name="Google Shape;2339;p68"/>
          <p:cNvCxnSpPr>
            <a:stCxn id="2337" idx="0"/>
            <a:endCxn id="233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0" name="Google Shape;2340;p68"/>
          <p:cNvCxnSpPr>
            <a:stCxn id="2311" idx="5"/>
            <a:endCxn id="2332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1" name="Google Shape;2341;p68"/>
          <p:cNvCxnSpPr>
            <a:stCxn id="2311" idx="7"/>
            <a:endCxn id="2321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2" name="Google Shape;2342;p68"/>
          <p:cNvCxnSpPr>
            <a:stCxn id="2326" idx="3"/>
            <a:endCxn id="233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68"/>
          <p:cNvCxnSpPr>
            <a:stCxn id="2320" idx="4"/>
            <a:endCxn id="233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4" name="Google Shape;2344;p68"/>
          <p:cNvCxnSpPr>
            <a:stCxn id="2309" idx="6"/>
            <a:endCxn id="2326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5" name="Google Shape;2345;p68"/>
          <p:cNvCxnSpPr>
            <a:stCxn id="2312" idx="6"/>
            <a:endCxn id="233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46" name="Google Shape;2346;p68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347" name="Google Shape;2347;p6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48" name="Google Shape;2348;p68"/>
            <p:cNvCxnSpPr>
              <a:stCxn id="234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9" name="Google Shape;2349;p68"/>
            <p:cNvCxnSpPr>
              <a:endCxn id="234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0" name="Google Shape;2350;p68"/>
            <p:cNvCxnSpPr>
              <a:stCxn id="234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51" name="Google Shape;2351;p68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2" name="Google Shape;2352;p68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share other nodes connecting each non-adjacent pair of nodes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68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359" name="Google Shape;2359;p6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6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6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6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3" name="Google Shape;2363;p69"/>
          <p:cNvCxnSpPr>
            <a:stCxn id="2359" idx="3"/>
            <a:endCxn id="236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4" name="Google Shape;2364;p69"/>
          <p:cNvCxnSpPr>
            <a:stCxn id="2362" idx="1"/>
            <a:endCxn id="236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5" name="Google Shape;2365;p69"/>
          <p:cNvCxnSpPr>
            <a:stCxn id="2359" idx="4"/>
            <a:endCxn id="236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6" name="Google Shape;2366;p69"/>
          <p:cNvCxnSpPr>
            <a:stCxn id="2359" idx="5"/>
            <a:endCxn id="236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69"/>
          <p:cNvCxnSpPr>
            <a:stCxn id="2361" idx="2"/>
            <a:endCxn id="236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8" name="Google Shape;2368;p6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6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6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6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2" name="Google Shape;2372;p69"/>
          <p:cNvCxnSpPr>
            <a:stCxn id="2368" idx="3"/>
            <a:endCxn id="236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69"/>
          <p:cNvCxnSpPr>
            <a:stCxn id="2371" idx="0"/>
            <a:endCxn id="236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74" name="Google Shape;2374;p69"/>
          <p:cNvCxnSpPr>
            <a:stCxn id="2368" idx="5"/>
            <a:endCxn id="237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5" name="Google Shape;2375;p69"/>
          <p:cNvCxnSpPr>
            <a:stCxn id="2370" idx="2"/>
            <a:endCxn id="236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6" name="Google Shape;2376;p6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7" name="Google Shape;2377;p69"/>
          <p:cNvCxnSpPr>
            <a:stCxn id="2376" idx="0"/>
            <a:endCxn id="236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8" name="Google Shape;2378;p69"/>
          <p:cNvCxnSpPr>
            <a:stCxn id="2370" idx="3"/>
            <a:endCxn id="237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9" name="Google Shape;2379;p69"/>
          <p:cNvCxnSpPr>
            <a:stCxn id="2370" idx="3"/>
            <a:endCxn id="237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0" name="Google Shape;2380;p69"/>
          <p:cNvCxnSpPr>
            <a:stCxn id="2368" idx="4"/>
            <a:endCxn id="237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6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6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6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4" name="Google Shape;2384;p69"/>
          <p:cNvCxnSpPr>
            <a:stCxn id="2381" idx="3"/>
            <a:endCxn id="238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5" name="Google Shape;2385;p69"/>
          <p:cNvCxnSpPr>
            <a:stCxn id="2381" idx="5"/>
            <a:endCxn id="238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6" name="Google Shape;2386;p69"/>
          <p:cNvCxnSpPr>
            <a:stCxn id="2383" idx="2"/>
            <a:endCxn id="238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7" name="Google Shape;2387;p6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8" name="Google Shape;2388;p69"/>
          <p:cNvCxnSpPr>
            <a:stCxn id="2387" idx="2"/>
            <a:endCxn id="238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9" name="Google Shape;2389;p69"/>
          <p:cNvCxnSpPr>
            <a:stCxn id="2387" idx="0"/>
            <a:endCxn id="238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0" name="Google Shape;2390;p69"/>
          <p:cNvCxnSpPr>
            <a:stCxn id="2361" idx="5"/>
            <a:endCxn id="2382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1" name="Google Shape;2391;p69"/>
          <p:cNvCxnSpPr>
            <a:stCxn id="2361" idx="7"/>
            <a:endCxn id="2371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2" name="Google Shape;2392;p69"/>
          <p:cNvCxnSpPr>
            <a:stCxn id="2376" idx="3"/>
            <a:endCxn id="238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69"/>
          <p:cNvCxnSpPr>
            <a:stCxn id="2370" idx="4"/>
            <a:endCxn id="238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4" name="Google Shape;2394;p69"/>
          <p:cNvCxnSpPr>
            <a:stCxn id="2359" idx="6"/>
            <a:endCxn id="2376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5" name="Google Shape;2395;p69"/>
          <p:cNvCxnSpPr>
            <a:stCxn id="2362" idx="6"/>
            <a:endCxn id="238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96" name="Google Shape;2396;p69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397" name="Google Shape;2397;p6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98" name="Google Shape;2398;p69"/>
            <p:cNvCxnSpPr>
              <a:stCxn id="239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9" name="Google Shape;2399;p69"/>
            <p:cNvCxnSpPr>
              <a:endCxn id="239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0" name="Google Shape;2400;p69"/>
            <p:cNvCxnSpPr>
              <a:stCxn id="239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01" name="Google Shape;2401;p69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2" name="Google Shape;2402;p69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share other nodes connecting each non-adjacent pair of nodes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69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409" name="Google Shape;2409;p7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7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7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7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3" name="Google Shape;2413;p70"/>
          <p:cNvCxnSpPr>
            <a:stCxn id="2409" idx="3"/>
            <a:endCxn id="241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4" name="Google Shape;2414;p70"/>
          <p:cNvCxnSpPr>
            <a:stCxn id="2412" idx="1"/>
            <a:endCxn id="241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5" name="Google Shape;2415;p70"/>
          <p:cNvCxnSpPr>
            <a:stCxn id="2409" idx="4"/>
            <a:endCxn id="241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6" name="Google Shape;2416;p70"/>
          <p:cNvCxnSpPr>
            <a:stCxn id="2409" idx="5"/>
            <a:endCxn id="241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7" name="Google Shape;2417;p70"/>
          <p:cNvCxnSpPr>
            <a:stCxn id="2411" idx="2"/>
            <a:endCxn id="241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8" name="Google Shape;2418;p7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7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7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7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2" name="Google Shape;2422;p70"/>
          <p:cNvCxnSpPr>
            <a:stCxn id="2418" idx="3"/>
            <a:endCxn id="241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3" name="Google Shape;2423;p70"/>
          <p:cNvCxnSpPr>
            <a:stCxn id="2421" idx="0"/>
            <a:endCxn id="241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4" name="Google Shape;2424;p70"/>
          <p:cNvCxnSpPr>
            <a:stCxn id="2418" idx="5"/>
            <a:endCxn id="242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5" name="Google Shape;2425;p70"/>
          <p:cNvCxnSpPr>
            <a:stCxn id="2420" idx="2"/>
            <a:endCxn id="241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6" name="Google Shape;2426;p7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7" name="Google Shape;2427;p70"/>
          <p:cNvCxnSpPr>
            <a:stCxn id="2426" idx="0"/>
            <a:endCxn id="241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8" name="Google Shape;2428;p70"/>
          <p:cNvCxnSpPr>
            <a:stCxn id="2420" idx="3"/>
            <a:endCxn id="242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9" name="Google Shape;2429;p70"/>
          <p:cNvCxnSpPr>
            <a:stCxn id="2420" idx="3"/>
            <a:endCxn id="242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0" name="Google Shape;2430;p70"/>
          <p:cNvCxnSpPr>
            <a:stCxn id="2418" idx="4"/>
            <a:endCxn id="242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1" name="Google Shape;2431;p7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7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7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4" name="Google Shape;2434;p70"/>
          <p:cNvCxnSpPr>
            <a:stCxn id="2431" idx="3"/>
            <a:endCxn id="243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70"/>
          <p:cNvCxnSpPr>
            <a:stCxn id="2431" idx="5"/>
            <a:endCxn id="243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6" name="Google Shape;2436;p70"/>
          <p:cNvCxnSpPr>
            <a:stCxn id="2433" idx="2"/>
            <a:endCxn id="243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7" name="Google Shape;2437;p7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8" name="Google Shape;2438;p70"/>
          <p:cNvCxnSpPr>
            <a:stCxn id="2437" idx="2"/>
            <a:endCxn id="243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9" name="Google Shape;2439;p70"/>
          <p:cNvCxnSpPr>
            <a:stCxn id="2437" idx="0"/>
            <a:endCxn id="243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0" name="Google Shape;2440;p70"/>
          <p:cNvCxnSpPr>
            <a:stCxn id="2411" idx="5"/>
            <a:endCxn id="2432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1" name="Google Shape;2441;p70"/>
          <p:cNvCxnSpPr>
            <a:stCxn id="2411" idx="7"/>
            <a:endCxn id="2421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70"/>
          <p:cNvCxnSpPr>
            <a:stCxn id="2426" idx="3"/>
            <a:endCxn id="243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70"/>
          <p:cNvCxnSpPr>
            <a:stCxn id="2420" idx="4"/>
            <a:endCxn id="243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44" name="Google Shape;2444;p70"/>
          <p:cNvCxnSpPr>
            <a:stCxn id="2409" idx="6"/>
            <a:endCxn id="2426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5" name="Google Shape;2445;p70"/>
          <p:cNvCxnSpPr>
            <a:stCxn id="2412" idx="6"/>
            <a:endCxn id="243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446" name="Google Shape;2446;p70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447" name="Google Shape;2447;p7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48" name="Google Shape;2448;p70"/>
            <p:cNvCxnSpPr>
              <a:stCxn id="244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9" name="Google Shape;2449;p70"/>
            <p:cNvCxnSpPr>
              <a:endCxn id="244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0" name="Google Shape;2450;p70"/>
            <p:cNvCxnSpPr>
              <a:stCxn id="244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1" name="Google Shape;2451;p70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2" name="Google Shape;2452;p70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share other nodes connecting each non-adjacent pair of nodes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70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</a:t>
            </a:r>
            <a:r>
              <a:rPr b="1" lang="en"/>
              <a:t>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2459" name="Google Shape;2459;p7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7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7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7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3" name="Google Shape;2463;p71"/>
          <p:cNvCxnSpPr>
            <a:stCxn id="2459" idx="3"/>
            <a:endCxn id="246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4" name="Google Shape;2464;p71"/>
          <p:cNvCxnSpPr>
            <a:stCxn id="2462" idx="1"/>
            <a:endCxn id="246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5" name="Google Shape;2465;p71"/>
          <p:cNvCxnSpPr>
            <a:stCxn id="2459" idx="4"/>
            <a:endCxn id="246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71"/>
          <p:cNvCxnSpPr>
            <a:stCxn id="2459" idx="5"/>
            <a:endCxn id="246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71"/>
          <p:cNvCxnSpPr>
            <a:stCxn id="2461" idx="2"/>
            <a:endCxn id="246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8" name="Google Shape;2468;p7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7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7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7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2" name="Google Shape;2472;p71"/>
          <p:cNvCxnSpPr>
            <a:stCxn id="2468" idx="3"/>
            <a:endCxn id="246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3" name="Google Shape;2473;p71"/>
          <p:cNvCxnSpPr>
            <a:stCxn id="2471" idx="0"/>
            <a:endCxn id="246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4" name="Google Shape;2474;p71"/>
          <p:cNvCxnSpPr>
            <a:stCxn id="2468" idx="5"/>
            <a:endCxn id="247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5" name="Google Shape;2475;p71"/>
          <p:cNvCxnSpPr>
            <a:stCxn id="2470" idx="2"/>
            <a:endCxn id="246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6" name="Google Shape;2476;p7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7" name="Google Shape;2477;p71"/>
          <p:cNvCxnSpPr>
            <a:stCxn id="2476" idx="0"/>
            <a:endCxn id="246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8" name="Google Shape;2478;p71"/>
          <p:cNvCxnSpPr>
            <a:stCxn id="2470" idx="3"/>
            <a:endCxn id="247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9" name="Google Shape;2479;p71"/>
          <p:cNvCxnSpPr>
            <a:stCxn id="2470" idx="3"/>
            <a:endCxn id="247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0" name="Google Shape;2480;p71"/>
          <p:cNvCxnSpPr>
            <a:stCxn id="2468" idx="4"/>
            <a:endCxn id="247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1" name="Google Shape;2481;p7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7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7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4" name="Google Shape;2484;p71"/>
          <p:cNvCxnSpPr>
            <a:stCxn id="2481" idx="3"/>
            <a:endCxn id="248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5" name="Google Shape;2485;p71"/>
          <p:cNvCxnSpPr>
            <a:stCxn id="2481" idx="5"/>
            <a:endCxn id="248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6" name="Google Shape;2486;p71"/>
          <p:cNvCxnSpPr>
            <a:stCxn id="2483" idx="2"/>
            <a:endCxn id="248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7" name="Google Shape;2487;p7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8" name="Google Shape;2488;p71"/>
          <p:cNvCxnSpPr>
            <a:stCxn id="2487" idx="2"/>
            <a:endCxn id="248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71"/>
          <p:cNvCxnSpPr>
            <a:stCxn id="2487" idx="0"/>
            <a:endCxn id="248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0" name="Google Shape;2490;p71"/>
          <p:cNvCxnSpPr>
            <a:stCxn id="2461" idx="5"/>
            <a:endCxn id="2482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1" name="Google Shape;2491;p71"/>
          <p:cNvCxnSpPr>
            <a:stCxn id="2461" idx="7"/>
            <a:endCxn id="2471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2" name="Google Shape;2492;p71"/>
          <p:cNvCxnSpPr>
            <a:stCxn id="2476" idx="3"/>
            <a:endCxn id="248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3" name="Google Shape;2493;p71"/>
          <p:cNvCxnSpPr>
            <a:stCxn id="2470" idx="4"/>
            <a:endCxn id="248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4" name="Google Shape;2494;p71"/>
          <p:cNvCxnSpPr>
            <a:stCxn id="2459" idx="6"/>
            <a:endCxn id="2476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71"/>
          <p:cNvCxnSpPr>
            <a:stCxn id="2462" idx="6"/>
            <a:endCxn id="248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96" name="Google Shape;2496;p71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497" name="Google Shape;2497;p7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98" name="Google Shape;2498;p71"/>
            <p:cNvCxnSpPr>
              <a:stCxn id="249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9" name="Google Shape;2499;p71"/>
            <p:cNvCxnSpPr>
              <a:endCxn id="249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0" name="Google Shape;2500;p71"/>
            <p:cNvCxnSpPr>
              <a:stCxn id="249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01" name="Google Shape;2501;p71"/>
          <p:cNvSpPr txBox="1"/>
          <p:nvPr>
            <p:ph idx="1" type="body"/>
          </p:nvPr>
        </p:nvSpPr>
        <p:spPr>
          <a:xfrm>
            <a:off x="311700" y="1225225"/>
            <a:ext cx="4290300" cy="23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is k-connected there are at least k paths that don’t share other nodes connecting each non-adjacent pair of nodes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71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508" name="Google Shape;2508;p72"/>
          <p:cNvSpPr txBox="1"/>
          <p:nvPr>
            <p:ph idx="1" type="body"/>
          </p:nvPr>
        </p:nvSpPr>
        <p:spPr>
          <a:xfrm>
            <a:off x="311700" y="1225225"/>
            <a:ext cx="469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K-connectivity (graph theory) can represent  concept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cohesion</a:t>
            </a:r>
            <a:r>
              <a:rPr lang="en"/>
              <a:t> (network theory):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larger</a:t>
            </a:r>
            <a:r>
              <a:rPr lang="en"/>
              <a:t> the (edge, node) cutset the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cohesive</a:t>
            </a:r>
            <a:r>
              <a:rPr lang="en"/>
              <a:t> (integrated) groups are with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smaller</a:t>
            </a:r>
            <a:r>
              <a:rPr lang="en"/>
              <a:t> the (edge, node) cutset the less cohesive and more potentially </a:t>
            </a:r>
            <a:r>
              <a:rPr b="1" lang="en"/>
              <a:t>fragmented</a:t>
            </a:r>
            <a:r>
              <a:rPr lang="en"/>
              <a:t> the group structure is</a:t>
            </a:r>
            <a:endParaRPr/>
          </a:p>
        </p:txBody>
      </p:sp>
      <p:sp>
        <p:nvSpPr>
          <p:cNvPr id="2509" name="Google Shape;2509;p7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7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7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7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3" name="Google Shape;2513;p72"/>
          <p:cNvCxnSpPr>
            <a:stCxn id="2509" idx="3"/>
            <a:endCxn id="251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4" name="Google Shape;2514;p72"/>
          <p:cNvCxnSpPr>
            <a:stCxn id="2512" idx="1"/>
            <a:endCxn id="251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5" name="Google Shape;2515;p72"/>
          <p:cNvCxnSpPr>
            <a:stCxn id="2509" idx="4"/>
            <a:endCxn id="251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6" name="Google Shape;2516;p72"/>
          <p:cNvCxnSpPr>
            <a:stCxn id="2509" idx="5"/>
            <a:endCxn id="251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72"/>
          <p:cNvCxnSpPr>
            <a:stCxn id="2511" idx="2"/>
            <a:endCxn id="251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8" name="Google Shape;2518;p7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7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7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7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2" name="Google Shape;2522;p72"/>
          <p:cNvCxnSpPr>
            <a:stCxn id="2518" idx="3"/>
            <a:endCxn id="251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72"/>
          <p:cNvCxnSpPr>
            <a:stCxn id="2521" idx="0"/>
            <a:endCxn id="251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4" name="Google Shape;2524;p72"/>
          <p:cNvCxnSpPr>
            <a:stCxn id="2518" idx="5"/>
            <a:endCxn id="252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72"/>
          <p:cNvCxnSpPr>
            <a:stCxn id="2520" idx="2"/>
            <a:endCxn id="251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6" name="Google Shape;2526;p7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7" name="Google Shape;2527;p72"/>
          <p:cNvCxnSpPr>
            <a:stCxn id="2526" idx="0"/>
            <a:endCxn id="251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8" name="Google Shape;2528;p72"/>
          <p:cNvCxnSpPr>
            <a:stCxn id="2520" idx="3"/>
            <a:endCxn id="252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9" name="Google Shape;2529;p72"/>
          <p:cNvCxnSpPr>
            <a:stCxn id="2520" idx="3"/>
            <a:endCxn id="252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0" name="Google Shape;2530;p72"/>
          <p:cNvCxnSpPr>
            <a:stCxn id="2518" idx="4"/>
            <a:endCxn id="252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1" name="Google Shape;2531;p7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7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72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4" name="Google Shape;2534;p72"/>
          <p:cNvCxnSpPr>
            <a:stCxn id="2531" idx="3"/>
            <a:endCxn id="253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5" name="Google Shape;2535;p72"/>
          <p:cNvCxnSpPr>
            <a:stCxn id="2531" idx="5"/>
            <a:endCxn id="253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6" name="Google Shape;2536;p72"/>
          <p:cNvCxnSpPr>
            <a:stCxn id="2533" idx="2"/>
            <a:endCxn id="253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7" name="Google Shape;2537;p7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8" name="Google Shape;2538;p72"/>
          <p:cNvCxnSpPr>
            <a:stCxn id="2537" idx="2"/>
            <a:endCxn id="253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72"/>
          <p:cNvCxnSpPr>
            <a:stCxn id="2537" idx="0"/>
            <a:endCxn id="253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0" name="Google Shape;2540;p72"/>
          <p:cNvCxnSpPr>
            <a:stCxn id="2511" idx="5"/>
            <a:endCxn id="2532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1" name="Google Shape;2541;p72"/>
          <p:cNvCxnSpPr>
            <a:stCxn id="2511" idx="7"/>
            <a:endCxn id="2521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72"/>
          <p:cNvCxnSpPr>
            <a:stCxn id="2526" idx="3"/>
            <a:endCxn id="253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3" name="Google Shape;2543;p72"/>
          <p:cNvCxnSpPr>
            <a:stCxn id="2520" idx="4"/>
            <a:endCxn id="253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4" name="Google Shape;2544;p72"/>
          <p:cNvCxnSpPr>
            <a:stCxn id="2509" idx="6"/>
            <a:endCxn id="2526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5" name="Google Shape;2545;p72"/>
          <p:cNvCxnSpPr>
            <a:stCxn id="2512" idx="6"/>
            <a:endCxn id="253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46" name="Google Shape;2546;p72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547" name="Google Shape;2547;p7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8" name="Google Shape;2548;p72"/>
            <p:cNvCxnSpPr>
              <a:stCxn id="254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9" name="Google Shape;2549;p72"/>
            <p:cNvCxnSpPr>
              <a:endCxn id="254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0" name="Google Shape;2550;p72"/>
            <p:cNvCxnSpPr>
              <a:stCxn id="254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2556" name="Google Shape;2556;p73"/>
          <p:cNvSpPr txBox="1"/>
          <p:nvPr>
            <p:ph idx="1" type="body"/>
          </p:nvPr>
        </p:nvSpPr>
        <p:spPr>
          <a:xfrm>
            <a:off x="311700" y="1225225"/>
            <a:ext cx="469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K-connectivity (graph theory) can represent  concept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cohesion</a:t>
            </a:r>
            <a:r>
              <a:rPr lang="en"/>
              <a:t> (network theory):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more k-connectivity </a:t>
            </a:r>
            <a:r>
              <a:rPr lang="en"/>
              <a:t>the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cohesive (integrated)</a:t>
            </a:r>
            <a:r>
              <a:rPr lang="en"/>
              <a:t> the group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people would have to be removed to disrupt the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Any graph can be split into subgraphs with any given level of k-connectivity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7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7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7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7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1" name="Google Shape;2561;p73"/>
          <p:cNvCxnSpPr>
            <a:stCxn id="2557" idx="3"/>
            <a:endCxn id="255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2" name="Google Shape;2562;p73"/>
          <p:cNvCxnSpPr>
            <a:stCxn id="2560" idx="1"/>
            <a:endCxn id="255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3" name="Google Shape;2563;p73"/>
          <p:cNvCxnSpPr>
            <a:stCxn id="2557" idx="4"/>
            <a:endCxn id="256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4" name="Google Shape;2564;p73"/>
          <p:cNvCxnSpPr>
            <a:stCxn id="2557" idx="5"/>
            <a:endCxn id="255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5" name="Google Shape;2565;p73"/>
          <p:cNvCxnSpPr>
            <a:stCxn id="2559" idx="2"/>
            <a:endCxn id="255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6" name="Google Shape;2566;p7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7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7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7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0" name="Google Shape;2570;p73"/>
          <p:cNvCxnSpPr>
            <a:stCxn id="2566" idx="3"/>
            <a:endCxn id="256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1" name="Google Shape;2571;p73"/>
          <p:cNvCxnSpPr>
            <a:stCxn id="2569" idx="0"/>
            <a:endCxn id="256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2" name="Google Shape;2572;p73"/>
          <p:cNvCxnSpPr>
            <a:stCxn id="2566" idx="5"/>
            <a:endCxn id="256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3" name="Google Shape;2573;p73"/>
          <p:cNvCxnSpPr>
            <a:stCxn id="2568" idx="2"/>
            <a:endCxn id="256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4" name="Google Shape;2574;p7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5" name="Google Shape;2575;p73"/>
          <p:cNvCxnSpPr>
            <a:stCxn id="2574" idx="0"/>
            <a:endCxn id="256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6" name="Google Shape;2576;p73"/>
          <p:cNvCxnSpPr>
            <a:stCxn id="2568" idx="3"/>
            <a:endCxn id="256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7" name="Google Shape;2577;p73"/>
          <p:cNvCxnSpPr>
            <a:stCxn id="2568" idx="3"/>
            <a:endCxn id="257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8" name="Google Shape;2578;p73"/>
          <p:cNvCxnSpPr>
            <a:stCxn id="2566" idx="4"/>
            <a:endCxn id="257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9" name="Google Shape;2579;p7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7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7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2" name="Google Shape;2582;p73"/>
          <p:cNvCxnSpPr>
            <a:stCxn id="2579" idx="3"/>
            <a:endCxn id="258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3" name="Google Shape;2583;p73"/>
          <p:cNvCxnSpPr>
            <a:stCxn id="2579" idx="5"/>
            <a:endCxn id="258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4" name="Google Shape;2584;p73"/>
          <p:cNvCxnSpPr>
            <a:stCxn id="2581" idx="2"/>
            <a:endCxn id="258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5" name="Google Shape;2585;p7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6" name="Google Shape;2586;p73"/>
          <p:cNvCxnSpPr>
            <a:stCxn id="2585" idx="2"/>
            <a:endCxn id="258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7" name="Google Shape;2587;p73"/>
          <p:cNvCxnSpPr>
            <a:stCxn id="2585" idx="0"/>
            <a:endCxn id="257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8" name="Google Shape;2588;p73"/>
          <p:cNvCxnSpPr>
            <a:stCxn id="2559" idx="5"/>
            <a:endCxn id="2580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73"/>
          <p:cNvCxnSpPr>
            <a:stCxn id="2559" idx="7"/>
            <a:endCxn id="256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0" name="Google Shape;2590;p73"/>
          <p:cNvCxnSpPr>
            <a:stCxn id="2574" idx="3"/>
            <a:endCxn id="2579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1" name="Google Shape;2591;p73"/>
          <p:cNvCxnSpPr>
            <a:stCxn id="2568" idx="4"/>
            <a:endCxn id="2581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2" name="Google Shape;2592;p73"/>
          <p:cNvCxnSpPr>
            <a:stCxn id="2557" idx="6"/>
            <a:endCxn id="2574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3" name="Google Shape;2593;p73"/>
          <p:cNvCxnSpPr>
            <a:stCxn id="2560" idx="6"/>
            <a:endCxn id="2579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94" name="Google Shape;2594;p73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2595" name="Google Shape;2595;p7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96" name="Google Shape;2596;p73"/>
            <p:cNvCxnSpPr>
              <a:stCxn id="259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7" name="Google Shape;2597;p73"/>
            <p:cNvCxnSpPr>
              <a:endCxn id="259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8" name="Google Shape;2598;p73"/>
            <p:cNvCxnSpPr>
              <a:stCxn id="259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74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604" name="Google Shape;2604;p74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605" name="Google Shape;2605;p74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606" name="Google Shape;2606;p74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607" name="Google Shape;2607;p74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608" name="Google Shape;2608;p74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2609" name="Google Shape;2609;p74"/>
          <p:cNvCxnSpPr>
            <a:endCxn id="2605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0" name="Google Shape;2610;p74"/>
          <p:cNvCxnSpPr>
            <a:stCxn id="2607" idx="0"/>
            <a:endCxn id="2605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1" name="Google Shape;2611;p74"/>
          <p:cNvCxnSpPr>
            <a:stCxn id="2604" idx="1"/>
            <a:endCxn id="2603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2" name="Google Shape;2612;p74"/>
          <p:cNvCxnSpPr>
            <a:stCxn id="2613" idx="1"/>
            <a:endCxn id="2605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4" name="Google Shape;2614;p74"/>
          <p:cNvCxnSpPr>
            <a:stCxn id="2606" idx="0"/>
            <a:endCxn id="2603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5" name="Google Shape;2615;p74"/>
          <p:cNvCxnSpPr>
            <a:stCxn id="2606" idx="5"/>
            <a:endCxn id="2616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7" name="Google Shape;2617;p74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616" name="Google Shape;2616;p74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613" name="Google Shape;2613;p74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2618" name="Google Shape;2618;p74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619" name="Google Shape;2619;p74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620" name="Google Shape;2620;p74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621" name="Google Shape;2621;p74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622" name="Google Shape;2622;p74"/>
          <p:cNvCxnSpPr>
            <a:stCxn id="2620" idx="2"/>
            <a:endCxn id="2619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3" name="Google Shape;2623;p74"/>
          <p:cNvCxnSpPr>
            <a:stCxn id="2618" idx="2"/>
            <a:endCxn id="2619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4" name="Google Shape;2624;p74"/>
          <p:cNvCxnSpPr>
            <a:stCxn id="2620" idx="6"/>
            <a:endCxn id="2621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5" name="Google Shape;2625;p74"/>
          <p:cNvCxnSpPr>
            <a:stCxn id="2626" idx="4"/>
            <a:endCxn id="2621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6" name="Google Shape;2626;p74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627" name="Google Shape;2627;p74"/>
          <p:cNvCxnSpPr>
            <a:stCxn id="2606" idx="3"/>
            <a:endCxn id="2608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8" name="Google Shape;2628;p74"/>
          <p:cNvCxnSpPr>
            <a:stCxn id="2604" idx="4"/>
            <a:endCxn id="2617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9" name="Google Shape;2629;p74"/>
          <p:cNvCxnSpPr>
            <a:stCxn id="2604" idx="4"/>
            <a:endCxn id="2613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0" name="Google Shape;2630;p74"/>
          <p:cNvCxnSpPr>
            <a:stCxn id="2607" idx="4"/>
            <a:endCxn id="2608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1" name="Google Shape;2631;p74"/>
          <p:cNvCxnSpPr>
            <a:stCxn id="2607" idx="5"/>
            <a:endCxn id="2616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2" name="Google Shape;2632;p74"/>
          <p:cNvCxnSpPr>
            <a:stCxn id="2608" idx="6"/>
            <a:endCxn id="2613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3" name="Google Shape;2633;p74"/>
          <p:cNvCxnSpPr>
            <a:stCxn id="2617" idx="3"/>
            <a:endCxn id="2613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4" name="Google Shape;2634;p74"/>
          <p:cNvCxnSpPr>
            <a:stCxn id="2617" idx="4"/>
            <a:endCxn id="2616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5" name="Google Shape;2635;p74"/>
          <p:cNvCxnSpPr>
            <a:stCxn id="2618" idx="6"/>
            <a:endCxn id="2626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6" name="Google Shape;2636;p74"/>
          <p:cNvCxnSpPr>
            <a:stCxn id="2618" idx="5"/>
            <a:endCxn id="2621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7" name="Google Shape;2637;p74"/>
          <p:cNvCxnSpPr>
            <a:stCxn id="2626" idx="3"/>
            <a:endCxn id="2620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8" name="Google Shape;2638;p74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639" name="Google Shape;2639;p74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640" name="Google Shape;2640;p74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641" name="Google Shape;2641;p74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642" name="Google Shape;2642;p74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643" name="Google Shape;2643;p74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644" name="Google Shape;2644;p74"/>
          <p:cNvCxnSpPr>
            <a:endCxn id="2640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74"/>
          <p:cNvCxnSpPr>
            <a:stCxn id="2642" idx="0"/>
            <a:endCxn id="2640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6" name="Google Shape;2646;p74"/>
          <p:cNvCxnSpPr>
            <a:stCxn id="2639" idx="1"/>
            <a:endCxn id="2638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7" name="Google Shape;2647;p74"/>
          <p:cNvCxnSpPr>
            <a:stCxn id="2648" idx="1"/>
            <a:endCxn id="2640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9" name="Google Shape;2649;p74"/>
          <p:cNvCxnSpPr>
            <a:stCxn id="2641" idx="0"/>
            <a:endCxn id="2638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0" name="Google Shape;2650;p74"/>
          <p:cNvCxnSpPr>
            <a:stCxn id="2641" idx="5"/>
            <a:endCxn id="2651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2" name="Google Shape;2652;p74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651" name="Google Shape;2651;p74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648" name="Google Shape;2648;p74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53" name="Google Shape;2653;p74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654" name="Google Shape;2654;p74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655" name="Google Shape;2655;p74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656" name="Google Shape;2656;p74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657" name="Google Shape;2657;p74"/>
          <p:cNvCxnSpPr>
            <a:stCxn id="2655" idx="2"/>
            <a:endCxn id="2654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8" name="Google Shape;2658;p74"/>
          <p:cNvCxnSpPr>
            <a:stCxn id="2653" idx="2"/>
            <a:endCxn id="2654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9" name="Google Shape;2659;p74"/>
          <p:cNvCxnSpPr>
            <a:stCxn id="2655" idx="6"/>
            <a:endCxn id="2656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0" name="Google Shape;2660;p74"/>
          <p:cNvCxnSpPr>
            <a:stCxn id="2661" idx="4"/>
            <a:endCxn id="2656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1" name="Google Shape;2661;p74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662" name="Google Shape;2662;p74"/>
          <p:cNvCxnSpPr>
            <a:stCxn id="2641" idx="3"/>
            <a:endCxn id="2643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3" name="Google Shape;2663;p74"/>
          <p:cNvCxnSpPr>
            <a:stCxn id="2639" idx="4"/>
            <a:endCxn id="2652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74"/>
          <p:cNvCxnSpPr>
            <a:stCxn id="2639" idx="4"/>
            <a:endCxn id="2648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p74"/>
          <p:cNvCxnSpPr>
            <a:stCxn id="2642" idx="4"/>
            <a:endCxn id="2643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74"/>
          <p:cNvCxnSpPr>
            <a:stCxn id="2642" idx="5"/>
            <a:endCxn id="2651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7" name="Google Shape;2667;p74"/>
          <p:cNvCxnSpPr>
            <a:stCxn id="2643" idx="3"/>
            <a:endCxn id="2648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8" name="Google Shape;2668;p74"/>
          <p:cNvCxnSpPr>
            <a:stCxn id="2652" idx="3"/>
            <a:endCxn id="2648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9" name="Google Shape;2669;p74"/>
          <p:cNvCxnSpPr>
            <a:stCxn id="2652" idx="4"/>
            <a:endCxn id="2651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0" name="Google Shape;2670;p74"/>
          <p:cNvCxnSpPr>
            <a:stCxn id="2653" idx="6"/>
            <a:endCxn id="2661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1" name="Google Shape;2671;p74"/>
          <p:cNvCxnSpPr>
            <a:stCxn id="2653" idx="5"/>
            <a:endCxn id="2656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2" name="Google Shape;2672;p74"/>
          <p:cNvCxnSpPr>
            <a:stCxn id="2661" idx="3"/>
            <a:endCxn id="2655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3" name="Google Shape;2673;p74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674" name="Google Shape;2674;p74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675" name="Google Shape;2675;p74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676" name="Google Shape;2676;p74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677" name="Google Shape;2677;p74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678" name="Google Shape;2678;p74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2679" name="Google Shape;2679;p74"/>
          <p:cNvCxnSpPr>
            <a:endCxn id="2675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0" name="Google Shape;2680;p74"/>
          <p:cNvCxnSpPr>
            <a:stCxn id="2677" idx="0"/>
            <a:endCxn id="2675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1" name="Google Shape;2681;p74"/>
          <p:cNvCxnSpPr>
            <a:stCxn id="2674" idx="1"/>
            <a:endCxn id="2673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2" name="Google Shape;2682;p74"/>
          <p:cNvCxnSpPr>
            <a:stCxn id="2683" idx="1"/>
            <a:endCxn id="2675" idx="5"/>
          </p:cNvCxnSpPr>
          <p:nvPr/>
        </p:nvCxnSpPr>
        <p:spPr>
          <a:xfrm rot="10800000">
            <a:off x="2896297" y="1839995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4" name="Google Shape;2684;p74"/>
          <p:cNvCxnSpPr>
            <a:stCxn id="2676" idx="0"/>
            <a:endCxn id="2673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5" name="Google Shape;2685;p74"/>
          <p:cNvCxnSpPr>
            <a:stCxn id="2676" idx="5"/>
            <a:endCxn id="2686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7" name="Google Shape;2687;p74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686" name="Google Shape;2686;p74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683" name="Google Shape;2683;p74"/>
          <p:cNvSpPr/>
          <p:nvPr/>
        </p:nvSpPr>
        <p:spPr>
          <a:xfrm>
            <a:off x="3357397" y="2663945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88" name="Google Shape;2688;p74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689" name="Google Shape;2689;p74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690" name="Google Shape;2690;p74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691" name="Google Shape;2691;p74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692" name="Google Shape;2692;p74"/>
          <p:cNvCxnSpPr>
            <a:stCxn id="2690" idx="2"/>
            <a:endCxn id="2689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3" name="Google Shape;2693;p74"/>
          <p:cNvCxnSpPr>
            <a:stCxn id="2688" idx="2"/>
            <a:endCxn id="2689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4" name="Google Shape;2694;p74"/>
          <p:cNvCxnSpPr>
            <a:stCxn id="2690" idx="6"/>
            <a:endCxn id="2691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5" name="Google Shape;2695;p74"/>
          <p:cNvCxnSpPr>
            <a:stCxn id="2696" idx="4"/>
            <a:endCxn id="2691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6" name="Google Shape;2696;p74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697" name="Google Shape;2697;p74"/>
          <p:cNvCxnSpPr>
            <a:stCxn id="2676" idx="3"/>
            <a:endCxn id="2678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8" name="Google Shape;2698;p74"/>
          <p:cNvCxnSpPr>
            <a:stCxn id="2674" idx="4"/>
            <a:endCxn id="2687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74"/>
          <p:cNvCxnSpPr>
            <a:stCxn id="2674" idx="4"/>
            <a:endCxn id="2683" idx="0"/>
          </p:cNvCxnSpPr>
          <p:nvPr/>
        </p:nvCxnSpPr>
        <p:spPr>
          <a:xfrm flipH="1">
            <a:off x="3506926" y="1883548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0" name="Google Shape;2700;p74"/>
          <p:cNvCxnSpPr>
            <a:stCxn id="2677" idx="4"/>
            <a:endCxn id="2678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1" name="Google Shape;2701;p74"/>
          <p:cNvCxnSpPr>
            <a:stCxn id="2677" idx="5"/>
            <a:endCxn id="2686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2" name="Google Shape;2702;p74"/>
          <p:cNvCxnSpPr>
            <a:stCxn id="2678" idx="6"/>
            <a:endCxn id="2683" idx="1"/>
          </p:cNvCxnSpPr>
          <p:nvPr/>
        </p:nvCxnSpPr>
        <p:spPr>
          <a:xfrm>
            <a:off x="3089347" y="2738487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3" name="Google Shape;2703;p74"/>
          <p:cNvCxnSpPr>
            <a:stCxn id="2687" idx="3"/>
            <a:endCxn id="2683" idx="3"/>
          </p:cNvCxnSpPr>
          <p:nvPr/>
        </p:nvCxnSpPr>
        <p:spPr>
          <a:xfrm flipH="1">
            <a:off x="3656259" y="2269993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4" name="Google Shape;2704;p74"/>
          <p:cNvCxnSpPr>
            <a:stCxn id="2687" idx="4"/>
            <a:endCxn id="2686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5" name="Google Shape;2705;p74"/>
          <p:cNvCxnSpPr>
            <a:stCxn id="2688" idx="6"/>
            <a:endCxn id="2696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6" name="Google Shape;2706;p74"/>
          <p:cNvCxnSpPr>
            <a:stCxn id="2688" idx="5"/>
            <a:endCxn id="2691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7" name="Google Shape;2707;p74"/>
          <p:cNvCxnSpPr>
            <a:stCxn id="2696" idx="3"/>
            <a:endCxn id="2690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8" name="Google Shape;2708;p74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709" name="Google Shape;2709;p74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710" name="Google Shape;2710;p74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711" name="Google Shape;2711;p74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712" name="Google Shape;2712;p74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713" name="Google Shape;2713;p74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714" name="Google Shape;2714;p74"/>
          <p:cNvCxnSpPr>
            <a:endCxn id="2710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5" name="Google Shape;2715;p74"/>
          <p:cNvCxnSpPr>
            <a:stCxn id="2712" idx="0"/>
            <a:endCxn id="2710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6" name="Google Shape;2716;p74"/>
          <p:cNvCxnSpPr>
            <a:stCxn id="2709" idx="1"/>
            <a:endCxn id="2708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7" name="Google Shape;2717;p74"/>
          <p:cNvCxnSpPr>
            <a:stCxn id="2718" idx="1"/>
            <a:endCxn id="2710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9" name="Google Shape;2719;p74"/>
          <p:cNvCxnSpPr>
            <a:stCxn id="2711" idx="0"/>
            <a:endCxn id="2708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0" name="Google Shape;2720;p74"/>
          <p:cNvCxnSpPr>
            <a:stCxn id="2711" idx="5"/>
            <a:endCxn id="2721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2" name="Google Shape;2722;p74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721" name="Google Shape;2721;p74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18" name="Google Shape;2718;p74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23" name="Google Shape;2723;p74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724" name="Google Shape;2724;p74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725" name="Google Shape;2725;p74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726" name="Google Shape;2726;p74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727" name="Google Shape;2727;p74"/>
          <p:cNvCxnSpPr>
            <a:stCxn id="2725" idx="2"/>
            <a:endCxn id="2724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8" name="Google Shape;2728;p74"/>
          <p:cNvCxnSpPr>
            <a:stCxn id="2723" idx="2"/>
            <a:endCxn id="2724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9" name="Google Shape;2729;p74"/>
          <p:cNvCxnSpPr>
            <a:stCxn id="2725" idx="6"/>
            <a:endCxn id="2726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0" name="Google Shape;2730;p74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731" name="Google Shape;2731;p74"/>
          <p:cNvCxnSpPr>
            <a:stCxn id="2711" idx="3"/>
            <a:endCxn id="2713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2" name="Google Shape;2732;p74"/>
          <p:cNvCxnSpPr>
            <a:stCxn id="2709" idx="4"/>
            <a:endCxn id="2722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3" name="Google Shape;2733;p74"/>
          <p:cNvCxnSpPr>
            <a:stCxn id="2709" idx="4"/>
            <a:endCxn id="2718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4" name="Google Shape;2734;p74"/>
          <p:cNvCxnSpPr>
            <a:stCxn id="2712" idx="4"/>
            <a:endCxn id="2713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5" name="Google Shape;2735;p74"/>
          <p:cNvCxnSpPr>
            <a:stCxn id="2712" idx="5"/>
            <a:endCxn id="2721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6" name="Google Shape;2736;p74"/>
          <p:cNvCxnSpPr>
            <a:stCxn id="2713" idx="3"/>
            <a:endCxn id="2718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7" name="Google Shape;2737;p74"/>
          <p:cNvCxnSpPr>
            <a:stCxn id="2722" idx="3"/>
            <a:endCxn id="2718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8" name="Google Shape;2738;p74"/>
          <p:cNvCxnSpPr>
            <a:stCxn id="2723" idx="6"/>
            <a:endCxn id="2730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9" name="Google Shape;2739;p74"/>
          <p:cNvCxnSpPr>
            <a:stCxn id="2723" idx="5"/>
            <a:endCxn id="2726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0" name="Google Shape;2740;p74"/>
          <p:cNvCxnSpPr>
            <a:stCxn id="2730" idx="3"/>
            <a:endCxn id="2725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1" name="Google Shape;2741;p74"/>
          <p:cNvCxnSpPr>
            <a:stCxn id="2683" idx="2"/>
            <a:endCxn id="2688" idx="0"/>
          </p:cNvCxnSpPr>
          <p:nvPr/>
        </p:nvCxnSpPr>
        <p:spPr>
          <a:xfrm>
            <a:off x="3506797" y="2961845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74"/>
          <p:cNvCxnSpPr>
            <a:stCxn id="2648" idx="2"/>
            <a:endCxn id="2653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3" name="Google Shape;2743;p74"/>
          <p:cNvCxnSpPr>
            <a:stCxn id="2643" idx="2"/>
            <a:endCxn id="2654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4" name="Google Shape;2744;p74"/>
          <p:cNvCxnSpPr>
            <a:stCxn id="2643" idx="2"/>
            <a:endCxn id="2653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5" name="Google Shape;2745;p74"/>
          <p:cNvCxnSpPr>
            <a:stCxn id="2713" idx="2"/>
            <a:endCxn id="2724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6" name="Google Shape;2746;p74"/>
          <p:cNvCxnSpPr>
            <a:stCxn id="2718" idx="2"/>
            <a:endCxn id="2723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7" name="Google Shape;2747;p74"/>
          <p:cNvCxnSpPr>
            <a:stCxn id="2721" idx="2"/>
            <a:endCxn id="2730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8" name="Google Shape;2748;p74"/>
          <p:cNvCxnSpPr>
            <a:stCxn id="2722" idx="4"/>
            <a:endCxn id="2721" idx="0"/>
          </p:cNvCxnSpPr>
          <p:nvPr/>
        </p:nvCxnSpPr>
        <p:spPr>
          <a:xfrm>
            <a:off x="8648697" y="2258991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9" name="Google Shape;2749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75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755" name="Google Shape;2755;p75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756" name="Google Shape;2756;p75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757" name="Google Shape;2757;p75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758" name="Google Shape;2758;p75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759" name="Google Shape;2759;p75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2760" name="Google Shape;2760;p75"/>
          <p:cNvCxnSpPr>
            <a:endCxn id="2756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1" name="Google Shape;2761;p75"/>
          <p:cNvCxnSpPr>
            <a:stCxn id="2758" idx="0"/>
            <a:endCxn id="2756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2" name="Google Shape;2762;p75"/>
          <p:cNvCxnSpPr>
            <a:stCxn id="2755" idx="1"/>
            <a:endCxn id="2754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75"/>
          <p:cNvCxnSpPr>
            <a:stCxn id="2764" idx="1"/>
            <a:endCxn id="2756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5" name="Google Shape;2765;p75"/>
          <p:cNvCxnSpPr>
            <a:stCxn id="2757" idx="0"/>
            <a:endCxn id="2754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6" name="Google Shape;2766;p75"/>
          <p:cNvCxnSpPr>
            <a:stCxn id="2757" idx="5"/>
            <a:endCxn id="2767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8" name="Google Shape;2768;p75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767" name="Google Shape;2767;p75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764" name="Google Shape;2764;p75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2769" name="Google Shape;2769;p75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770" name="Google Shape;2770;p75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771" name="Google Shape;2771;p75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772" name="Google Shape;2772;p75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773" name="Google Shape;2773;p75"/>
          <p:cNvCxnSpPr>
            <a:stCxn id="2771" idx="2"/>
            <a:endCxn id="2770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4" name="Google Shape;2774;p75"/>
          <p:cNvCxnSpPr>
            <a:stCxn id="2769" idx="2"/>
            <a:endCxn id="2770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5" name="Google Shape;2775;p75"/>
          <p:cNvCxnSpPr>
            <a:stCxn id="2771" idx="6"/>
            <a:endCxn id="2772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75"/>
          <p:cNvCxnSpPr>
            <a:stCxn id="2777" idx="4"/>
            <a:endCxn id="2772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7" name="Google Shape;2777;p75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778" name="Google Shape;2778;p75"/>
          <p:cNvCxnSpPr>
            <a:stCxn id="2757" idx="3"/>
            <a:endCxn id="2759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9" name="Google Shape;2779;p75"/>
          <p:cNvCxnSpPr>
            <a:stCxn id="2755" idx="4"/>
            <a:endCxn id="2768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0" name="Google Shape;2780;p75"/>
          <p:cNvCxnSpPr>
            <a:stCxn id="2755" idx="4"/>
            <a:endCxn id="2764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1" name="Google Shape;2781;p75"/>
          <p:cNvCxnSpPr>
            <a:stCxn id="2758" idx="4"/>
            <a:endCxn id="2759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2" name="Google Shape;2782;p75"/>
          <p:cNvCxnSpPr>
            <a:stCxn id="2758" idx="5"/>
            <a:endCxn id="2767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3" name="Google Shape;2783;p75"/>
          <p:cNvCxnSpPr>
            <a:stCxn id="2759" idx="6"/>
            <a:endCxn id="2764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4" name="Google Shape;2784;p75"/>
          <p:cNvCxnSpPr>
            <a:stCxn id="2768" idx="3"/>
            <a:endCxn id="2764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5" name="Google Shape;2785;p75"/>
          <p:cNvCxnSpPr>
            <a:stCxn id="2768" idx="4"/>
            <a:endCxn id="2767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6" name="Google Shape;2786;p75"/>
          <p:cNvCxnSpPr>
            <a:stCxn id="2769" idx="6"/>
            <a:endCxn id="2777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7" name="Google Shape;2787;p75"/>
          <p:cNvCxnSpPr>
            <a:stCxn id="2769" idx="5"/>
            <a:endCxn id="2772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8" name="Google Shape;2788;p75"/>
          <p:cNvCxnSpPr>
            <a:stCxn id="2777" idx="3"/>
            <a:endCxn id="2771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9" name="Google Shape;2789;p75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790" name="Google Shape;2790;p75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791" name="Google Shape;2791;p75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792" name="Google Shape;2792;p75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793" name="Google Shape;2793;p75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794" name="Google Shape;2794;p75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795" name="Google Shape;2795;p75"/>
          <p:cNvCxnSpPr>
            <a:endCxn id="2791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6" name="Google Shape;2796;p75"/>
          <p:cNvCxnSpPr>
            <a:stCxn id="2793" idx="0"/>
            <a:endCxn id="2791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7" name="Google Shape;2797;p75"/>
          <p:cNvCxnSpPr>
            <a:stCxn id="2790" idx="1"/>
            <a:endCxn id="2789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8" name="Google Shape;2798;p75"/>
          <p:cNvCxnSpPr>
            <a:stCxn id="2799" idx="1"/>
            <a:endCxn id="2791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75"/>
          <p:cNvCxnSpPr>
            <a:stCxn id="2792" idx="0"/>
            <a:endCxn id="2789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75"/>
          <p:cNvCxnSpPr>
            <a:stCxn id="2792" idx="5"/>
            <a:endCxn id="2802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3" name="Google Shape;2803;p75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802" name="Google Shape;2802;p75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799" name="Google Shape;2799;p75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04" name="Google Shape;2804;p75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805" name="Google Shape;2805;p75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806" name="Google Shape;2806;p75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807" name="Google Shape;2807;p75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808" name="Google Shape;2808;p75"/>
          <p:cNvCxnSpPr>
            <a:stCxn id="2806" idx="2"/>
            <a:endCxn id="2805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9" name="Google Shape;2809;p75"/>
          <p:cNvCxnSpPr>
            <a:stCxn id="2804" idx="2"/>
            <a:endCxn id="2805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0" name="Google Shape;2810;p75"/>
          <p:cNvCxnSpPr>
            <a:stCxn id="2806" idx="6"/>
            <a:endCxn id="2807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1" name="Google Shape;2811;p75"/>
          <p:cNvCxnSpPr>
            <a:stCxn id="2812" idx="4"/>
            <a:endCxn id="2807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2" name="Google Shape;2812;p75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813" name="Google Shape;2813;p75"/>
          <p:cNvCxnSpPr>
            <a:stCxn id="2792" idx="3"/>
            <a:endCxn id="2794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4" name="Google Shape;2814;p75"/>
          <p:cNvCxnSpPr>
            <a:stCxn id="2790" idx="4"/>
            <a:endCxn id="2803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5" name="Google Shape;2815;p75"/>
          <p:cNvCxnSpPr>
            <a:stCxn id="2790" idx="4"/>
            <a:endCxn id="2799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6" name="Google Shape;2816;p75"/>
          <p:cNvCxnSpPr>
            <a:stCxn id="2793" idx="4"/>
            <a:endCxn id="2794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7" name="Google Shape;2817;p75"/>
          <p:cNvCxnSpPr>
            <a:stCxn id="2793" idx="5"/>
            <a:endCxn id="2802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8" name="Google Shape;2818;p75"/>
          <p:cNvCxnSpPr>
            <a:stCxn id="2794" idx="3"/>
            <a:endCxn id="2799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9" name="Google Shape;2819;p75"/>
          <p:cNvCxnSpPr>
            <a:stCxn id="2803" idx="3"/>
            <a:endCxn id="2799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0" name="Google Shape;2820;p75"/>
          <p:cNvCxnSpPr>
            <a:stCxn id="2803" idx="4"/>
            <a:endCxn id="2802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1" name="Google Shape;2821;p75"/>
          <p:cNvCxnSpPr>
            <a:stCxn id="2804" idx="6"/>
            <a:endCxn id="2812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2" name="Google Shape;2822;p75"/>
          <p:cNvCxnSpPr>
            <a:stCxn id="2804" idx="5"/>
            <a:endCxn id="2807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3" name="Google Shape;2823;p75"/>
          <p:cNvCxnSpPr>
            <a:stCxn id="2812" idx="3"/>
            <a:endCxn id="2806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4" name="Google Shape;2824;p75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825" name="Google Shape;2825;p75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826" name="Google Shape;2826;p75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827" name="Google Shape;2827;p75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828" name="Google Shape;2828;p75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829" name="Google Shape;2829;p75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2830" name="Google Shape;2830;p75"/>
          <p:cNvCxnSpPr>
            <a:endCxn id="2826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1" name="Google Shape;2831;p75"/>
          <p:cNvCxnSpPr>
            <a:stCxn id="2828" idx="0"/>
            <a:endCxn id="2826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2" name="Google Shape;2832;p75"/>
          <p:cNvCxnSpPr>
            <a:stCxn id="2825" idx="1"/>
            <a:endCxn id="2824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3" name="Google Shape;2833;p75"/>
          <p:cNvCxnSpPr>
            <a:stCxn id="2834" idx="1"/>
            <a:endCxn id="2826" idx="5"/>
          </p:cNvCxnSpPr>
          <p:nvPr/>
        </p:nvCxnSpPr>
        <p:spPr>
          <a:xfrm rot="10800000">
            <a:off x="2896297" y="1839995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75"/>
          <p:cNvCxnSpPr>
            <a:stCxn id="2827" idx="0"/>
            <a:endCxn id="2824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6" name="Google Shape;2836;p75"/>
          <p:cNvCxnSpPr>
            <a:stCxn id="2827" idx="5"/>
            <a:endCxn id="2837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8" name="Google Shape;2838;p75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837" name="Google Shape;2837;p75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834" name="Google Shape;2834;p75"/>
          <p:cNvSpPr/>
          <p:nvPr/>
        </p:nvSpPr>
        <p:spPr>
          <a:xfrm>
            <a:off x="3357397" y="2663945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39" name="Google Shape;2839;p75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840" name="Google Shape;2840;p75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841" name="Google Shape;2841;p75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842" name="Google Shape;2842;p75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843" name="Google Shape;2843;p75"/>
          <p:cNvCxnSpPr>
            <a:stCxn id="2841" idx="2"/>
            <a:endCxn id="2840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4" name="Google Shape;2844;p75"/>
          <p:cNvCxnSpPr>
            <a:stCxn id="2839" idx="2"/>
            <a:endCxn id="2840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5" name="Google Shape;2845;p75"/>
          <p:cNvCxnSpPr>
            <a:stCxn id="2841" idx="6"/>
            <a:endCxn id="2842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6" name="Google Shape;2846;p75"/>
          <p:cNvCxnSpPr>
            <a:stCxn id="2847" idx="4"/>
            <a:endCxn id="2842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7" name="Google Shape;2847;p75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848" name="Google Shape;2848;p75"/>
          <p:cNvCxnSpPr>
            <a:stCxn id="2827" idx="3"/>
            <a:endCxn id="2829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9" name="Google Shape;2849;p75"/>
          <p:cNvCxnSpPr>
            <a:stCxn id="2825" idx="4"/>
            <a:endCxn id="2838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0" name="Google Shape;2850;p75"/>
          <p:cNvCxnSpPr>
            <a:stCxn id="2825" idx="4"/>
            <a:endCxn id="2834" idx="0"/>
          </p:cNvCxnSpPr>
          <p:nvPr/>
        </p:nvCxnSpPr>
        <p:spPr>
          <a:xfrm flipH="1">
            <a:off x="3506926" y="1883548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1" name="Google Shape;2851;p75"/>
          <p:cNvCxnSpPr>
            <a:stCxn id="2828" idx="4"/>
            <a:endCxn id="2829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2" name="Google Shape;2852;p75"/>
          <p:cNvCxnSpPr>
            <a:stCxn id="2828" idx="5"/>
            <a:endCxn id="2837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3" name="Google Shape;2853;p75"/>
          <p:cNvCxnSpPr>
            <a:stCxn id="2829" idx="6"/>
            <a:endCxn id="2834" idx="1"/>
          </p:cNvCxnSpPr>
          <p:nvPr/>
        </p:nvCxnSpPr>
        <p:spPr>
          <a:xfrm>
            <a:off x="3089347" y="2738487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4" name="Google Shape;2854;p75"/>
          <p:cNvCxnSpPr>
            <a:stCxn id="2838" idx="3"/>
            <a:endCxn id="2834" idx="3"/>
          </p:cNvCxnSpPr>
          <p:nvPr/>
        </p:nvCxnSpPr>
        <p:spPr>
          <a:xfrm flipH="1">
            <a:off x="3656259" y="2269993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5" name="Google Shape;2855;p75"/>
          <p:cNvCxnSpPr>
            <a:stCxn id="2838" idx="4"/>
            <a:endCxn id="2837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6" name="Google Shape;2856;p75"/>
          <p:cNvCxnSpPr>
            <a:stCxn id="2839" idx="6"/>
            <a:endCxn id="2847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7" name="Google Shape;2857;p75"/>
          <p:cNvCxnSpPr>
            <a:stCxn id="2839" idx="5"/>
            <a:endCxn id="2842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8" name="Google Shape;2858;p75"/>
          <p:cNvCxnSpPr>
            <a:stCxn id="2847" idx="3"/>
            <a:endCxn id="2841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9" name="Google Shape;2859;p75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860" name="Google Shape;2860;p75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861" name="Google Shape;2861;p75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862" name="Google Shape;2862;p75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863" name="Google Shape;2863;p75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864" name="Google Shape;2864;p75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865" name="Google Shape;2865;p75"/>
          <p:cNvCxnSpPr>
            <a:endCxn id="2861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6" name="Google Shape;2866;p75"/>
          <p:cNvCxnSpPr>
            <a:stCxn id="2863" idx="0"/>
            <a:endCxn id="2861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7" name="Google Shape;2867;p75"/>
          <p:cNvCxnSpPr>
            <a:stCxn id="2860" idx="1"/>
            <a:endCxn id="2859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8" name="Google Shape;2868;p75"/>
          <p:cNvCxnSpPr>
            <a:stCxn id="2869" idx="1"/>
            <a:endCxn id="2861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0" name="Google Shape;2870;p75"/>
          <p:cNvCxnSpPr>
            <a:stCxn id="2862" idx="0"/>
            <a:endCxn id="2859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1" name="Google Shape;2871;p75"/>
          <p:cNvCxnSpPr>
            <a:stCxn id="2862" idx="5"/>
            <a:endCxn id="2872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3" name="Google Shape;2873;p75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872" name="Google Shape;2872;p75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69" name="Google Shape;2869;p75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74" name="Google Shape;2874;p75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875" name="Google Shape;2875;p75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876" name="Google Shape;2876;p75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877" name="Google Shape;2877;p75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878" name="Google Shape;2878;p75"/>
          <p:cNvCxnSpPr>
            <a:stCxn id="2876" idx="2"/>
            <a:endCxn id="2875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9" name="Google Shape;2879;p75"/>
          <p:cNvCxnSpPr>
            <a:stCxn id="2874" idx="2"/>
            <a:endCxn id="2875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0" name="Google Shape;2880;p75"/>
          <p:cNvCxnSpPr>
            <a:stCxn id="2876" idx="6"/>
            <a:endCxn id="2877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1" name="Google Shape;2881;p75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882" name="Google Shape;2882;p75"/>
          <p:cNvCxnSpPr>
            <a:stCxn id="2862" idx="3"/>
            <a:endCxn id="2864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3" name="Google Shape;2883;p75"/>
          <p:cNvCxnSpPr>
            <a:stCxn id="2860" idx="4"/>
            <a:endCxn id="2873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75"/>
          <p:cNvCxnSpPr>
            <a:stCxn id="2860" idx="4"/>
            <a:endCxn id="2869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5" name="Google Shape;2885;p75"/>
          <p:cNvCxnSpPr>
            <a:stCxn id="2863" idx="4"/>
            <a:endCxn id="2864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6" name="Google Shape;2886;p75"/>
          <p:cNvCxnSpPr>
            <a:stCxn id="2863" idx="5"/>
            <a:endCxn id="2872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7" name="Google Shape;2887;p75"/>
          <p:cNvCxnSpPr>
            <a:stCxn id="2864" idx="3"/>
            <a:endCxn id="2869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8" name="Google Shape;2888;p75"/>
          <p:cNvCxnSpPr>
            <a:stCxn id="2873" idx="3"/>
            <a:endCxn id="2869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9" name="Google Shape;2889;p75"/>
          <p:cNvCxnSpPr>
            <a:stCxn id="2874" idx="6"/>
            <a:endCxn id="2881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0" name="Google Shape;2890;p75"/>
          <p:cNvCxnSpPr>
            <a:stCxn id="2874" idx="5"/>
            <a:endCxn id="2877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1" name="Google Shape;2891;p75"/>
          <p:cNvCxnSpPr>
            <a:stCxn id="2881" idx="3"/>
            <a:endCxn id="2876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2" name="Google Shape;2892;p75"/>
          <p:cNvCxnSpPr>
            <a:stCxn id="2834" idx="2"/>
            <a:endCxn id="2839" idx="0"/>
          </p:cNvCxnSpPr>
          <p:nvPr/>
        </p:nvCxnSpPr>
        <p:spPr>
          <a:xfrm>
            <a:off x="3506797" y="2961845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3" name="Google Shape;2893;p75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94" name="Google Shape;2894;p75"/>
          <p:cNvCxnSpPr>
            <a:stCxn id="2799" idx="2"/>
            <a:endCxn id="2804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5" name="Google Shape;2895;p75"/>
          <p:cNvCxnSpPr>
            <a:stCxn id="2794" idx="2"/>
            <a:endCxn id="2805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6" name="Google Shape;2896;p75"/>
          <p:cNvCxnSpPr>
            <a:stCxn id="2794" idx="2"/>
            <a:endCxn id="2804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7" name="Google Shape;2897;p75"/>
          <p:cNvCxnSpPr>
            <a:stCxn id="2864" idx="2"/>
            <a:endCxn id="2875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8" name="Google Shape;2898;p75"/>
          <p:cNvCxnSpPr>
            <a:stCxn id="2869" idx="2"/>
            <a:endCxn id="2874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9" name="Google Shape;2899;p75"/>
          <p:cNvCxnSpPr>
            <a:stCxn id="2872" idx="2"/>
            <a:endCxn id="2881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0" name="Google Shape;2900;p75"/>
          <p:cNvCxnSpPr>
            <a:stCxn id="2873" idx="4"/>
            <a:endCxn id="2872" idx="0"/>
          </p:cNvCxnSpPr>
          <p:nvPr/>
        </p:nvCxnSpPr>
        <p:spPr>
          <a:xfrm>
            <a:off x="8648697" y="2258991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1" name="Google Shape;2901;p75"/>
          <p:cNvSpPr txBox="1"/>
          <p:nvPr/>
        </p:nvSpPr>
        <p:spPr>
          <a:xfrm>
            <a:off x="461100" y="3007700"/>
            <a:ext cx="228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Already </a:t>
            </a: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</a:t>
            </a: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2" name="Google Shape;2902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76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908" name="Google Shape;2908;p76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909" name="Google Shape;2909;p76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10" name="Google Shape;2910;p76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911" name="Google Shape;2911;p76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912" name="Google Shape;2912;p76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2913" name="Google Shape;2913;p76"/>
          <p:cNvCxnSpPr>
            <a:endCxn id="2909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4" name="Google Shape;2914;p76"/>
          <p:cNvCxnSpPr>
            <a:stCxn id="2911" idx="0"/>
            <a:endCxn id="2909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5" name="Google Shape;2915;p76"/>
          <p:cNvCxnSpPr>
            <a:stCxn id="2908" idx="1"/>
            <a:endCxn id="2907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6" name="Google Shape;2916;p76"/>
          <p:cNvCxnSpPr>
            <a:stCxn id="2917" idx="1"/>
            <a:endCxn id="2909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8" name="Google Shape;2918;p76"/>
          <p:cNvCxnSpPr>
            <a:stCxn id="2910" idx="0"/>
            <a:endCxn id="2907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9" name="Google Shape;2919;p76"/>
          <p:cNvCxnSpPr>
            <a:stCxn id="2910" idx="5"/>
            <a:endCxn id="2920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1" name="Google Shape;2921;p76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920" name="Google Shape;2920;p76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917" name="Google Shape;2917;p76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2922" name="Google Shape;2922;p76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923" name="Google Shape;2923;p76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924" name="Google Shape;2924;p76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925" name="Google Shape;2925;p76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926" name="Google Shape;2926;p76"/>
          <p:cNvCxnSpPr>
            <a:stCxn id="2924" idx="2"/>
            <a:endCxn id="2923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7" name="Google Shape;2927;p76"/>
          <p:cNvCxnSpPr>
            <a:stCxn id="2922" idx="2"/>
            <a:endCxn id="2923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8" name="Google Shape;2928;p76"/>
          <p:cNvCxnSpPr>
            <a:stCxn id="2924" idx="6"/>
            <a:endCxn id="2925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9" name="Google Shape;2929;p76"/>
          <p:cNvCxnSpPr>
            <a:stCxn id="2930" idx="4"/>
            <a:endCxn id="2925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0" name="Google Shape;2930;p76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931" name="Google Shape;2931;p76"/>
          <p:cNvCxnSpPr>
            <a:stCxn id="2910" idx="3"/>
            <a:endCxn id="2912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2" name="Google Shape;2932;p76"/>
          <p:cNvCxnSpPr>
            <a:stCxn id="2908" idx="4"/>
            <a:endCxn id="2921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3" name="Google Shape;2933;p76"/>
          <p:cNvCxnSpPr>
            <a:stCxn id="2908" idx="4"/>
            <a:endCxn id="2917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4" name="Google Shape;2934;p76"/>
          <p:cNvCxnSpPr>
            <a:stCxn id="2911" idx="4"/>
            <a:endCxn id="2912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76"/>
          <p:cNvCxnSpPr>
            <a:stCxn id="2911" idx="5"/>
            <a:endCxn id="2920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6" name="Google Shape;2936;p76"/>
          <p:cNvCxnSpPr>
            <a:stCxn id="2912" idx="6"/>
            <a:endCxn id="2917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7" name="Google Shape;2937;p76"/>
          <p:cNvCxnSpPr>
            <a:stCxn id="2921" idx="3"/>
            <a:endCxn id="2917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8" name="Google Shape;2938;p76"/>
          <p:cNvCxnSpPr>
            <a:stCxn id="2921" idx="4"/>
            <a:endCxn id="2920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9" name="Google Shape;2939;p76"/>
          <p:cNvCxnSpPr>
            <a:stCxn id="2922" idx="6"/>
            <a:endCxn id="2930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0" name="Google Shape;2940;p76"/>
          <p:cNvCxnSpPr>
            <a:stCxn id="2922" idx="5"/>
            <a:endCxn id="2925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76"/>
          <p:cNvCxnSpPr>
            <a:stCxn id="2930" idx="3"/>
            <a:endCxn id="2924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2" name="Google Shape;2942;p76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943" name="Google Shape;2943;p76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944" name="Google Shape;2944;p76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45" name="Google Shape;2945;p76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946" name="Google Shape;2946;p76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947" name="Google Shape;2947;p76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948" name="Google Shape;2948;p76"/>
          <p:cNvCxnSpPr>
            <a:endCxn id="2944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9" name="Google Shape;2949;p76"/>
          <p:cNvCxnSpPr>
            <a:stCxn id="2946" idx="0"/>
            <a:endCxn id="2944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0" name="Google Shape;2950;p76"/>
          <p:cNvCxnSpPr>
            <a:stCxn id="2943" idx="1"/>
            <a:endCxn id="2942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1" name="Google Shape;2951;p76"/>
          <p:cNvCxnSpPr>
            <a:stCxn id="2952" idx="1"/>
            <a:endCxn id="2944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3" name="Google Shape;2953;p76"/>
          <p:cNvCxnSpPr>
            <a:stCxn id="2945" idx="0"/>
            <a:endCxn id="2942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4" name="Google Shape;2954;p76"/>
          <p:cNvCxnSpPr>
            <a:stCxn id="2945" idx="5"/>
            <a:endCxn id="2955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6" name="Google Shape;2956;p76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955" name="Google Shape;2955;p76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952" name="Google Shape;2952;p76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57" name="Google Shape;2957;p76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958" name="Google Shape;2958;p76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959" name="Google Shape;2959;p76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960" name="Google Shape;2960;p76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961" name="Google Shape;2961;p76"/>
          <p:cNvCxnSpPr>
            <a:stCxn id="2959" idx="2"/>
            <a:endCxn id="2958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2" name="Google Shape;2962;p76"/>
          <p:cNvCxnSpPr>
            <a:stCxn id="2957" idx="2"/>
            <a:endCxn id="2958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3" name="Google Shape;2963;p76"/>
          <p:cNvCxnSpPr>
            <a:stCxn id="2959" idx="6"/>
            <a:endCxn id="2960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4" name="Google Shape;2964;p76"/>
          <p:cNvCxnSpPr>
            <a:stCxn id="2965" idx="4"/>
            <a:endCxn id="2960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5" name="Google Shape;2965;p76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2966" name="Google Shape;2966;p76"/>
          <p:cNvCxnSpPr>
            <a:stCxn id="2945" idx="3"/>
            <a:endCxn id="2947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7" name="Google Shape;2967;p76"/>
          <p:cNvCxnSpPr>
            <a:stCxn id="2943" idx="4"/>
            <a:endCxn id="2956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8" name="Google Shape;2968;p76"/>
          <p:cNvCxnSpPr>
            <a:stCxn id="2943" idx="4"/>
            <a:endCxn id="2952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9" name="Google Shape;2969;p76"/>
          <p:cNvCxnSpPr>
            <a:stCxn id="2946" idx="4"/>
            <a:endCxn id="2947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0" name="Google Shape;2970;p76"/>
          <p:cNvCxnSpPr>
            <a:stCxn id="2946" idx="5"/>
            <a:endCxn id="2955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1" name="Google Shape;2971;p76"/>
          <p:cNvCxnSpPr>
            <a:stCxn id="2947" idx="3"/>
            <a:endCxn id="2952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2" name="Google Shape;2972;p76"/>
          <p:cNvCxnSpPr>
            <a:stCxn id="2956" idx="3"/>
            <a:endCxn id="2952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3" name="Google Shape;2973;p76"/>
          <p:cNvCxnSpPr>
            <a:stCxn id="2956" idx="4"/>
            <a:endCxn id="2955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4" name="Google Shape;2974;p76"/>
          <p:cNvCxnSpPr>
            <a:stCxn id="2957" idx="6"/>
            <a:endCxn id="2965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5" name="Google Shape;2975;p76"/>
          <p:cNvCxnSpPr>
            <a:stCxn id="2957" idx="5"/>
            <a:endCxn id="2960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6" name="Google Shape;2976;p76"/>
          <p:cNvCxnSpPr>
            <a:stCxn id="2965" idx="3"/>
            <a:endCxn id="2959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7" name="Google Shape;2977;p76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978" name="Google Shape;2978;p76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979" name="Google Shape;2979;p76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80" name="Google Shape;2980;p76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981" name="Google Shape;2981;p76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982" name="Google Shape;2982;p76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2983" name="Google Shape;2983;p76"/>
          <p:cNvCxnSpPr>
            <a:endCxn id="2979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4" name="Google Shape;2984;p76"/>
          <p:cNvCxnSpPr>
            <a:stCxn id="2981" idx="0"/>
            <a:endCxn id="2979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5" name="Google Shape;2985;p76"/>
          <p:cNvCxnSpPr>
            <a:stCxn id="2978" idx="1"/>
            <a:endCxn id="2977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6" name="Google Shape;2986;p76"/>
          <p:cNvCxnSpPr>
            <a:stCxn id="2987" idx="1"/>
            <a:endCxn id="2979" idx="5"/>
          </p:cNvCxnSpPr>
          <p:nvPr/>
        </p:nvCxnSpPr>
        <p:spPr>
          <a:xfrm rot="10800000">
            <a:off x="2896297" y="1839995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8" name="Google Shape;2988;p76"/>
          <p:cNvCxnSpPr>
            <a:stCxn id="2980" idx="0"/>
            <a:endCxn id="2977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9" name="Google Shape;2989;p76"/>
          <p:cNvCxnSpPr>
            <a:stCxn id="2980" idx="5"/>
            <a:endCxn id="2990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1" name="Google Shape;2991;p76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2990" name="Google Shape;2990;p76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2987" name="Google Shape;2987;p76"/>
          <p:cNvSpPr/>
          <p:nvPr/>
        </p:nvSpPr>
        <p:spPr>
          <a:xfrm>
            <a:off x="3357397" y="2663945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92" name="Google Shape;2992;p76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2993" name="Google Shape;2993;p76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2994" name="Google Shape;2994;p76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2995" name="Google Shape;2995;p76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2996" name="Google Shape;2996;p76"/>
          <p:cNvCxnSpPr>
            <a:stCxn id="2994" idx="2"/>
            <a:endCxn id="2993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7" name="Google Shape;2997;p76"/>
          <p:cNvCxnSpPr>
            <a:stCxn id="2992" idx="2"/>
            <a:endCxn id="2993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8" name="Google Shape;2998;p76"/>
          <p:cNvCxnSpPr>
            <a:stCxn id="2994" idx="6"/>
            <a:endCxn id="2995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9" name="Google Shape;2999;p76"/>
          <p:cNvCxnSpPr>
            <a:stCxn id="3000" idx="4"/>
            <a:endCxn id="2995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0" name="Google Shape;3000;p76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001" name="Google Shape;3001;p76"/>
          <p:cNvCxnSpPr>
            <a:stCxn id="2980" idx="3"/>
            <a:endCxn id="2982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2" name="Google Shape;3002;p76"/>
          <p:cNvCxnSpPr>
            <a:stCxn id="2978" idx="4"/>
            <a:endCxn id="2991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3" name="Google Shape;3003;p76"/>
          <p:cNvCxnSpPr>
            <a:stCxn id="2978" idx="4"/>
            <a:endCxn id="2987" idx="0"/>
          </p:cNvCxnSpPr>
          <p:nvPr/>
        </p:nvCxnSpPr>
        <p:spPr>
          <a:xfrm flipH="1">
            <a:off x="3506926" y="1883548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4" name="Google Shape;3004;p76"/>
          <p:cNvCxnSpPr>
            <a:stCxn id="2981" idx="4"/>
            <a:endCxn id="2982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5" name="Google Shape;3005;p76"/>
          <p:cNvCxnSpPr>
            <a:stCxn id="2981" idx="5"/>
            <a:endCxn id="2990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6" name="Google Shape;3006;p76"/>
          <p:cNvCxnSpPr>
            <a:stCxn id="2982" idx="6"/>
            <a:endCxn id="2987" idx="1"/>
          </p:cNvCxnSpPr>
          <p:nvPr/>
        </p:nvCxnSpPr>
        <p:spPr>
          <a:xfrm>
            <a:off x="3089347" y="2738487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7" name="Google Shape;3007;p76"/>
          <p:cNvCxnSpPr>
            <a:stCxn id="2991" idx="3"/>
            <a:endCxn id="2987" idx="3"/>
          </p:cNvCxnSpPr>
          <p:nvPr/>
        </p:nvCxnSpPr>
        <p:spPr>
          <a:xfrm flipH="1">
            <a:off x="3656259" y="2269993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8" name="Google Shape;3008;p76"/>
          <p:cNvCxnSpPr>
            <a:stCxn id="2991" idx="4"/>
            <a:endCxn id="2990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9" name="Google Shape;3009;p76"/>
          <p:cNvCxnSpPr>
            <a:stCxn id="2992" idx="6"/>
            <a:endCxn id="3000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0" name="Google Shape;3010;p76"/>
          <p:cNvCxnSpPr>
            <a:stCxn id="2992" idx="5"/>
            <a:endCxn id="2995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1" name="Google Shape;3011;p76"/>
          <p:cNvCxnSpPr>
            <a:stCxn id="3000" idx="3"/>
            <a:endCxn id="2994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2" name="Google Shape;3012;p76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013" name="Google Shape;3013;p76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014" name="Google Shape;3014;p76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015" name="Google Shape;3015;p76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016" name="Google Shape;3016;p76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017" name="Google Shape;3017;p76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018" name="Google Shape;3018;p76"/>
          <p:cNvCxnSpPr>
            <a:endCxn id="3014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9" name="Google Shape;3019;p76"/>
          <p:cNvCxnSpPr>
            <a:stCxn id="3016" idx="0"/>
            <a:endCxn id="3014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0" name="Google Shape;3020;p76"/>
          <p:cNvCxnSpPr>
            <a:stCxn id="3013" idx="1"/>
            <a:endCxn id="3012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1" name="Google Shape;3021;p76"/>
          <p:cNvCxnSpPr>
            <a:stCxn id="3022" idx="1"/>
            <a:endCxn id="3014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3" name="Google Shape;3023;p76"/>
          <p:cNvCxnSpPr>
            <a:stCxn id="3015" idx="0"/>
            <a:endCxn id="3012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4" name="Google Shape;3024;p76"/>
          <p:cNvCxnSpPr>
            <a:stCxn id="3015" idx="5"/>
            <a:endCxn id="3025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6" name="Google Shape;3026;p76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025" name="Google Shape;3025;p76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22" name="Google Shape;3022;p76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27" name="Google Shape;3027;p76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028" name="Google Shape;3028;p76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029" name="Google Shape;3029;p76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030" name="Google Shape;3030;p76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031" name="Google Shape;3031;p76"/>
          <p:cNvCxnSpPr>
            <a:stCxn id="3029" idx="2"/>
            <a:endCxn id="3028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2" name="Google Shape;3032;p76"/>
          <p:cNvCxnSpPr>
            <a:stCxn id="3027" idx="2"/>
            <a:endCxn id="3028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3" name="Google Shape;3033;p76"/>
          <p:cNvCxnSpPr>
            <a:stCxn id="3029" idx="6"/>
            <a:endCxn id="3030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4" name="Google Shape;3034;p76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035" name="Google Shape;3035;p76"/>
          <p:cNvCxnSpPr>
            <a:stCxn id="3015" idx="3"/>
            <a:endCxn id="3017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6" name="Google Shape;3036;p76"/>
          <p:cNvCxnSpPr>
            <a:stCxn id="3013" idx="4"/>
            <a:endCxn id="3026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76"/>
          <p:cNvCxnSpPr>
            <a:stCxn id="3013" idx="4"/>
            <a:endCxn id="3022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8" name="Google Shape;3038;p76"/>
          <p:cNvCxnSpPr>
            <a:stCxn id="3016" idx="4"/>
            <a:endCxn id="3017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76"/>
          <p:cNvCxnSpPr>
            <a:stCxn id="3016" idx="5"/>
            <a:endCxn id="3025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0" name="Google Shape;3040;p76"/>
          <p:cNvCxnSpPr>
            <a:stCxn id="3017" idx="3"/>
            <a:endCxn id="3022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1" name="Google Shape;3041;p76"/>
          <p:cNvCxnSpPr>
            <a:stCxn id="3026" idx="3"/>
            <a:endCxn id="3022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2" name="Google Shape;3042;p76"/>
          <p:cNvCxnSpPr>
            <a:stCxn id="3027" idx="6"/>
            <a:endCxn id="3034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3" name="Google Shape;3043;p76"/>
          <p:cNvCxnSpPr>
            <a:stCxn id="3027" idx="5"/>
            <a:endCxn id="3030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4" name="Google Shape;3044;p76"/>
          <p:cNvCxnSpPr>
            <a:stCxn id="3034" idx="3"/>
            <a:endCxn id="3029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5" name="Google Shape;3045;p76"/>
          <p:cNvCxnSpPr>
            <a:stCxn id="2987" idx="2"/>
            <a:endCxn id="2992" idx="0"/>
          </p:cNvCxnSpPr>
          <p:nvPr/>
        </p:nvCxnSpPr>
        <p:spPr>
          <a:xfrm>
            <a:off x="3506797" y="2961845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6" name="Google Shape;3046;p76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47" name="Google Shape;3047;p76"/>
          <p:cNvCxnSpPr>
            <a:stCxn id="2952" idx="2"/>
            <a:endCxn id="2957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8" name="Google Shape;3048;p76"/>
          <p:cNvCxnSpPr>
            <a:stCxn id="2947" idx="2"/>
            <a:endCxn id="2958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9" name="Google Shape;3049;p76"/>
          <p:cNvCxnSpPr>
            <a:stCxn id="2947" idx="2"/>
            <a:endCxn id="2957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0" name="Google Shape;3050;p76"/>
          <p:cNvCxnSpPr>
            <a:stCxn id="3017" idx="2"/>
            <a:endCxn id="3028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1" name="Google Shape;3051;p76"/>
          <p:cNvCxnSpPr>
            <a:stCxn id="3022" idx="2"/>
            <a:endCxn id="3027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2" name="Google Shape;3052;p76"/>
          <p:cNvCxnSpPr>
            <a:stCxn id="3025" idx="2"/>
            <a:endCxn id="3034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3" name="Google Shape;3053;p76"/>
          <p:cNvCxnSpPr>
            <a:stCxn id="3026" idx="4"/>
            <a:endCxn id="3025" idx="0"/>
          </p:cNvCxnSpPr>
          <p:nvPr/>
        </p:nvCxnSpPr>
        <p:spPr>
          <a:xfrm>
            <a:off x="8648697" y="2258991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4" name="Google Shape;3054;p76"/>
          <p:cNvSpPr txBox="1"/>
          <p:nvPr/>
        </p:nvSpPr>
        <p:spPr>
          <a:xfrm>
            <a:off x="461100" y="3007700"/>
            <a:ext cx="228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Already 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5" name="Google Shape;3055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7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061" name="Google Shape;3061;p77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062" name="Google Shape;3062;p77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063" name="Google Shape;3063;p77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064" name="Google Shape;3064;p77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065" name="Google Shape;3065;p77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066" name="Google Shape;3066;p77"/>
          <p:cNvCxnSpPr>
            <a:endCxn id="3062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7" name="Google Shape;3067;p77"/>
          <p:cNvCxnSpPr>
            <a:stCxn id="3064" idx="0"/>
            <a:endCxn id="3062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8" name="Google Shape;3068;p77"/>
          <p:cNvCxnSpPr>
            <a:stCxn id="3061" idx="1"/>
            <a:endCxn id="3060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9" name="Google Shape;3069;p77"/>
          <p:cNvCxnSpPr>
            <a:stCxn id="3070" idx="1"/>
            <a:endCxn id="3062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1" name="Google Shape;3071;p77"/>
          <p:cNvCxnSpPr>
            <a:stCxn id="3063" idx="0"/>
            <a:endCxn id="3060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2" name="Google Shape;3072;p77"/>
          <p:cNvCxnSpPr>
            <a:stCxn id="3063" idx="5"/>
            <a:endCxn id="3073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4" name="Google Shape;3074;p77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073" name="Google Shape;3073;p77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070" name="Google Shape;3070;p77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075" name="Google Shape;3075;p77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076" name="Google Shape;3076;p77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077" name="Google Shape;3077;p77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078" name="Google Shape;3078;p77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079" name="Google Shape;3079;p77"/>
          <p:cNvCxnSpPr>
            <a:stCxn id="3077" idx="2"/>
            <a:endCxn id="3076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0" name="Google Shape;3080;p77"/>
          <p:cNvCxnSpPr>
            <a:stCxn id="3075" idx="2"/>
            <a:endCxn id="3076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1" name="Google Shape;3081;p77"/>
          <p:cNvCxnSpPr>
            <a:stCxn id="3077" idx="6"/>
            <a:endCxn id="3078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2" name="Google Shape;3082;p77"/>
          <p:cNvCxnSpPr>
            <a:stCxn id="3083" idx="4"/>
            <a:endCxn id="3078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3" name="Google Shape;3083;p77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084" name="Google Shape;3084;p77"/>
          <p:cNvCxnSpPr>
            <a:stCxn id="3063" idx="3"/>
            <a:endCxn id="3065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5" name="Google Shape;3085;p77"/>
          <p:cNvCxnSpPr>
            <a:stCxn id="3061" idx="4"/>
            <a:endCxn id="3074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6" name="Google Shape;3086;p77"/>
          <p:cNvCxnSpPr>
            <a:stCxn id="3061" idx="4"/>
            <a:endCxn id="3070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7" name="Google Shape;3087;p77"/>
          <p:cNvCxnSpPr>
            <a:stCxn id="3064" idx="4"/>
            <a:endCxn id="3065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8" name="Google Shape;3088;p77"/>
          <p:cNvCxnSpPr>
            <a:stCxn id="3064" idx="5"/>
            <a:endCxn id="3073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9" name="Google Shape;3089;p77"/>
          <p:cNvCxnSpPr>
            <a:stCxn id="3065" idx="6"/>
            <a:endCxn id="3070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0" name="Google Shape;3090;p77"/>
          <p:cNvCxnSpPr>
            <a:stCxn id="3074" idx="3"/>
            <a:endCxn id="3070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1" name="Google Shape;3091;p77"/>
          <p:cNvCxnSpPr>
            <a:stCxn id="3074" idx="4"/>
            <a:endCxn id="3073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2" name="Google Shape;3092;p77"/>
          <p:cNvCxnSpPr>
            <a:stCxn id="3075" idx="6"/>
            <a:endCxn id="3083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3" name="Google Shape;3093;p77"/>
          <p:cNvCxnSpPr>
            <a:stCxn id="3075" idx="5"/>
            <a:endCxn id="3078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4" name="Google Shape;3094;p77"/>
          <p:cNvCxnSpPr>
            <a:stCxn id="3083" idx="3"/>
            <a:endCxn id="3077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5" name="Google Shape;3095;p77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096" name="Google Shape;3096;p77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097" name="Google Shape;3097;p77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098" name="Google Shape;3098;p77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099" name="Google Shape;3099;p77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100" name="Google Shape;3100;p77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101" name="Google Shape;3101;p77"/>
          <p:cNvCxnSpPr>
            <a:endCxn id="3097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2" name="Google Shape;3102;p77"/>
          <p:cNvCxnSpPr>
            <a:stCxn id="3099" idx="0"/>
            <a:endCxn id="3097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3" name="Google Shape;3103;p77"/>
          <p:cNvCxnSpPr>
            <a:stCxn id="3096" idx="1"/>
            <a:endCxn id="3095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4" name="Google Shape;3104;p77"/>
          <p:cNvCxnSpPr>
            <a:stCxn id="3105" idx="1"/>
            <a:endCxn id="3097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6" name="Google Shape;3106;p77"/>
          <p:cNvCxnSpPr>
            <a:stCxn id="3098" idx="0"/>
            <a:endCxn id="3095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7" name="Google Shape;3107;p77"/>
          <p:cNvCxnSpPr>
            <a:stCxn id="3098" idx="5"/>
            <a:endCxn id="3108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9" name="Google Shape;3109;p77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108" name="Google Shape;3108;p77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105" name="Google Shape;3105;p77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10" name="Google Shape;3110;p77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111" name="Google Shape;3111;p77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112" name="Google Shape;3112;p77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113" name="Google Shape;3113;p77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114" name="Google Shape;3114;p77"/>
          <p:cNvCxnSpPr>
            <a:stCxn id="3112" idx="2"/>
            <a:endCxn id="3111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5" name="Google Shape;3115;p77"/>
          <p:cNvCxnSpPr>
            <a:stCxn id="3110" idx="2"/>
            <a:endCxn id="3111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6" name="Google Shape;3116;p77"/>
          <p:cNvCxnSpPr>
            <a:stCxn id="3112" idx="6"/>
            <a:endCxn id="3113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7" name="Google Shape;3117;p77"/>
          <p:cNvCxnSpPr>
            <a:stCxn id="3118" idx="4"/>
            <a:endCxn id="3113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8" name="Google Shape;3118;p77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119" name="Google Shape;3119;p77"/>
          <p:cNvCxnSpPr>
            <a:stCxn id="3098" idx="3"/>
            <a:endCxn id="3100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0" name="Google Shape;3120;p77"/>
          <p:cNvCxnSpPr>
            <a:stCxn id="3096" idx="4"/>
            <a:endCxn id="3109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1" name="Google Shape;3121;p77"/>
          <p:cNvCxnSpPr>
            <a:stCxn id="3096" idx="4"/>
            <a:endCxn id="3105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2" name="Google Shape;3122;p77"/>
          <p:cNvCxnSpPr>
            <a:stCxn id="3099" idx="4"/>
            <a:endCxn id="3100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3" name="Google Shape;3123;p77"/>
          <p:cNvCxnSpPr>
            <a:stCxn id="3099" idx="5"/>
            <a:endCxn id="3108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77"/>
          <p:cNvCxnSpPr>
            <a:stCxn id="3100" idx="3"/>
            <a:endCxn id="3105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5" name="Google Shape;3125;p77"/>
          <p:cNvCxnSpPr>
            <a:stCxn id="3109" idx="3"/>
            <a:endCxn id="3105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6" name="Google Shape;3126;p77"/>
          <p:cNvCxnSpPr>
            <a:stCxn id="3109" idx="4"/>
            <a:endCxn id="3108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7" name="Google Shape;3127;p77"/>
          <p:cNvCxnSpPr>
            <a:stCxn id="3110" idx="6"/>
            <a:endCxn id="3118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8" name="Google Shape;3128;p77"/>
          <p:cNvCxnSpPr>
            <a:stCxn id="3110" idx="5"/>
            <a:endCxn id="3113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9" name="Google Shape;3129;p77"/>
          <p:cNvCxnSpPr>
            <a:stCxn id="3118" idx="3"/>
            <a:endCxn id="3112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0" name="Google Shape;3130;p77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131" name="Google Shape;3131;p77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132" name="Google Shape;3132;p77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133" name="Google Shape;3133;p77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134" name="Google Shape;3134;p77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135" name="Google Shape;3135;p77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136" name="Google Shape;3136;p77"/>
          <p:cNvCxnSpPr>
            <a:endCxn id="3132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7" name="Google Shape;3137;p77"/>
          <p:cNvCxnSpPr>
            <a:stCxn id="3134" idx="0"/>
            <a:endCxn id="3132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8" name="Google Shape;3138;p77"/>
          <p:cNvCxnSpPr>
            <a:stCxn id="3131" idx="1"/>
            <a:endCxn id="3130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9" name="Google Shape;3139;p77"/>
          <p:cNvCxnSpPr>
            <a:stCxn id="3133" idx="0"/>
            <a:endCxn id="3130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0" name="Google Shape;3140;p77"/>
          <p:cNvCxnSpPr>
            <a:stCxn id="3133" idx="5"/>
            <a:endCxn id="3141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2" name="Google Shape;3142;p77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141" name="Google Shape;3141;p77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143" name="Google Shape;3143;p77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144" name="Google Shape;3144;p77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145" name="Google Shape;3145;p77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146" name="Google Shape;3146;p77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147" name="Google Shape;3147;p77"/>
          <p:cNvCxnSpPr>
            <a:stCxn id="3145" idx="2"/>
            <a:endCxn id="3144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8" name="Google Shape;3148;p77"/>
          <p:cNvCxnSpPr>
            <a:stCxn id="3143" idx="2"/>
            <a:endCxn id="3144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9" name="Google Shape;3149;p77"/>
          <p:cNvCxnSpPr>
            <a:stCxn id="3145" idx="6"/>
            <a:endCxn id="3146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0" name="Google Shape;3150;p77"/>
          <p:cNvCxnSpPr>
            <a:stCxn id="3151" idx="4"/>
            <a:endCxn id="3146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1" name="Google Shape;3151;p77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152" name="Google Shape;3152;p77"/>
          <p:cNvCxnSpPr>
            <a:stCxn id="3133" idx="3"/>
            <a:endCxn id="3135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3" name="Google Shape;3153;p77"/>
          <p:cNvCxnSpPr>
            <a:stCxn id="3131" idx="4"/>
            <a:endCxn id="3142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4" name="Google Shape;3154;p77"/>
          <p:cNvCxnSpPr>
            <a:stCxn id="3134" idx="4"/>
            <a:endCxn id="3135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5" name="Google Shape;3155;p77"/>
          <p:cNvCxnSpPr>
            <a:stCxn id="3134" idx="5"/>
            <a:endCxn id="3141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6" name="Google Shape;3156;p77"/>
          <p:cNvCxnSpPr>
            <a:stCxn id="3142" idx="4"/>
            <a:endCxn id="3141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7" name="Google Shape;3157;p77"/>
          <p:cNvCxnSpPr>
            <a:stCxn id="3143" idx="6"/>
            <a:endCxn id="3151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8" name="Google Shape;3158;p77"/>
          <p:cNvCxnSpPr>
            <a:stCxn id="3143" idx="5"/>
            <a:endCxn id="3146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9" name="Google Shape;3159;p77"/>
          <p:cNvCxnSpPr>
            <a:stCxn id="3151" idx="3"/>
            <a:endCxn id="3145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0" name="Google Shape;3160;p77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161" name="Google Shape;3161;p77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162" name="Google Shape;3162;p77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163" name="Google Shape;3163;p77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164" name="Google Shape;3164;p77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165" name="Google Shape;3165;p77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166" name="Google Shape;3166;p77"/>
          <p:cNvCxnSpPr>
            <a:endCxn id="3162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7" name="Google Shape;3167;p77"/>
          <p:cNvCxnSpPr>
            <a:stCxn id="3164" idx="0"/>
            <a:endCxn id="3162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8" name="Google Shape;3168;p77"/>
          <p:cNvCxnSpPr>
            <a:stCxn id="3161" idx="1"/>
            <a:endCxn id="3160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9" name="Google Shape;3169;p77"/>
          <p:cNvCxnSpPr>
            <a:stCxn id="3170" idx="1"/>
            <a:endCxn id="3162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1" name="Google Shape;3171;p77"/>
          <p:cNvCxnSpPr>
            <a:stCxn id="3163" idx="0"/>
            <a:endCxn id="3160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2" name="Google Shape;3172;p77"/>
          <p:cNvCxnSpPr>
            <a:stCxn id="3163" idx="5"/>
            <a:endCxn id="3173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4" name="Google Shape;3174;p77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173" name="Google Shape;3173;p77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70" name="Google Shape;3170;p77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75" name="Google Shape;3175;p77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176" name="Google Shape;3176;p77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177" name="Google Shape;3177;p77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178" name="Google Shape;3178;p77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179" name="Google Shape;3179;p77"/>
          <p:cNvCxnSpPr>
            <a:stCxn id="3177" idx="2"/>
            <a:endCxn id="3176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77"/>
          <p:cNvCxnSpPr>
            <a:stCxn id="3175" idx="2"/>
            <a:endCxn id="3176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1" name="Google Shape;3181;p77"/>
          <p:cNvCxnSpPr>
            <a:stCxn id="3177" idx="6"/>
            <a:endCxn id="3178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2" name="Google Shape;3182;p77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183" name="Google Shape;3183;p77"/>
          <p:cNvCxnSpPr>
            <a:stCxn id="3163" idx="3"/>
            <a:endCxn id="3165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4" name="Google Shape;3184;p77"/>
          <p:cNvCxnSpPr>
            <a:stCxn id="3161" idx="4"/>
            <a:endCxn id="3174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5" name="Google Shape;3185;p77"/>
          <p:cNvCxnSpPr>
            <a:stCxn id="3161" idx="4"/>
            <a:endCxn id="3170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6" name="Google Shape;3186;p77"/>
          <p:cNvCxnSpPr>
            <a:stCxn id="3164" idx="4"/>
            <a:endCxn id="3165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7" name="Google Shape;3187;p77"/>
          <p:cNvCxnSpPr>
            <a:stCxn id="3164" idx="5"/>
            <a:endCxn id="3173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8" name="Google Shape;3188;p77"/>
          <p:cNvCxnSpPr>
            <a:stCxn id="3165" idx="3"/>
            <a:endCxn id="3170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77"/>
          <p:cNvCxnSpPr>
            <a:stCxn id="3174" idx="3"/>
            <a:endCxn id="3170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0" name="Google Shape;3190;p77"/>
          <p:cNvCxnSpPr>
            <a:stCxn id="3175" idx="6"/>
            <a:endCxn id="3182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1" name="Google Shape;3191;p77"/>
          <p:cNvCxnSpPr>
            <a:stCxn id="3175" idx="5"/>
            <a:endCxn id="3178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77"/>
          <p:cNvCxnSpPr>
            <a:stCxn id="3182" idx="3"/>
            <a:endCxn id="3177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3" name="Google Shape;3193;p77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4" name="Google Shape;3194;p77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95" name="Google Shape;3195;p77"/>
          <p:cNvCxnSpPr>
            <a:stCxn id="3105" idx="2"/>
            <a:endCxn id="3110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6" name="Google Shape;3196;p77"/>
          <p:cNvCxnSpPr>
            <a:stCxn id="3100" idx="2"/>
            <a:endCxn id="3111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7" name="Google Shape;3197;p77"/>
          <p:cNvCxnSpPr>
            <a:stCxn id="3100" idx="2"/>
            <a:endCxn id="3110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8" name="Google Shape;3198;p77"/>
          <p:cNvCxnSpPr>
            <a:stCxn id="3165" idx="2"/>
            <a:endCxn id="3176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9" name="Google Shape;3199;p77"/>
          <p:cNvCxnSpPr>
            <a:stCxn id="3170" idx="2"/>
            <a:endCxn id="3175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0" name="Google Shape;3200;p77"/>
          <p:cNvCxnSpPr>
            <a:stCxn id="3173" idx="2"/>
            <a:endCxn id="3182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1" name="Google Shape;3201;p77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2" name="Google Shape;3202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6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p78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208" name="Google Shape;3208;p78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209" name="Google Shape;3209;p78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210" name="Google Shape;3210;p78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211" name="Google Shape;3211;p78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212" name="Google Shape;3212;p78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213" name="Google Shape;3213;p78"/>
          <p:cNvCxnSpPr>
            <a:endCxn id="3209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4" name="Google Shape;3214;p78"/>
          <p:cNvCxnSpPr>
            <a:stCxn id="3211" idx="0"/>
            <a:endCxn id="3209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5" name="Google Shape;3215;p78"/>
          <p:cNvCxnSpPr>
            <a:stCxn id="3208" idx="1"/>
            <a:endCxn id="3207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6" name="Google Shape;3216;p78"/>
          <p:cNvCxnSpPr>
            <a:stCxn id="3217" idx="1"/>
            <a:endCxn id="3209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8" name="Google Shape;3218;p78"/>
          <p:cNvCxnSpPr>
            <a:stCxn id="3210" idx="0"/>
            <a:endCxn id="3207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9" name="Google Shape;3219;p78"/>
          <p:cNvCxnSpPr>
            <a:stCxn id="3210" idx="5"/>
            <a:endCxn id="3220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1" name="Google Shape;3221;p78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220" name="Google Shape;3220;p78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217" name="Google Shape;3217;p78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222" name="Google Shape;3222;p78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223" name="Google Shape;3223;p78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224" name="Google Shape;3224;p78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225" name="Google Shape;3225;p78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226" name="Google Shape;3226;p78"/>
          <p:cNvCxnSpPr>
            <a:stCxn id="3224" idx="2"/>
            <a:endCxn id="3223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7" name="Google Shape;3227;p78"/>
          <p:cNvCxnSpPr>
            <a:stCxn id="3222" idx="2"/>
            <a:endCxn id="3223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8" name="Google Shape;3228;p78"/>
          <p:cNvCxnSpPr>
            <a:stCxn id="3224" idx="6"/>
            <a:endCxn id="3225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9" name="Google Shape;3229;p78"/>
          <p:cNvCxnSpPr>
            <a:stCxn id="3230" idx="4"/>
            <a:endCxn id="3225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0" name="Google Shape;3230;p78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231" name="Google Shape;3231;p78"/>
          <p:cNvCxnSpPr>
            <a:stCxn id="3210" idx="3"/>
            <a:endCxn id="3212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2" name="Google Shape;3232;p78"/>
          <p:cNvCxnSpPr>
            <a:stCxn id="3208" idx="4"/>
            <a:endCxn id="3221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3" name="Google Shape;3233;p78"/>
          <p:cNvCxnSpPr>
            <a:stCxn id="3208" idx="4"/>
            <a:endCxn id="3217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4" name="Google Shape;3234;p78"/>
          <p:cNvCxnSpPr>
            <a:stCxn id="3211" idx="4"/>
            <a:endCxn id="3212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5" name="Google Shape;3235;p78"/>
          <p:cNvCxnSpPr>
            <a:stCxn id="3211" idx="5"/>
            <a:endCxn id="3220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6" name="Google Shape;3236;p78"/>
          <p:cNvCxnSpPr>
            <a:stCxn id="3212" idx="6"/>
            <a:endCxn id="3217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7" name="Google Shape;3237;p78"/>
          <p:cNvCxnSpPr>
            <a:stCxn id="3221" idx="3"/>
            <a:endCxn id="3217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8" name="Google Shape;3238;p78"/>
          <p:cNvCxnSpPr>
            <a:stCxn id="3221" idx="4"/>
            <a:endCxn id="3220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9" name="Google Shape;3239;p78"/>
          <p:cNvCxnSpPr>
            <a:stCxn id="3222" idx="6"/>
            <a:endCxn id="3230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0" name="Google Shape;3240;p78"/>
          <p:cNvCxnSpPr>
            <a:stCxn id="3222" idx="5"/>
            <a:endCxn id="3225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1" name="Google Shape;3241;p78"/>
          <p:cNvCxnSpPr>
            <a:stCxn id="3230" idx="3"/>
            <a:endCxn id="3224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2" name="Google Shape;3242;p78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243" name="Google Shape;3243;p78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244" name="Google Shape;3244;p78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245" name="Google Shape;3245;p78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246" name="Google Shape;3246;p78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247" name="Google Shape;3247;p78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248" name="Google Shape;3248;p78"/>
          <p:cNvCxnSpPr>
            <a:endCxn id="3244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9" name="Google Shape;3249;p78"/>
          <p:cNvCxnSpPr>
            <a:stCxn id="3246" idx="0"/>
            <a:endCxn id="3244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0" name="Google Shape;3250;p78"/>
          <p:cNvCxnSpPr>
            <a:stCxn id="3243" idx="1"/>
            <a:endCxn id="3242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78"/>
          <p:cNvCxnSpPr>
            <a:stCxn id="3252" idx="1"/>
            <a:endCxn id="3244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3" name="Google Shape;3253;p78"/>
          <p:cNvCxnSpPr>
            <a:stCxn id="3245" idx="0"/>
            <a:endCxn id="3242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4" name="Google Shape;3254;p78"/>
          <p:cNvCxnSpPr>
            <a:stCxn id="3245" idx="5"/>
            <a:endCxn id="3255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6" name="Google Shape;3256;p78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255" name="Google Shape;3255;p78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252" name="Google Shape;3252;p78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57" name="Google Shape;3257;p78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258" name="Google Shape;3258;p78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259" name="Google Shape;3259;p78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260" name="Google Shape;3260;p78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261" name="Google Shape;3261;p78"/>
          <p:cNvCxnSpPr>
            <a:stCxn id="3259" idx="2"/>
            <a:endCxn id="3258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2" name="Google Shape;3262;p78"/>
          <p:cNvCxnSpPr>
            <a:stCxn id="3257" idx="2"/>
            <a:endCxn id="3258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3" name="Google Shape;3263;p78"/>
          <p:cNvCxnSpPr>
            <a:stCxn id="3259" idx="6"/>
            <a:endCxn id="3260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4" name="Google Shape;3264;p78"/>
          <p:cNvCxnSpPr>
            <a:stCxn id="3265" idx="4"/>
            <a:endCxn id="3260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5" name="Google Shape;3265;p78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266" name="Google Shape;3266;p78"/>
          <p:cNvCxnSpPr>
            <a:stCxn id="3245" idx="3"/>
            <a:endCxn id="3247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7" name="Google Shape;3267;p78"/>
          <p:cNvCxnSpPr>
            <a:stCxn id="3243" idx="4"/>
            <a:endCxn id="3256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8" name="Google Shape;3268;p78"/>
          <p:cNvCxnSpPr>
            <a:stCxn id="3243" idx="4"/>
            <a:endCxn id="3252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9" name="Google Shape;3269;p78"/>
          <p:cNvCxnSpPr>
            <a:stCxn id="3246" idx="4"/>
            <a:endCxn id="3247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0" name="Google Shape;3270;p78"/>
          <p:cNvCxnSpPr>
            <a:stCxn id="3246" idx="5"/>
            <a:endCxn id="3255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1" name="Google Shape;3271;p78"/>
          <p:cNvCxnSpPr>
            <a:stCxn id="3247" idx="3"/>
            <a:endCxn id="3252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2" name="Google Shape;3272;p78"/>
          <p:cNvCxnSpPr>
            <a:stCxn id="3256" idx="3"/>
            <a:endCxn id="3252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3" name="Google Shape;3273;p78"/>
          <p:cNvCxnSpPr>
            <a:stCxn id="3256" idx="4"/>
            <a:endCxn id="3255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4" name="Google Shape;3274;p78"/>
          <p:cNvCxnSpPr>
            <a:stCxn id="3257" idx="6"/>
            <a:endCxn id="3265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5" name="Google Shape;3275;p78"/>
          <p:cNvCxnSpPr>
            <a:stCxn id="3257" idx="5"/>
            <a:endCxn id="3260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6" name="Google Shape;3276;p78"/>
          <p:cNvCxnSpPr>
            <a:stCxn id="3265" idx="3"/>
            <a:endCxn id="3259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7" name="Google Shape;3277;p78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278" name="Google Shape;3278;p78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279" name="Google Shape;3279;p78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280" name="Google Shape;3280;p78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281" name="Google Shape;3281;p78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282" name="Google Shape;3282;p78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283" name="Google Shape;3283;p78"/>
          <p:cNvCxnSpPr>
            <a:endCxn id="3279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4" name="Google Shape;3284;p78"/>
          <p:cNvCxnSpPr>
            <a:stCxn id="3281" idx="0"/>
            <a:endCxn id="3279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5" name="Google Shape;3285;p78"/>
          <p:cNvCxnSpPr>
            <a:stCxn id="3278" idx="1"/>
            <a:endCxn id="3277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6" name="Google Shape;3286;p78"/>
          <p:cNvCxnSpPr>
            <a:stCxn id="3280" idx="0"/>
            <a:endCxn id="3277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7" name="Google Shape;3287;p78"/>
          <p:cNvCxnSpPr>
            <a:stCxn id="3280" idx="5"/>
            <a:endCxn id="3288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9" name="Google Shape;3289;p78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288" name="Google Shape;3288;p78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290" name="Google Shape;3290;p78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291" name="Google Shape;3291;p78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292" name="Google Shape;3292;p78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293" name="Google Shape;3293;p78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294" name="Google Shape;3294;p78"/>
          <p:cNvCxnSpPr>
            <a:stCxn id="3292" idx="2"/>
            <a:endCxn id="3291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5" name="Google Shape;3295;p78"/>
          <p:cNvCxnSpPr>
            <a:stCxn id="3290" idx="2"/>
            <a:endCxn id="3291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6" name="Google Shape;3296;p78"/>
          <p:cNvCxnSpPr>
            <a:stCxn id="3292" idx="6"/>
            <a:endCxn id="3293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7" name="Google Shape;3297;p78"/>
          <p:cNvCxnSpPr>
            <a:stCxn id="3298" idx="4"/>
            <a:endCxn id="3293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8" name="Google Shape;3298;p78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299" name="Google Shape;3299;p78"/>
          <p:cNvCxnSpPr>
            <a:stCxn id="3280" idx="3"/>
            <a:endCxn id="3282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0" name="Google Shape;3300;p78"/>
          <p:cNvCxnSpPr>
            <a:stCxn id="3278" idx="4"/>
            <a:endCxn id="3289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1" name="Google Shape;3301;p78"/>
          <p:cNvCxnSpPr>
            <a:stCxn id="3281" idx="4"/>
            <a:endCxn id="3282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2" name="Google Shape;3302;p78"/>
          <p:cNvCxnSpPr>
            <a:stCxn id="3281" idx="5"/>
            <a:endCxn id="3288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3" name="Google Shape;3303;p78"/>
          <p:cNvCxnSpPr>
            <a:stCxn id="3289" idx="4"/>
            <a:endCxn id="3288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4" name="Google Shape;3304;p78"/>
          <p:cNvCxnSpPr>
            <a:stCxn id="3290" idx="6"/>
            <a:endCxn id="3298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5" name="Google Shape;3305;p78"/>
          <p:cNvCxnSpPr>
            <a:stCxn id="3290" idx="5"/>
            <a:endCxn id="3293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6" name="Google Shape;3306;p78"/>
          <p:cNvCxnSpPr>
            <a:stCxn id="3298" idx="3"/>
            <a:endCxn id="3292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7" name="Google Shape;3307;p78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308" name="Google Shape;3308;p78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309" name="Google Shape;3309;p78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310" name="Google Shape;3310;p78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311" name="Google Shape;3311;p78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312" name="Google Shape;3312;p78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313" name="Google Shape;3313;p78"/>
          <p:cNvCxnSpPr>
            <a:endCxn id="3309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4" name="Google Shape;3314;p78"/>
          <p:cNvCxnSpPr>
            <a:stCxn id="3311" idx="0"/>
            <a:endCxn id="3309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5" name="Google Shape;3315;p78"/>
          <p:cNvCxnSpPr>
            <a:stCxn id="3308" idx="1"/>
            <a:endCxn id="3307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6" name="Google Shape;3316;p78"/>
          <p:cNvCxnSpPr>
            <a:stCxn id="3317" idx="1"/>
            <a:endCxn id="3309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8" name="Google Shape;3318;p78"/>
          <p:cNvCxnSpPr>
            <a:stCxn id="3310" idx="0"/>
            <a:endCxn id="3307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9" name="Google Shape;3319;p78"/>
          <p:cNvCxnSpPr>
            <a:stCxn id="3310" idx="5"/>
            <a:endCxn id="3320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1" name="Google Shape;3321;p78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320" name="Google Shape;3320;p78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17" name="Google Shape;3317;p78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22" name="Google Shape;3322;p78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323" name="Google Shape;3323;p78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324" name="Google Shape;3324;p78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325" name="Google Shape;3325;p78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326" name="Google Shape;3326;p78"/>
          <p:cNvCxnSpPr>
            <a:stCxn id="3324" idx="2"/>
            <a:endCxn id="3323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7" name="Google Shape;3327;p78"/>
          <p:cNvCxnSpPr>
            <a:stCxn id="3322" idx="2"/>
            <a:endCxn id="3323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8" name="Google Shape;3328;p78"/>
          <p:cNvCxnSpPr>
            <a:stCxn id="3324" idx="6"/>
            <a:endCxn id="3325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9" name="Google Shape;3329;p78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330" name="Google Shape;3330;p78"/>
          <p:cNvCxnSpPr>
            <a:stCxn id="3310" idx="3"/>
            <a:endCxn id="3312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1" name="Google Shape;3331;p78"/>
          <p:cNvCxnSpPr>
            <a:stCxn id="3308" idx="4"/>
            <a:endCxn id="3321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2" name="Google Shape;3332;p78"/>
          <p:cNvCxnSpPr>
            <a:stCxn id="3308" idx="4"/>
            <a:endCxn id="3317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3" name="Google Shape;3333;p78"/>
          <p:cNvCxnSpPr>
            <a:stCxn id="3311" idx="4"/>
            <a:endCxn id="3312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4" name="Google Shape;3334;p78"/>
          <p:cNvCxnSpPr>
            <a:stCxn id="3311" idx="5"/>
            <a:endCxn id="3320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5" name="Google Shape;3335;p78"/>
          <p:cNvCxnSpPr>
            <a:stCxn id="3312" idx="3"/>
            <a:endCxn id="3317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6" name="Google Shape;3336;p78"/>
          <p:cNvCxnSpPr>
            <a:stCxn id="3321" idx="3"/>
            <a:endCxn id="3317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7" name="Google Shape;3337;p78"/>
          <p:cNvCxnSpPr>
            <a:stCxn id="3322" idx="6"/>
            <a:endCxn id="3329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8" name="Google Shape;3338;p78"/>
          <p:cNvCxnSpPr>
            <a:stCxn id="3322" idx="5"/>
            <a:endCxn id="3325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9" name="Google Shape;3339;p78"/>
          <p:cNvCxnSpPr>
            <a:stCxn id="3329" idx="3"/>
            <a:endCxn id="3324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0" name="Google Shape;3340;p78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1" name="Google Shape;3341;p78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342" name="Google Shape;3342;p78"/>
          <p:cNvCxnSpPr>
            <a:stCxn id="3252" idx="2"/>
            <a:endCxn id="3257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3" name="Google Shape;3343;p78"/>
          <p:cNvCxnSpPr>
            <a:stCxn id="3247" idx="2"/>
            <a:endCxn id="3258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4" name="Google Shape;3344;p78"/>
          <p:cNvCxnSpPr>
            <a:stCxn id="3247" idx="2"/>
            <a:endCxn id="3257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5" name="Google Shape;3345;p78"/>
          <p:cNvCxnSpPr>
            <a:stCxn id="3312" idx="2"/>
            <a:endCxn id="3323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6" name="Google Shape;3346;p78"/>
          <p:cNvCxnSpPr>
            <a:stCxn id="3317" idx="2"/>
            <a:endCxn id="3322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7" name="Google Shape;3347;p78"/>
          <p:cNvCxnSpPr>
            <a:stCxn id="3320" idx="2"/>
            <a:endCxn id="3329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8" name="Google Shape;3348;p78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9" name="Google Shape;3349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3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p79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355" name="Google Shape;3355;p79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356" name="Google Shape;3356;p79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357" name="Google Shape;3357;p79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358" name="Google Shape;3358;p79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359" name="Google Shape;3359;p79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360" name="Google Shape;3360;p79"/>
          <p:cNvCxnSpPr>
            <a:endCxn id="3356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1" name="Google Shape;3361;p79"/>
          <p:cNvCxnSpPr>
            <a:stCxn id="3358" idx="0"/>
            <a:endCxn id="3356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79"/>
          <p:cNvCxnSpPr>
            <a:stCxn id="3355" idx="1"/>
            <a:endCxn id="3354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79"/>
          <p:cNvCxnSpPr>
            <a:stCxn id="3364" idx="1"/>
            <a:endCxn id="3356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5" name="Google Shape;3365;p79"/>
          <p:cNvCxnSpPr>
            <a:stCxn id="3357" idx="0"/>
            <a:endCxn id="3354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6" name="Google Shape;3366;p79"/>
          <p:cNvCxnSpPr>
            <a:stCxn id="3357" idx="5"/>
            <a:endCxn id="3367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8" name="Google Shape;3368;p79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367" name="Google Shape;3367;p79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364" name="Google Shape;3364;p79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369" name="Google Shape;3369;p79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370" name="Google Shape;3370;p79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371" name="Google Shape;3371;p79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372" name="Google Shape;3372;p79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373" name="Google Shape;3373;p79"/>
          <p:cNvCxnSpPr>
            <a:stCxn id="3371" idx="2"/>
            <a:endCxn id="3370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4" name="Google Shape;3374;p79"/>
          <p:cNvCxnSpPr>
            <a:stCxn id="3369" idx="2"/>
            <a:endCxn id="3370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5" name="Google Shape;3375;p79"/>
          <p:cNvCxnSpPr>
            <a:stCxn id="3371" idx="6"/>
            <a:endCxn id="3372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6" name="Google Shape;3376;p79"/>
          <p:cNvCxnSpPr>
            <a:stCxn id="3377" idx="4"/>
            <a:endCxn id="3372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7" name="Google Shape;3377;p79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378" name="Google Shape;3378;p79"/>
          <p:cNvCxnSpPr>
            <a:stCxn id="3357" idx="3"/>
            <a:endCxn id="3359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9" name="Google Shape;3379;p79"/>
          <p:cNvCxnSpPr>
            <a:stCxn id="3355" idx="4"/>
            <a:endCxn id="3368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0" name="Google Shape;3380;p79"/>
          <p:cNvCxnSpPr>
            <a:stCxn id="3355" idx="4"/>
            <a:endCxn id="3364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1" name="Google Shape;3381;p79"/>
          <p:cNvCxnSpPr>
            <a:stCxn id="3358" idx="4"/>
            <a:endCxn id="3359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2" name="Google Shape;3382;p79"/>
          <p:cNvCxnSpPr>
            <a:stCxn id="3358" idx="5"/>
            <a:endCxn id="3367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3" name="Google Shape;3383;p79"/>
          <p:cNvCxnSpPr>
            <a:stCxn id="3359" idx="6"/>
            <a:endCxn id="3364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4" name="Google Shape;3384;p79"/>
          <p:cNvCxnSpPr>
            <a:stCxn id="3368" idx="3"/>
            <a:endCxn id="3364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5" name="Google Shape;3385;p79"/>
          <p:cNvCxnSpPr>
            <a:stCxn id="3368" idx="4"/>
            <a:endCxn id="3367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6" name="Google Shape;3386;p79"/>
          <p:cNvCxnSpPr>
            <a:stCxn id="3369" idx="6"/>
            <a:endCxn id="3377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7" name="Google Shape;3387;p79"/>
          <p:cNvCxnSpPr>
            <a:stCxn id="3369" idx="5"/>
            <a:endCxn id="3372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8" name="Google Shape;3388;p79"/>
          <p:cNvCxnSpPr>
            <a:stCxn id="3377" idx="3"/>
            <a:endCxn id="3371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9" name="Google Shape;3389;p79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390" name="Google Shape;3390;p79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391" name="Google Shape;3391;p79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392" name="Google Shape;3392;p79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393" name="Google Shape;3393;p79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394" name="Google Shape;3394;p79"/>
          <p:cNvCxnSpPr>
            <a:endCxn id="3391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5" name="Google Shape;3395;p79"/>
          <p:cNvCxnSpPr>
            <a:stCxn id="3393" idx="0"/>
            <a:endCxn id="3391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6" name="Google Shape;3396;p79"/>
          <p:cNvCxnSpPr>
            <a:stCxn id="3390" idx="1"/>
            <a:endCxn id="3389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7" name="Google Shape;3397;p79"/>
          <p:cNvCxnSpPr>
            <a:stCxn id="3392" idx="0"/>
            <a:endCxn id="3389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8" name="Google Shape;3398;p79"/>
          <p:cNvCxnSpPr>
            <a:stCxn id="3392" idx="5"/>
            <a:endCxn id="3399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0" name="Google Shape;3400;p79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399" name="Google Shape;3399;p79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401" name="Google Shape;3401;p79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402" name="Google Shape;3402;p79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403" name="Google Shape;3403;p79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404" name="Google Shape;3404;p79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405" name="Google Shape;3405;p79"/>
          <p:cNvCxnSpPr>
            <a:stCxn id="3403" idx="2"/>
            <a:endCxn id="3402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6" name="Google Shape;3406;p79"/>
          <p:cNvCxnSpPr>
            <a:stCxn id="3401" idx="2"/>
            <a:endCxn id="3402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7" name="Google Shape;3407;p79"/>
          <p:cNvCxnSpPr>
            <a:stCxn id="3403" idx="6"/>
            <a:endCxn id="3404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8" name="Google Shape;3408;p79"/>
          <p:cNvCxnSpPr>
            <a:stCxn id="3409" idx="4"/>
            <a:endCxn id="3404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9" name="Google Shape;3409;p79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410" name="Google Shape;3410;p79"/>
          <p:cNvCxnSpPr>
            <a:stCxn id="3390" idx="4"/>
            <a:endCxn id="3400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1" name="Google Shape;3411;p79"/>
          <p:cNvCxnSpPr>
            <a:stCxn id="3393" idx="5"/>
            <a:endCxn id="3399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2" name="Google Shape;3412;p79"/>
          <p:cNvCxnSpPr>
            <a:stCxn id="3400" idx="4"/>
            <a:endCxn id="3399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3" name="Google Shape;3413;p79"/>
          <p:cNvCxnSpPr>
            <a:stCxn id="3401" idx="6"/>
            <a:endCxn id="3409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4" name="Google Shape;3414;p79"/>
          <p:cNvCxnSpPr>
            <a:stCxn id="3401" idx="5"/>
            <a:endCxn id="3404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5" name="Google Shape;3415;p79"/>
          <p:cNvCxnSpPr>
            <a:stCxn id="3409" idx="3"/>
            <a:endCxn id="3403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6" name="Google Shape;3416;p79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417" name="Google Shape;3417;p79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418" name="Google Shape;3418;p79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419" name="Google Shape;3419;p79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420" name="Google Shape;3420;p79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421" name="Google Shape;3421;p79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422" name="Google Shape;3422;p79"/>
          <p:cNvCxnSpPr>
            <a:endCxn id="3418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3" name="Google Shape;3423;p79"/>
          <p:cNvCxnSpPr>
            <a:stCxn id="3420" idx="0"/>
            <a:endCxn id="3418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4" name="Google Shape;3424;p79"/>
          <p:cNvCxnSpPr>
            <a:stCxn id="3417" idx="1"/>
            <a:endCxn id="3416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5" name="Google Shape;3425;p79"/>
          <p:cNvCxnSpPr>
            <a:stCxn id="3419" idx="0"/>
            <a:endCxn id="3416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6" name="Google Shape;3426;p79"/>
          <p:cNvCxnSpPr>
            <a:stCxn id="3419" idx="5"/>
            <a:endCxn id="3427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8" name="Google Shape;3428;p79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427" name="Google Shape;3427;p79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429" name="Google Shape;3429;p79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430" name="Google Shape;3430;p79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431" name="Google Shape;3431;p79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432" name="Google Shape;3432;p79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433" name="Google Shape;3433;p79"/>
          <p:cNvCxnSpPr>
            <a:stCxn id="3431" idx="2"/>
            <a:endCxn id="3430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4" name="Google Shape;3434;p79"/>
          <p:cNvCxnSpPr>
            <a:stCxn id="3429" idx="2"/>
            <a:endCxn id="3430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5" name="Google Shape;3435;p79"/>
          <p:cNvCxnSpPr>
            <a:stCxn id="3431" idx="6"/>
            <a:endCxn id="3432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6" name="Google Shape;3436;p79"/>
          <p:cNvCxnSpPr>
            <a:stCxn id="3437" idx="4"/>
            <a:endCxn id="3432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7" name="Google Shape;3437;p79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438" name="Google Shape;3438;p79"/>
          <p:cNvCxnSpPr>
            <a:stCxn id="3419" idx="3"/>
            <a:endCxn id="3421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9" name="Google Shape;3439;p79"/>
          <p:cNvCxnSpPr>
            <a:stCxn id="3417" idx="4"/>
            <a:endCxn id="3428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0" name="Google Shape;3440;p79"/>
          <p:cNvCxnSpPr>
            <a:stCxn id="3420" idx="4"/>
            <a:endCxn id="3421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1" name="Google Shape;3441;p79"/>
          <p:cNvCxnSpPr>
            <a:stCxn id="3420" idx="5"/>
            <a:endCxn id="3427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2" name="Google Shape;3442;p79"/>
          <p:cNvCxnSpPr>
            <a:stCxn id="3428" idx="4"/>
            <a:endCxn id="3427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3" name="Google Shape;3443;p79"/>
          <p:cNvCxnSpPr>
            <a:stCxn id="3429" idx="6"/>
            <a:endCxn id="3437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4" name="Google Shape;3444;p79"/>
          <p:cNvCxnSpPr>
            <a:stCxn id="3429" idx="5"/>
            <a:endCxn id="3432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5" name="Google Shape;3445;p79"/>
          <p:cNvCxnSpPr>
            <a:stCxn id="3437" idx="3"/>
            <a:endCxn id="3431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6" name="Google Shape;3446;p79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447" name="Google Shape;3447;p79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448" name="Google Shape;3448;p79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449" name="Google Shape;3449;p79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450" name="Google Shape;3450;p79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451" name="Google Shape;3451;p79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452" name="Google Shape;3452;p79"/>
          <p:cNvCxnSpPr>
            <a:endCxn id="3448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3" name="Google Shape;3453;p79"/>
          <p:cNvCxnSpPr>
            <a:stCxn id="3450" idx="0"/>
            <a:endCxn id="3448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4" name="Google Shape;3454;p79"/>
          <p:cNvCxnSpPr>
            <a:stCxn id="3447" idx="1"/>
            <a:endCxn id="3446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5" name="Google Shape;3455;p79"/>
          <p:cNvCxnSpPr>
            <a:stCxn id="3456" idx="1"/>
            <a:endCxn id="3448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7" name="Google Shape;3457;p79"/>
          <p:cNvCxnSpPr>
            <a:stCxn id="3449" idx="0"/>
            <a:endCxn id="3446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8" name="Google Shape;3458;p79"/>
          <p:cNvCxnSpPr>
            <a:stCxn id="3449" idx="5"/>
            <a:endCxn id="3459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0" name="Google Shape;3460;p79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459" name="Google Shape;3459;p79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56" name="Google Shape;3456;p79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61" name="Google Shape;3461;p79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462" name="Google Shape;3462;p79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463" name="Google Shape;3463;p79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464" name="Google Shape;3464;p79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465" name="Google Shape;3465;p79"/>
          <p:cNvCxnSpPr>
            <a:stCxn id="3463" idx="2"/>
            <a:endCxn id="3462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6" name="Google Shape;3466;p79"/>
          <p:cNvCxnSpPr>
            <a:stCxn id="3461" idx="2"/>
            <a:endCxn id="3462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7" name="Google Shape;3467;p79"/>
          <p:cNvCxnSpPr>
            <a:stCxn id="3463" idx="6"/>
            <a:endCxn id="3464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8" name="Google Shape;3468;p79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469" name="Google Shape;3469;p79"/>
          <p:cNvCxnSpPr>
            <a:stCxn id="3449" idx="3"/>
            <a:endCxn id="3451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0" name="Google Shape;3470;p79"/>
          <p:cNvCxnSpPr>
            <a:stCxn id="3447" idx="4"/>
            <a:endCxn id="3460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1" name="Google Shape;3471;p79"/>
          <p:cNvCxnSpPr>
            <a:stCxn id="3447" idx="4"/>
            <a:endCxn id="3456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79"/>
          <p:cNvCxnSpPr>
            <a:stCxn id="3450" idx="4"/>
            <a:endCxn id="3451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3" name="Google Shape;3473;p79"/>
          <p:cNvCxnSpPr>
            <a:stCxn id="3450" idx="5"/>
            <a:endCxn id="3459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4" name="Google Shape;3474;p79"/>
          <p:cNvCxnSpPr>
            <a:stCxn id="3451" idx="3"/>
            <a:endCxn id="3456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5" name="Google Shape;3475;p79"/>
          <p:cNvCxnSpPr>
            <a:stCxn id="3460" idx="3"/>
            <a:endCxn id="3456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6" name="Google Shape;3476;p79"/>
          <p:cNvCxnSpPr>
            <a:stCxn id="3461" idx="6"/>
            <a:endCxn id="3468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7" name="Google Shape;3477;p79"/>
          <p:cNvCxnSpPr>
            <a:stCxn id="3461" idx="5"/>
            <a:endCxn id="3464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8" name="Google Shape;3478;p79"/>
          <p:cNvCxnSpPr>
            <a:stCxn id="3468" idx="3"/>
            <a:endCxn id="3463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9" name="Google Shape;3479;p79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0" name="Google Shape;3480;p79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81" name="Google Shape;3481;p79"/>
          <p:cNvCxnSpPr>
            <a:stCxn id="3451" idx="2"/>
            <a:endCxn id="3462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2" name="Google Shape;3482;p79"/>
          <p:cNvCxnSpPr>
            <a:stCxn id="3456" idx="2"/>
            <a:endCxn id="3461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3" name="Google Shape;3483;p79"/>
          <p:cNvSpPr txBox="1"/>
          <p:nvPr/>
        </p:nvSpPr>
        <p:spPr>
          <a:xfrm>
            <a:off x="5296850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84" name="Google Shape;3484;p79"/>
          <p:cNvCxnSpPr>
            <a:stCxn id="3459" idx="2"/>
            <a:endCxn id="3468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5" name="Google Shape;3485;p79"/>
          <p:cNvSpPr txBox="1"/>
          <p:nvPr/>
        </p:nvSpPr>
        <p:spPr>
          <a:xfrm>
            <a:off x="5055200" y="2979900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6" name="Google Shape;3486;p79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7" name="Google Shape;3487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80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493" name="Google Shape;3493;p80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494" name="Google Shape;3494;p80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495" name="Google Shape;3495;p80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496" name="Google Shape;3496;p80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497" name="Google Shape;3497;p80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498" name="Google Shape;3498;p80"/>
          <p:cNvCxnSpPr>
            <a:endCxn id="3494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9" name="Google Shape;3499;p80"/>
          <p:cNvCxnSpPr>
            <a:stCxn id="3496" idx="0"/>
            <a:endCxn id="3494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0" name="Google Shape;3500;p80"/>
          <p:cNvCxnSpPr>
            <a:stCxn id="3493" idx="1"/>
            <a:endCxn id="3492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1" name="Google Shape;3501;p80"/>
          <p:cNvCxnSpPr>
            <a:stCxn id="3502" idx="1"/>
            <a:endCxn id="3494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3" name="Google Shape;3503;p80"/>
          <p:cNvCxnSpPr>
            <a:stCxn id="3495" idx="0"/>
            <a:endCxn id="3492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4" name="Google Shape;3504;p80"/>
          <p:cNvCxnSpPr>
            <a:stCxn id="3495" idx="5"/>
            <a:endCxn id="3505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6" name="Google Shape;3506;p80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505" name="Google Shape;3505;p80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502" name="Google Shape;3502;p80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507" name="Google Shape;3507;p80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508" name="Google Shape;3508;p80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509" name="Google Shape;3509;p80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510" name="Google Shape;3510;p80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511" name="Google Shape;3511;p80"/>
          <p:cNvCxnSpPr>
            <a:stCxn id="3509" idx="2"/>
            <a:endCxn id="3508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2" name="Google Shape;3512;p80"/>
          <p:cNvCxnSpPr>
            <a:stCxn id="3507" idx="2"/>
            <a:endCxn id="3508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3" name="Google Shape;3513;p80"/>
          <p:cNvCxnSpPr>
            <a:stCxn id="3509" idx="6"/>
            <a:endCxn id="3510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80"/>
          <p:cNvCxnSpPr>
            <a:stCxn id="3515" idx="4"/>
            <a:endCxn id="3510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5" name="Google Shape;3515;p80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516" name="Google Shape;3516;p80"/>
          <p:cNvCxnSpPr>
            <a:stCxn id="3495" idx="3"/>
            <a:endCxn id="3497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7" name="Google Shape;3517;p80"/>
          <p:cNvCxnSpPr>
            <a:stCxn id="3493" idx="4"/>
            <a:endCxn id="3506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8" name="Google Shape;3518;p80"/>
          <p:cNvCxnSpPr>
            <a:stCxn id="3493" idx="4"/>
            <a:endCxn id="3502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9" name="Google Shape;3519;p80"/>
          <p:cNvCxnSpPr>
            <a:stCxn id="3496" idx="4"/>
            <a:endCxn id="3497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0" name="Google Shape;3520;p80"/>
          <p:cNvCxnSpPr>
            <a:stCxn id="3496" idx="5"/>
            <a:endCxn id="3505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1" name="Google Shape;3521;p80"/>
          <p:cNvCxnSpPr>
            <a:stCxn id="3497" idx="6"/>
            <a:endCxn id="3502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2" name="Google Shape;3522;p80"/>
          <p:cNvCxnSpPr>
            <a:stCxn id="3506" idx="3"/>
            <a:endCxn id="3502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3" name="Google Shape;3523;p80"/>
          <p:cNvCxnSpPr>
            <a:stCxn id="3506" idx="4"/>
            <a:endCxn id="3505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4" name="Google Shape;3524;p80"/>
          <p:cNvCxnSpPr>
            <a:stCxn id="3507" idx="6"/>
            <a:endCxn id="3515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5" name="Google Shape;3525;p80"/>
          <p:cNvCxnSpPr>
            <a:stCxn id="3507" idx="5"/>
            <a:endCxn id="3510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6" name="Google Shape;3526;p80"/>
          <p:cNvCxnSpPr>
            <a:stCxn id="3515" idx="3"/>
            <a:endCxn id="3509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7" name="Google Shape;3527;p80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528" name="Google Shape;3528;p80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529" name="Google Shape;3529;p80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530" name="Google Shape;3530;p80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531" name="Google Shape;3531;p80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532" name="Google Shape;3532;p80"/>
          <p:cNvCxnSpPr>
            <a:endCxn id="3529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3" name="Google Shape;3533;p80"/>
          <p:cNvCxnSpPr>
            <a:stCxn id="3531" idx="0"/>
            <a:endCxn id="3529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4" name="Google Shape;3534;p80"/>
          <p:cNvCxnSpPr>
            <a:stCxn id="3528" idx="1"/>
            <a:endCxn id="3527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5" name="Google Shape;3535;p80"/>
          <p:cNvCxnSpPr>
            <a:stCxn id="3530" idx="0"/>
            <a:endCxn id="3527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6" name="Google Shape;3536;p80"/>
          <p:cNvCxnSpPr>
            <a:stCxn id="3530" idx="5"/>
            <a:endCxn id="3537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8" name="Google Shape;3538;p80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537" name="Google Shape;3537;p80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539" name="Google Shape;3539;p80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540" name="Google Shape;3540;p80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541" name="Google Shape;3541;p80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542" name="Google Shape;3542;p80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543" name="Google Shape;3543;p80"/>
          <p:cNvCxnSpPr>
            <a:stCxn id="3541" idx="2"/>
            <a:endCxn id="3540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4" name="Google Shape;3544;p80"/>
          <p:cNvCxnSpPr>
            <a:stCxn id="3539" idx="2"/>
            <a:endCxn id="3540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5" name="Google Shape;3545;p80"/>
          <p:cNvCxnSpPr>
            <a:stCxn id="3541" idx="6"/>
            <a:endCxn id="3542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6" name="Google Shape;3546;p80"/>
          <p:cNvCxnSpPr>
            <a:stCxn id="3547" idx="4"/>
            <a:endCxn id="3542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7" name="Google Shape;3547;p80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548" name="Google Shape;3548;p80"/>
          <p:cNvCxnSpPr>
            <a:stCxn id="3528" idx="4"/>
            <a:endCxn id="3538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9" name="Google Shape;3549;p80"/>
          <p:cNvCxnSpPr>
            <a:stCxn id="3531" idx="5"/>
            <a:endCxn id="3537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0" name="Google Shape;3550;p80"/>
          <p:cNvCxnSpPr>
            <a:stCxn id="3538" idx="4"/>
            <a:endCxn id="3537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1" name="Google Shape;3551;p80"/>
          <p:cNvCxnSpPr>
            <a:stCxn id="3539" idx="6"/>
            <a:endCxn id="3547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2" name="Google Shape;3552;p80"/>
          <p:cNvCxnSpPr>
            <a:stCxn id="3539" idx="5"/>
            <a:endCxn id="3542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3" name="Google Shape;3553;p80"/>
          <p:cNvCxnSpPr>
            <a:stCxn id="3547" idx="3"/>
            <a:endCxn id="3541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4" name="Google Shape;3554;p80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555" name="Google Shape;3555;p80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556" name="Google Shape;3556;p80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557" name="Google Shape;3557;p80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558" name="Google Shape;3558;p80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559" name="Google Shape;3559;p80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560" name="Google Shape;3560;p80"/>
          <p:cNvCxnSpPr>
            <a:endCxn id="3556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1" name="Google Shape;3561;p80"/>
          <p:cNvCxnSpPr>
            <a:stCxn id="3558" idx="0"/>
            <a:endCxn id="3556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2" name="Google Shape;3562;p80"/>
          <p:cNvCxnSpPr>
            <a:stCxn id="3555" idx="1"/>
            <a:endCxn id="3554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3" name="Google Shape;3563;p80"/>
          <p:cNvCxnSpPr>
            <a:stCxn id="3557" idx="0"/>
            <a:endCxn id="3554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4" name="Google Shape;3564;p80"/>
          <p:cNvCxnSpPr>
            <a:stCxn id="3557" idx="5"/>
            <a:endCxn id="3565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6" name="Google Shape;3566;p80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565" name="Google Shape;3565;p80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567" name="Google Shape;3567;p80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568" name="Google Shape;3568;p80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569" name="Google Shape;3569;p80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570" name="Google Shape;3570;p80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571" name="Google Shape;3571;p80"/>
          <p:cNvCxnSpPr>
            <a:stCxn id="3569" idx="2"/>
            <a:endCxn id="3568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2" name="Google Shape;3572;p80"/>
          <p:cNvCxnSpPr>
            <a:stCxn id="3567" idx="2"/>
            <a:endCxn id="3568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3" name="Google Shape;3573;p80"/>
          <p:cNvCxnSpPr>
            <a:stCxn id="3569" idx="6"/>
            <a:endCxn id="3570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4" name="Google Shape;3574;p80"/>
          <p:cNvCxnSpPr>
            <a:stCxn id="3575" idx="4"/>
            <a:endCxn id="3570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5" name="Google Shape;3575;p80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576" name="Google Shape;3576;p80"/>
          <p:cNvCxnSpPr>
            <a:stCxn id="3557" idx="3"/>
            <a:endCxn id="3559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7" name="Google Shape;3577;p80"/>
          <p:cNvCxnSpPr>
            <a:stCxn id="3555" idx="4"/>
            <a:endCxn id="3566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8" name="Google Shape;3578;p80"/>
          <p:cNvCxnSpPr>
            <a:stCxn id="3558" idx="4"/>
            <a:endCxn id="3559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9" name="Google Shape;3579;p80"/>
          <p:cNvCxnSpPr>
            <a:stCxn id="3558" idx="5"/>
            <a:endCxn id="3565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0" name="Google Shape;3580;p80"/>
          <p:cNvCxnSpPr>
            <a:stCxn id="3566" idx="4"/>
            <a:endCxn id="3565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1" name="Google Shape;3581;p80"/>
          <p:cNvCxnSpPr>
            <a:stCxn id="3567" idx="6"/>
            <a:endCxn id="3575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2" name="Google Shape;3582;p80"/>
          <p:cNvCxnSpPr>
            <a:stCxn id="3567" idx="5"/>
            <a:endCxn id="3570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3" name="Google Shape;3583;p80"/>
          <p:cNvCxnSpPr>
            <a:stCxn id="3575" idx="3"/>
            <a:endCxn id="3569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4" name="Google Shape;3584;p80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585" name="Google Shape;3585;p80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586" name="Google Shape;3586;p80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587" name="Google Shape;3587;p80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588" name="Google Shape;3588;p80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589" name="Google Shape;3589;p80"/>
          <p:cNvCxnSpPr>
            <a:endCxn id="3586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0" name="Google Shape;3590;p80"/>
          <p:cNvCxnSpPr>
            <a:stCxn id="3588" idx="0"/>
            <a:endCxn id="3586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1" name="Google Shape;3591;p80"/>
          <p:cNvCxnSpPr>
            <a:stCxn id="3585" idx="1"/>
            <a:endCxn id="3584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2" name="Google Shape;3592;p80"/>
          <p:cNvCxnSpPr>
            <a:stCxn id="3587" idx="0"/>
            <a:endCxn id="3584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3" name="Google Shape;3593;p80"/>
          <p:cNvCxnSpPr>
            <a:stCxn id="3587" idx="5"/>
            <a:endCxn id="3594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5" name="Google Shape;3595;p80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594" name="Google Shape;3594;p80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96" name="Google Shape;3596;p80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597" name="Google Shape;3597;p80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598" name="Google Shape;3598;p80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599" name="Google Shape;3599;p80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600" name="Google Shape;3600;p80"/>
          <p:cNvCxnSpPr>
            <a:stCxn id="3598" idx="2"/>
            <a:endCxn id="3597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1" name="Google Shape;3601;p80"/>
          <p:cNvCxnSpPr>
            <a:stCxn id="3596" idx="2"/>
            <a:endCxn id="3597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2" name="Google Shape;3602;p80"/>
          <p:cNvCxnSpPr>
            <a:stCxn id="3598" idx="6"/>
            <a:endCxn id="3599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3" name="Google Shape;3603;p80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604" name="Google Shape;3604;p80"/>
          <p:cNvCxnSpPr>
            <a:stCxn id="3585" idx="4"/>
            <a:endCxn id="3595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5" name="Google Shape;3605;p80"/>
          <p:cNvCxnSpPr>
            <a:stCxn id="3596" idx="6"/>
            <a:endCxn id="3603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6" name="Google Shape;3606;p80"/>
          <p:cNvCxnSpPr>
            <a:stCxn id="3596" idx="5"/>
            <a:endCxn id="3599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7" name="Google Shape;3607;p80"/>
          <p:cNvCxnSpPr>
            <a:stCxn id="3603" idx="3"/>
            <a:endCxn id="3598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8" name="Google Shape;3608;p80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09" name="Google Shape;3609;p80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0" name="Google Shape;3610;p80"/>
          <p:cNvSpPr txBox="1"/>
          <p:nvPr/>
        </p:nvSpPr>
        <p:spPr>
          <a:xfrm>
            <a:off x="5296850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11" name="Google Shape;3611;p80"/>
          <p:cNvCxnSpPr>
            <a:stCxn id="3594" idx="2"/>
            <a:endCxn id="3603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2" name="Google Shape;3612;p80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3" name="Google Shape;3613;p80"/>
          <p:cNvSpPr txBox="1"/>
          <p:nvPr/>
        </p:nvSpPr>
        <p:spPr>
          <a:xfrm>
            <a:off x="5055200" y="2979900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4" name="Google Shape;3614;p80"/>
          <p:cNvSpPr txBox="1"/>
          <p:nvPr/>
        </p:nvSpPr>
        <p:spPr>
          <a:xfrm>
            <a:off x="7181050" y="2956588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Not yet</a:t>
            </a: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5" name="Google Shape;3615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9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81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621" name="Google Shape;3621;p81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622" name="Google Shape;3622;p81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23" name="Google Shape;3623;p81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624" name="Google Shape;3624;p81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625" name="Google Shape;3625;p81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626" name="Google Shape;3626;p81"/>
          <p:cNvCxnSpPr>
            <a:endCxn id="3622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7" name="Google Shape;3627;p81"/>
          <p:cNvCxnSpPr>
            <a:stCxn id="3624" idx="0"/>
            <a:endCxn id="3622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8" name="Google Shape;3628;p81"/>
          <p:cNvCxnSpPr>
            <a:stCxn id="3621" idx="1"/>
            <a:endCxn id="3620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9" name="Google Shape;3629;p81"/>
          <p:cNvCxnSpPr>
            <a:stCxn id="3630" idx="1"/>
            <a:endCxn id="3622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1" name="Google Shape;3631;p81"/>
          <p:cNvCxnSpPr>
            <a:stCxn id="3623" idx="0"/>
            <a:endCxn id="3620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2" name="Google Shape;3632;p81"/>
          <p:cNvCxnSpPr>
            <a:stCxn id="3623" idx="5"/>
            <a:endCxn id="3633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4" name="Google Shape;3634;p81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633" name="Google Shape;3633;p81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630" name="Google Shape;3630;p81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3635" name="Google Shape;3635;p81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636" name="Google Shape;3636;p81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637" name="Google Shape;3637;p81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638" name="Google Shape;3638;p81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639" name="Google Shape;3639;p81"/>
          <p:cNvCxnSpPr>
            <a:stCxn id="3637" idx="2"/>
            <a:endCxn id="3636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0" name="Google Shape;3640;p81"/>
          <p:cNvCxnSpPr>
            <a:stCxn id="3635" idx="2"/>
            <a:endCxn id="3636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1" name="Google Shape;3641;p81"/>
          <p:cNvCxnSpPr>
            <a:stCxn id="3637" idx="6"/>
            <a:endCxn id="3638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2" name="Google Shape;3642;p81"/>
          <p:cNvCxnSpPr>
            <a:stCxn id="3643" idx="4"/>
            <a:endCxn id="3638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3" name="Google Shape;3643;p81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644" name="Google Shape;3644;p81"/>
          <p:cNvCxnSpPr>
            <a:stCxn id="3623" idx="3"/>
            <a:endCxn id="3625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5" name="Google Shape;3645;p81"/>
          <p:cNvCxnSpPr>
            <a:stCxn id="3621" idx="4"/>
            <a:endCxn id="3634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6" name="Google Shape;3646;p81"/>
          <p:cNvCxnSpPr>
            <a:stCxn id="3621" idx="4"/>
            <a:endCxn id="3630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7" name="Google Shape;3647;p81"/>
          <p:cNvCxnSpPr>
            <a:stCxn id="3624" idx="4"/>
            <a:endCxn id="3625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8" name="Google Shape;3648;p81"/>
          <p:cNvCxnSpPr>
            <a:stCxn id="3624" idx="5"/>
            <a:endCxn id="3633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9" name="Google Shape;3649;p81"/>
          <p:cNvCxnSpPr>
            <a:stCxn id="3625" idx="6"/>
            <a:endCxn id="3630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0" name="Google Shape;3650;p81"/>
          <p:cNvCxnSpPr>
            <a:stCxn id="3634" idx="3"/>
            <a:endCxn id="3630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1" name="Google Shape;3651;p81"/>
          <p:cNvCxnSpPr>
            <a:stCxn id="3634" idx="4"/>
            <a:endCxn id="3633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2" name="Google Shape;3652;p81"/>
          <p:cNvCxnSpPr>
            <a:stCxn id="3635" idx="6"/>
            <a:endCxn id="3643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3" name="Google Shape;3653;p81"/>
          <p:cNvCxnSpPr>
            <a:stCxn id="3635" idx="5"/>
            <a:endCxn id="3638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4" name="Google Shape;3654;p81"/>
          <p:cNvCxnSpPr>
            <a:stCxn id="3643" idx="3"/>
            <a:endCxn id="3637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5" name="Google Shape;3655;p81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656" name="Google Shape;3656;p81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657" name="Google Shape;3657;p81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58" name="Google Shape;3658;p81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659" name="Google Shape;3659;p81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660" name="Google Shape;3660;p81"/>
          <p:cNvCxnSpPr>
            <a:endCxn id="3657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1" name="Google Shape;3661;p81"/>
          <p:cNvCxnSpPr>
            <a:stCxn id="3659" idx="0"/>
            <a:endCxn id="3657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2" name="Google Shape;3662;p81"/>
          <p:cNvCxnSpPr>
            <a:stCxn id="3656" idx="1"/>
            <a:endCxn id="3655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3" name="Google Shape;3663;p81"/>
          <p:cNvCxnSpPr>
            <a:stCxn id="3658" idx="0"/>
            <a:endCxn id="3655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4" name="Google Shape;3664;p81"/>
          <p:cNvCxnSpPr>
            <a:stCxn id="3658" idx="5"/>
            <a:endCxn id="3665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6" name="Google Shape;3666;p81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665" name="Google Shape;3665;p81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667" name="Google Shape;3667;p81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668" name="Google Shape;3668;p81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669" name="Google Shape;3669;p81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670" name="Google Shape;3670;p81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671" name="Google Shape;3671;p81"/>
          <p:cNvCxnSpPr>
            <a:stCxn id="3669" idx="2"/>
            <a:endCxn id="3668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2" name="Google Shape;3672;p81"/>
          <p:cNvCxnSpPr>
            <a:stCxn id="3667" idx="2"/>
            <a:endCxn id="3668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3" name="Google Shape;3673;p81"/>
          <p:cNvCxnSpPr>
            <a:stCxn id="3669" idx="6"/>
            <a:endCxn id="3670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4" name="Google Shape;3674;p81"/>
          <p:cNvCxnSpPr>
            <a:stCxn id="3675" idx="4"/>
            <a:endCxn id="3670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5" name="Google Shape;3675;p81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676" name="Google Shape;3676;p81"/>
          <p:cNvCxnSpPr>
            <a:stCxn id="3656" idx="4"/>
            <a:endCxn id="3666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7" name="Google Shape;3677;p81"/>
          <p:cNvCxnSpPr>
            <a:stCxn id="3659" idx="5"/>
            <a:endCxn id="3665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8" name="Google Shape;3678;p81"/>
          <p:cNvCxnSpPr>
            <a:stCxn id="3666" idx="4"/>
            <a:endCxn id="3665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9" name="Google Shape;3679;p81"/>
          <p:cNvCxnSpPr>
            <a:stCxn id="3667" idx="6"/>
            <a:endCxn id="3675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0" name="Google Shape;3680;p81"/>
          <p:cNvCxnSpPr>
            <a:stCxn id="3667" idx="5"/>
            <a:endCxn id="3670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1" name="Google Shape;3681;p81"/>
          <p:cNvCxnSpPr>
            <a:stCxn id="3675" idx="3"/>
            <a:endCxn id="3669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2" name="Google Shape;3682;p81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683" name="Google Shape;3683;p81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684" name="Google Shape;3684;p81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85" name="Google Shape;3685;p81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686" name="Google Shape;3686;p81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687" name="Google Shape;3687;p81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688" name="Google Shape;3688;p81"/>
          <p:cNvCxnSpPr>
            <a:endCxn id="3684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9" name="Google Shape;3689;p81"/>
          <p:cNvCxnSpPr>
            <a:stCxn id="3686" idx="0"/>
            <a:endCxn id="3684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0" name="Google Shape;3690;p81"/>
          <p:cNvCxnSpPr>
            <a:stCxn id="3683" idx="1"/>
            <a:endCxn id="3682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1" name="Google Shape;3691;p81"/>
          <p:cNvCxnSpPr>
            <a:stCxn id="3685" idx="0"/>
            <a:endCxn id="3682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2" name="Google Shape;3692;p81"/>
          <p:cNvCxnSpPr>
            <a:stCxn id="3685" idx="5"/>
            <a:endCxn id="3693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4" name="Google Shape;3694;p81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693" name="Google Shape;3693;p81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695" name="Google Shape;3695;p81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696" name="Google Shape;3696;p81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697" name="Google Shape;3697;p81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698" name="Google Shape;3698;p81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699" name="Google Shape;3699;p81"/>
          <p:cNvCxnSpPr>
            <a:stCxn id="3697" idx="2"/>
            <a:endCxn id="3696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81"/>
          <p:cNvCxnSpPr>
            <a:stCxn id="3695" idx="2"/>
            <a:endCxn id="3696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81"/>
          <p:cNvCxnSpPr>
            <a:stCxn id="3697" idx="6"/>
            <a:endCxn id="3698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2" name="Google Shape;3702;p81"/>
          <p:cNvCxnSpPr>
            <a:stCxn id="3703" idx="4"/>
            <a:endCxn id="3698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3" name="Google Shape;3703;p81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704" name="Google Shape;3704;p81"/>
          <p:cNvCxnSpPr>
            <a:stCxn id="3685" idx="3"/>
            <a:endCxn id="3687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5" name="Google Shape;3705;p81"/>
          <p:cNvCxnSpPr>
            <a:stCxn id="3683" idx="4"/>
            <a:endCxn id="3694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6" name="Google Shape;3706;p81"/>
          <p:cNvCxnSpPr>
            <a:stCxn id="3686" idx="4"/>
            <a:endCxn id="3687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7" name="Google Shape;3707;p81"/>
          <p:cNvCxnSpPr>
            <a:stCxn id="3686" idx="5"/>
            <a:endCxn id="3693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8" name="Google Shape;3708;p81"/>
          <p:cNvCxnSpPr>
            <a:stCxn id="3694" idx="4"/>
            <a:endCxn id="3693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9" name="Google Shape;3709;p81"/>
          <p:cNvCxnSpPr>
            <a:stCxn id="3695" idx="6"/>
            <a:endCxn id="3703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0" name="Google Shape;3710;p81"/>
          <p:cNvCxnSpPr>
            <a:stCxn id="3695" idx="5"/>
            <a:endCxn id="3698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1" name="Google Shape;3711;p81"/>
          <p:cNvCxnSpPr>
            <a:stCxn id="3703" idx="3"/>
            <a:endCxn id="3697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2" name="Google Shape;3712;p81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713" name="Google Shape;3713;p81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714" name="Google Shape;3714;p81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715" name="Google Shape;3715;p81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716" name="Google Shape;3716;p81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717" name="Google Shape;3717;p81"/>
          <p:cNvCxnSpPr>
            <a:endCxn id="3714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8" name="Google Shape;3718;p81"/>
          <p:cNvCxnSpPr>
            <a:stCxn id="3716" idx="0"/>
            <a:endCxn id="3714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9" name="Google Shape;3719;p81"/>
          <p:cNvCxnSpPr>
            <a:stCxn id="3713" idx="1"/>
            <a:endCxn id="3712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0" name="Google Shape;3720;p81"/>
          <p:cNvCxnSpPr>
            <a:stCxn id="3715" idx="0"/>
            <a:endCxn id="3712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1" name="Google Shape;3721;p81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722" name="Google Shape;3722;p81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723" name="Google Shape;3723;p81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724" name="Google Shape;3724;p81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725" name="Google Shape;3725;p81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3726" name="Google Shape;3726;p81"/>
          <p:cNvCxnSpPr>
            <a:stCxn id="3724" idx="2"/>
            <a:endCxn id="3723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81"/>
          <p:cNvCxnSpPr>
            <a:stCxn id="3722" idx="2"/>
            <a:endCxn id="3723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8" name="Google Shape;3728;p81"/>
          <p:cNvCxnSpPr>
            <a:stCxn id="3724" idx="6"/>
            <a:endCxn id="3725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9" name="Google Shape;3729;p81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3730" name="Google Shape;3730;p81"/>
          <p:cNvCxnSpPr>
            <a:stCxn id="3713" idx="4"/>
            <a:endCxn id="3721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1" name="Google Shape;3731;p81"/>
          <p:cNvCxnSpPr>
            <a:stCxn id="3722" idx="6"/>
            <a:endCxn id="3729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2" name="Google Shape;3732;p81"/>
          <p:cNvCxnSpPr>
            <a:stCxn id="3722" idx="5"/>
            <a:endCxn id="3725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3" name="Google Shape;3733;p81"/>
          <p:cNvCxnSpPr>
            <a:stCxn id="3729" idx="3"/>
            <a:endCxn id="3724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4" name="Google Shape;3734;p81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5" name="Google Shape;3735;p81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6" name="Google Shape;3736;p81"/>
          <p:cNvSpPr txBox="1"/>
          <p:nvPr/>
        </p:nvSpPr>
        <p:spPr>
          <a:xfrm>
            <a:off x="5296850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7" name="Google Shape;3737;p81"/>
          <p:cNvSpPr txBox="1"/>
          <p:nvPr/>
        </p:nvSpPr>
        <p:spPr>
          <a:xfrm>
            <a:off x="7603775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3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8" name="Google Shape;3738;p81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9" name="Google Shape;3739;p81"/>
          <p:cNvSpPr txBox="1"/>
          <p:nvPr/>
        </p:nvSpPr>
        <p:spPr>
          <a:xfrm>
            <a:off x="5055200" y="2979900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0" name="Google Shape;3740;p81"/>
          <p:cNvSpPr txBox="1"/>
          <p:nvPr/>
        </p:nvSpPr>
        <p:spPr>
          <a:xfrm>
            <a:off x="7181050" y="2956588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1" name="Google Shape;3741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5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3747" name="Google Shape;3747;p8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idea of cutsets leads to the </a:t>
            </a:r>
            <a:r>
              <a:rPr b="1" lang="en"/>
              <a:t>Cohesive Blocking</a:t>
            </a:r>
            <a:r>
              <a:rPr lang="en"/>
              <a:t> approach for the identification of nested cohesive subgroups (</a:t>
            </a:r>
            <a:r>
              <a:rPr lang="en" u="sng">
                <a:solidFill>
                  <a:schemeClr val="hlink"/>
                </a:solidFill>
                <a:hlinkClick r:id="rId3"/>
              </a:rPr>
              <a:t>Moody and White 2003</a:t>
            </a:r>
            <a:r>
              <a:rPr lang="en"/>
              <a:t>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the k-connectivity of the input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the k-cutset (vertices)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the same on the resulting subgraphs until no more subdivisions can be obtained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748" name="Google Shape;3748;p82"/>
          <p:cNvPicPr preferRelativeResize="0"/>
          <p:nvPr/>
        </p:nvPicPr>
        <p:blipFill rotWithShape="1">
          <a:blip r:embed="rId4">
            <a:alphaModFix/>
          </a:blip>
          <a:srcRect b="8822" l="15423" r="5080" t="11127"/>
          <a:stretch/>
        </p:blipFill>
        <p:spPr>
          <a:xfrm>
            <a:off x="665000" y="2835335"/>
            <a:ext cx="2417050" cy="20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9" name="Google Shape;3749;p82"/>
          <p:cNvPicPr preferRelativeResize="0"/>
          <p:nvPr/>
        </p:nvPicPr>
        <p:blipFill rotWithShape="1">
          <a:blip r:embed="rId5">
            <a:alphaModFix/>
          </a:blip>
          <a:srcRect b="17073" l="0" r="0" t="6299"/>
          <a:stretch/>
        </p:blipFill>
        <p:spPr>
          <a:xfrm>
            <a:off x="6475925" y="3065812"/>
            <a:ext cx="2095775" cy="16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0" name="Google Shape;3750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4450" y="2895325"/>
            <a:ext cx="2923736" cy="20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4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p83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756" name="Google Shape;3756;p83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757" name="Google Shape;3757;p83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758" name="Google Shape;3758;p83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759" name="Google Shape;3759;p83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760" name="Google Shape;3760;p83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761" name="Google Shape;3761;p83"/>
          <p:cNvSpPr/>
          <p:nvPr/>
        </p:nvSpPr>
        <p:spPr>
          <a:xfrm>
            <a:off x="1445758" y="2165711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3762" name="Google Shape;3762;p83"/>
          <p:cNvCxnSpPr>
            <a:endCxn id="3757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3" name="Google Shape;3763;p83"/>
          <p:cNvCxnSpPr>
            <a:stCxn id="3759" idx="0"/>
            <a:endCxn id="3757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4" name="Google Shape;3764;p83"/>
          <p:cNvCxnSpPr>
            <a:stCxn id="3760" idx="2"/>
            <a:endCxn id="3759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5" name="Google Shape;3765;p83"/>
          <p:cNvCxnSpPr>
            <a:stCxn id="3758" idx="2"/>
            <a:endCxn id="3759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6" name="Google Shape;3766;p83"/>
          <p:cNvCxnSpPr>
            <a:stCxn id="3760" idx="2"/>
            <a:endCxn id="3757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7" name="Google Shape;3767;p83"/>
          <p:cNvCxnSpPr>
            <a:stCxn id="3756" idx="2"/>
            <a:endCxn id="3758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8" name="Google Shape;3768;p83"/>
          <p:cNvCxnSpPr>
            <a:stCxn id="3756" idx="2"/>
            <a:endCxn id="3757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9" name="Google Shape;3769;p83"/>
          <p:cNvCxnSpPr>
            <a:stCxn id="3756" idx="0"/>
            <a:endCxn id="3755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0" name="Google Shape;3770;p83"/>
          <p:cNvCxnSpPr>
            <a:stCxn id="3761" idx="7"/>
            <a:endCxn id="3756" idx="4"/>
          </p:cNvCxnSpPr>
          <p:nvPr/>
        </p:nvCxnSpPr>
        <p:spPr>
          <a:xfrm rot="10800000">
            <a:off x="1603876" y="1855441"/>
            <a:ext cx="1128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1" name="Google Shape;3771;p83"/>
          <p:cNvCxnSpPr>
            <a:stCxn id="3761" idx="2"/>
            <a:endCxn id="3758" idx="6"/>
          </p:cNvCxnSpPr>
          <p:nvPr/>
        </p:nvCxnSpPr>
        <p:spPr>
          <a:xfrm rot="10800000">
            <a:off x="1230358" y="2010311"/>
            <a:ext cx="215400" cy="31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2" name="Google Shape;3772;p83"/>
          <p:cNvCxnSpPr>
            <a:stCxn id="3760" idx="0"/>
            <a:endCxn id="3758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3" name="Google Shape;3773;p83"/>
          <p:cNvCxnSpPr>
            <a:stCxn id="3760" idx="6"/>
            <a:endCxn id="3761" idx="3"/>
          </p:cNvCxnSpPr>
          <p:nvPr/>
        </p:nvCxnSpPr>
        <p:spPr>
          <a:xfrm flipH="1" rot="10800000">
            <a:off x="1230395" y="2434688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4" name="Google Shape;3774;p83"/>
          <p:cNvCxnSpPr>
            <a:stCxn id="3759" idx="6"/>
            <a:endCxn id="3761" idx="2"/>
          </p:cNvCxnSpPr>
          <p:nvPr/>
        </p:nvCxnSpPr>
        <p:spPr>
          <a:xfrm>
            <a:off x="628800" y="2319554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5" name="Google Shape;3775;p83"/>
          <p:cNvCxnSpPr>
            <a:stCxn id="3759" idx="6"/>
            <a:endCxn id="3755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6" name="Google Shape;3776;p83"/>
          <p:cNvCxnSpPr>
            <a:stCxn id="3758" idx="0"/>
            <a:endCxn id="3755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7" name="Google Shape;3777;p83"/>
          <p:cNvCxnSpPr>
            <a:stCxn id="3755" idx="4"/>
            <a:endCxn id="3761" idx="1"/>
          </p:cNvCxnSpPr>
          <p:nvPr/>
        </p:nvCxnSpPr>
        <p:spPr>
          <a:xfrm>
            <a:off x="1071845" y="1456525"/>
            <a:ext cx="420300" cy="75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8" name="Google Shape;3778;p83"/>
          <p:cNvCxnSpPr>
            <a:stCxn id="3760" idx="6"/>
            <a:endCxn id="3756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9" name="Google Shape;3779;p83"/>
          <p:cNvCxnSpPr>
            <a:stCxn id="3758" idx="1"/>
            <a:endCxn id="3757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0" name="Google Shape;3780;p83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3781" name="Google Shape;3781;p83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3782" name="Google Shape;3782;p83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3783" name="Google Shape;3783;p83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784" name="Google Shape;3784;p83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3785" name="Google Shape;3785;p83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3786" name="Google Shape;3786;p83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3787" name="Google Shape;3787;p83"/>
          <p:cNvCxnSpPr>
            <a:stCxn id="3780" idx="3"/>
            <a:endCxn id="3782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8" name="Google Shape;3788;p83"/>
          <p:cNvCxnSpPr>
            <a:stCxn id="3785" idx="2"/>
            <a:endCxn id="3784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9" name="Google Shape;3789;p83"/>
          <p:cNvCxnSpPr>
            <a:stCxn id="3783" idx="2"/>
            <a:endCxn id="3784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0" name="Google Shape;3790;p83"/>
          <p:cNvCxnSpPr>
            <a:stCxn id="3784" idx="0"/>
            <a:endCxn id="3782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1" name="Google Shape;3791;p83"/>
          <p:cNvCxnSpPr>
            <a:stCxn id="3781" idx="2"/>
            <a:endCxn id="3783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2" name="Google Shape;3792;p83"/>
          <p:cNvCxnSpPr>
            <a:stCxn id="3781" idx="0"/>
            <a:endCxn id="3780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3" name="Google Shape;3793;p83"/>
          <p:cNvCxnSpPr>
            <a:stCxn id="3786" idx="0"/>
            <a:endCxn id="3781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4" name="Google Shape;3794;p83"/>
          <p:cNvCxnSpPr>
            <a:stCxn id="3785" idx="6"/>
            <a:endCxn id="3786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5" name="Google Shape;3795;p83"/>
          <p:cNvCxnSpPr>
            <a:stCxn id="3784" idx="6"/>
            <a:endCxn id="3786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6" name="Google Shape;3796;p83"/>
          <p:cNvCxnSpPr>
            <a:stCxn id="3783" idx="0"/>
            <a:endCxn id="3780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7" name="Google Shape;3797;p83"/>
          <p:cNvCxnSpPr>
            <a:stCxn id="3785" idx="6"/>
            <a:endCxn id="3781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8" name="Google Shape;3798;p83"/>
          <p:cNvCxnSpPr>
            <a:stCxn id="3783" idx="1"/>
            <a:endCxn id="3782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9" name="Google Shape;3799;p83"/>
          <p:cNvCxnSpPr>
            <a:stCxn id="3784" idx="1"/>
            <a:endCxn id="3759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0" name="Google Shape;3800;p83"/>
          <p:cNvCxnSpPr>
            <a:stCxn id="3781" idx="0"/>
            <a:endCxn id="3761" idx="4"/>
          </p:cNvCxnSpPr>
          <p:nvPr/>
        </p:nvCxnSpPr>
        <p:spPr>
          <a:xfrm rot="10800000">
            <a:off x="1604463" y="2480785"/>
            <a:ext cx="214500" cy="10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1" name="Google Shape;3801;p83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802" name="Google Shape;3802;p83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803" name="Google Shape;3803;p83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804" name="Google Shape;3804;p83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805" name="Google Shape;3805;p83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806" name="Google Shape;3806;p83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3807" name="Google Shape;3807;p83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3808" name="Google Shape;3808;p83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3809" name="Google Shape;3809;p83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3810" name="Google Shape;3810;p83"/>
          <p:cNvCxnSpPr>
            <a:stCxn id="3761" idx="6"/>
            <a:endCxn id="3801" idx="3"/>
          </p:cNvCxnSpPr>
          <p:nvPr/>
        </p:nvCxnSpPr>
        <p:spPr>
          <a:xfrm flipH="1" rot="10800000">
            <a:off x="1763158" y="2119511"/>
            <a:ext cx="479100" cy="20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1" name="Google Shape;3811;p83"/>
          <p:cNvCxnSpPr>
            <a:stCxn id="3802" idx="2"/>
            <a:endCxn id="3761" idx="6"/>
          </p:cNvCxnSpPr>
          <p:nvPr/>
        </p:nvCxnSpPr>
        <p:spPr>
          <a:xfrm rot="10800000">
            <a:off x="1763293" y="2323154"/>
            <a:ext cx="432600" cy="54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2" name="Google Shape;3812;p83"/>
          <p:cNvCxnSpPr>
            <a:stCxn id="3803" idx="2"/>
            <a:endCxn id="3761" idx="6"/>
          </p:cNvCxnSpPr>
          <p:nvPr/>
        </p:nvCxnSpPr>
        <p:spPr>
          <a:xfrm rot="10800000">
            <a:off x="1763093" y="2323249"/>
            <a:ext cx="8007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3" name="Google Shape;3813;p83"/>
          <p:cNvCxnSpPr>
            <a:stCxn id="3802" idx="0"/>
            <a:endCxn id="3801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4" name="Google Shape;3814;p83"/>
          <p:cNvCxnSpPr>
            <a:stCxn id="3803" idx="0"/>
            <a:endCxn id="3801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5" name="Google Shape;3815;p83"/>
          <p:cNvCxnSpPr>
            <a:stCxn id="3802" idx="6"/>
            <a:endCxn id="3803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6" name="Google Shape;3816;p83"/>
          <p:cNvCxnSpPr>
            <a:stCxn id="3801" idx="6"/>
            <a:endCxn id="3804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7" name="Google Shape;3817;p83"/>
          <p:cNvCxnSpPr>
            <a:stCxn id="3805" idx="2"/>
            <a:endCxn id="3804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8" name="Google Shape;3818;p83"/>
          <p:cNvCxnSpPr>
            <a:stCxn id="3807" idx="1"/>
            <a:endCxn id="3805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9" name="Google Shape;3819;p83"/>
          <p:cNvCxnSpPr>
            <a:stCxn id="3806" idx="7"/>
            <a:endCxn id="3805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0" name="Google Shape;3820;p83"/>
          <p:cNvCxnSpPr>
            <a:stCxn id="3809" idx="1"/>
            <a:endCxn id="3806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1" name="Google Shape;3821;p83"/>
          <p:cNvCxnSpPr>
            <a:stCxn id="3809" idx="2"/>
            <a:endCxn id="3808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2" name="Google Shape;3822;p83"/>
          <p:cNvCxnSpPr>
            <a:stCxn id="3808" idx="2"/>
            <a:endCxn id="3802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3" name="Google Shape;3823;p83"/>
          <p:cNvCxnSpPr>
            <a:stCxn id="3809" idx="0"/>
            <a:endCxn id="3807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4" name="Google Shape;3824;p83"/>
          <p:cNvCxnSpPr>
            <a:stCxn id="3806" idx="2"/>
            <a:endCxn id="3803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5" name="Google Shape;3825;p83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3826" name="Google Shape;3826;p83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sp>
        <p:nvSpPr>
          <p:cNvPr id="3827" name="Google Shape;3827;p83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k-cutset (vertices)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Do the same on the resulting subgraphs until no more subdivisions can be obtained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p84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833" name="Google Shape;3833;p84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834" name="Google Shape;3834;p84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835" name="Google Shape;3835;p84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836" name="Google Shape;3836;p84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837" name="Google Shape;3837;p84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838" name="Google Shape;3838;p84"/>
          <p:cNvSpPr/>
          <p:nvPr/>
        </p:nvSpPr>
        <p:spPr>
          <a:xfrm>
            <a:off x="1445758" y="2165711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3839" name="Google Shape;3839;p84"/>
          <p:cNvCxnSpPr>
            <a:endCxn id="3834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0" name="Google Shape;3840;p84"/>
          <p:cNvCxnSpPr>
            <a:stCxn id="3836" idx="0"/>
            <a:endCxn id="3834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1" name="Google Shape;3841;p84"/>
          <p:cNvCxnSpPr>
            <a:stCxn id="3837" idx="2"/>
            <a:endCxn id="3836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2" name="Google Shape;3842;p84"/>
          <p:cNvCxnSpPr>
            <a:stCxn id="3835" idx="2"/>
            <a:endCxn id="3836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3" name="Google Shape;3843;p84"/>
          <p:cNvCxnSpPr>
            <a:stCxn id="3837" idx="2"/>
            <a:endCxn id="3834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4" name="Google Shape;3844;p84"/>
          <p:cNvCxnSpPr>
            <a:stCxn id="3833" idx="2"/>
            <a:endCxn id="3835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5" name="Google Shape;3845;p84"/>
          <p:cNvCxnSpPr>
            <a:stCxn id="3833" idx="2"/>
            <a:endCxn id="3834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6" name="Google Shape;3846;p84"/>
          <p:cNvCxnSpPr>
            <a:stCxn id="3833" idx="0"/>
            <a:endCxn id="3832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84"/>
          <p:cNvCxnSpPr>
            <a:stCxn id="3838" idx="7"/>
            <a:endCxn id="3833" idx="4"/>
          </p:cNvCxnSpPr>
          <p:nvPr/>
        </p:nvCxnSpPr>
        <p:spPr>
          <a:xfrm rot="10800000">
            <a:off x="1603876" y="1855441"/>
            <a:ext cx="1128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8" name="Google Shape;3848;p84"/>
          <p:cNvCxnSpPr>
            <a:stCxn id="3838" idx="2"/>
            <a:endCxn id="3835" idx="6"/>
          </p:cNvCxnSpPr>
          <p:nvPr/>
        </p:nvCxnSpPr>
        <p:spPr>
          <a:xfrm rot="10800000">
            <a:off x="1230358" y="2010311"/>
            <a:ext cx="215400" cy="31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9" name="Google Shape;3849;p84"/>
          <p:cNvCxnSpPr>
            <a:stCxn id="3837" idx="0"/>
            <a:endCxn id="3835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0" name="Google Shape;3850;p84"/>
          <p:cNvCxnSpPr>
            <a:stCxn id="3837" idx="6"/>
            <a:endCxn id="3838" idx="3"/>
          </p:cNvCxnSpPr>
          <p:nvPr/>
        </p:nvCxnSpPr>
        <p:spPr>
          <a:xfrm flipH="1" rot="10800000">
            <a:off x="1230395" y="2434688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1" name="Google Shape;3851;p84"/>
          <p:cNvCxnSpPr>
            <a:stCxn id="3836" idx="6"/>
            <a:endCxn id="3838" idx="2"/>
          </p:cNvCxnSpPr>
          <p:nvPr/>
        </p:nvCxnSpPr>
        <p:spPr>
          <a:xfrm>
            <a:off x="628800" y="2319554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2" name="Google Shape;3852;p84"/>
          <p:cNvCxnSpPr>
            <a:stCxn id="3836" idx="6"/>
            <a:endCxn id="3832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3" name="Google Shape;3853;p84"/>
          <p:cNvCxnSpPr>
            <a:stCxn id="3835" idx="0"/>
            <a:endCxn id="3832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4" name="Google Shape;3854;p84"/>
          <p:cNvCxnSpPr>
            <a:stCxn id="3832" idx="4"/>
            <a:endCxn id="3838" idx="1"/>
          </p:cNvCxnSpPr>
          <p:nvPr/>
        </p:nvCxnSpPr>
        <p:spPr>
          <a:xfrm>
            <a:off x="1071845" y="1456525"/>
            <a:ext cx="420300" cy="75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5" name="Google Shape;3855;p84"/>
          <p:cNvCxnSpPr>
            <a:stCxn id="3837" idx="6"/>
            <a:endCxn id="3833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6" name="Google Shape;3856;p84"/>
          <p:cNvCxnSpPr>
            <a:stCxn id="3835" idx="1"/>
            <a:endCxn id="3834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7" name="Google Shape;3857;p84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3858" name="Google Shape;3858;p84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3859" name="Google Shape;3859;p84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3860" name="Google Shape;3860;p84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861" name="Google Shape;3861;p84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3862" name="Google Shape;3862;p84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3863" name="Google Shape;3863;p84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3864" name="Google Shape;3864;p84"/>
          <p:cNvCxnSpPr>
            <a:stCxn id="3857" idx="3"/>
            <a:endCxn id="3859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5" name="Google Shape;3865;p84"/>
          <p:cNvCxnSpPr>
            <a:stCxn id="3862" idx="2"/>
            <a:endCxn id="3861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6" name="Google Shape;3866;p84"/>
          <p:cNvCxnSpPr>
            <a:stCxn id="3860" idx="2"/>
            <a:endCxn id="3861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7" name="Google Shape;3867;p84"/>
          <p:cNvCxnSpPr>
            <a:stCxn id="3861" idx="0"/>
            <a:endCxn id="3859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8" name="Google Shape;3868;p84"/>
          <p:cNvCxnSpPr>
            <a:stCxn id="3858" idx="2"/>
            <a:endCxn id="3860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9" name="Google Shape;3869;p84"/>
          <p:cNvCxnSpPr>
            <a:stCxn id="3858" idx="0"/>
            <a:endCxn id="3857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0" name="Google Shape;3870;p84"/>
          <p:cNvCxnSpPr>
            <a:stCxn id="3863" idx="0"/>
            <a:endCxn id="3858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1" name="Google Shape;3871;p84"/>
          <p:cNvCxnSpPr>
            <a:stCxn id="3862" idx="6"/>
            <a:endCxn id="3863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2" name="Google Shape;3872;p84"/>
          <p:cNvCxnSpPr>
            <a:stCxn id="3861" idx="6"/>
            <a:endCxn id="3863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3" name="Google Shape;3873;p84"/>
          <p:cNvCxnSpPr>
            <a:stCxn id="3860" idx="0"/>
            <a:endCxn id="3857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4" name="Google Shape;3874;p84"/>
          <p:cNvCxnSpPr>
            <a:stCxn id="3862" idx="6"/>
            <a:endCxn id="3858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84"/>
          <p:cNvCxnSpPr>
            <a:stCxn id="3860" idx="1"/>
            <a:endCxn id="3859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6" name="Google Shape;3876;p84"/>
          <p:cNvCxnSpPr>
            <a:stCxn id="3861" idx="1"/>
            <a:endCxn id="3836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7" name="Google Shape;3877;p84"/>
          <p:cNvCxnSpPr>
            <a:stCxn id="3858" idx="0"/>
            <a:endCxn id="3838" idx="4"/>
          </p:cNvCxnSpPr>
          <p:nvPr/>
        </p:nvCxnSpPr>
        <p:spPr>
          <a:xfrm rot="10800000">
            <a:off x="1604463" y="2480785"/>
            <a:ext cx="214500" cy="10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8" name="Google Shape;3878;p84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879" name="Google Shape;3879;p84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880" name="Google Shape;3880;p84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881" name="Google Shape;3881;p84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882" name="Google Shape;3882;p84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883" name="Google Shape;3883;p84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3884" name="Google Shape;3884;p84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3885" name="Google Shape;3885;p84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3886" name="Google Shape;3886;p84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3887" name="Google Shape;3887;p84"/>
          <p:cNvCxnSpPr>
            <a:stCxn id="3838" idx="6"/>
            <a:endCxn id="3878" idx="3"/>
          </p:cNvCxnSpPr>
          <p:nvPr/>
        </p:nvCxnSpPr>
        <p:spPr>
          <a:xfrm flipH="1" rot="10800000">
            <a:off x="1763158" y="2119511"/>
            <a:ext cx="479100" cy="20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8" name="Google Shape;3888;p84"/>
          <p:cNvCxnSpPr>
            <a:stCxn id="3879" idx="2"/>
            <a:endCxn id="3838" idx="6"/>
          </p:cNvCxnSpPr>
          <p:nvPr/>
        </p:nvCxnSpPr>
        <p:spPr>
          <a:xfrm rot="10800000">
            <a:off x="1763293" y="2323154"/>
            <a:ext cx="432600" cy="54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9" name="Google Shape;3889;p84"/>
          <p:cNvCxnSpPr>
            <a:stCxn id="3880" idx="2"/>
            <a:endCxn id="3838" idx="6"/>
          </p:cNvCxnSpPr>
          <p:nvPr/>
        </p:nvCxnSpPr>
        <p:spPr>
          <a:xfrm rot="10800000">
            <a:off x="1763093" y="2323249"/>
            <a:ext cx="8007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0" name="Google Shape;3890;p84"/>
          <p:cNvCxnSpPr>
            <a:stCxn id="3879" idx="0"/>
            <a:endCxn id="3878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1" name="Google Shape;3891;p84"/>
          <p:cNvCxnSpPr>
            <a:stCxn id="3880" idx="0"/>
            <a:endCxn id="3878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2" name="Google Shape;3892;p84"/>
          <p:cNvCxnSpPr>
            <a:stCxn id="3879" idx="6"/>
            <a:endCxn id="3880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3" name="Google Shape;3893;p84"/>
          <p:cNvCxnSpPr>
            <a:stCxn id="3878" idx="6"/>
            <a:endCxn id="3881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4" name="Google Shape;3894;p84"/>
          <p:cNvCxnSpPr>
            <a:stCxn id="3882" idx="2"/>
            <a:endCxn id="3881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5" name="Google Shape;3895;p84"/>
          <p:cNvCxnSpPr>
            <a:stCxn id="3884" idx="1"/>
            <a:endCxn id="3882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6" name="Google Shape;3896;p84"/>
          <p:cNvCxnSpPr>
            <a:stCxn id="3883" idx="7"/>
            <a:endCxn id="3882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7" name="Google Shape;3897;p84"/>
          <p:cNvCxnSpPr>
            <a:stCxn id="3886" idx="1"/>
            <a:endCxn id="3883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8" name="Google Shape;3898;p84"/>
          <p:cNvCxnSpPr>
            <a:stCxn id="3886" idx="2"/>
            <a:endCxn id="3885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9" name="Google Shape;3899;p84"/>
          <p:cNvCxnSpPr>
            <a:stCxn id="3885" idx="2"/>
            <a:endCxn id="3879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0" name="Google Shape;3900;p84"/>
          <p:cNvCxnSpPr>
            <a:stCxn id="3886" idx="0"/>
            <a:endCxn id="3884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1" name="Google Shape;3901;p84"/>
          <p:cNvCxnSpPr>
            <a:stCxn id="3883" idx="2"/>
            <a:endCxn id="3880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2" name="Google Shape;3902;p84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3903" name="Google Shape;3903;p84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1-connected! Can you tell which node we need to remove?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4" name="Google Shape;3904;p84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sp>
        <p:nvSpPr>
          <p:cNvPr id="3905" name="Google Shape;3905;p84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Identify the k-connectivity of the input graph </a:t>
            </a:r>
            <a:r>
              <a:rPr b="1" lang="en" sz="1400">
                <a:solidFill>
                  <a:srgbClr val="FF0000"/>
                </a:solidFill>
              </a:rPr>
              <a:t>(G)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k-cutset (vertices)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 the same on the resulting subgraphs until no more subdivisions can be obtained </a:t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9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p85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911" name="Google Shape;3911;p85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912" name="Google Shape;3912;p85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913" name="Google Shape;3913;p85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914" name="Google Shape;3914;p85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915" name="Google Shape;3915;p85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916" name="Google Shape;3916;p85"/>
          <p:cNvSpPr/>
          <p:nvPr/>
        </p:nvSpPr>
        <p:spPr>
          <a:xfrm>
            <a:off x="1445758" y="2165711"/>
            <a:ext cx="317400" cy="315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3917" name="Google Shape;3917;p85"/>
          <p:cNvCxnSpPr>
            <a:endCxn id="3912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8" name="Google Shape;3918;p85"/>
          <p:cNvCxnSpPr>
            <a:stCxn id="3914" idx="0"/>
            <a:endCxn id="3912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9" name="Google Shape;3919;p85"/>
          <p:cNvCxnSpPr>
            <a:stCxn id="3915" idx="2"/>
            <a:endCxn id="3914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0" name="Google Shape;3920;p85"/>
          <p:cNvCxnSpPr>
            <a:stCxn id="3913" idx="2"/>
            <a:endCxn id="3914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1" name="Google Shape;3921;p85"/>
          <p:cNvCxnSpPr>
            <a:stCxn id="3915" idx="2"/>
            <a:endCxn id="3912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2" name="Google Shape;3922;p85"/>
          <p:cNvCxnSpPr>
            <a:stCxn id="3911" idx="2"/>
            <a:endCxn id="3913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3" name="Google Shape;3923;p85"/>
          <p:cNvCxnSpPr>
            <a:stCxn id="3911" idx="2"/>
            <a:endCxn id="3912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4" name="Google Shape;3924;p85"/>
          <p:cNvCxnSpPr>
            <a:stCxn id="3911" idx="0"/>
            <a:endCxn id="3910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5" name="Google Shape;3925;p85"/>
          <p:cNvCxnSpPr>
            <a:stCxn id="3916" idx="7"/>
            <a:endCxn id="3911" idx="4"/>
          </p:cNvCxnSpPr>
          <p:nvPr/>
        </p:nvCxnSpPr>
        <p:spPr>
          <a:xfrm rot="10800000">
            <a:off x="1603876" y="1855441"/>
            <a:ext cx="1128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6" name="Google Shape;3926;p85"/>
          <p:cNvCxnSpPr>
            <a:stCxn id="3916" idx="2"/>
            <a:endCxn id="3913" idx="6"/>
          </p:cNvCxnSpPr>
          <p:nvPr/>
        </p:nvCxnSpPr>
        <p:spPr>
          <a:xfrm rot="10800000">
            <a:off x="1230358" y="2010311"/>
            <a:ext cx="215400" cy="31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7" name="Google Shape;3927;p85"/>
          <p:cNvCxnSpPr>
            <a:stCxn id="3915" idx="0"/>
            <a:endCxn id="3913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8" name="Google Shape;3928;p85"/>
          <p:cNvCxnSpPr>
            <a:stCxn id="3915" idx="6"/>
            <a:endCxn id="3916" idx="3"/>
          </p:cNvCxnSpPr>
          <p:nvPr/>
        </p:nvCxnSpPr>
        <p:spPr>
          <a:xfrm flipH="1" rot="10800000">
            <a:off x="1230395" y="2434688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9" name="Google Shape;3929;p85"/>
          <p:cNvCxnSpPr>
            <a:stCxn id="3914" idx="6"/>
            <a:endCxn id="3916" idx="2"/>
          </p:cNvCxnSpPr>
          <p:nvPr/>
        </p:nvCxnSpPr>
        <p:spPr>
          <a:xfrm>
            <a:off x="628800" y="2319554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0" name="Google Shape;3930;p85"/>
          <p:cNvCxnSpPr>
            <a:stCxn id="3914" idx="6"/>
            <a:endCxn id="3910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1" name="Google Shape;3931;p85"/>
          <p:cNvCxnSpPr>
            <a:stCxn id="3913" idx="0"/>
            <a:endCxn id="3910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2" name="Google Shape;3932;p85"/>
          <p:cNvCxnSpPr>
            <a:stCxn id="3910" idx="4"/>
            <a:endCxn id="3916" idx="1"/>
          </p:cNvCxnSpPr>
          <p:nvPr/>
        </p:nvCxnSpPr>
        <p:spPr>
          <a:xfrm>
            <a:off x="1071845" y="1456525"/>
            <a:ext cx="420300" cy="75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3" name="Google Shape;3933;p85"/>
          <p:cNvCxnSpPr>
            <a:stCxn id="3915" idx="6"/>
            <a:endCxn id="3911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4" name="Google Shape;3934;p85"/>
          <p:cNvCxnSpPr>
            <a:stCxn id="3913" idx="1"/>
            <a:endCxn id="3912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5" name="Google Shape;3935;p85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3936" name="Google Shape;3936;p85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3937" name="Google Shape;3937;p85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3938" name="Google Shape;3938;p85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3939" name="Google Shape;3939;p85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3940" name="Google Shape;3940;p85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3941" name="Google Shape;3941;p85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3942" name="Google Shape;3942;p85"/>
          <p:cNvCxnSpPr>
            <a:stCxn id="3935" idx="3"/>
            <a:endCxn id="3937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3" name="Google Shape;3943;p85"/>
          <p:cNvCxnSpPr>
            <a:stCxn id="3940" idx="2"/>
            <a:endCxn id="3939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4" name="Google Shape;3944;p85"/>
          <p:cNvCxnSpPr>
            <a:stCxn id="3938" idx="2"/>
            <a:endCxn id="3939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5" name="Google Shape;3945;p85"/>
          <p:cNvCxnSpPr>
            <a:stCxn id="3939" idx="0"/>
            <a:endCxn id="3937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6" name="Google Shape;3946;p85"/>
          <p:cNvCxnSpPr>
            <a:stCxn id="3936" idx="2"/>
            <a:endCxn id="3938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7" name="Google Shape;3947;p85"/>
          <p:cNvCxnSpPr>
            <a:stCxn id="3936" idx="0"/>
            <a:endCxn id="3935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8" name="Google Shape;3948;p85"/>
          <p:cNvCxnSpPr>
            <a:stCxn id="3941" idx="0"/>
            <a:endCxn id="3936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9" name="Google Shape;3949;p85"/>
          <p:cNvCxnSpPr>
            <a:stCxn id="3940" idx="6"/>
            <a:endCxn id="3941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0" name="Google Shape;3950;p85"/>
          <p:cNvCxnSpPr>
            <a:stCxn id="3939" idx="6"/>
            <a:endCxn id="3941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1" name="Google Shape;3951;p85"/>
          <p:cNvCxnSpPr>
            <a:stCxn id="3938" idx="0"/>
            <a:endCxn id="3935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2" name="Google Shape;3952;p85"/>
          <p:cNvCxnSpPr>
            <a:stCxn id="3940" idx="6"/>
            <a:endCxn id="3936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3" name="Google Shape;3953;p85"/>
          <p:cNvCxnSpPr>
            <a:stCxn id="3938" idx="1"/>
            <a:endCxn id="3937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4" name="Google Shape;3954;p85"/>
          <p:cNvCxnSpPr>
            <a:stCxn id="3939" idx="1"/>
            <a:endCxn id="3914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5" name="Google Shape;3955;p85"/>
          <p:cNvCxnSpPr>
            <a:stCxn id="3936" idx="0"/>
            <a:endCxn id="3916" idx="4"/>
          </p:cNvCxnSpPr>
          <p:nvPr/>
        </p:nvCxnSpPr>
        <p:spPr>
          <a:xfrm rot="10800000">
            <a:off x="1604463" y="2480785"/>
            <a:ext cx="214500" cy="10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6" name="Google Shape;3956;p85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3957" name="Google Shape;3957;p85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958" name="Google Shape;3958;p85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959" name="Google Shape;3959;p85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3960" name="Google Shape;3960;p85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3961" name="Google Shape;3961;p85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3962" name="Google Shape;3962;p85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3963" name="Google Shape;3963;p85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3964" name="Google Shape;3964;p85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3965" name="Google Shape;3965;p85"/>
          <p:cNvCxnSpPr>
            <a:stCxn id="3916" idx="6"/>
            <a:endCxn id="3956" idx="3"/>
          </p:cNvCxnSpPr>
          <p:nvPr/>
        </p:nvCxnSpPr>
        <p:spPr>
          <a:xfrm flipH="1" rot="10800000">
            <a:off x="1763158" y="2119511"/>
            <a:ext cx="479100" cy="20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6" name="Google Shape;3966;p85"/>
          <p:cNvCxnSpPr>
            <a:stCxn id="3957" idx="2"/>
            <a:endCxn id="3916" idx="6"/>
          </p:cNvCxnSpPr>
          <p:nvPr/>
        </p:nvCxnSpPr>
        <p:spPr>
          <a:xfrm rot="10800000">
            <a:off x="1763293" y="2323154"/>
            <a:ext cx="432600" cy="54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7" name="Google Shape;3967;p85"/>
          <p:cNvCxnSpPr>
            <a:stCxn id="3958" idx="2"/>
            <a:endCxn id="3916" idx="6"/>
          </p:cNvCxnSpPr>
          <p:nvPr/>
        </p:nvCxnSpPr>
        <p:spPr>
          <a:xfrm rot="10800000">
            <a:off x="1763093" y="2323249"/>
            <a:ext cx="8007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8" name="Google Shape;3968;p85"/>
          <p:cNvCxnSpPr>
            <a:stCxn id="3957" idx="0"/>
            <a:endCxn id="3956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9" name="Google Shape;3969;p85"/>
          <p:cNvCxnSpPr>
            <a:stCxn id="3958" idx="0"/>
            <a:endCxn id="3956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0" name="Google Shape;3970;p85"/>
          <p:cNvCxnSpPr>
            <a:stCxn id="3957" idx="6"/>
            <a:endCxn id="3958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1" name="Google Shape;3971;p85"/>
          <p:cNvCxnSpPr>
            <a:stCxn id="3956" idx="6"/>
            <a:endCxn id="3959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2" name="Google Shape;3972;p85"/>
          <p:cNvCxnSpPr>
            <a:stCxn id="3960" idx="2"/>
            <a:endCxn id="3959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3" name="Google Shape;3973;p85"/>
          <p:cNvCxnSpPr>
            <a:stCxn id="3962" idx="1"/>
            <a:endCxn id="3960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4" name="Google Shape;3974;p85"/>
          <p:cNvCxnSpPr>
            <a:stCxn id="3961" idx="7"/>
            <a:endCxn id="3960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5" name="Google Shape;3975;p85"/>
          <p:cNvCxnSpPr>
            <a:stCxn id="3964" idx="1"/>
            <a:endCxn id="3961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6" name="Google Shape;3976;p85"/>
          <p:cNvCxnSpPr>
            <a:stCxn id="3964" idx="2"/>
            <a:endCxn id="3963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7" name="Google Shape;3977;p85"/>
          <p:cNvCxnSpPr>
            <a:stCxn id="3963" idx="2"/>
            <a:endCxn id="3957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8" name="Google Shape;3978;p85"/>
          <p:cNvCxnSpPr>
            <a:stCxn id="3964" idx="0"/>
            <a:endCxn id="3962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9" name="Google Shape;3979;p85"/>
          <p:cNvCxnSpPr>
            <a:stCxn id="3961" idx="2"/>
            <a:endCxn id="3958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0" name="Google Shape;3980;p85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3981" name="Google Shape;3981;p85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1-connected! Can you tell which node we need to remove?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2" name="Google Shape;3982;p85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sp>
        <p:nvSpPr>
          <p:cNvPr id="3983" name="Google Shape;3983;p85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Remove the k-cutset (vertices)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 the same on the resulting subgraphs until no more subdivisions can be obtained </a:t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7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p86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989" name="Google Shape;3989;p86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990" name="Google Shape;3990;p86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991" name="Google Shape;3991;p86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992" name="Google Shape;3992;p86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993" name="Google Shape;3993;p86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3994" name="Google Shape;3994;p86"/>
          <p:cNvCxnSpPr>
            <a:endCxn id="3990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86"/>
          <p:cNvCxnSpPr>
            <a:stCxn id="3992" idx="0"/>
            <a:endCxn id="3990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6" name="Google Shape;3996;p86"/>
          <p:cNvCxnSpPr>
            <a:stCxn id="3993" idx="2"/>
            <a:endCxn id="3992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7" name="Google Shape;3997;p86"/>
          <p:cNvCxnSpPr>
            <a:stCxn id="3991" idx="2"/>
            <a:endCxn id="3992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8" name="Google Shape;3998;p86"/>
          <p:cNvCxnSpPr>
            <a:stCxn id="3993" idx="2"/>
            <a:endCxn id="3990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9" name="Google Shape;3999;p86"/>
          <p:cNvCxnSpPr>
            <a:stCxn id="3989" idx="2"/>
            <a:endCxn id="3991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0" name="Google Shape;4000;p86"/>
          <p:cNvCxnSpPr>
            <a:stCxn id="3989" idx="2"/>
            <a:endCxn id="3990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1" name="Google Shape;4001;p86"/>
          <p:cNvCxnSpPr>
            <a:stCxn id="3989" idx="0"/>
            <a:endCxn id="3988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2" name="Google Shape;4002;p86"/>
          <p:cNvCxnSpPr>
            <a:stCxn id="3993" idx="0"/>
            <a:endCxn id="3991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3" name="Google Shape;4003;p86"/>
          <p:cNvCxnSpPr>
            <a:stCxn id="3992" idx="6"/>
            <a:endCxn id="3988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4" name="Google Shape;4004;p86"/>
          <p:cNvCxnSpPr>
            <a:stCxn id="3991" idx="0"/>
            <a:endCxn id="3988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5" name="Google Shape;4005;p86"/>
          <p:cNvCxnSpPr>
            <a:stCxn id="3993" idx="6"/>
            <a:endCxn id="3989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6" name="Google Shape;4006;p86"/>
          <p:cNvCxnSpPr>
            <a:stCxn id="3991" idx="1"/>
            <a:endCxn id="3990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7" name="Google Shape;4007;p86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4008" name="Google Shape;4008;p86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4009" name="Google Shape;4009;p86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4010" name="Google Shape;4010;p86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4011" name="Google Shape;4011;p86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4012" name="Google Shape;4012;p86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4013" name="Google Shape;4013;p86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4014" name="Google Shape;4014;p86"/>
          <p:cNvCxnSpPr>
            <a:stCxn id="4007" idx="3"/>
            <a:endCxn id="4009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5" name="Google Shape;4015;p86"/>
          <p:cNvCxnSpPr>
            <a:stCxn id="4012" idx="2"/>
            <a:endCxn id="4011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6" name="Google Shape;4016;p86"/>
          <p:cNvCxnSpPr>
            <a:stCxn id="4010" idx="2"/>
            <a:endCxn id="4011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7" name="Google Shape;4017;p86"/>
          <p:cNvCxnSpPr>
            <a:stCxn id="4011" idx="0"/>
            <a:endCxn id="4009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8" name="Google Shape;4018;p86"/>
          <p:cNvCxnSpPr>
            <a:stCxn id="4008" idx="2"/>
            <a:endCxn id="4010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9" name="Google Shape;4019;p86"/>
          <p:cNvCxnSpPr>
            <a:stCxn id="4008" idx="0"/>
            <a:endCxn id="4007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0" name="Google Shape;4020;p86"/>
          <p:cNvCxnSpPr>
            <a:stCxn id="4013" idx="0"/>
            <a:endCxn id="4008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1" name="Google Shape;4021;p86"/>
          <p:cNvCxnSpPr>
            <a:stCxn id="4012" idx="6"/>
            <a:endCxn id="4013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2" name="Google Shape;4022;p86"/>
          <p:cNvCxnSpPr>
            <a:stCxn id="4011" idx="6"/>
            <a:endCxn id="4013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3" name="Google Shape;4023;p86"/>
          <p:cNvCxnSpPr>
            <a:stCxn id="4010" idx="0"/>
            <a:endCxn id="4007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4" name="Google Shape;4024;p86"/>
          <p:cNvCxnSpPr>
            <a:stCxn id="4012" idx="6"/>
            <a:endCxn id="4008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5" name="Google Shape;4025;p86"/>
          <p:cNvCxnSpPr>
            <a:stCxn id="4010" idx="1"/>
            <a:endCxn id="4009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6" name="Google Shape;4026;p86"/>
          <p:cNvCxnSpPr>
            <a:stCxn id="4011" idx="1"/>
            <a:endCxn id="3992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7" name="Google Shape;4027;p86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028" name="Google Shape;4028;p86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029" name="Google Shape;4029;p86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030" name="Google Shape;4030;p86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031" name="Google Shape;4031;p86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032" name="Google Shape;4032;p86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033" name="Google Shape;4033;p86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034" name="Google Shape;4034;p86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4035" name="Google Shape;4035;p86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4036" name="Google Shape;4036;p86"/>
          <p:cNvCxnSpPr>
            <a:stCxn id="4028" idx="0"/>
            <a:endCxn id="4027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7" name="Google Shape;4037;p86"/>
          <p:cNvCxnSpPr>
            <a:stCxn id="4029" idx="0"/>
            <a:endCxn id="4027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8" name="Google Shape;4038;p86"/>
          <p:cNvCxnSpPr>
            <a:stCxn id="4028" idx="6"/>
            <a:endCxn id="4029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9" name="Google Shape;4039;p86"/>
          <p:cNvCxnSpPr>
            <a:stCxn id="4027" idx="6"/>
            <a:endCxn id="4030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0" name="Google Shape;4040;p86"/>
          <p:cNvCxnSpPr>
            <a:stCxn id="4031" idx="2"/>
            <a:endCxn id="4030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1" name="Google Shape;4041;p86"/>
          <p:cNvCxnSpPr>
            <a:stCxn id="4033" idx="1"/>
            <a:endCxn id="4031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2" name="Google Shape;4042;p86"/>
          <p:cNvCxnSpPr>
            <a:stCxn id="4032" idx="7"/>
            <a:endCxn id="4031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3" name="Google Shape;4043;p86"/>
          <p:cNvCxnSpPr>
            <a:stCxn id="4035" idx="1"/>
            <a:endCxn id="4032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4" name="Google Shape;4044;p86"/>
          <p:cNvCxnSpPr>
            <a:stCxn id="4035" idx="2"/>
            <a:endCxn id="4034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5" name="Google Shape;4045;p86"/>
          <p:cNvCxnSpPr>
            <a:stCxn id="4034" idx="2"/>
            <a:endCxn id="4028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86"/>
          <p:cNvCxnSpPr>
            <a:stCxn id="4035" idx="0"/>
            <a:endCxn id="4033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7" name="Google Shape;4047;p86"/>
          <p:cNvCxnSpPr>
            <a:stCxn id="4032" idx="2"/>
            <a:endCxn id="4029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8" name="Google Shape;4048;p86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Remove the k-cutset (vertices)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 the same on the resulting subgraphs until no more subdivisions can be obtained </a:t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049" name="Google Shape;4049;p86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4050" name="Google Shape;4050;p86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4051" name="Google Shape;4051;p86"/>
          <p:cNvCxnSpPr>
            <a:stCxn id="4050" idx="4"/>
            <a:endCxn id="4052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3" name="Google Shape;4053;p86"/>
          <p:cNvCxnSpPr>
            <a:stCxn id="4050" idx="4"/>
            <a:endCxn id="4054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4" name="Google Shape;4054;p86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4052" name="Google Shape;4052;p86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8" name="Shape 4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9" name="Google Shape;4059;p87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060" name="Google Shape;4060;p87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061" name="Google Shape;4061;p87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062" name="Google Shape;4062;p87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063" name="Google Shape;4063;p87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064" name="Google Shape;4064;p87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4065" name="Google Shape;4065;p87"/>
          <p:cNvCxnSpPr>
            <a:endCxn id="4061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6" name="Google Shape;4066;p87"/>
          <p:cNvCxnSpPr>
            <a:stCxn id="4063" idx="0"/>
            <a:endCxn id="4061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7" name="Google Shape;4067;p87"/>
          <p:cNvCxnSpPr>
            <a:stCxn id="4064" idx="2"/>
            <a:endCxn id="4063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8" name="Google Shape;4068;p87"/>
          <p:cNvCxnSpPr>
            <a:stCxn id="4062" idx="2"/>
            <a:endCxn id="4063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9" name="Google Shape;4069;p87"/>
          <p:cNvCxnSpPr>
            <a:stCxn id="4064" idx="2"/>
            <a:endCxn id="4061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0" name="Google Shape;4070;p87"/>
          <p:cNvCxnSpPr>
            <a:stCxn id="4060" idx="2"/>
            <a:endCxn id="4062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1" name="Google Shape;4071;p87"/>
          <p:cNvCxnSpPr>
            <a:stCxn id="4060" idx="2"/>
            <a:endCxn id="4061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2" name="Google Shape;4072;p87"/>
          <p:cNvCxnSpPr>
            <a:stCxn id="4060" idx="0"/>
            <a:endCxn id="4059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3" name="Google Shape;4073;p87"/>
          <p:cNvCxnSpPr>
            <a:stCxn id="4064" idx="0"/>
            <a:endCxn id="4062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4" name="Google Shape;4074;p87"/>
          <p:cNvCxnSpPr>
            <a:stCxn id="4063" idx="6"/>
            <a:endCxn id="4059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5" name="Google Shape;4075;p87"/>
          <p:cNvCxnSpPr>
            <a:stCxn id="4062" idx="0"/>
            <a:endCxn id="4059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6" name="Google Shape;4076;p87"/>
          <p:cNvCxnSpPr>
            <a:stCxn id="4064" idx="6"/>
            <a:endCxn id="4060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7" name="Google Shape;4077;p87"/>
          <p:cNvCxnSpPr>
            <a:stCxn id="4062" idx="1"/>
            <a:endCxn id="4061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8" name="Google Shape;4078;p87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4079" name="Google Shape;4079;p87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4080" name="Google Shape;4080;p87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4081" name="Google Shape;4081;p87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4082" name="Google Shape;4082;p87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4083" name="Google Shape;4083;p87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4084" name="Google Shape;4084;p87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4085" name="Google Shape;4085;p87"/>
          <p:cNvCxnSpPr>
            <a:stCxn id="4078" idx="3"/>
            <a:endCxn id="4080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6" name="Google Shape;4086;p87"/>
          <p:cNvCxnSpPr>
            <a:stCxn id="4083" idx="2"/>
            <a:endCxn id="4082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7" name="Google Shape;4087;p87"/>
          <p:cNvCxnSpPr>
            <a:stCxn id="4081" idx="2"/>
            <a:endCxn id="4082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8" name="Google Shape;4088;p87"/>
          <p:cNvCxnSpPr>
            <a:stCxn id="4082" idx="0"/>
            <a:endCxn id="4080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9" name="Google Shape;4089;p87"/>
          <p:cNvCxnSpPr>
            <a:stCxn id="4079" idx="2"/>
            <a:endCxn id="4081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0" name="Google Shape;4090;p87"/>
          <p:cNvCxnSpPr>
            <a:stCxn id="4079" idx="0"/>
            <a:endCxn id="4078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1" name="Google Shape;4091;p87"/>
          <p:cNvCxnSpPr>
            <a:stCxn id="4084" idx="0"/>
            <a:endCxn id="4079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2" name="Google Shape;4092;p87"/>
          <p:cNvCxnSpPr>
            <a:stCxn id="4083" idx="6"/>
            <a:endCxn id="4084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3" name="Google Shape;4093;p87"/>
          <p:cNvCxnSpPr>
            <a:stCxn id="4082" idx="6"/>
            <a:endCxn id="4084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4" name="Google Shape;4094;p87"/>
          <p:cNvCxnSpPr>
            <a:stCxn id="4081" idx="0"/>
            <a:endCxn id="4078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5" name="Google Shape;4095;p87"/>
          <p:cNvCxnSpPr>
            <a:stCxn id="4083" idx="6"/>
            <a:endCxn id="4079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6" name="Google Shape;4096;p87"/>
          <p:cNvCxnSpPr>
            <a:stCxn id="4081" idx="1"/>
            <a:endCxn id="4080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7" name="Google Shape;4097;p87"/>
          <p:cNvCxnSpPr>
            <a:stCxn id="4082" idx="1"/>
            <a:endCxn id="4063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8" name="Google Shape;4098;p87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099" name="Google Shape;4099;p87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100" name="Google Shape;4100;p87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101" name="Google Shape;4101;p87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102" name="Google Shape;4102;p87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103" name="Google Shape;4103;p87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104" name="Google Shape;4104;p87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105" name="Google Shape;4105;p87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4106" name="Google Shape;4106;p87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4107" name="Google Shape;4107;p87"/>
          <p:cNvCxnSpPr>
            <a:stCxn id="4099" idx="0"/>
            <a:endCxn id="4098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8" name="Google Shape;4108;p87"/>
          <p:cNvCxnSpPr>
            <a:stCxn id="4100" idx="0"/>
            <a:endCxn id="4098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87"/>
          <p:cNvCxnSpPr>
            <a:stCxn id="4099" idx="6"/>
            <a:endCxn id="4100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0" name="Google Shape;4110;p87"/>
          <p:cNvCxnSpPr>
            <a:stCxn id="4098" idx="6"/>
            <a:endCxn id="4101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1" name="Google Shape;4111;p87"/>
          <p:cNvCxnSpPr>
            <a:stCxn id="4102" idx="2"/>
            <a:endCxn id="4101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2" name="Google Shape;4112;p87"/>
          <p:cNvCxnSpPr>
            <a:stCxn id="4104" idx="1"/>
            <a:endCxn id="4102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3" name="Google Shape;4113;p87"/>
          <p:cNvCxnSpPr>
            <a:stCxn id="4103" idx="7"/>
            <a:endCxn id="4102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4" name="Google Shape;4114;p87"/>
          <p:cNvCxnSpPr>
            <a:stCxn id="4106" idx="1"/>
            <a:endCxn id="4103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5" name="Google Shape;4115;p87"/>
          <p:cNvCxnSpPr>
            <a:stCxn id="4106" idx="2"/>
            <a:endCxn id="4105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6" name="Google Shape;4116;p87"/>
          <p:cNvCxnSpPr>
            <a:stCxn id="4105" idx="2"/>
            <a:endCxn id="4099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7" name="Google Shape;4117;p87"/>
          <p:cNvCxnSpPr>
            <a:stCxn id="4106" idx="0"/>
            <a:endCxn id="4104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8" name="Google Shape;4118;p87"/>
          <p:cNvCxnSpPr>
            <a:stCxn id="4103" idx="2"/>
            <a:endCxn id="4100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9" name="Google Shape;4119;p87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k-cutset (vertices)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Do the same on the resulting subgraphs until no more subdivisions can be obtained </a:t>
            </a:r>
            <a:endParaRPr b="1" sz="1400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120" name="Google Shape;4120;p87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4121" name="Google Shape;4121;p87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Who’s next?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22" name="Google Shape;4122;p87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4123" name="Google Shape;4123;p87"/>
          <p:cNvCxnSpPr>
            <a:stCxn id="4122" idx="4"/>
            <a:endCxn id="4124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5" name="Google Shape;4125;p87"/>
          <p:cNvCxnSpPr>
            <a:stCxn id="4122" idx="4"/>
            <a:endCxn id="4126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6" name="Google Shape;4126;p87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4124" name="Google Shape;4124;p87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0" name="Shape 4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Google Shape;4131;p88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132" name="Google Shape;4132;p88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133" name="Google Shape;4133;p88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134" name="Google Shape;4134;p88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135" name="Google Shape;4135;p88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136" name="Google Shape;4136;p88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4137" name="Google Shape;4137;p88"/>
          <p:cNvCxnSpPr>
            <a:endCxn id="4133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8" name="Google Shape;4138;p88"/>
          <p:cNvCxnSpPr>
            <a:stCxn id="4135" idx="0"/>
            <a:endCxn id="4133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9" name="Google Shape;4139;p88"/>
          <p:cNvCxnSpPr>
            <a:stCxn id="4136" idx="2"/>
            <a:endCxn id="4135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0" name="Google Shape;4140;p88"/>
          <p:cNvCxnSpPr>
            <a:stCxn id="4134" idx="2"/>
            <a:endCxn id="4135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1" name="Google Shape;4141;p88"/>
          <p:cNvCxnSpPr>
            <a:stCxn id="4136" idx="2"/>
            <a:endCxn id="4133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2" name="Google Shape;4142;p88"/>
          <p:cNvCxnSpPr>
            <a:stCxn id="4132" idx="2"/>
            <a:endCxn id="4134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3" name="Google Shape;4143;p88"/>
          <p:cNvCxnSpPr>
            <a:stCxn id="4132" idx="2"/>
            <a:endCxn id="4133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88"/>
          <p:cNvCxnSpPr>
            <a:stCxn id="4132" idx="0"/>
            <a:endCxn id="4131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5" name="Google Shape;4145;p88"/>
          <p:cNvCxnSpPr>
            <a:stCxn id="4136" idx="0"/>
            <a:endCxn id="4134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88"/>
          <p:cNvCxnSpPr>
            <a:stCxn id="4135" idx="6"/>
            <a:endCxn id="4131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7" name="Google Shape;4147;p88"/>
          <p:cNvCxnSpPr>
            <a:stCxn id="4134" idx="0"/>
            <a:endCxn id="4131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8" name="Google Shape;4148;p88"/>
          <p:cNvCxnSpPr>
            <a:stCxn id="4136" idx="6"/>
            <a:endCxn id="4132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9" name="Google Shape;4149;p88"/>
          <p:cNvCxnSpPr>
            <a:stCxn id="4134" idx="1"/>
            <a:endCxn id="4133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0" name="Google Shape;4150;p88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4151" name="Google Shape;4151;p88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4152" name="Google Shape;4152;p88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4153" name="Google Shape;4153;p88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4154" name="Google Shape;4154;p88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4155" name="Google Shape;4155;p88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4156" name="Google Shape;4156;p88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4157" name="Google Shape;4157;p88"/>
          <p:cNvCxnSpPr>
            <a:stCxn id="4150" idx="3"/>
            <a:endCxn id="4152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8" name="Google Shape;4158;p88"/>
          <p:cNvCxnSpPr>
            <a:stCxn id="4155" idx="2"/>
            <a:endCxn id="4154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9" name="Google Shape;4159;p88"/>
          <p:cNvCxnSpPr>
            <a:stCxn id="4153" idx="2"/>
            <a:endCxn id="4154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0" name="Google Shape;4160;p88"/>
          <p:cNvCxnSpPr>
            <a:stCxn id="4154" idx="0"/>
            <a:endCxn id="4152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1" name="Google Shape;4161;p88"/>
          <p:cNvCxnSpPr>
            <a:stCxn id="4151" idx="2"/>
            <a:endCxn id="4153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2" name="Google Shape;4162;p88"/>
          <p:cNvCxnSpPr>
            <a:stCxn id="4151" idx="0"/>
            <a:endCxn id="4150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3" name="Google Shape;4163;p88"/>
          <p:cNvCxnSpPr>
            <a:stCxn id="4156" idx="0"/>
            <a:endCxn id="4151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4" name="Google Shape;4164;p88"/>
          <p:cNvCxnSpPr>
            <a:stCxn id="4155" idx="6"/>
            <a:endCxn id="4156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5" name="Google Shape;4165;p88"/>
          <p:cNvCxnSpPr>
            <a:stCxn id="4154" idx="6"/>
            <a:endCxn id="4156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6" name="Google Shape;4166;p88"/>
          <p:cNvCxnSpPr>
            <a:stCxn id="4153" idx="0"/>
            <a:endCxn id="4150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7" name="Google Shape;4167;p88"/>
          <p:cNvCxnSpPr>
            <a:stCxn id="4155" idx="6"/>
            <a:endCxn id="4151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8" name="Google Shape;4168;p88"/>
          <p:cNvCxnSpPr>
            <a:stCxn id="4153" idx="1"/>
            <a:endCxn id="4152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9" name="Google Shape;4169;p88"/>
          <p:cNvCxnSpPr>
            <a:stCxn id="4154" idx="1"/>
            <a:endCxn id="4135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0" name="Google Shape;4170;p88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171" name="Google Shape;4171;p88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172" name="Google Shape;4172;p88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173" name="Google Shape;4173;p88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174" name="Google Shape;4174;p88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175" name="Google Shape;4175;p88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176" name="Google Shape;4176;p88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177" name="Google Shape;4177;p88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4178" name="Google Shape;4178;p88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4179" name="Google Shape;4179;p88"/>
          <p:cNvCxnSpPr>
            <a:stCxn id="4171" idx="0"/>
            <a:endCxn id="4170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0" name="Google Shape;4180;p88"/>
          <p:cNvCxnSpPr>
            <a:stCxn id="4172" idx="0"/>
            <a:endCxn id="4170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1" name="Google Shape;4181;p88"/>
          <p:cNvCxnSpPr>
            <a:stCxn id="4171" idx="6"/>
            <a:endCxn id="4172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2" name="Google Shape;4182;p88"/>
          <p:cNvCxnSpPr>
            <a:stCxn id="4170" idx="6"/>
            <a:endCxn id="4173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88"/>
          <p:cNvCxnSpPr>
            <a:stCxn id="4174" idx="2"/>
            <a:endCxn id="4173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4" name="Google Shape;4184;p88"/>
          <p:cNvCxnSpPr>
            <a:stCxn id="4176" idx="1"/>
            <a:endCxn id="4174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5" name="Google Shape;4185;p88"/>
          <p:cNvCxnSpPr>
            <a:stCxn id="4175" idx="7"/>
            <a:endCxn id="4174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6" name="Google Shape;4186;p88"/>
          <p:cNvCxnSpPr>
            <a:stCxn id="4178" idx="1"/>
            <a:endCxn id="4175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7" name="Google Shape;4187;p88"/>
          <p:cNvCxnSpPr>
            <a:stCxn id="4178" idx="2"/>
            <a:endCxn id="4177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8" name="Google Shape;4188;p88"/>
          <p:cNvCxnSpPr>
            <a:stCxn id="4177" idx="2"/>
            <a:endCxn id="4171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9" name="Google Shape;4189;p88"/>
          <p:cNvCxnSpPr>
            <a:stCxn id="4178" idx="0"/>
            <a:endCxn id="4176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0" name="Google Shape;4190;p88"/>
          <p:cNvCxnSpPr>
            <a:stCxn id="4175" idx="2"/>
            <a:endCxn id="4172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1" name="Google Shape;4191;p88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k-cutset (vertices)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Do the same on the resulting subgraphs until no more subdivisions can be obtained </a:t>
            </a:r>
            <a:endParaRPr b="1" sz="1400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192" name="Google Shape;4192;p88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4193" name="Google Shape;4193;p88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That’s right!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4" name="Google Shape;4194;p88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4195" name="Google Shape;4195;p88"/>
          <p:cNvCxnSpPr>
            <a:stCxn id="4194" idx="4"/>
            <a:endCxn id="4196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7" name="Google Shape;4197;p88"/>
          <p:cNvCxnSpPr>
            <a:stCxn id="4194" idx="4"/>
            <a:endCxn id="4198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8" name="Google Shape;4198;p88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4196" name="Google Shape;4196;p88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2" name="Shape 4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" name="Google Shape;4203;p89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204" name="Google Shape;4204;p89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205" name="Google Shape;4205;p89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206" name="Google Shape;4206;p89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207" name="Google Shape;4207;p89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4208" name="Google Shape;4208;p89"/>
          <p:cNvCxnSpPr>
            <a:endCxn id="4205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9" name="Google Shape;4209;p89"/>
          <p:cNvCxnSpPr>
            <a:stCxn id="4207" idx="2"/>
            <a:endCxn id="4205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0" name="Google Shape;4210;p89"/>
          <p:cNvCxnSpPr>
            <a:stCxn id="4204" idx="2"/>
            <a:endCxn id="4206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1" name="Google Shape;4211;p89"/>
          <p:cNvCxnSpPr>
            <a:stCxn id="4204" idx="2"/>
            <a:endCxn id="4205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2" name="Google Shape;4212;p89"/>
          <p:cNvCxnSpPr>
            <a:stCxn id="4204" idx="0"/>
            <a:endCxn id="4203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3" name="Google Shape;4213;p89"/>
          <p:cNvCxnSpPr>
            <a:stCxn id="4207" idx="0"/>
            <a:endCxn id="4206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89"/>
          <p:cNvCxnSpPr>
            <a:stCxn id="4206" idx="0"/>
            <a:endCxn id="4203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5" name="Google Shape;4215;p89"/>
          <p:cNvCxnSpPr>
            <a:stCxn id="4207" idx="6"/>
            <a:endCxn id="4204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6" name="Google Shape;4216;p89"/>
          <p:cNvCxnSpPr>
            <a:stCxn id="4206" idx="1"/>
            <a:endCxn id="4205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7" name="Google Shape;4217;p89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4218" name="Google Shape;4218;p89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4219" name="Google Shape;4219;p89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4220" name="Google Shape;4220;p89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4221" name="Google Shape;4221;p89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4222" name="Google Shape;4222;p89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4223" name="Google Shape;4223;p89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4224" name="Google Shape;4224;p89"/>
          <p:cNvCxnSpPr>
            <a:stCxn id="4217" idx="3"/>
            <a:endCxn id="4219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5" name="Google Shape;4225;p89"/>
          <p:cNvCxnSpPr>
            <a:stCxn id="4222" idx="2"/>
            <a:endCxn id="4221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6" name="Google Shape;4226;p89"/>
          <p:cNvCxnSpPr>
            <a:stCxn id="4220" idx="2"/>
            <a:endCxn id="4221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7" name="Google Shape;4227;p89"/>
          <p:cNvCxnSpPr>
            <a:stCxn id="4221" idx="0"/>
            <a:endCxn id="4219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8" name="Google Shape;4228;p89"/>
          <p:cNvCxnSpPr>
            <a:stCxn id="4218" idx="2"/>
            <a:endCxn id="4220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9" name="Google Shape;4229;p89"/>
          <p:cNvCxnSpPr>
            <a:stCxn id="4218" idx="0"/>
            <a:endCxn id="4217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0" name="Google Shape;4230;p89"/>
          <p:cNvCxnSpPr>
            <a:stCxn id="4223" idx="0"/>
            <a:endCxn id="4218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1" name="Google Shape;4231;p89"/>
          <p:cNvCxnSpPr>
            <a:stCxn id="4222" idx="6"/>
            <a:endCxn id="4223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2" name="Google Shape;4232;p89"/>
          <p:cNvCxnSpPr>
            <a:stCxn id="4221" idx="6"/>
            <a:endCxn id="4223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89"/>
          <p:cNvCxnSpPr>
            <a:stCxn id="4220" idx="0"/>
            <a:endCxn id="4217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4" name="Google Shape;4234;p89"/>
          <p:cNvCxnSpPr>
            <a:stCxn id="4222" idx="6"/>
            <a:endCxn id="4218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5" name="Google Shape;4235;p89"/>
          <p:cNvCxnSpPr>
            <a:stCxn id="4220" idx="1"/>
            <a:endCxn id="4219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6" name="Google Shape;4236;p89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4237" name="Google Shape;4237;p89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4238" name="Google Shape;4238;p89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239" name="Google Shape;4239;p89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240" name="Google Shape;4240;p89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241" name="Google Shape;4241;p89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242" name="Google Shape;4242;p89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243" name="Google Shape;4243;p89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4244" name="Google Shape;4244;p89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4245" name="Google Shape;4245;p89"/>
          <p:cNvCxnSpPr>
            <a:stCxn id="4237" idx="0"/>
            <a:endCxn id="4236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6" name="Google Shape;4246;p89"/>
          <p:cNvCxnSpPr>
            <a:stCxn id="4238" idx="0"/>
            <a:endCxn id="4236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89"/>
          <p:cNvCxnSpPr>
            <a:stCxn id="4237" idx="6"/>
            <a:endCxn id="4238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8" name="Google Shape;4248;p89"/>
          <p:cNvCxnSpPr>
            <a:stCxn id="4236" idx="6"/>
            <a:endCxn id="4239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9" name="Google Shape;4249;p89"/>
          <p:cNvCxnSpPr>
            <a:stCxn id="4240" idx="2"/>
            <a:endCxn id="4239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0" name="Google Shape;4250;p89"/>
          <p:cNvCxnSpPr>
            <a:stCxn id="4242" idx="1"/>
            <a:endCxn id="4240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1" name="Google Shape;4251;p89"/>
          <p:cNvCxnSpPr>
            <a:stCxn id="4241" idx="7"/>
            <a:endCxn id="4240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89"/>
          <p:cNvCxnSpPr>
            <a:stCxn id="4244" idx="1"/>
            <a:endCxn id="4241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89"/>
          <p:cNvCxnSpPr>
            <a:stCxn id="4244" idx="2"/>
            <a:endCxn id="4243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89"/>
          <p:cNvCxnSpPr>
            <a:stCxn id="4243" idx="2"/>
            <a:endCxn id="4237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89"/>
          <p:cNvCxnSpPr>
            <a:stCxn id="4244" idx="0"/>
            <a:endCxn id="4242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6" name="Google Shape;4256;p89"/>
          <p:cNvCxnSpPr>
            <a:stCxn id="4241" idx="2"/>
            <a:endCxn id="4238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7" name="Google Shape;4257;p89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k-cutset (vertices)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Do the same on the resulting subgraphs until no more subdivisions can be obtained </a:t>
            </a:r>
            <a:endParaRPr b="1" sz="1400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258" name="Google Shape;4258;p89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4259" name="Google Shape;4259;p89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4260" name="Google Shape;4260;p89"/>
          <p:cNvCxnSpPr>
            <a:stCxn id="4259" idx="4"/>
            <a:endCxn id="4261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2" name="Google Shape;4262;p89"/>
          <p:cNvCxnSpPr>
            <a:stCxn id="4259" idx="4"/>
            <a:endCxn id="4263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3" name="Google Shape;4263;p89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4261" name="Google Shape;4261;p89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  <p:cxnSp>
        <p:nvCxnSpPr>
          <p:cNvPr id="4264" name="Google Shape;4264;p89"/>
          <p:cNvCxnSpPr>
            <a:stCxn id="4261" idx="2"/>
            <a:endCxn id="4265" idx="0"/>
          </p:cNvCxnSpPr>
          <p:nvPr/>
        </p:nvCxnSpPr>
        <p:spPr>
          <a:xfrm flipH="1">
            <a:off x="5767350" y="3752455"/>
            <a:ext cx="528600" cy="5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6" name="Google Shape;4266;p89"/>
          <p:cNvCxnSpPr>
            <a:stCxn id="4261" idx="2"/>
            <a:endCxn id="4267" idx="0"/>
          </p:cNvCxnSpPr>
          <p:nvPr/>
        </p:nvCxnSpPr>
        <p:spPr>
          <a:xfrm>
            <a:off x="6295950" y="3752455"/>
            <a:ext cx="579000" cy="5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5" name="Google Shape;4265;p89"/>
          <p:cNvSpPr/>
          <p:nvPr/>
        </p:nvSpPr>
        <p:spPr>
          <a:xfrm>
            <a:off x="5359175" y="4325375"/>
            <a:ext cx="816600" cy="6348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</a:t>
            </a:r>
            <a:r>
              <a:rPr b="1" lang="en" sz="1200">
                <a:solidFill>
                  <a:srgbClr val="FF0000"/>
                </a:solidFill>
              </a:rPr>
              <a:t>5</a:t>
            </a:r>
            <a:r>
              <a:rPr lang="en" sz="1200"/>
              <a:t>, 6</a:t>
            </a:r>
            <a:endParaRPr sz="1200"/>
          </a:p>
        </p:txBody>
      </p:sp>
      <p:sp>
        <p:nvSpPr>
          <p:cNvPr id="4267" name="Google Shape;4267;p89"/>
          <p:cNvSpPr/>
          <p:nvPr/>
        </p:nvSpPr>
        <p:spPr>
          <a:xfrm>
            <a:off x="6367575" y="4325375"/>
            <a:ext cx="1014900" cy="6348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17, 18, 19, 20, 21, 22, 23</a:t>
            </a:r>
            <a:endParaRPr sz="12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1" name="Shape 4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2" name="Google Shape;4272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terms</a:t>
            </a:r>
            <a:endParaRPr/>
          </a:p>
        </p:txBody>
      </p:sp>
      <p:sp>
        <p:nvSpPr>
          <p:cNvPr id="4273" name="Google Shape;4273;p9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Subgraph:</a:t>
            </a:r>
            <a:r>
              <a:rPr lang="en"/>
              <a:t> A subset (G’) of the node and the edge set of a graph (G)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Connected subgraph: </a:t>
            </a:r>
            <a:r>
              <a:rPr lang="en"/>
              <a:t>All nodes in the subgraph can reach other nodes in the subgraph via some path within the subset of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Maximal subgraph:</a:t>
            </a:r>
            <a:r>
              <a:rPr lang="en"/>
              <a:t> A subgraph is maximal with respect to property </a:t>
            </a:r>
            <a:r>
              <a:rPr i="1" lang="en"/>
              <a:t>p</a:t>
            </a:r>
            <a:r>
              <a:rPr lang="en"/>
              <a:t> (e.d., completeness, connectivity) when no more nodes or edges can be added to the subgraph without losing that property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Maximally connected subgraph, maximally complete subgraph,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Clique:</a:t>
            </a:r>
            <a:r>
              <a:rPr lang="en"/>
              <a:t> Maximally complete subgraph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Clique Size</a:t>
            </a:r>
            <a:r>
              <a:rPr b="1" lang="en"/>
              <a:t>:</a:t>
            </a:r>
            <a:r>
              <a:rPr lang="en"/>
              <a:t> Number of nodes in a clique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</a:t>
            </a:r>
            <a:r>
              <a:rPr b="1" lang="en"/>
              <a:t>-Clique: </a:t>
            </a:r>
            <a:r>
              <a:rPr lang="en"/>
              <a:t>A subgraph in which every node can reach every other node inside the subgraph via a path of </a:t>
            </a:r>
            <a:r>
              <a:rPr i="1" lang="en"/>
              <a:t>minimum length n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7" name="Shape 4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8" name="Google Shape;4278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terms</a:t>
            </a:r>
            <a:endParaRPr/>
          </a:p>
        </p:txBody>
      </p:sp>
      <p:sp>
        <p:nvSpPr>
          <p:cNvPr id="4279" name="Google Shape;4279;p9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Connected graph: </a:t>
            </a:r>
            <a:r>
              <a:rPr lang="en"/>
              <a:t>All nodes in the graph can reach every other node via a path regardless of length (</a:t>
            </a:r>
            <a:r>
              <a:rPr i="1" lang="en">
                <a:latin typeface="Pacifico"/>
                <a:ea typeface="Pacifico"/>
                <a:cs typeface="Pacifico"/>
                <a:sym typeface="Pacifico"/>
              </a:rPr>
              <a:t>l</a:t>
            </a:r>
            <a:r>
              <a:rPr i="1" lang="en"/>
              <a:t> </a:t>
            </a:r>
            <a:r>
              <a:rPr lang="en"/>
              <a:t>&lt; ∞)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Disconnected graph: </a:t>
            </a:r>
            <a:r>
              <a:rPr lang="en"/>
              <a:t>Some nodes in the graph cannot reach other nodes via any path (e.g., for at least one pair of nodes </a:t>
            </a:r>
            <a:r>
              <a:rPr i="1" lang="en">
                <a:latin typeface="Pacifico"/>
                <a:ea typeface="Pacifico"/>
                <a:cs typeface="Pacifico"/>
                <a:sym typeface="Pacifico"/>
              </a:rPr>
              <a:t>l</a:t>
            </a:r>
            <a:r>
              <a:rPr i="1" lang="en"/>
              <a:t> </a:t>
            </a:r>
            <a:r>
              <a:rPr baseline="-25000" i="1" lang="en"/>
              <a:t>uv</a:t>
            </a:r>
            <a:r>
              <a:rPr i="1" lang="en"/>
              <a:t>= </a:t>
            </a:r>
            <a:r>
              <a:rPr lang="en"/>
              <a:t>∞)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Components: </a:t>
            </a:r>
            <a:r>
              <a:rPr lang="en"/>
              <a:t>Maximally connected subgraphs inside a disconnected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Giant Component: </a:t>
            </a:r>
            <a:r>
              <a:rPr lang="en"/>
              <a:t>The maximally connected subgraph in a disconnected graph with the largest number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/>
              <a:t>k-</a:t>
            </a:r>
            <a:r>
              <a:rPr b="1" lang="en"/>
              <a:t>Connected component</a:t>
            </a:r>
            <a:r>
              <a:rPr lang="en"/>
              <a:t>: A component in which every node can reach </a:t>
            </a:r>
            <a:r>
              <a:rPr lang="en"/>
              <a:t>every</a:t>
            </a:r>
            <a:r>
              <a:rPr lang="en"/>
              <a:t> other node inside the component via a path of minimum length </a:t>
            </a:r>
            <a:r>
              <a:rPr i="1" lang="en"/>
              <a:t>k</a:t>
            </a:r>
            <a:endParaRPr i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3" name="Shape 4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Google Shape;4284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terms</a:t>
            </a:r>
            <a:endParaRPr/>
          </a:p>
        </p:txBody>
      </p:sp>
      <p:sp>
        <p:nvSpPr>
          <p:cNvPr id="4285" name="Google Shape;4285;p9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Bridges: </a:t>
            </a:r>
            <a:r>
              <a:rPr lang="en"/>
              <a:t>An edge that if it were removed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Edge cutset: </a:t>
            </a:r>
            <a:r>
              <a:rPr lang="en"/>
              <a:t>Minimum number of edges whose removal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Node </a:t>
            </a:r>
            <a:r>
              <a:rPr b="1" lang="en"/>
              <a:t>cutset: </a:t>
            </a:r>
            <a:r>
              <a:rPr lang="en"/>
              <a:t>Minimum number of nodes whose removal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uv-cutset:</a:t>
            </a:r>
            <a:r>
              <a:rPr lang="en"/>
              <a:t> Number of nodes whose removal would disconnect a pair of nodes (uv)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Menger’s Theorem: </a:t>
            </a:r>
            <a:r>
              <a:rPr lang="en"/>
              <a:t>Important result in graph theory!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Cohesive Blocking: </a:t>
            </a:r>
            <a:r>
              <a:rPr lang="en"/>
              <a:t>A way to find densely connected subgroups in a graph by removing nodes in the node cutset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