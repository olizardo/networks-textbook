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20" Type="http://schemas.openxmlformats.org/officeDocument/2006/relationships/slide" Target="slides/slide16.xml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font" Target="fonts/JosefinSlab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9820a2a9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9820a2a9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9820a2a9_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9820a2a9_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9820a2a9_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9820a2a9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820a2a9_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9820a2a9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820a2a9_0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820a2a9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820a2a9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9820a2a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820a2a9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820a2a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820a2a9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820a2a9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9820a2a9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9820a2a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9821413e_0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9821413e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821413e_0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9821413e_0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821413e_0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9821413e_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9820a2a9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9820a2a9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9821413e_0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9821413e_0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9821413e_0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9821413e_0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9821413e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9821413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821413e_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9821413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821413e_0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821413e_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9821413e_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9821413e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9821413e_0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9821413e_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9821413e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9821413e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9821413e_0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9821413e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9821413e_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9821413e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9821413e_0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9821413e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9821413e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9821413e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9821413e_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9821413e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9821413e_0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9821413e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9821413e_0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9821413e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9821413e_0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9821413e_0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985def2b_0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985def2b_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985def2b_0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985def2b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985def2b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985def2b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985def2b_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985def2b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985def2b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985def2b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gif"/><Relationship Id="rId4" Type="http://schemas.openxmlformats.org/officeDocument/2006/relationships/image" Target="../media/image13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Network methods are good for providing concrete specifications of originally fuzzy concepts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graph-theoretic notion of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equivalence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social position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does for the classic notion notion of roles (taken from functionalist sociology and social anthropology) what centrality does for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prominence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Equivalence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can be thought of as a partition of the set of vertices in a graph into a set of disjoint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classes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Each subset of vertices in the same class can be thought of as playing the same role or occupying the same position.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4424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Ascertaining equivalence relations among vertices can thus be thought of as imposing a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classification on the vertex set.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Given a graph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 = (V, 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Find a partition of V compatible with 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129" y="1597523"/>
            <a:ext cx="4210046" cy="497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600200"/>
            <a:ext cx="4424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Partition P = {C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...C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} of V is a set of non-empty, disjoint subsets such that: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V=U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endParaRPr baseline="-25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Each vertex v belongs to exactly one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class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block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 equivalence relation (reflexive, symmetric) on V defines a partition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581" y="1597523"/>
            <a:ext cx="4042594" cy="497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5006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Given a partitioning of the set of vertices into disjoint classes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may be interested in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connection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across the blocks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blocks are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connected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via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the adjacency relations of their respective vertices to one another in the original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666" y="1900061"/>
            <a:ext cx="2598564" cy="436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0200"/>
            <a:ext cx="4848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reduced representation showing the roles and their relations is called a role graph or image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Role assignment can thus be thought of as a "data reduction" technique for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Thus, vertex classification defines "similarity" and reduces network complexity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825" y="1765859"/>
            <a:ext cx="3908763" cy="227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476" y="4037813"/>
            <a:ext cx="3215461" cy="2496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600200"/>
            <a:ext cx="4894800" cy="5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reduced representation showing the roles (or blocks) and their relations is called a role graph or image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may be particularly appropriate for large, irregular graphs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Meaningful structure may be captured at the image or role graph level rather than at the "individual" vertex level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000" y="3030220"/>
            <a:ext cx="3597308" cy="219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5006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reduced representation showing the roles (or blocks) and their relations is called a role graph or image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Vertex behavior may display regularities at the level of role or position that it fails to display at the individual level (Parsons 1951; Nadel 1957; Burt 1976; White, Boorman and Breiger 1976)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013" y="3064875"/>
            <a:ext cx="290512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simplest conceptualization of role equivalence is structural equivalence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vertices u and v are structural equivalent iff they have the same pattern of relations with other 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G = (V, E) and V -&gt; W is a role assignment, the relation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R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a structural equivalence iff for all u, v in V: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uRv implies that the outgoing set of neighbors of u and the outgoing set of neighbors of v are the same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uRv implies that the incoming set of neighbors of u and the incoming	 set of neighbors of v are the same.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840771"/>
            <a:ext cx="2645987" cy="265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2139" y="3160644"/>
            <a:ext cx="2019255" cy="201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4441" y="2836185"/>
            <a:ext cx="2984358" cy="2661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Defining roles via a structural equivalence is an admittedly strong definition unlikely to be met in real world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Theoretically, the notion of role implies similar patterns of connectivity 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similarly positioned actors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not to literally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same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588" y="4526238"/>
            <a:ext cx="421957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06" y="1098773"/>
            <a:ext cx="8625188" cy="5010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Defining roles via a structural equivalence is an admittedly strong definition unlikely to be met in real world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Theoretically, the notion of role implies similar patterns of connectivity 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similarly positioned actors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not to literally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same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588" y="4526238"/>
            <a:ext cx="42195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4056075" y="5106800"/>
            <a:ext cx="361500" cy="395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4852475" y="5106800"/>
            <a:ext cx="361500" cy="395400"/>
          </a:xfrm>
          <a:prstGeom prst="ellipse">
            <a:avLst/>
          </a:prstGeom>
          <a:solidFill>
            <a:srgbClr val="6FA8DC"/>
          </a:solidFill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3411850" y="458130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3411850" y="560365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5433975" y="4581300"/>
            <a:ext cx="361500" cy="395400"/>
          </a:xfrm>
          <a:prstGeom prst="ellipse">
            <a:avLst/>
          </a:prstGeom>
          <a:solidFill>
            <a:srgbClr val="F1C232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5433975" y="5603650"/>
            <a:ext cx="361500" cy="395400"/>
          </a:xfrm>
          <a:prstGeom prst="ellipse">
            <a:avLst/>
          </a:prstGeom>
          <a:solidFill>
            <a:srgbClr val="F1C232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410663" y="4581300"/>
            <a:ext cx="361500" cy="395400"/>
          </a:xfrm>
          <a:prstGeom prst="ellipse">
            <a:avLst/>
          </a:prstGeom>
          <a:solidFill>
            <a:srgbClr val="741B47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6410663" y="5603650"/>
            <a:ext cx="361500" cy="395400"/>
          </a:xfrm>
          <a:prstGeom prst="ellipse">
            <a:avLst/>
          </a:prstGeom>
          <a:solidFill>
            <a:srgbClr val="741B47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2552588" y="458130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2506763" y="560365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8680"/>
            <a:ext cx="914400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Defining roles via a structural equivalence is an admittedly strong definition unlikely to be met in real world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Theoretically, the notion of role implies similar patterns of connectivity 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similarly positioned actors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not to literally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same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588" y="4526238"/>
            <a:ext cx="42195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/>
          <p:nvPr/>
        </p:nvSpPr>
        <p:spPr>
          <a:xfrm>
            <a:off x="4056075" y="5106800"/>
            <a:ext cx="361500" cy="395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4852475" y="5106800"/>
            <a:ext cx="361500" cy="395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3411850" y="458130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411850" y="560365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433975" y="458130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5433975" y="560365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6410663" y="458130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6410663" y="560365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552588" y="458130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2506763" y="560365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357188"/>
            <a:ext cx="8953500" cy="61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87" y="302288"/>
            <a:ext cx="5498826" cy="6253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most real world applications the strong graph-theoretic definitions of structural or regular equivalence are unlikely to hold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Attempts to come up with stochastic approximations of equivalence relations for the purposes of vertex classification is called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blockmodeling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given graph G, a blockmodel consists of two parts: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partition P = {P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P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...P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} into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disjoint subsets called the positions of 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set of matrices B (called image matrices) that represent hypotheses on the relations between positions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blockmodel is thus a simplified representation of the original network whose basic elements are the positions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basic task is to ascertain to what extent the observed network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approximates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some idealized (theoretical) image of the "underlying" role relations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Blockmodels build on minimal relaxations of structural equivalence that still correspond to some minimal numbers of positions in the network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From the point of view of the adjacency matrix A a blockmodel is defined as: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permutation (shuffling of the rows and columns) of 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Such that vertices in the same position end up in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consecutive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rows and columns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261" y="226969"/>
            <a:ext cx="4115210" cy="622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53" y="226969"/>
            <a:ext cx="4232269" cy="640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basic approaches to blockmodeling: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So-called "deterministic" approaches (bottom-up, inductive)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So-called "stochastic" approaches (top-down, deductive)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Basic task in deterministic blockmodeling is to come up with a criterion for "approximate" equivalence: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Euclidean distance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(Burt 1976)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Pearson product-moment correlation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(Breiger, Boorman and Arabie 1975)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two actors i and j,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Euclidean distance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defined as: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338" y="2780285"/>
            <a:ext cx="6082174" cy="1033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given adjacency matrix A,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correlation matrix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 is the matrix containing the Pearson product moment correlations between the respective row and columns for two actors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b="1"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endParaRPr b="1" baseline="-25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24" name="Google Shape;22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Burt's (1976) Euclidean distance approach, the basic idea is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Generate the distance matrix 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And the use a scaling method (e.g. MDS, PCA, hierarchical clustering) to come up with a reduced form representation of the various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457200" y="1600200"/>
            <a:ext cx="4909500" cy="48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Breiger, Boorman and Arabie's CONCOR strategy, the basic idea is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Generate the (initial) correlation matrix 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from 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Iteratively obtain further correlation matrices {C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2,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...}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until we have a "final" correlation matrix 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that contains only +1 and -1 entries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000" y="1568787"/>
            <a:ext cx="3728709" cy="494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457200" y="1600200"/>
            <a:ext cx="5197200" cy="48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generalized blockmodeling, an idealized "image" of the role structure is pre-specified in advance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analyst then uses statistical techniques to ascertain how close the observed network is to the specified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may choose from a "canned" list of theoretically interesting patterns of role relations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400" y="2636974"/>
            <a:ext cx="2776977" cy="281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950" y="427610"/>
            <a:ext cx="5929152" cy="600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(Two Mode Networks)</a:t>
            </a:r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91" y="1598325"/>
            <a:ext cx="7848618" cy="4913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(Two Mode Networks)</a:t>
            </a:r>
            <a:endParaRPr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636" y="1572613"/>
            <a:ext cx="6376729" cy="4961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(Supreme Court Decisions)</a:t>
            </a:r>
            <a:endParaRPr/>
          </a:p>
        </p:txBody>
      </p:sp>
      <p:pic>
        <p:nvPicPr>
          <p:cNvPr id="268" name="Google Shape;2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752" y="1639538"/>
            <a:ext cx="6358496" cy="4862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(Supreme Court Decisions)</a:t>
            </a:r>
            <a:endParaRPr/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100" y="1621163"/>
            <a:ext cx="4495800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(Citation Networks)</a:t>
            </a: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46" y="1841282"/>
            <a:ext cx="7882908" cy="453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