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Economica"/>
      <p:regular r:id="rId30"/>
      <p:bold r:id="rId31"/>
      <p:italic r:id="rId32"/>
      <p:boldItalic r:id="rId33"/>
    </p:embeddedFont>
    <p:embeddedFont>
      <p:font typeface="Oxygen"/>
      <p:regular r:id="rId34"/>
      <p:bold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slide" Target="slides/slide5.xml"/><Relationship Id="rId33" Type="http://schemas.openxmlformats.org/officeDocument/2006/relationships/font" Target="fonts/Economica-boldItalic.fntdata"/><Relationship Id="rId10" Type="http://schemas.openxmlformats.org/officeDocument/2006/relationships/slide" Target="slides/slide4.xml"/><Relationship Id="rId32" Type="http://schemas.openxmlformats.org/officeDocument/2006/relationships/font" Target="fonts/Economica-italic.fntdata"/><Relationship Id="rId13" Type="http://schemas.openxmlformats.org/officeDocument/2006/relationships/slide" Target="slides/slide7.xml"/><Relationship Id="rId35" Type="http://schemas.openxmlformats.org/officeDocument/2006/relationships/font" Target="fonts/Oxygen-bold.fntdata"/><Relationship Id="rId12" Type="http://schemas.openxmlformats.org/officeDocument/2006/relationships/slide" Target="slides/slide6.xml"/><Relationship Id="rId34" Type="http://schemas.openxmlformats.org/officeDocument/2006/relationships/font" Target="fonts/Oxygen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6db6e5d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6db6e5d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5187aba52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5187aba52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5187aba52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5187aba52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5187aba52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5187aba52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5187aba52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5187aba52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5187aba52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c5187aba52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4f82993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c4f82993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c5187aba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c5187ab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c5187aba5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c5187aba5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c5187aba52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c5187aba5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c5187aba52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c5187aba52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c4f829934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c4f829934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c4f829934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c4f829934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4f829934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4f829934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c4f829934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c4f829934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c5187aba52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c5187aba52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c4f829934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c4f829934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c4f829934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c4f829934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c4f829934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c4f829934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c4f829934b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c4f829934b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c4f829934b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c4f829934b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c4f829934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c4f829934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c5187aba5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c5187aba5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8" name="Google Shape;128;p27"/>
          <p:cNvCxnSpPr>
            <a:stCxn id="125" idx="6"/>
            <a:endCxn id="126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9" name="Google Shape;129;p27"/>
          <p:cNvCxnSpPr>
            <a:stCxn id="126" idx="0"/>
            <a:endCxn id="127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" name="Google Shape;130;p27"/>
          <p:cNvCxnSpPr>
            <a:stCxn id="125" idx="6"/>
            <a:endCxn id="127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37" name="Google Shape;137;p28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" name="Google Shape;140;p28"/>
          <p:cNvCxnSpPr>
            <a:stCxn id="137" idx="6"/>
            <a:endCxn id="138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1" name="Google Shape;141;p28"/>
          <p:cNvCxnSpPr>
            <a:stCxn id="138" idx="0"/>
            <a:endCxn id="139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" name="Google Shape;142;p28"/>
          <p:cNvCxnSpPr>
            <a:stCxn id="137" idx="6"/>
            <a:endCxn id="139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3" name="Google Shape;143;p28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 friend of an enemy is an enemy”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44" name="Google Shape;144;p28"/>
          <p:cNvCxnSpPr>
            <a:stCxn id="143" idx="7"/>
            <a:endCxn id="137" idx="3"/>
          </p:cNvCxnSpPr>
          <p:nvPr/>
        </p:nvCxnSpPr>
        <p:spPr>
          <a:xfrm flipH="1" rot="10800000">
            <a:off x="3961195" y="2964076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51" name="Google Shape;151;p29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" name="Google Shape;153;p29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" name="Google Shape;154;p29"/>
          <p:cNvCxnSpPr>
            <a:stCxn id="151" idx="6"/>
            <a:endCxn id="152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55" name="Google Shape;155;p29"/>
          <p:cNvCxnSpPr>
            <a:stCxn id="152" idx="0"/>
            <a:endCxn id="153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" name="Google Shape;156;p29"/>
          <p:cNvCxnSpPr>
            <a:stCxn id="151" idx="6"/>
            <a:endCxn id="153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7" name="Google Shape;157;p29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“an enemy of an enemy is a friend”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8" name="Google Shape;158;p29"/>
          <p:cNvCxnSpPr>
            <a:stCxn id="157" idx="6"/>
            <a:endCxn id="152" idx="3"/>
          </p:cNvCxnSpPr>
          <p:nvPr/>
        </p:nvCxnSpPr>
        <p:spPr>
          <a:xfrm flipH="1" rot="10800000">
            <a:off x="4601050" y="3969000"/>
            <a:ext cx="3118200" cy="131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" name="Google Shape;167;p30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8" name="Google Shape;168;p30"/>
          <p:cNvCxnSpPr>
            <a:stCxn id="165" idx="6"/>
            <a:endCxn id="166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69" name="Google Shape;169;p30"/>
          <p:cNvCxnSpPr>
            <a:stCxn id="166" idx="0"/>
            <a:endCxn id="167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" name="Google Shape;170;p30"/>
          <p:cNvCxnSpPr>
            <a:stCxn id="165" idx="6"/>
            <a:endCxn id="167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171" name="Google Shape;171;p30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“an enemy of a friend is an enemy”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72" name="Google Shape;172;p30"/>
          <p:cNvCxnSpPr>
            <a:stCxn id="171" idx="6"/>
            <a:endCxn id="167" idx="3"/>
          </p:cNvCxnSpPr>
          <p:nvPr/>
        </p:nvCxnSpPr>
        <p:spPr>
          <a:xfrm flipH="1" rot="10800000">
            <a:off x="4601050" y="2147700"/>
            <a:ext cx="3118200" cy="195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we can define balance as a triad level property regardless of “</a:t>
            </a:r>
            <a:r>
              <a:rPr lang="en"/>
              <a:t>perspective</a:t>
            </a:r>
            <a:r>
              <a:rPr lang="en"/>
              <a:t>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 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“Friends of enemies are enemies”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nodes B and C: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“Enemies of friends are enemies”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triad is balanced for everyone!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1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A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B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C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2" name="Google Shape;182;p31"/>
          <p:cNvCxnSpPr>
            <a:stCxn id="179" idx="6"/>
            <a:endCxn id="180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1"/>
          <p:cNvCxnSpPr>
            <a:stCxn id="180" idx="0"/>
            <a:endCxn id="181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31"/>
          <p:cNvCxnSpPr>
            <a:stCxn id="179" idx="6"/>
            <a:endCxn id="181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3" name="Google Shape;193;p32"/>
          <p:cNvCxnSpPr>
            <a:stCxn id="191" idx="6"/>
            <a:endCxn id="192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3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5" name="Google Shape;195;p32"/>
          <p:cNvCxnSpPr>
            <a:stCxn id="194" idx="2"/>
            <a:endCxn id="192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6" name="Google Shape;196;p32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7" name="Google Shape;197;p32"/>
          <p:cNvCxnSpPr>
            <a:stCxn id="196" idx="2"/>
            <a:endCxn id="194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2"/>
          <p:cNvCxnSpPr>
            <a:stCxn id="191" idx="6"/>
            <a:endCxn id="196" idx="2"/>
          </p:cNvCxnSpPr>
          <p:nvPr/>
        </p:nvCxnSpPr>
        <p:spPr>
          <a:xfrm>
            <a:off x="5373300" y="2208534"/>
            <a:ext cx="266880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9" name="Google Shape;199;p3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1" name="Google Shape;201;p32"/>
          <p:cNvCxnSpPr>
            <a:stCxn id="191" idx="6"/>
            <a:endCxn id="200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2"/>
          <p:cNvCxnSpPr>
            <a:stCxn id="200" idx="6"/>
            <a:endCxn id="199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2"/>
          <p:cNvCxnSpPr>
            <a:stCxn id="199" idx="6"/>
            <a:endCxn id="196" idx="2"/>
          </p:cNvCxnSpPr>
          <p:nvPr/>
        </p:nvCxnSpPr>
        <p:spPr>
          <a:xfrm flipH="1" rot="10800000">
            <a:off x="7014408" y="3695646"/>
            <a:ext cx="1027500" cy="57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2"/>
          <p:cNvCxnSpPr>
            <a:stCxn id="200" idx="6"/>
            <a:endCxn id="192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2"/>
          <p:cNvCxnSpPr>
            <a:stCxn id="196" idx="2"/>
            <a:endCxn id="192" idx="6"/>
          </p:cNvCxnSpPr>
          <p:nvPr/>
        </p:nvCxnSpPr>
        <p:spPr>
          <a:xfrm rot="10800000">
            <a:off x="7014508" y="1597321"/>
            <a:ext cx="1027500" cy="209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2"/>
          <p:cNvCxnSpPr>
            <a:stCxn id="200" idx="6"/>
            <a:endCxn id="196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2"/>
          <p:cNvCxnSpPr>
            <a:stCxn id="191" idx="6"/>
            <a:endCxn id="194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2"/>
          <p:cNvCxnSpPr>
            <a:stCxn id="199" idx="6"/>
            <a:endCxn id="194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2"/>
          <p:cNvCxnSpPr>
            <a:stCxn id="191" idx="6"/>
            <a:endCxn id="199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2"/>
          <p:cNvCxnSpPr>
            <a:stCxn id="199" idx="0"/>
            <a:endCxn id="192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2"/>
          <p:cNvCxnSpPr>
            <a:stCxn id="200" idx="6"/>
            <a:endCxn id="194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" name="Google Shape;220;p33"/>
          <p:cNvCxnSpPr>
            <a:stCxn id="218" idx="6"/>
            <a:endCxn id="21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3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2" name="Google Shape;222;p33"/>
          <p:cNvCxnSpPr>
            <a:stCxn id="221" idx="2"/>
            <a:endCxn id="21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3" name="Google Shape;223;p33"/>
          <p:cNvSpPr/>
          <p:nvPr/>
        </p:nvSpPr>
        <p:spPr>
          <a:xfrm>
            <a:off x="8042008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4" name="Google Shape;224;p33"/>
          <p:cNvCxnSpPr>
            <a:stCxn id="223" idx="2"/>
            <a:endCxn id="221" idx="2"/>
          </p:cNvCxnSpPr>
          <p:nvPr/>
        </p:nvCxnSpPr>
        <p:spPr>
          <a:xfrm rot="10800000">
            <a:off x="8042008" y="2208624"/>
            <a:ext cx="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3"/>
          <p:cNvCxnSpPr>
            <a:stCxn id="218" idx="6"/>
            <a:endCxn id="223" idx="2"/>
          </p:cNvCxnSpPr>
          <p:nvPr/>
        </p:nvCxnSpPr>
        <p:spPr>
          <a:xfrm>
            <a:off x="5373300" y="2208534"/>
            <a:ext cx="26688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6" name="Google Shape;226;p33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" name="Google Shape;228;p33"/>
          <p:cNvCxnSpPr>
            <a:stCxn id="218" idx="6"/>
            <a:endCxn id="22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3"/>
          <p:cNvCxnSpPr>
            <a:stCxn id="227" idx="6"/>
            <a:endCxn id="22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3"/>
          <p:cNvCxnSpPr>
            <a:stCxn id="226" idx="6"/>
            <a:endCxn id="223" idx="2"/>
          </p:cNvCxnSpPr>
          <p:nvPr/>
        </p:nvCxnSpPr>
        <p:spPr>
          <a:xfrm flipH="1" rot="10800000">
            <a:off x="7014408" y="3698046"/>
            <a:ext cx="10275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3"/>
          <p:cNvCxnSpPr>
            <a:stCxn id="227" idx="6"/>
            <a:endCxn id="21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3"/>
          <p:cNvCxnSpPr>
            <a:stCxn id="223" idx="2"/>
            <a:endCxn id="219" idx="6"/>
          </p:cNvCxnSpPr>
          <p:nvPr/>
        </p:nvCxnSpPr>
        <p:spPr>
          <a:xfrm rot="10800000">
            <a:off x="7014508" y="1597224"/>
            <a:ext cx="10275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3"/>
          <p:cNvCxnSpPr>
            <a:stCxn id="227" idx="6"/>
            <a:endCxn id="223" idx="2"/>
          </p:cNvCxnSpPr>
          <p:nvPr/>
        </p:nvCxnSpPr>
        <p:spPr>
          <a:xfrm flipH="1" rot="10800000">
            <a:off x="5373308" y="3698221"/>
            <a:ext cx="26688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3"/>
          <p:cNvCxnSpPr>
            <a:stCxn id="218" idx="6"/>
            <a:endCxn id="22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3"/>
          <p:cNvCxnSpPr>
            <a:stCxn id="226" idx="6"/>
            <a:endCxn id="22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3"/>
          <p:cNvCxnSpPr>
            <a:stCxn id="218" idx="6"/>
            <a:endCxn id="22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3"/>
          <p:cNvCxnSpPr>
            <a:stCxn id="226" idx="0"/>
            <a:endCxn id="21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3"/>
          <p:cNvCxnSpPr>
            <a:stCxn id="227" idx="6"/>
            <a:endCxn id="22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9" name="Google Shape;239;p33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" name="Google Shape;240;p33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1" name="Google Shape;241;p33"/>
          <p:cNvCxnSpPr>
            <a:stCxn id="239" idx="6"/>
            <a:endCxn id="240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3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3" name="Google Shape;243;p33"/>
          <p:cNvCxnSpPr>
            <a:stCxn id="239" idx="4"/>
            <a:endCxn id="242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3"/>
          <p:cNvCxnSpPr>
            <a:stCxn id="242" idx="6"/>
            <a:endCxn id="240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3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7" name="Google Shape;247;p33"/>
          <p:cNvCxnSpPr>
            <a:stCxn id="245" idx="6"/>
            <a:endCxn id="246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9" name="Google Shape;249;p33"/>
          <p:cNvCxnSpPr>
            <a:stCxn id="245" idx="4"/>
            <a:endCxn id="248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3"/>
          <p:cNvCxnSpPr>
            <a:stCxn id="248" idx="6"/>
            <a:endCxn id="246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1" name="Google Shape;251;p33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3" name="Google Shape;253;p33"/>
          <p:cNvCxnSpPr>
            <a:stCxn id="251" idx="6"/>
            <a:endCxn id="252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33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5" name="Google Shape;255;p33"/>
          <p:cNvCxnSpPr>
            <a:stCxn id="251" idx="4"/>
            <a:endCxn id="254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3"/>
          <p:cNvCxnSpPr>
            <a:stCxn id="254" idx="6"/>
            <a:endCxn id="252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7" name="Google Shape;257;p33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9" name="Google Shape;259;p33"/>
          <p:cNvCxnSpPr>
            <a:stCxn id="257" idx="6"/>
            <a:endCxn id="258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0" name="Google Shape;260;p33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1" name="Google Shape;261;p33"/>
          <p:cNvCxnSpPr>
            <a:stCxn id="257" idx="4"/>
            <a:endCxn id="260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3"/>
          <p:cNvCxnSpPr>
            <a:stCxn id="260" idx="6"/>
            <a:endCxn id="258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3" name="Google Shape;263;p33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3840200" y="4651700"/>
            <a:ext cx="4137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Cartwright and Harary (1956: 284, Fig. 4)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72" name="Google Shape;272;p34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" name="Google Shape;273;p34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4" name="Google Shape;274;p34"/>
          <p:cNvCxnSpPr>
            <a:stCxn id="272" idx="6"/>
            <a:endCxn id="27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4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6" name="Google Shape;276;p34"/>
          <p:cNvCxnSpPr>
            <a:stCxn id="275" idx="2"/>
            <a:endCxn id="27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7" name="Google Shape;277;p34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8" name="Google Shape;278;p34"/>
          <p:cNvCxnSpPr>
            <a:stCxn id="277" idx="2"/>
            <a:endCxn id="27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4"/>
          <p:cNvCxnSpPr>
            <a:stCxn id="272" idx="6"/>
            <a:endCxn id="27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0" name="Google Shape;280;p34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2" name="Google Shape;282;p34"/>
          <p:cNvCxnSpPr>
            <a:stCxn id="272" idx="6"/>
            <a:endCxn id="28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4"/>
          <p:cNvCxnSpPr>
            <a:stCxn id="281" idx="6"/>
            <a:endCxn id="28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4"/>
          <p:cNvCxnSpPr>
            <a:stCxn id="280" idx="6"/>
            <a:endCxn id="27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4"/>
          <p:cNvCxnSpPr>
            <a:stCxn id="281" idx="6"/>
            <a:endCxn id="27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4"/>
          <p:cNvCxnSpPr>
            <a:stCxn id="277" idx="2"/>
            <a:endCxn id="27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>
            <a:stCxn id="281" idx="6"/>
            <a:endCxn id="27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>
            <a:stCxn id="272" idx="6"/>
            <a:endCxn id="27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>
            <a:stCxn id="280" idx="6"/>
            <a:endCxn id="27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>
            <a:stCxn id="272" idx="6"/>
            <a:endCxn id="28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4"/>
          <p:cNvCxnSpPr>
            <a:stCxn id="280" idx="0"/>
            <a:endCxn id="27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4"/>
          <p:cNvCxnSpPr>
            <a:stCxn id="281" idx="6"/>
            <a:endCxn id="27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3" name="Google Shape;293;p34"/>
          <p:cNvSpPr/>
          <p:nvPr/>
        </p:nvSpPr>
        <p:spPr>
          <a:xfrm>
            <a:off x="3648288" y="4271225"/>
            <a:ext cx="2398800" cy="645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Only these triads exist in a balanced graph!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6" name="Google Shape;296;p34"/>
          <p:cNvCxnSpPr>
            <a:stCxn id="294" idx="6"/>
            <a:endCxn id="295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4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8" name="Google Shape;298;p34"/>
          <p:cNvCxnSpPr>
            <a:stCxn id="294" idx="4"/>
            <a:endCxn id="297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4"/>
          <p:cNvCxnSpPr>
            <a:stCxn id="297" idx="6"/>
            <a:endCxn id="295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4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2" name="Google Shape;302;p34"/>
          <p:cNvCxnSpPr>
            <a:stCxn id="300" idx="6"/>
            <a:endCxn id="301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3" name="Google Shape;303;p34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4" name="Google Shape;304;p34"/>
          <p:cNvCxnSpPr>
            <a:stCxn id="300" idx="4"/>
            <a:endCxn id="303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4"/>
          <p:cNvCxnSpPr>
            <a:stCxn id="303" idx="6"/>
            <a:endCxn id="301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6" name="Google Shape;306;p34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8" name="Google Shape;308;p34"/>
          <p:cNvCxnSpPr>
            <a:stCxn id="306" idx="6"/>
            <a:endCxn id="307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4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0" name="Google Shape;310;p34"/>
          <p:cNvCxnSpPr>
            <a:stCxn id="306" idx="4"/>
            <a:endCxn id="309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4"/>
          <p:cNvCxnSpPr>
            <a:stCxn id="309" idx="6"/>
            <a:endCxn id="307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2" name="Google Shape;312;p34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4" name="Google Shape;314;p34"/>
          <p:cNvCxnSpPr>
            <a:stCxn id="312" idx="6"/>
            <a:endCxn id="313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5" name="Google Shape;315;p34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" name="Google Shape;316;p34"/>
          <p:cNvCxnSpPr>
            <a:stCxn id="312" idx="4"/>
            <a:endCxn id="315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4"/>
          <p:cNvCxnSpPr>
            <a:stCxn id="315" idx="6"/>
            <a:endCxn id="313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8" name="Google Shape;318;p34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9" name="Google Shape;319;p34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933925" y="2752225"/>
            <a:ext cx="2856900" cy="1014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34"/>
          <p:cNvCxnSpPr>
            <a:stCxn id="293" idx="1"/>
            <a:endCxn id="318" idx="2"/>
          </p:cNvCxnSpPr>
          <p:nvPr/>
        </p:nvCxnSpPr>
        <p:spPr>
          <a:xfrm rot="10800000">
            <a:off x="2265884" y="3766583"/>
            <a:ext cx="1733700" cy="599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0" name="Google Shape;330;p35"/>
          <p:cNvCxnSpPr>
            <a:stCxn id="328" idx="6"/>
            <a:endCxn id="32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2" name="Google Shape;332;p35"/>
          <p:cNvCxnSpPr>
            <a:stCxn id="331" idx="2"/>
            <a:endCxn id="32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3" name="Google Shape;333;p35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4" name="Google Shape;334;p35"/>
          <p:cNvCxnSpPr>
            <a:stCxn id="333" idx="2"/>
            <a:endCxn id="331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5"/>
          <p:cNvCxnSpPr>
            <a:stCxn id="328" idx="6"/>
            <a:endCxn id="333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6" name="Google Shape;336;p3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" name="Google Shape;338;p35"/>
          <p:cNvCxnSpPr>
            <a:stCxn id="328" idx="6"/>
            <a:endCxn id="33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5"/>
          <p:cNvCxnSpPr>
            <a:stCxn id="337" idx="6"/>
            <a:endCxn id="33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5"/>
          <p:cNvCxnSpPr>
            <a:stCxn id="336" idx="6"/>
            <a:endCxn id="333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5"/>
          <p:cNvCxnSpPr>
            <a:stCxn id="337" idx="6"/>
            <a:endCxn id="32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5"/>
          <p:cNvCxnSpPr>
            <a:stCxn id="333" idx="2"/>
            <a:endCxn id="329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5"/>
          <p:cNvCxnSpPr>
            <a:stCxn id="337" idx="6"/>
            <a:endCxn id="333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5"/>
          <p:cNvCxnSpPr>
            <a:stCxn id="328" idx="6"/>
            <a:endCxn id="33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5"/>
          <p:cNvCxnSpPr>
            <a:stCxn id="336" idx="6"/>
            <a:endCxn id="33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5"/>
          <p:cNvCxnSpPr>
            <a:stCxn id="328" idx="6"/>
            <a:endCxn id="33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5"/>
          <p:cNvCxnSpPr>
            <a:stCxn id="336" idx="0"/>
            <a:endCxn id="32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5"/>
          <p:cNvCxnSpPr>
            <a:stCxn id="337" idx="6"/>
            <a:endCxn id="33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9" name="Google Shape;349;p35"/>
          <p:cNvSpPr/>
          <p:nvPr/>
        </p:nvSpPr>
        <p:spPr>
          <a:xfrm>
            <a:off x="3648300" y="4100925"/>
            <a:ext cx="27618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balanced if it has either zero or two negative links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2" name="Google Shape;352;p35"/>
          <p:cNvCxnSpPr>
            <a:stCxn id="350" idx="6"/>
            <a:endCxn id="351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35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4" name="Google Shape;354;p35"/>
          <p:cNvCxnSpPr>
            <a:stCxn id="350" idx="4"/>
            <a:endCxn id="353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5"/>
          <p:cNvCxnSpPr>
            <a:stCxn id="353" idx="6"/>
            <a:endCxn id="351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35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8" name="Google Shape;358;p35"/>
          <p:cNvCxnSpPr>
            <a:stCxn id="356" idx="6"/>
            <a:endCxn id="357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9" name="Google Shape;359;p35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0" name="Google Shape;360;p35"/>
          <p:cNvCxnSpPr>
            <a:stCxn id="356" idx="4"/>
            <a:endCxn id="359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5"/>
          <p:cNvCxnSpPr>
            <a:stCxn id="359" idx="6"/>
            <a:endCxn id="357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2" name="Google Shape;362;p35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4" name="Google Shape;364;p35"/>
          <p:cNvCxnSpPr>
            <a:stCxn id="362" idx="6"/>
            <a:endCxn id="363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5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6" name="Google Shape;366;p35"/>
          <p:cNvCxnSpPr>
            <a:stCxn id="362" idx="4"/>
            <a:endCxn id="365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5"/>
          <p:cNvCxnSpPr>
            <a:stCxn id="365" idx="6"/>
            <a:endCxn id="363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8" name="Google Shape;368;p35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0" name="Google Shape;370;p35"/>
          <p:cNvCxnSpPr>
            <a:stCxn id="368" idx="6"/>
            <a:endCxn id="369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1" name="Google Shape;371;p35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" name="Google Shape;372;p35"/>
          <p:cNvCxnSpPr>
            <a:stCxn id="368" idx="4"/>
            <a:endCxn id="371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5"/>
          <p:cNvCxnSpPr>
            <a:stCxn id="371" idx="6"/>
            <a:endCxn id="369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4" name="Google Shape;374;p35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82" name="Google Shape;382;p36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4" name="Google Shape;384;p36"/>
          <p:cNvCxnSpPr>
            <a:stCxn id="382" idx="6"/>
            <a:endCxn id="38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6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6" name="Google Shape;386;p36"/>
          <p:cNvCxnSpPr>
            <a:stCxn id="385" idx="2"/>
            <a:endCxn id="38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7" name="Google Shape;387;p36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" name="Google Shape;388;p36"/>
          <p:cNvCxnSpPr>
            <a:stCxn id="387" idx="2"/>
            <a:endCxn id="38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6"/>
          <p:cNvCxnSpPr>
            <a:stCxn id="382" idx="6"/>
            <a:endCxn id="38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0" name="Google Shape;390;p36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2" name="Google Shape;392;p36"/>
          <p:cNvCxnSpPr>
            <a:stCxn id="382" idx="6"/>
            <a:endCxn id="39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6"/>
          <p:cNvCxnSpPr>
            <a:stCxn id="391" idx="6"/>
            <a:endCxn id="39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6"/>
          <p:cNvCxnSpPr>
            <a:stCxn id="390" idx="6"/>
            <a:endCxn id="38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6"/>
          <p:cNvCxnSpPr>
            <a:stCxn id="391" idx="6"/>
            <a:endCxn id="38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36"/>
          <p:cNvCxnSpPr>
            <a:stCxn id="387" idx="2"/>
            <a:endCxn id="38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6"/>
          <p:cNvCxnSpPr>
            <a:stCxn id="391" idx="6"/>
            <a:endCxn id="38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36"/>
          <p:cNvCxnSpPr>
            <a:stCxn id="382" idx="6"/>
            <a:endCxn id="38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6"/>
          <p:cNvCxnSpPr>
            <a:stCxn id="390" idx="6"/>
            <a:endCxn id="38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36"/>
          <p:cNvCxnSpPr>
            <a:stCxn id="382" idx="6"/>
            <a:endCxn id="39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6"/>
          <p:cNvCxnSpPr>
            <a:stCxn id="390" idx="0"/>
            <a:endCxn id="38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6"/>
          <p:cNvCxnSpPr>
            <a:stCxn id="391" idx="6"/>
            <a:endCxn id="38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3" name="Google Shape;403;p36"/>
          <p:cNvSpPr/>
          <p:nvPr/>
        </p:nvSpPr>
        <p:spPr>
          <a:xfrm>
            <a:off x="3648300" y="4100925"/>
            <a:ext cx="32325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unbalanced if the number of negative links is odd (one or three)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6" name="Google Shape;406;p36"/>
          <p:cNvCxnSpPr>
            <a:stCxn id="404" idx="6"/>
            <a:endCxn id="405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36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8" name="Google Shape;408;p36"/>
          <p:cNvCxnSpPr>
            <a:stCxn id="404" idx="4"/>
            <a:endCxn id="407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6"/>
          <p:cNvCxnSpPr>
            <a:stCxn id="407" idx="6"/>
            <a:endCxn id="405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36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2" name="Google Shape;412;p36"/>
          <p:cNvCxnSpPr>
            <a:stCxn id="410" idx="6"/>
            <a:endCxn id="411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3" name="Google Shape;413;p36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4" name="Google Shape;414;p36"/>
          <p:cNvCxnSpPr>
            <a:stCxn id="410" idx="4"/>
            <a:endCxn id="413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6"/>
          <p:cNvCxnSpPr>
            <a:stCxn id="413" idx="6"/>
            <a:endCxn id="411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6" name="Google Shape;416;p36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8" name="Google Shape;418;p36"/>
          <p:cNvCxnSpPr>
            <a:stCxn id="416" idx="6"/>
            <a:endCxn id="417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36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0" name="Google Shape;420;p36"/>
          <p:cNvCxnSpPr>
            <a:stCxn id="416" idx="4"/>
            <a:endCxn id="419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6"/>
          <p:cNvCxnSpPr>
            <a:stCxn id="419" idx="6"/>
            <a:endCxn id="417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2" name="Google Shape;422;p36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4" name="Google Shape;424;p36"/>
          <p:cNvCxnSpPr>
            <a:stCxn id="422" idx="6"/>
            <a:endCxn id="423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5" name="Google Shape;425;p36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" name="Google Shape;426;p36"/>
          <p:cNvCxnSpPr>
            <a:stCxn id="422" idx="4"/>
            <a:endCxn id="425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6"/>
          <p:cNvCxnSpPr>
            <a:stCxn id="425" idx="6"/>
            <a:endCxn id="423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8" name="Google Shape;428;p36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435" name="Google Shape;435;p3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8" name="Google Shape;438;p37"/>
          <p:cNvCxnSpPr>
            <a:stCxn id="436" idx="6"/>
            <a:endCxn id="43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7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0" name="Google Shape;440;p37"/>
          <p:cNvCxnSpPr>
            <a:stCxn id="439" idx="2"/>
            <a:endCxn id="43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1" name="Google Shape;441;p37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2" name="Google Shape;442;p37"/>
          <p:cNvCxnSpPr>
            <a:stCxn id="441" idx="2"/>
            <a:endCxn id="43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7"/>
          <p:cNvCxnSpPr>
            <a:stCxn id="436" idx="6"/>
            <a:endCxn id="44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4" name="Google Shape;444;p37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6" name="Google Shape;446;p37"/>
          <p:cNvCxnSpPr>
            <a:stCxn id="436" idx="6"/>
            <a:endCxn id="44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7"/>
          <p:cNvCxnSpPr>
            <a:stCxn id="445" idx="6"/>
            <a:endCxn id="44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7"/>
          <p:cNvCxnSpPr>
            <a:stCxn id="444" idx="6"/>
            <a:endCxn id="44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7"/>
          <p:cNvCxnSpPr>
            <a:stCxn id="445" idx="6"/>
            <a:endCxn id="43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7"/>
          <p:cNvCxnSpPr>
            <a:stCxn id="441" idx="2"/>
            <a:endCxn id="43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7"/>
          <p:cNvCxnSpPr>
            <a:stCxn id="445" idx="6"/>
            <a:endCxn id="44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7"/>
          <p:cNvCxnSpPr>
            <a:stCxn id="436" idx="6"/>
            <a:endCxn id="43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7"/>
          <p:cNvCxnSpPr>
            <a:stCxn id="444" idx="6"/>
            <a:endCxn id="43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7"/>
          <p:cNvCxnSpPr>
            <a:stCxn id="436" idx="6"/>
            <a:endCxn id="44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7"/>
          <p:cNvCxnSpPr>
            <a:stCxn id="444" idx="0"/>
            <a:endCxn id="43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7"/>
          <p:cNvCxnSpPr>
            <a:stCxn id="445" idx="6"/>
            <a:endCxn id="43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462" name="Google Shape;462;p3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8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5" name="Google Shape;465;p38"/>
          <p:cNvCxnSpPr>
            <a:stCxn id="463" idx="6"/>
            <a:endCxn id="464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38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7" name="Google Shape;467;p38"/>
          <p:cNvCxnSpPr>
            <a:stCxn id="466" idx="2"/>
            <a:endCxn id="464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8" name="Google Shape;468;p38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9" name="Google Shape;469;p38"/>
          <p:cNvCxnSpPr>
            <a:stCxn id="468" idx="2"/>
            <a:endCxn id="466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38"/>
          <p:cNvCxnSpPr>
            <a:stCxn id="463" idx="6"/>
            <a:endCxn id="468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1" name="Google Shape;471;p38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3" name="Google Shape;473;p38"/>
          <p:cNvCxnSpPr>
            <a:stCxn id="463" idx="6"/>
            <a:endCxn id="472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8"/>
          <p:cNvCxnSpPr>
            <a:stCxn id="472" idx="6"/>
            <a:endCxn id="471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8"/>
          <p:cNvCxnSpPr>
            <a:stCxn id="471" idx="6"/>
            <a:endCxn id="468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8"/>
          <p:cNvCxnSpPr>
            <a:stCxn id="472" idx="6"/>
            <a:endCxn id="464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8"/>
          <p:cNvCxnSpPr>
            <a:stCxn id="468" idx="2"/>
            <a:endCxn id="464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8"/>
          <p:cNvCxnSpPr>
            <a:stCxn id="472" idx="6"/>
            <a:endCxn id="468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8"/>
          <p:cNvCxnSpPr>
            <a:stCxn id="463" idx="6"/>
            <a:endCxn id="466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8"/>
          <p:cNvCxnSpPr>
            <a:stCxn id="471" idx="6"/>
            <a:endCxn id="466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8"/>
          <p:cNvCxnSpPr>
            <a:stCxn id="463" idx="6"/>
            <a:endCxn id="471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8"/>
          <p:cNvCxnSpPr>
            <a:stCxn id="471" idx="0"/>
            <a:endCxn id="464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8"/>
          <p:cNvCxnSpPr>
            <a:stCxn id="472" idx="6"/>
            <a:endCxn id="466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489" name="Google Shape;489;p3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9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2" name="Google Shape;492;p39"/>
          <p:cNvCxnSpPr>
            <a:stCxn id="490" idx="6"/>
            <a:endCxn id="49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39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4" name="Google Shape;494;p39"/>
          <p:cNvCxnSpPr>
            <a:stCxn id="493" idx="2"/>
            <a:endCxn id="49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5" name="Google Shape;495;p39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6" name="Google Shape;496;p39"/>
          <p:cNvCxnSpPr>
            <a:stCxn id="495" idx="2"/>
            <a:endCxn id="49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9"/>
          <p:cNvCxnSpPr>
            <a:stCxn id="490" idx="6"/>
            <a:endCxn id="49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8" name="Google Shape;498;p39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0" name="Google Shape;500;p39"/>
          <p:cNvCxnSpPr>
            <a:stCxn id="490" idx="6"/>
            <a:endCxn id="49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9"/>
          <p:cNvCxnSpPr>
            <a:stCxn id="499" idx="6"/>
            <a:endCxn id="49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9"/>
          <p:cNvCxnSpPr>
            <a:stCxn id="498" idx="6"/>
            <a:endCxn id="49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9"/>
          <p:cNvCxnSpPr>
            <a:stCxn id="499" idx="6"/>
            <a:endCxn id="49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9"/>
          <p:cNvCxnSpPr>
            <a:stCxn id="495" idx="2"/>
            <a:endCxn id="49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9"/>
          <p:cNvCxnSpPr>
            <a:stCxn id="499" idx="6"/>
            <a:endCxn id="49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9"/>
          <p:cNvCxnSpPr>
            <a:stCxn id="490" idx="6"/>
            <a:endCxn id="49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9"/>
          <p:cNvCxnSpPr>
            <a:stCxn id="498" idx="6"/>
            <a:endCxn id="49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9"/>
          <p:cNvCxnSpPr>
            <a:stCxn id="490" idx="6"/>
            <a:endCxn id="49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9"/>
          <p:cNvCxnSpPr>
            <a:stCxn id="498" idx="0"/>
            <a:endCxn id="49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9"/>
          <p:cNvCxnSpPr>
            <a:stCxn id="499" idx="6"/>
            <a:endCxn id="49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16" name="Google Shape;516;p40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</a:t>
            </a:r>
            <a:r>
              <a:rPr lang="en"/>
              <a:t>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0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9" name="Google Shape;519;p40"/>
          <p:cNvCxnSpPr>
            <a:stCxn id="517" idx="6"/>
            <a:endCxn id="518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0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1" name="Google Shape;521;p40"/>
          <p:cNvCxnSpPr>
            <a:stCxn id="520" idx="2"/>
            <a:endCxn id="518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2" name="Google Shape;522;p40"/>
          <p:cNvSpPr/>
          <p:nvPr/>
        </p:nvSpPr>
        <p:spPr>
          <a:xfrm>
            <a:off x="8042008" y="33919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3" name="Google Shape;523;p40"/>
          <p:cNvCxnSpPr>
            <a:stCxn id="522" idx="2"/>
            <a:endCxn id="520" idx="2"/>
          </p:cNvCxnSpPr>
          <p:nvPr/>
        </p:nvCxnSpPr>
        <p:spPr>
          <a:xfrm rot="10800000">
            <a:off x="8042008" y="2208421"/>
            <a:ext cx="0" cy="148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0"/>
          <p:cNvCxnSpPr>
            <a:stCxn id="517" idx="6"/>
            <a:endCxn id="522" idx="2"/>
          </p:cNvCxnSpPr>
          <p:nvPr/>
        </p:nvCxnSpPr>
        <p:spPr>
          <a:xfrm>
            <a:off x="5373300" y="2208534"/>
            <a:ext cx="2668800" cy="148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5" name="Google Shape;525;p40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6" name="Google Shape;526;p40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7" name="Google Shape;527;p40"/>
          <p:cNvCxnSpPr>
            <a:stCxn id="517" idx="6"/>
            <a:endCxn id="526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0"/>
          <p:cNvCxnSpPr>
            <a:stCxn id="526" idx="6"/>
            <a:endCxn id="525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40"/>
          <p:cNvCxnSpPr>
            <a:stCxn id="525" idx="6"/>
            <a:endCxn id="522" idx="2"/>
          </p:cNvCxnSpPr>
          <p:nvPr/>
        </p:nvCxnSpPr>
        <p:spPr>
          <a:xfrm flipH="1" rot="10800000">
            <a:off x="7014408" y="3697746"/>
            <a:ext cx="1027500" cy="57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40"/>
          <p:cNvCxnSpPr>
            <a:stCxn id="526" idx="6"/>
            <a:endCxn id="518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40"/>
          <p:cNvCxnSpPr>
            <a:stCxn id="522" idx="2"/>
            <a:endCxn id="518" idx="6"/>
          </p:cNvCxnSpPr>
          <p:nvPr/>
        </p:nvCxnSpPr>
        <p:spPr>
          <a:xfrm rot="10800000">
            <a:off x="7014508" y="1597321"/>
            <a:ext cx="1027500" cy="210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40"/>
          <p:cNvCxnSpPr>
            <a:stCxn id="526" idx="6"/>
            <a:endCxn id="522" idx="2"/>
          </p:cNvCxnSpPr>
          <p:nvPr/>
        </p:nvCxnSpPr>
        <p:spPr>
          <a:xfrm flipH="1" rot="10800000">
            <a:off x="5373308" y="3697621"/>
            <a:ext cx="2668800" cy="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40"/>
          <p:cNvCxnSpPr>
            <a:stCxn id="517" idx="6"/>
            <a:endCxn id="520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0"/>
          <p:cNvCxnSpPr>
            <a:stCxn id="525" idx="6"/>
            <a:endCxn id="520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0"/>
          <p:cNvCxnSpPr>
            <a:stCxn id="517" idx="6"/>
            <a:endCxn id="525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0"/>
          <p:cNvCxnSpPr>
            <a:stCxn id="525" idx="0"/>
            <a:endCxn id="518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40"/>
          <p:cNvCxnSpPr>
            <a:stCxn id="526" idx="6"/>
            <a:endCxn id="520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43" name="Google Shape;543;p4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ACE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1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6" name="Google Shape;546;p41"/>
          <p:cNvCxnSpPr>
            <a:stCxn id="544" idx="6"/>
            <a:endCxn id="54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41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8" name="Google Shape;548;p41"/>
          <p:cNvCxnSpPr>
            <a:stCxn id="547" idx="2"/>
            <a:endCxn id="54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9" name="Google Shape;549;p41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0" name="Google Shape;550;p41"/>
          <p:cNvCxnSpPr>
            <a:stCxn id="549" idx="2"/>
            <a:endCxn id="547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1"/>
          <p:cNvCxnSpPr>
            <a:stCxn id="544" idx="6"/>
            <a:endCxn id="549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2" name="Google Shape;552;p41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3" name="Google Shape;553;p41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4" name="Google Shape;554;p41"/>
          <p:cNvCxnSpPr>
            <a:stCxn id="544" idx="6"/>
            <a:endCxn id="553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1"/>
          <p:cNvCxnSpPr>
            <a:stCxn id="553" idx="6"/>
            <a:endCxn id="552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41"/>
          <p:cNvCxnSpPr>
            <a:stCxn id="552" idx="6"/>
            <a:endCxn id="549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41"/>
          <p:cNvCxnSpPr>
            <a:stCxn id="553" idx="6"/>
            <a:endCxn id="545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41"/>
          <p:cNvCxnSpPr>
            <a:stCxn id="549" idx="2"/>
            <a:endCxn id="545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41"/>
          <p:cNvCxnSpPr>
            <a:stCxn id="553" idx="6"/>
            <a:endCxn id="549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41"/>
          <p:cNvCxnSpPr>
            <a:stCxn id="544" idx="6"/>
            <a:endCxn id="54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41"/>
          <p:cNvCxnSpPr>
            <a:stCxn id="552" idx="6"/>
            <a:endCxn id="54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41"/>
          <p:cNvCxnSpPr>
            <a:stCxn id="544" idx="6"/>
            <a:endCxn id="552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1"/>
          <p:cNvCxnSpPr>
            <a:stCxn id="552" idx="0"/>
            <a:endCxn id="545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41"/>
          <p:cNvCxnSpPr>
            <a:stCxn id="553" idx="6"/>
            <a:endCxn id="54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70" name="Google Shape;570;p4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2" name="Google Shape;572;p42"/>
          <p:cNvCxnSpPr>
            <a:stCxn id="570" idx="6"/>
            <a:endCxn id="57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4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4" name="Google Shape;574;p42"/>
          <p:cNvCxnSpPr>
            <a:stCxn id="573" idx="2"/>
            <a:endCxn id="57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5" name="Google Shape;575;p42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6" name="Google Shape;576;p42"/>
          <p:cNvCxnSpPr>
            <a:stCxn id="575" idx="2"/>
            <a:endCxn id="57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2"/>
          <p:cNvCxnSpPr>
            <a:stCxn id="570" idx="6"/>
            <a:endCxn id="57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8" name="Google Shape;578;p4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0" name="Google Shape;580;p42"/>
          <p:cNvCxnSpPr>
            <a:stCxn id="570" idx="6"/>
            <a:endCxn id="57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2"/>
          <p:cNvCxnSpPr>
            <a:stCxn id="579" idx="6"/>
            <a:endCxn id="57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2"/>
          <p:cNvCxnSpPr>
            <a:stCxn id="578" idx="6"/>
            <a:endCxn id="57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2"/>
          <p:cNvCxnSpPr>
            <a:stCxn id="579" idx="6"/>
            <a:endCxn id="57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2"/>
          <p:cNvCxnSpPr>
            <a:stCxn id="575" idx="2"/>
            <a:endCxn id="57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2"/>
          <p:cNvCxnSpPr>
            <a:stCxn id="579" idx="6"/>
            <a:endCxn id="57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2"/>
          <p:cNvCxnSpPr>
            <a:stCxn id="570" idx="6"/>
            <a:endCxn id="57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2"/>
          <p:cNvCxnSpPr>
            <a:stCxn id="578" idx="6"/>
            <a:endCxn id="57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2"/>
          <p:cNvCxnSpPr>
            <a:stCxn id="570" idx="6"/>
            <a:endCxn id="57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2"/>
          <p:cNvCxnSpPr>
            <a:stCxn id="578" idx="0"/>
            <a:endCxn id="57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2"/>
          <p:cNvCxnSpPr>
            <a:stCxn id="579" idx="6"/>
            <a:endCxn id="57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1" name="Google Shape;591;p4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ACE triad: balanced!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on for all triads...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97" name="Google Shape;597;p43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3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9" name="Google Shape;599;p43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0" name="Google Shape;600;p43"/>
          <p:cNvCxnSpPr>
            <a:stCxn id="598" idx="6"/>
            <a:endCxn id="59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" name="Google Shape;601;p43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2" name="Google Shape;602;p43"/>
          <p:cNvCxnSpPr>
            <a:stCxn id="601" idx="2"/>
            <a:endCxn id="59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3" name="Google Shape;603;p43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4" name="Google Shape;604;p43"/>
          <p:cNvCxnSpPr>
            <a:stCxn id="603" idx="2"/>
            <a:endCxn id="601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43"/>
          <p:cNvCxnSpPr>
            <a:stCxn id="598" idx="6"/>
            <a:endCxn id="603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6" name="Google Shape;606;p43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7" name="Google Shape;607;p43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8" name="Google Shape;608;p43"/>
          <p:cNvCxnSpPr>
            <a:stCxn id="598" idx="6"/>
            <a:endCxn id="60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3"/>
          <p:cNvCxnSpPr>
            <a:stCxn id="607" idx="6"/>
            <a:endCxn id="60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3"/>
          <p:cNvCxnSpPr>
            <a:stCxn id="606" idx="6"/>
            <a:endCxn id="603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3"/>
          <p:cNvCxnSpPr>
            <a:stCxn id="607" idx="6"/>
            <a:endCxn id="59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3"/>
          <p:cNvCxnSpPr>
            <a:stCxn id="603" idx="2"/>
            <a:endCxn id="599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3"/>
          <p:cNvCxnSpPr>
            <a:stCxn id="607" idx="6"/>
            <a:endCxn id="603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3"/>
          <p:cNvCxnSpPr>
            <a:stCxn id="598" idx="6"/>
            <a:endCxn id="60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3"/>
          <p:cNvCxnSpPr>
            <a:stCxn id="606" idx="6"/>
            <a:endCxn id="60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3"/>
          <p:cNvCxnSpPr>
            <a:stCxn id="598" idx="6"/>
            <a:endCxn id="60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3"/>
          <p:cNvCxnSpPr>
            <a:stCxn id="606" idx="0"/>
            <a:endCxn id="59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3"/>
          <p:cNvCxnSpPr>
            <a:stCxn id="607" idx="6"/>
            <a:endCxn id="60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624" name="Google Shape;624;p44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5" name="Google Shape;625;p44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6" name="Google Shape;626;p44"/>
          <p:cNvCxnSpPr>
            <a:stCxn id="624" idx="6"/>
            <a:endCxn id="62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44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8" name="Google Shape;628;p44"/>
          <p:cNvCxnSpPr>
            <a:stCxn id="627" idx="2"/>
            <a:endCxn id="62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9" name="Google Shape;629;p44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0" name="Google Shape;630;p44"/>
          <p:cNvCxnSpPr>
            <a:stCxn id="629" idx="2"/>
            <a:endCxn id="627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4"/>
          <p:cNvCxnSpPr>
            <a:stCxn id="624" idx="6"/>
            <a:endCxn id="629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32" name="Google Shape;632;p44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3" name="Google Shape;633;p44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4" name="Google Shape;634;p44"/>
          <p:cNvCxnSpPr>
            <a:stCxn id="624" idx="6"/>
            <a:endCxn id="633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44"/>
          <p:cNvCxnSpPr>
            <a:stCxn id="633" idx="6"/>
            <a:endCxn id="632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44"/>
          <p:cNvCxnSpPr>
            <a:stCxn id="632" idx="6"/>
            <a:endCxn id="629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4"/>
          <p:cNvCxnSpPr>
            <a:stCxn id="633" idx="6"/>
            <a:endCxn id="625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4"/>
          <p:cNvCxnSpPr>
            <a:stCxn id="629" idx="2"/>
            <a:endCxn id="625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4"/>
          <p:cNvCxnSpPr>
            <a:stCxn id="633" idx="6"/>
            <a:endCxn id="629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4"/>
          <p:cNvCxnSpPr>
            <a:stCxn id="624" idx="6"/>
            <a:endCxn id="62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4"/>
          <p:cNvCxnSpPr>
            <a:stCxn id="632" idx="6"/>
            <a:endCxn id="62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4"/>
          <p:cNvCxnSpPr>
            <a:stCxn id="624" idx="6"/>
            <a:endCxn id="632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4"/>
          <p:cNvCxnSpPr>
            <a:stCxn id="632" idx="0"/>
            <a:endCxn id="625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4"/>
          <p:cNvCxnSpPr>
            <a:stCxn id="633" idx="6"/>
            <a:endCxn id="62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5" name="Google Shape;645;p44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</a:t>
            </a:r>
            <a:r>
              <a:rPr lang="en"/>
              <a:t>balanced,</a:t>
            </a:r>
            <a:r>
              <a:rPr lang="en"/>
              <a:t>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651" name="Google Shape;651;p4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2" name="Google Shape;652;p4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3" name="Google Shape;653;p45"/>
          <p:cNvCxnSpPr>
            <a:stCxn id="651" idx="6"/>
            <a:endCxn id="652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4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5" name="Google Shape;655;p45"/>
          <p:cNvCxnSpPr>
            <a:stCxn id="654" idx="2"/>
            <a:endCxn id="652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6" name="Google Shape;656;p45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7" name="Google Shape;657;p45"/>
          <p:cNvCxnSpPr>
            <a:stCxn id="656" idx="2"/>
            <a:endCxn id="654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5"/>
          <p:cNvCxnSpPr>
            <a:stCxn id="651" idx="6"/>
            <a:endCxn id="656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9" name="Google Shape;659;p4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0" name="Google Shape;660;p4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1" name="Google Shape;661;p45"/>
          <p:cNvCxnSpPr>
            <a:stCxn id="651" idx="6"/>
            <a:endCxn id="660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45"/>
          <p:cNvCxnSpPr>
            <a:stCxn id="660" idx="6"/>
            <a:endCxn id="659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45"/>
          <p:cNvCxnSpPr>
            <a:stCxn id="659" idx="6"/>
            <a:endCxn id="656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5"/>
          <p:cNvCxnSpPr>
            <a:stCxn id="660" idx="6"/>
            <a:endCxn id="652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45"/>
          <p:cNvCxnSpPr>
            <a:stCxn id="656" idx="2"/>
            <a:endCxn id="652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45"/>
          <p:cNvCxnSpPr>
            <a:stCxn id="660" idx="6"/>
            <a:endCxn id="656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5"/>
          <p:cNvCxnSpPr>
            <a:stCxn id="651" idx="6"/>
            <a:endCxn id="654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5"/>
          <p:cNvCxnSpPr>
            <a:stCxn id="659" idx="6"/>
            <a:endCxn id="654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5"/>
          <p:cNvCxnSpPr>
            <a:stCxn id="651" idx="6"/>
            <a:endCxn id="659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45"/>
          <p:cNvCxnSpPr>
            <a:stCxn id="659" idx="0"/>
            <a:endCxn id="652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5"/>
          <p:cNvCxnSpPr>
            <a:stCxn id="660" idx="6"/>
            <a:endCxn id="654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2" name="Google Shape;672;p45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you spot the two groups in this graph?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678" name="Google Shape;678;p46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got it!</a:t>
            </a:r>
            <a:endParaRPr/>
          </a:p>
        </p:txBody>
      </p:sp>
      <p:sp>
        <p:nvSpPr>
          <p:cNvPr id="679" name="Google Shape;679;p46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0" name="Google Shape;680;p46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1" name="Google Shape;681;p46"/>
          <p:cNvCxnSpPr>
            <a:stCxn id="679" idx="6"/>
            <a:endCxn id="68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46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3" name="Google Shape;683;p46"/>
          <p:cNvCxnSpPr>
            <a:stCxn id="682" idx="2"/>
            <a:endCxn id="68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84" name="Google Shape;684;p46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5" name="Google Shape;685;p46"/>
          <p:cNvCxnSpPr>
            <a:stCxn id="684" idx="2"/>
            <a:endCxn id="682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6"/>
          <p:cNvCxnSpPr>
            <a:stCxn id="679" idx="6"/>
            <a:endCxn id="684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87" name="Google Shape;687;p46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8" name="Google Shape;688;p46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9" name="Google Shape;689;p46"/>
          <p:cNvCxnSpPr>
            <a:stCxn id="679" idx="6"/>
            <a:endCxn id="688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6"/>
          <p:cNvCxnSpPr>
            <a:stCxn id="688" idx="6"/>
            <a:endCxn id="687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6"/>
          <p:cNvCxnSpPr>
            <a:stCxn id="687" idx="6"/>
            <a:endCxn id="684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6"/>
          <p:cNvCxnSpPr>
            <a:stCxn id="688" idx="6"/>
            <a:endCxn id="680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6"/>
          <p:cNvCxnSpPr>
            <a:stCxn id="684" idx="2"/>
            <a:endCxn id="680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6"/>
          <p:cNvCxnSpPr>
            <a:stCxn id="688" idx="6"/>
            <a:endCxn id="684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6"/>
          <p:cNvCxnSpPr>
            <a:stCxn id="679" idx="6"/>
            <a:endCxn id="68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6"/>
          <p:cNvCxnSpPr>
            <a:stCxn id="687" idx="6"/>
            <a:endCxn id="68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46"/>
          <p:cNvCxnSpPr>
            <a:stCxn id="679" idx="6"/>
            <a:endCxn id="687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46"/>
          <p:cNvCxnSpPr>
            <a:stCxn id="687" idx="0"/>
            <a:endCxn id="680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46"/>
          <p:cNvCxnSpPr>
            <a:stCxn id="688" idx="6"/>
            <a:endCxn id="68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705" name="Google Shape;705;p4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not necessarily good!</a:t>
            </a:r>
            <a:endParaRPr/>
          </a:p>
        </p:txBody>
      </p:sp>
      <p:sp>
        <p:nvSpPr>
          <p:cNvPr id="706" name="Google Shape;706;p47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7" name="Google Shape;707;p47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8" name="Google Shape;708;p47"/>
          <p:cNvCxnSpPr>
            <a:stCxn id="706" idx="6"/>
            <a:endCxn id="70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47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0" name="Google Shape;710;p47"/>
          <p:cNvCxnSpPr>
            <a:stCxn id="709" idx="2"/>
            <a:endCxn id="70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1" name="Google Shape;711;p47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2" name="Google Shape;712;p47"/>
          <p:cNvCxnSpPr>
            <a:stCxn id="711" idx="2"/>
            <a:endCxn id="70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47"/>
          <p:cNvCxnSpPr>
            <a:stCxn id="706" idx="6"/>
            <a:endCxn id="71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4" name="Google Shape;714;p47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6" name="Google Shape;716;p47"/>
          <p:cNvCxnSpPr>
            <a:stCxn id="706" idx="6"/>
            <a:endCxn id="71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47"/>
          <p:cNvCxnSpPr>
            <a:stCxn id="715" idx="6"/>
            <a:endCxn id="71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7"/>
          <p:cNvCxnSpPr>
            <a:stCxn id="714" idx="6"/>
            <a:endCxn id="71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47"/>
          <p:cNvCxnSpPr>
            <a:stCxn id="715" idx="6"/>
            <a:endCxn id="70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47"/>
          <p:cNvCxnSpPr>
            <a:stCxn id="711" idx="2"/>
            <a:endCxn id="70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47"/>
          <p:cNvCxnSpPr>
            <a:stCxn id="715" idx="6"/>
            <a:endCxn id="71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47"/>
          <p:cNvCxnSpPr>
            <a:stCxn id="706" idx="6"/>
            <a:endCxn id="70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47"/>
          <p:cNvCxnSpPr>
            <a:stCxn id="714" idx="6"/>
            <a:endCxn id="70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47"/>
          <p:cNvCxnSpPr>
            <a:stCxn id="706" idx="6"/>
            <a:endCxn id="71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47"/>
          <p:cNvCxnSpPr>
            <a:stCxn id="714" idx="0"/>
            <a:endCxn id="70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47"/>
          <p:cNvCxnSpPr>
            <a:stCxn id="715" idx="6"/>
            <a:endCxn id="70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727" name="Google Shape;7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734" name="Google Shape;734;p4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balance is equivalent to perfect </a:t>
            </a:r>
            <a:r>
              <a:rPr b="1" lang="en"/>
              <a:t>group polarization</a:t>
            </a:r>
            <a:endParaRPr b="1"/>
          </a:p>
        </p:txBody>
      </p:sp>
      <p:sp>
        <p:nvSpPr>
          <p:cNvPr id="735" name="Google Shape;735;p48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6" name="Google Shape;736;p48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7" name="Google Shape;737;p48"/>
          <p:cNvCxnSpPr>
            <a:stCxn id="735" idx="6"/>
            <a:endCxn id="736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48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9" name="Google Shape;739;p48"/>
          <p:cNvCxnSpPr>
            <a:stCxn id="738" idx="2"/>
            <a:endCxn id="736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0" name="Google Shape;740;p48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1" name="Google Shape;741;p48"/>
          <p:cNvCxnSpPr>
            <a:stCxn id="740" idx="2"/>
            <a:endCxn id="738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48"/>
          <p:cNvCxnSpPr>
            <a:stCxn id="735" idx="6"/>
            <a:endCxn id="740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3" name="Google Shape;743;p48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4" name="Google Shape;744;p48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5" name="Google Shape;745;p48"/>
          <p:cNvCxnSpPr>
            <a:stCxn id="735" idx="6"/>
            <a:endCxn id="744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48"/>
          <p:cNvCxnSpPr>
            <a:stCxn id="744" idx="6"/>
            <a:endCxn id="743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8"/>
          <p:cNvCxnSpPr>
            <a:stCxn id="743" idx="6"/>
            <a:endCxn id="740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48"/>
          <p:cNvCxnSpPr>
            <a:stCxn id="744" idx="6"/>
            <a:endCxn id="736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48"/>
          <p:cNvCxnSpPr>
            <a:stCxn id="740" idx="2"/>
            <a:endCxn id="736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8"/>
          <p:cNvCxnSpPr>
            <a:stCxn id="744" idx="6"/>
            <a:endCxn id="740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8"/>
          <p:cNvCxnSpPr>
            <a:stCxn id="735" idx="6"/>
            <a:endCxn id="738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8"/>
          <p:cNvCxnSpPr>
            <a:stCxn id="743" idx="6"/>
            <a:endCxn id="738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8"/>
          <p:cNvCxnSpPr>
            <a:stCxn id="735" idx="6"/>
            <a:endCxn id="743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8"/>
          <p:cNvCxnSpPr>
            <a:stCxn id="743" idx="0"/>
            <a:endCxn id="736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8"/>
          <p:cNvCxnSpPr>
            <a:stCxn id="744" idx="6"/>
            <a:endCxn id="738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756" name="Google Shape;75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